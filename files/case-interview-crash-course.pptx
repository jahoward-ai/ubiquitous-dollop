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1" r:id="rId5"/>
    <p:sldMasterId id="2147483668" r:id="rId6"/>
    <p:sldMasterId id="2147483670" r:id="rId7"/>
  </p:sldMasterIdLst>
  <p:notesMasterIdLst>
    <p:notesMasterId r:id="rId25"/>
  </p:notesMasterIdLst>
  <p:sldIdLst>
    <p:sldId id="256" r:id="rId8"/>
    <p:sldId id="257" r:id="rId9"/>
    <p:sldId id="258" r:id="rId10"/>
    <p:sldId id="259" r:id="rId11"/>
    <p:sldId id="260" r:id="rId12"/>
    <p:sldId id="261" r:id="rId13"/>
    <p:sldId id="344" r:id="rId14"/>
    <p:sldId id="347" r:id="rId15"/>
    <p:sldId id="349" r:id="rId16"/>
    <p:sldId id="345" r:id="rId17"/>
    <p:sldId id="346" r:id="rId18"/>
    <p:sldId id="348" r:id="rId19"/>
    <p:sldId id="351" r:id="rId20"/>
    <p:sldId id="350" r:id="rId21"/>
    <p:sldId id="352" r:id="rId22"/>
    <p:sldId id="353" r:id="rId23"/>
    <p:sldId id="35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36A"/>
    <a:srgbClr val="0C2670"/>
    <a:srgbClr val="D6BA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7"/>
    <p:restoredTop sz="94648"/>
  </p:normalViewPr>
  <p:slideViewPr>
    <p:cSldViewPr>
      <p:cViewPr varScale="1">
        <p:scale>
          <a:sx n="112" d="100"/>
          <a:sy n="112"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Standard</c:v>
                </c:pt>
              </c:strCache>
            </c:strRef>
          </c:tx>
          <c:spPr>
            <a:solidFill>
              <a:schemeClr val="accent1"/>
            </a:solidFill>
            <a:ln w="19050">
              <a:solidFill>
                <a:srgbClr val="12246A"/>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1" u="none" strike="noStrike" kern="1200" baseline="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Sheet1!$B$2:$B$10</c:f>
              <c:numCache>
                <c:formatCode>General</c:formatCode>
                <c:ptCount val="9"/>
                <c:pt idx="0">
                  <c:v>8600</c:v>
                </c:pt>
                <c:pt idx="1">
                  <c:v>8760</c:v>
                </c:pt>
                <c:pt idx="2">
                  <c:v>8450</c:v>
                </c:pt>
                <c:pt idx="3">
                  <c:v>8720</c:v>
                </c:pt>
                <c:pt idx="4">
                  <c:v>8800</c:v>
                </c:pt>
                <c:pt idx="5">
                  <c:v>9070</c:v>
                </c:pt>
                <c:pt idx="6">
                  <c:v>8740</c:v>
                </c:pt>
                <c:pt idx="7">
                  <c:v>9020</c:v>
                </c:pt>
                <c:pt idx="8">
                  <c:v>8870</c:v>
                </c:pt>
              </c:numCache>
            </c:numRef>
          </c:val>
          <c:extLst>
            <c:ext xmlns:c16="http://schemas.microsoft.com/office/drawing/2014/chart" uri="{C3380CC4-5D6E-409C-BE32-E72D297353CC}">
              <c16:uniqueId val="{00000000-216E-A749-AA7F-CA8DACDA4E3D}"/>
            </c:ext>
          </c:extLst>
        </c:ser>
        <c:ser>
          <c:idx val="1"/>
          <c:order val="1"/>
          <c:tx>
            <c:strRef>
              <c:f>Sheet1!$C$1</c:f>
              <c:strCache>
                <c:ptCount val="1"/>
                <c:pt idx="0">
                  <c:v>Luxury</c:v>
                </c:pt>
              </c:strCache>
            </c:strRef>
          </c:tx>
          <c:spPr>
            <a:solidFill>
              <a:schemeClr val="bg1"/>
            </a:solidFill>
            <a:ln w="19050">
              <a:solidFill>
                <a:srgbClr val="12246A"/>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1"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Sheet1!$C$2:$C$10</c:f>
              <c:numCache>
                <c:formatCode>General</c:formatCode>
                <c:ptCount val="9"/>
                <c:pt idx="0">
                  <c:v>4300</c:v>
                </c:pt>
                <c:pt idx="1">
                  <c:v>4380</c:v>
                </c:pt>
                <c:pt idx="2">
                  <c:v>5040</c:v>
                </c:pt>
                <c:pt idx="3">
                  <c:v>5200</c:v>
                </c:pt>
                <c:pt idx="4">
                  <c:v>5550</c:v>
                </c:pt>
                <c:pt idx="5">
                  <c:v>5710</c:v>
                </c:pt>
                <c:pt idx="6">
                  <c:v>6500</c:v>
                </c:pt>
                <c:pt idx="7">
                  <c:v>6710</c:v>
                </c:pt>
                <c:pt idx="8">
                  <c:v>7360</c:v>
                </c:pt>
              </c:numCache>
            </c:numRef>
          </c:val>
          <c:extLst>
            <c:ext xmlns:c16="http://schemas.microsoft.com/office/drawing/2014/chart" uri="{C3380CC4-5D6E-409C-BE32-E72D297353CC}">
              <c16:uniqueId val="{00000001-216E-A749-AA7F-CA8DACDA4E3D}"/>
            </c:ext>
          </c:extLst>
        </c:ser>
        <c:dLbls>
          <c:showLegendKey val="0"/>
          <c:showVal val="0"/>
          <c:showCatName val="0"/>
          <c:showSerName val="0"/>
          <c:showPercent val="0"/>
          <c:showBubbleSize val="0"/>
        </c:dLbls>
        <c:gapWidth val="150"/>
        <c:overlap val="100"/>
        <c:axId val="714850032"/>
        <c:axId val="715115728"/>
      </c:barChart>
      <c:catAx>
        <c:axId val="714850032"/>
        <c:scaling>
          <c:orientation val="minMax"/>
        </c:scaling>
        <c:delete val="0"/>
        <c:axPos val="b"/>
        <c:title>
          <c:tx>
            <c:rich>
              <a:bodyPr rot="0" spcFirstLastPara="1" vertOverflow="ellipsis" vert="horz" wrap="square" anchor="ctr" anchorCtr="1"/>
              <a:lstStyle/>
              <a:p>
                <a:pPr>
                  <a:defRPr sz="1330" b="0" i="1" u="none" strike="noStrike" kern="1200" baseline="0">
                    <a:solidFill>
                      <a:schemeClr val="tx1"/>
                    </a:solidFill>
                    <a:latin typeface="Helvetica Neue Light" panose="02000403000000020004" pitchFamily="2" charset="0"/>
                    <a:ea typeface="Helvetica Neue Light" panose="02000403000000020004" pitchFamily="2" charset="0"/>
                    <a:cs typeface="+mn-cs"/>
                  </a:defRPr>
                </a:pPr>
                <a:r>
                  <a:rPr lang="en-US" b="0" i="1">
                    <a:solidFill>
                      <a:schemeClr val="tx1"/>
                    </a:solidFill>
                    <a:latin typeface="Helvetica Neue Light" panose="02000403000000020004" pitchFamily="2" charset="0"/>
                    <a:ea typeface="Helvetica Neue Light" panose="02000403000000020004" pitchFamily="2" charset="0"/>
                  </a:rPr>
                  <a:t>Year</a:t>
                </a:r>
              </a:p>
            </c:rich>
          </c:tx>
          <c:overlay val="0"/>
          <c:spPr>
            <a:noFill/>
            <a:ln>
              <a:noFill/>
            </a:ln>
            <a:effectLst/>
          </c:spPr>
          <c:txPr>
            <a:bodyPr rot="0" spcFirstLastPara="1" vertOverflow="ellipsis" vert="horz" wrap="square" anchor="ctr" anchorCtr="1"/>
            <a:lstStyle/>
            <a:p>
              <a:pPr>
                <a:defRPr sz="1330" b="0" i="1" u="none" strike="noStrike" kern="1200" baseline="0">
                  <a:solidFill>
                    <a:schemeClr val="tx1"/>
                  </a:solidFill>
                  <a:latin typeface="Helvetica Neue Light" panose="02000403000000020004" pitchFamily="2" charset="0"/>
                  <a:ea typeface="Helvetica Neue Light" panose="02000403000000020004" pitchFamily="2" charset="0"/>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pPr>
            <a:endParaRPr lang="en-US"/>
          </a:p>
        </c:txPr>
        <c:crossAx val="715115728"/>
        <c:crosses val="autoZero"/>
        <c:auto val="1"/>
        <c:lblAlgn val="ctr"/>
        <c:lblOffset val="100"/>
        <c:noMultiLvlLbl val="0"/>
      </c:catAx>
      <c:valAx>
        <c:axId val="715115728"/>
        <c:scaling>
          <c:orientation val="minMax"/>
          <c:max val="20000"/>
        </c:scaling>
        <c:delete val="0"/>
        <c:axPos val="l"/>
        <c:majorGridlines>
          <c:spPr>
            <a:ln w="6350" cap="flat" cmpd="sng" algn="ctr">
              <a:solidFill>
                <a:schemeClr val="tx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Helvetica Neue Light" panose="02000403000000020004" pitchFamily="2" charset="0"/>
                <a:ea typeface="Helvetica Neue Light" panose="02000403000000020004" pitchFamily="2" charset="0"/>
                <a:cs typeface="+mn-cs"/>
              </a:defRPr>
            </a:pPr>
            <a:endParaRPr lang="en-US"/>
          </a:p>
        </c:txPr>
        <c:crossAx val="714850032"/>
        <c:crosses val="autoZero"/>
        <c:crossBetween val="between"/>
        <c:majorUnit val="5000"/>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1" u="none" strike="noStrike" kern="1200" baseline="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Standard</c:v>
                </c:pt>
              </c:strCache>
            </c:strRef>
          </c:tx>
          <c:spPr>
            <a:solidFill>
              <a:schemeClr val="accent1"/>
            </a:solidFill>
            <a:ln w="19050">
              <a:solidFill>
                <a:srgbClr val="12246A"/>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1" u="none" strike="noStrike" kern="1200" baseline="0">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Sheet1!$B$2:$B$10</c:f>
              <c:numCache>
                <c:formatCode>General</c:formatCode>
                <c:ptCount val="9"/>
                <c:pt idx="0">
                  <c:v>8600</c:v>
                </c:pt>
                <c:pt idx="1">
                  <c:v>8760</c:v>
                </c:pt>
                <c:pt idx="2">
                  <c:v>8450</c:v>
                </c:pt>
                <c:pt idx="3">
                  <c:v>8720</c:v>
                </c:pt>
                <c:pt idx="4">
                  <c:v>8800</c:v>
                </c:pt>
                <c:pt idx="5">
                  <c:v>9070</c:v>
                </c:pt>
                <c:pt idx="6">
                  <c:v>8740</c:v>
                </c:pt>
                <c:pt idx="7">
                  <c:v>9020</c:v>
                </c:pt>
                <c:pt idx="8">
                  <c:v>8870</c:v>
                </c:pt>
              </c:numCache>
            </c:numRef>
          </c:val>
          <c:extLst>
            <c:ext xmlns:c16="http://schemas.microsoft.com/office/drawing/2014/chart" uri="{C3380CC4-5D6E-409C-BE32-E72D297353CC}">
              <c16:uniqueId val="{00000000-6991-E049-B7E6-AC243063E6BD}"/>
            </c:ext>
          </c:extLst>
        </c:ser>
        <c:ser>
          <c:idx val="1"/>
          <c:order val="1"/>
          <c:tx>
            <c:strRef>
              <c:f>Sheet1!$C$1</c:f>
              <c:strCache>
                <c:ptCount val="1"/>
                <c:pt idx="0">
                  <c:v>Luxury</c:v>
                </c:pt>
              </c:strCache>
            </c:strRef>
          </c:tx>
          <c:spPr>
            <a:solidFill>
              <a:schemeClr val="bg1"/>
            </a:solidFill>
            <a:ln w="19050">
              <a:solidFill>
                <a:srgbClr val="12246A"/>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1"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Sheet1!$A$2:$A$10</c:f>
              <c:numCache>
                <c:formatCode>General</c:formatCode>
                <c:ptCount val="9"/>
                <c:pt idx="0">
                  <c:v>2016</c:v>
                </c:pt>
                <c:pt idx="1">
                  <c:v>2017</c:v>
                </c:pt>
                <c:pt idx="2">
                  <c:v>2018</c:v>
                </c:pt>
                <c:pt idx="3">
                  <c:v>2019</c:v>
                </c:pt>
                <c:pt idx="4">
                  <c:v>2020</c:v>
                </c:pt>
                <c:pt idx="5">
                  <c:v>2021</c:v>
                </c:pt>
                <c:pt idx="6">
                  <c:v>2022</c:v>
                </c:pt>
                <c:pt idx="7">
                  <c:v>2023</c:v>
                </c:pt>
                <c:pt idx="8">
                  <c:v>2024</c:v>
                </c:pt>
              </c:numCache>
            </c:numRef>
          </c:cat>
          <c:val>
            <c:numRef>
              <c:f>Sheet1!$C$2:$C$10</c:f>
              <c:numCache>
                <c:formatCode>General</c:formatCode>
                <c:ptCount val="9"/>
                <c:pt idx="0">
                  <c:v>4300</c:v>
                </c:pt>
                <c:pt idx="1">
                  <c:v>4380</c:v>
                </c:pt>
                <c:pt idx="2">
                  <c:v>5040</c:v>
                </c:pt>
                <c:pt idx="3">
                  <c:v>5200</c:v>
                </c:pt>
                <c:pt idx="4">
                  <c:v>5550</c:v>
                </c:pt>
                <c:pt idx="5">
                  <c:v>5710</c:v>
                </c:pt>
                <c:pt idx="6">
                  <c:v>6500</c:v>
                </c:pt>
                <c:pt idx="7">
                  <c:v>6710</c:v>
                </c:pt>
                <c:pt idx="8">
                  <c:v>7360</c:v>
                </c:pt>
              </c:numCache>
            </c:numRef>
          </c:val>
          <c:extLst>
            <c:ext xmlns:c16="http://schemas.microsoft.com/office/drawing/2014/chart" uri="{C3380CC4-5D6E-409C-BE32-E72D297353CC}">
              <c16:uniqueId val="{00000001-6991-E049-B7E6-AC243063E6BD}"/>
            </c:ext>
          </c:extLst>
        </c:ser>
        <c:dLbls>
          <c:showLegendKey val="0"/>
          <c:showVal val="0"/>
          <c:showCatName val="0"/>
          <c:showSerName val="0"/>
          <c:showPercent val="0"/>
          <c:showBubbleSize val="0"/>
        </c:dLbls>
        <c:gapWidth val="150"/>
        <c:overlap val="100"/>
        <c:axId val="714850032"/>
        <c:axId val="715115728"/>
      </c:barChart>
      <c:catAx>
        <c:axId val="714850032"/>
        <c:scaling>
          <c:orientation val="minMax"/>
        </c:scaling>
        <c:delete val="0"/>
        <c:axPos val="b"/>
        <c:title>
          <c:tx>
            <c:rich>
              <a:bodyPr rot="0" spcFirstLastPara="1" vertOverflow="ellipsis" vert="horz" wrap="square" anchor="ctr" anchorCtr="1"/>
              <a:lstStyle/>
              <a:p>
                <a:pPr>
                  <a:defRPr sz="1330" b="0" i="1" u="none" strike="noStrike" kern="1200" baseline="0">
                    <a:solidFill>
                      <a:schemeClr val="tx1"/>
                    </a:solidFill>
                    <a:latin typeface="Helvetica Neue Light" panose="02000403000000020004" pitchFamily="2" charset="0"/>
                    <a:ea typeface="Helvetica Neue Light" panose="02000403000000020004" pitchFamily="2" charset="0"/>
                    <a:cs typeface="+mn-cs"/>
                  </a:defRPr>
                </a:pPr>
                <a:r>
                  <a:rPr lang="en-US" b="0" i="1">
                    <a:solidFill>
                      <a:schemeClr val="tx1"/>
                    </a:solidFill>
                    <a:latin typeface="Helvetica Neue Light" panose="02000403000000020004" pitchFamily="2" charset="0"/>
                    <a:ea typeface="Helvetica Neue Light" panose="02000403000000020004" pitchFamily="2" charset="0"/>
                  </a:rPr>
                  <a:t>Year</a:t>
                </a:r>
              </a:p>
            </c:rich>
          </c:tx>
          <c:overlay val="0"/>
          <c:spPr>
            <a:noFill/>
            <a:ln>
              <a:noFill/>
            </a:ln>
            <a:effectLst/>
          </c:spPr>
          <c:txPr>
            <a:bodyPr rot="0" spcFirstLastPara="1" vertOverflow="ellipsis" vert="horz" wrap="square" anchor="ctr" anchorCtr="1"/>
            <a:lstStyle/>
            <a:p>
              <a:pPr>
                <a:defRPr sz="1330" b="0" i="1" u="none" strike="noStrike" kern="1200" baseline="0">
                  <a:solidFill>
                    <a:schemeClr val="tx1"/>
                  </a:solidFill>
                  <a:latin typeface="Helvetica Neue Light" panose="02000403000000020004" pitchFamily="2" charset="0"/>
                  <a:ea typeface="Helvetica Neue Light" panose="02000403000000020004" pitchFamily="2" charset="0"/>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pPr>
            <a:endParaRPr lang="en-US"/>
          </a:p>
        </c:txPr>
        <c:crossAx val="715115728"/>
        <c:crosses val="autoZero"/>
        <c:auto val="1"/>
        <c:lblAlgn val="ctr"/>
        <c:lblOffset val="100"/>
        <c:noMultiLvlLbl val="0"/>
      </c:catAx>
      <c:valAx>
        <c:axId val="715115728"/>
        <c:scaling>
          <c:orientation val="minMax"/>
          <c:max val="20000"/>
        </c:scaling>
        <c:delete val="0"/>
        <c:axPos val="l"/>
        <c:majorGridlines>
          <c:spPr>
            <a:ln w="6350" cap="flat" cmpd="sng" algn="ctr">
              <a:solidFill>
                <a:schemeClr val="tx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Helvetica Neue Light" panose="02000403000000020004" pitchFamily="2" charset="0"/>
                <a:ea typeface="Helvetica Neue Light" panose="02000403000000020004" pitchFamily="2" charset="0"/>
                <a:cs typeface="+mn-cs"/>
              </a:defRPr>
            </a:pPr>
            <a:endParaRPr lang="en-US"/>
          </a:p>
        </c:txPr>
        <c:crossAx val="714850032"/>
        <c:crosses val="autoZero"/>
        <c:crossBetween val="between"/>
        <c:majorUnit val="5000"/>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1" u="none" strike="noStrike" kern="1200" baseline="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833120-E520-6042-B8B4-5D9E3543A27E}" type="doc">
      <dgm:prSet loTypeId="urn:microsoft.com/office/officeart/2005/8/layout/process3" loCatId="" qsTypeId="urn:microsoft.com/office/officeart/2005/8/quickstyle/simple1" qsCatId="simple" csTypeId="urn:microsoft.com/office/officeart/2005/8/colors/accent1_2" csCatId="accent1" phldr="1"/>
      <dgm:spPr/>
      <dgm:t>
        <a:bodyPr/>
        <a:lstStyle/>
        <a:p>
          <a:endParaRPr lang="en-US"/>
        </a:p>
      </dgm:t>
    </dgm:pt>
    <dgm:pt modelId="{C1D2BE7D-0F8C-1243-BF9E-756831C33044}">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Diagnose</a:t>
          </a:r>
        </a:p>
      </dgm:t>
    </dgm:pt>
    <dgm:pt modelId="{91B66C9D-9D26-3542-BDB2-19EFF26121EB}" type="parTrans" cxnId="{FF0A2203-F189-EB43-98CD-AEBE692FACB3}">
      <dgm:prSet/>
      <dgm:spPr/>
      <dgm:t>
        <a:bodyPr/>
        <a:lstStyle/>
        <a:p>
          <a:endParaRPr lang="en-US"/>
        </a:p>
      </dgm:t>
    </dgm:pt>
    <dgm:pt modelId="{949CB33A-28B9-FC4E-A1B9-E1097FB8C8E5}" type="sibTrans" cxnId="{FF0A2203-F189-EB43-98CD-AEBE692FACB3}">
      <dgm:prSet/>
      <dgm:spPr>
        <a:solidFill>
          <a:schemeClr val="bg1">
            <a:lumMod val="85000"/>
          </a:schemeClr>
        </a:solidFill>
      </dgm:spPr>
      <dgm:t>
        <a:bodyPr/>
        <a:lstStyle/>
        <a:p>
          <a:endParaRPr lang="en-US"/>
        </a:p>
      </dgm:t>
    </dgm:pt>
    <dgm:pt modelId="{B6463EE6-3555-6C4D-AAE9-685FA48F9427}">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Clarify the decision</a:t>
          </a:r>
        </a:p>
      </dgm:t>
    </dgm:pt>
    <dgm:pt modelId="{61FD686A-A561-DC41-933A-DE3C85611477}" type="parTrans" cxnId="{D1E91473-7F5C-D847-813F-0CBB13F43892}">
      <dgm:prSet/>
      <dgm:spPr/>
      <dgm:t>
        <a:bodyPr/>
        <a:lstStyle/>
        <a:p>
          <a:endParaRPr lang="en-US"/>
        </a:p>
      </dgm:t>
    </dgm:pt>
    <dgm:pt modelId="{D4995303-CC67-364B-96F1-0ED273D19714}" type="sibTrans" cxnId="{D1E91473-7F5C-D847-813F-0CBB13F43892}">
      <dgm:prSet/>
      <dgm:spPr/>
      <dgm:t>
        <a:bodyPr/>
        <a:lstStyle/>
        <a:p>
          <a:endParaRPr lang="en-US"/>
        </a:p>
      </dgm:t>
    </dgm:pt>
    <dgm:pt modelId="{0A16584E-D13F-DA4D-BCCD-57A96B73FA74}">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Analyze</a:t>
          </a:r>
        </a:p>
      </dgm:t>
    </dgm:pt>
    <dgm:pt modelId="{C85BA8F7-9609-C646-A37A-1A4EF6F7A510}" type="parTrans" cxnId="{EC38B7D6-8041-5D4D-A9BE-0B7268085B1E}">
      <dgm:prSet/>
      <dgm:spPr/>
      <dgm:t>
        <a:bodyPr/>
        <a:lstStyle/>
        <a:p>
          <a:endParaRPr lang="en-US"/>
        </a:p>
      </dgm:t>
    </dgm:pt>
    <dgm:pt modelId="{1C80678F-4FEF-2347-A102-04C9709BB71F}" type="sibTrans" cxnId="{EC38B7D6-8041-5D4D-A9BE-0B7268085B1E}">
      <dgm:prSet/>
      <dgm:spPr>
        <a:solidFill>
          <a:schemeClr val="bg1">
            <a:lumMod val="85000"/>
          </a:schemeClr>
        </a:solidFill>
      </dgm:spPr>
      <dgm:t>
        <a:bodyPr/>
        <a:lstStyle/>
        <a:p>
          <a:endParaRPr lang="en-US"/>
        </a:p>
      </dgm:t>
    </dgm:pt>
    <dgm:pt modelId="{8FB77717-B37F-2449-A6D1-BEB28CB4B973}">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Break problem into MECE components</a:t>
          </a:r>
        </a:p>
      </dgm:t>
    </dgm:pt>
    <dgm:pt modelId="{5C9529D2-CB6D-144F-AA1E-935FE8B973B6}" type="parTrans" cxnId="{33C22801-2DAB-464A-B1F6-E83717E062C8}">
      <dgm:prSet/>
      <dgm:spPr/>
      <dgm:t>
        <a:bodyPr/>
        <a:lstStyle/>
        <a:p>
          <a:endParaRPr lang="en-US"/>
        </a:p>
      </dgm:t>
    </dgm:pt>
    <dgm:pt modelId="{EEFE703B-A538-D841-BB1F-BA81F190785A}" type="sibTrans" cxnId="{33C22801-2DAB-464A-B1F6-E83717E062C8}">
      <dgm:prSet/>
      <dgm:spPr/>
      <dgm:t>
        <a:bodyPr/>
        <a:lstStyle/>
        <a:p>
          <a:endParaRPr lang="en-US"/>
        </a:p>
      </dgm:t>
    </dgm:pt>
    <dgm:pt modelId="{E83C4216-45B4-AC48-BA64-4C8261DCDDFE}">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Recommend</a:t>
          </a:r>
        </a:p>
      </dgm:t>
    </dgm:pt>
    <dgm:pt modelId="{51D2A146-E376-9F40-B9CF-6462C20913E2}" type="parTrans" cxnId="{A2CD9957-6041-C949-BA4D-82302A96AF9E}">
      <dgm:prSet/>
      <dgm:spPr/>
      <dgm:t>
        <a:bodyPr/>
        <a:lstStyle/>
        <a:p>
          <a:endParaRPr lang="en-US"/>
        </a:p>
      </dgm:t>
    </dgm:pt>
    <dgm:pt modelId="{0157259E-9060-2048-93E1-6DB4B65AD525}" type="sibTrans" cxnId="{A2CD9957-6041-C949-BA4D-82302A96AF9E}">
      <dgm:prSet/>
      <dgm:spPr/>
      <dgm:t>
        <a:bodyPr/>
        <a:lstStyle/>
        <a:p>
          <a:endParaRPr lang="en-US"/>
        </a:p>
      </dgm:t>
    </dgm:pt>
    <dgm:pt modelId="{0989B2D5-1C57-E74E-8A5F-E6EA552B9289}">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Take a clear position</a:t>
          </a:r>
        </a:p>
      </dgm:t>
    </dgm:pt>
    <dgm:pt modelId="{D056BD3F-266E-EB4A-A159-CB1ECD8CAC51}" type="parTrans" cxnId="{14488B44-0002-6F49-A001-990A0BD4C012}">
      <dgm:prSet/>
      <dgm:spPr/>
      <dgm:t>
        <a:bodyPr/>
        <a:lstStyle/>
        <a:p>
          <a:endParaRPr lang="en-US"/>
        </a:p>
      </dgm:t>
    </dgm:pt>
    <dgm:pt modelId="{C3690180-4BBF-224A-9E3F-64D11F06813A}" type="sibTrans" cxnId="{14488B44-0002-6F49-A001-990A0BD4C012}">
      <dgm:prSet/>
      <dgm:spPr/>
      <dgm:t>
        <a:bodyPr/>
        <a:lstStyle/>
        <a:p>
          <a:endParaRPr lang="en-US"/>
        </a:p>
      </dgm:t>
    </dgm:pt>
    <dgm:pt modelId="{1273E642-1005-7A45-A97D-0EB31528DA03}">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Define scope and success metrics</a:t>
          </a:r>
        </a:p>
      </dgm:t>
    </dgm:pt>
    <dgm:pt modelId="{0ACFFF21-0E6D-2243-B3E7-332EAE9D0087}" type="parTrans" cxnId="{FA1A373E-8DA6-B043-9855-BEC8F229A014}">
      <dgm:prSet/>
      <dgm:spPr/>
      <dgm:t>
        <a:bodyPr/>
        <a:lstStyle/>
        <a:p>
          <a:endParaRPr lang="en-US"/>
        </a:p>
      </dgm:t>
    </dgm:pt>
    <dgm:pt modelId="{84572618-41FD-B54B-8D92-092A4048B50C}" type="sibTrans" cxnId="{FA1A373E-8DA6-B043-9855-BEC8F229A014}">
      <dgm:prSet/>
      <dgm:spPr/>
      <dgm:t>
        <a:bodyPr/>
        <a:lstStyle/>
        <a:p>
          <a:endParaRPr lang="en-US"/>
        </a:p>
      </dgm:t>
    </dgm:pt>
    <dgm:pt modelId="{9E208631-AC42-7848-A8E2-7D4C7055D19E}">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Run targeted analysis</a:t>
          </a:r>
        </a:p>
      </dgm:t>
    </dgm:pt>
    <dgm:pt modelId="{480B6A03-153B-2F4F-AA2D-360F0CCD8017}" type="parTrans" cxnId="{83CF8C92-5C49-B744-AFF0-D5A43F3DE48E}">
      <dgm:prSet/>
      <dgm:spPr/>
      <dgm:t>
        <a:bodyPr/>
        <a:lstStyle/>
        <a:p>
          <a:endParaRPr lang="en-US"/>
        </a:p>
      </dgm:t>
    </dgm:pt>
    <dgm:pt modelId="{69FECE8F-DB36-F54D-A734-573BD3C4E672}" type="sibTrans" cxnId="{83CF8C92-5C49-B744-AFF0-D5A43F3DE48E}">
      <dgm:prSet/>
      <dgm:spPr/>
      <dgm:t>
        <a:bodyPr/>
        <a:lstStyle/>
        <a:p>
          <a:endParaRPr lang="en-US"/>
        </a:p>
      </dgm:t>
    </dgm:pt>
    <dgm:pt modelId="{901268AA-08A9-B448-AA49-2B6CA5836926}">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Quantify impact and risks</a:t>
          </a:r>
        </a:p>
      </dgm:t>
    </dgm:pt>
    <dgm:pt modelId="{973B61D6-2F24-1A42-BE7B-6A9AD0E34095}" type="parTrans" cxnId="{9E61B20F-20EC-4048-A3B3-1BD429A1FFC3}">
      <dgm:prSet/>
      <dgm:spPr/>
      <dgm:t>
        <a:bodyPr/>
        <a:lstStyle/>
        <a:p>
          <a:endParaRPr lang="en-US"/>
        </a:p>
      </dgm:t>
    </dgm:pt>
    <dgm:pt modelId="{FD718AF4-F447-614B-8591-21D99112B14C}" type="sibTrans" cxnId="{9E61B20F-20EC-4048-A3B3-1BD429A1FFC3}">
      <dgm:prSet/>
      <dgm:spPr/>
      <dgm:t>
        <a:bodyPr/>
        <a:lstStyle/>
        <a:p>
          <a:endParaRPr lang="en-US"/>
        </a:p>
      </dgm:t>
    </dgm:pt>
    <dgm:pt modelId="{E9F9E193-8F51-5544-B131-991FB84A37AA}">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Provide implementation roadmap</a:t>
          </a:r>
        </a:p>
      </dgm:t>
    </dgm:pt>
    <dgm:pt modelId="{B1A0D270-1196-2049-9334-089327939FA4}" type="parTrans" cxnId="{4C59959D-C1E4-C541-8310-CE53EA5DC50F}">
      <dgm:prSet/>
      <dgm:spPr/>
      <dgm:t>
        <a:bodyPr/>
        <a:lstStyle/>
        <a:p>
          <a:endParaRPr lang="en-US"/>
        </a:p>
      </dgm:t>
    </dgm:pt>
    <dgm:pt modelId="{EB361D5C-8307-324A-8AB0-B58164D36554}" type="sibTrans" cxnId="{4C59959D-C1E4-C541-8310-CE53EA5DC50F}">
      <dgm:prSet/>
      <dgm:spPr/>
      <dgm:t>
        <a:bodyPr/>
        <a:lstStyle/>
        <a:p>
          <a:endParaRPr lang="en-US"/>
        </a:p>
      </dgm:t>
    </dgm:pt>
    <dgm:pt modelId="{404DA668-3A94-0143-B948-BFAE86FAA7AB}" type="pres">
      <dgm:prSet presAssocID="{71833120-E520-6042-B8B4-5D9E3543A27E}" presName="linearFlow" presStyleCnt="0">
        <dgm:presLayoutVars>
          <dgm:dir/>
          <dgm:animLvl val="lvl"/>
          <dgm:resizeHandles val="exact"/>
        </dgm:presLayoutVars>
      </dgm:prSet>
      <dgm:spPr/>
    </dgm:pt>
    <dgm:pt modelId="{6B9ACF63-BE45-6743-9A3C-64F8BAD8347B}" type="pres">
      <dgm:prSet presAssocID="{C1D2BE7D-0F8C-1243-BF9E-756831C33044}" presName="composite" presStyleCnt="0"/>
      <dgm:spPr/>
    </dgm:pt>
    <dgm:pt modelId="{67897F31-AC94-F545-9B0F-9A8D731BF0D9}" type="pres">
      <dgm:prSet presAssocID="{C1D2BE7D-0F8C-1243-BF9E-756831C33044}" presName="parTx" presStyleLbl="node1" presStyleIdx="0" presStyleCnt="3">
        <dgm:presLayoutVars>
          <dgm:chMax val="0"/>
          <dgm:chPref val="0"/>
          <dgm:bulletEnabled val="1"/>
        </dgm:presLayoutVars>
      </dgm:prSet>
      <dgm:spPr/>
    </dgm:pt>
    <dgm:pt modelId="{1D93ABC8-D1FD-4A42-85E1-11B750ABFA82}" type="pres">
      <dgm:prSet presAssocID="{C1D2BE7D-0F8C-1243-BF9E-756831C33044}" presName="parSh" presStyleLbl="node1" presStyleIdx="0" presStyleCnt="3"/>
      <dgm:spPr/>
    </dgm:pt>
    <dgm:pt modelId="{EA94BA67-BDF9-3149-A5B5-E8B426827044}" type="pres">
      <dgm:prSet presAssocID="{C1D2BE7D-0F8C-1243-BF9E-756831C33044}" presName="desTx" presStyleLbl="fgAcc1" presStyleIdx="0" presStyleCnt="3">
        <dgm:presLayoutVars>
          <dgm:bulletEnabled val="1"/>
        </dgm:presLayoutVars>
      </dgm:prSet>
      <dgm:spPr/>
    </dgm:pt>
    <dgm:pt modelId="{6ED4DC5C-DAC8-4849-ACB1-EA1D7A359AC5}" type="pres">
      <dgm:prSet presAssocID="{949CB33A-28B9-FC4E-A1B9-E1097FB8C8E5}" presName="sibTrans" presStyleLbl="sibTrans2D1" presStyleIdx="0" presStyleCnt="2"/>
      <dgm:spPr/>
    </dgm:pt>
    <dgm:pt modelId="{7B66D8F9-4B8B-6A4E-82ED-501D2292D0FF}" type="pres">
      <dgm:prSet presAssocID="{949CB33A-28B9-FC4E-A1B9-E1097FB8C8E5}" presName="connTx" presStyleLbl="sibTrans2D1" presStyleIdx="0" presStyleCnt="2"/>
      <dgm:spPr/>
    </dgm:pt>
    <dgm:pt modelId="{F4AAEBF6-7CD2-A948-9FFE-0644D4CBD1C7}" type="pres">
      <dgm:prSet presAssocID="{0A16584E-D13F-DA4D-BCCD-57A96B73FA74}" presName="composite" presStyleCnt="0"/>
      <dgm:spPr/>
    </dgm:pt>
    <dgm:pt modelId="{012796C2-82C2-A04F-BE93-79FAFBB7AB93}" type="pres">
      <dgm:prSet presAssocID="{0A16584E-D13F-DA4D-BCCD-57A96B73FA74}" presName="parTx" presStyleLbl="node1" presStyleIdx="0" presStyleCnt="3">
        <dgm:presLayoutVars>
          <dgm:chMax val="0"/>
          <dgm:chPref val="0"/>
          <dgm:bulletEnabled val="1"/>
        </dgm:presLayoutVars>
      </dgm:prSet>
      <dgm:spPr/>
    </dgm:pt>
    <dgm:pt modelId="{F1F61D9B-0DA3-F24B-8ADE-CF218AA89DAB}" type="pres">
      <dgm:prSet presAssocID="{0A16584E-D13F-DA4D-BCCD-57A96B73FA74}" presName="parSh" presStyleLbl="node1" presStyleIdx="1" presStyleCnt="3"/>
      <dgm:spPr/>
    </dgm:pt>
    <dgm:pt modelId="{76334D42-2F68-774E-A532-DB79E0D2CDD1}" type="pres">
      <dgm:prSet presAssocID="{0A16584E-D13F-DA4D-BCCD-57A96B73FA74}" presName="desTx" presStyleLbl="fgAcc1" presStyleIdx="1" presStyleCnt="3">
        <dgm:presLayoutVars>
          <dgm:bulletEnabled val="1"/>
        </dgm:presLayoutVars>
      </dgm:prSet>
      <dgm:spPr/>
    </dgm:pt>
    <dgm:pt modelId="{9AB95A58-AD58-4C40-8C80-7CBBE992B87F}" type="pres">
      <dgm:prSet presAssocID="{1C80678F-4FEF-2347-A102-04C9709BB71F}" presName="sibTrans" presStyleLbl="sibTrans2D1" presStyleIdx="1" presStyleCnt="2"/>
      <dgm:spPr/>
    </dgm:pt>
    <dgm:pt modelId="{C54D60A4-F7D9-7B45-B70C-3A2096BFB48E}" type="pres">
      <dgm:prSet presAssocID="{1C80678F-4FEF-2347-A102-04C9709BB71F}" presName="connTx" presStyleLbl="sibTrans2D1" presStyleIdx="1" presStyleCnt="2"/>
      <dgm:spPr/>
    </dgm:pt>
    <dgm:pt modelId="{299D3EBB-D6CD-B547-9744-84B7A6194D88}" type="pres">
      <dgm:prSet presAssocID="{E83C4216-45B4-AC48-BA64-4C8261DCDDFE}" presName="composite" presStyleCnt="0"/>
      <dgm:spPr/>
    </dgm:pt>
    <dgm:pt modelId="{E10CF103-5842-3249-BEB1-8AFC67768326}" type="pres">
      <dgm:prSet presAssocID="{E83C4216-45B4-AC48-BA64-4C8261DCDDFE}" presName="parTx" presStyleLbl="node1" presStyleIdx="1" presStyleCnt="3">
        <dgm:presLayoutVars>
          <dgm:chMax val="0"/>
          <dgm:chPref val="0"/>
          <dgm:bulletEnabled val="1"/>
        </dgm:presLayoutVars>
      </dgm:prSet>
      <dgm:spPr/>
    </dgm:pt>
    <dgm:pt modelId="{ADDBC6E5-88A9-534D-8CFC-EACD0012F676}" type="pres">
      <dgm:prSet presAssocID="{E83C4216-45B4-AC48-BA64-4C8261DCDDFE}" presName="parSh" presStyleLbl="node1" presStyleIdx="2" presStyleCnt="3"/>
      <dgm:spPr/>
    </dgm:pt>
    <dgm:pt modelId="{55FE0794-27D8-EE4E-B17D-37078EB2C218}" type="pres">
      <dgm:prSet presAssocID="{E83C4216-45B4-AC48-BA64-4C8261DCDDFE}" presName="desTx" presStyleLbl="fgAcc1" presStyleIdx="2" presStyleCnt="3">
        <dgm:presLayoutVars>
          <dgm:bulletEnabled val="1"/>
        </dgm:presLayoutVars>
      </dgm:prSet>
      <dgm:spPr/>
    </dgm:pt>
  </dgm:ptLst>
  <dgm:cxnLst>
    <dgm:cxn modelId="{33C22801-2DAB-464A-B1F6-E83717E062C8}" srcId="{0A16584E-D13F-DA4D-BCCD-57A96B73FA74}" destId="{8FB77717-B37F-2449-A6D1-BEB28CB4B973}" srcOrd="0" destOrd="0" parTransId="{5C9529D2-CB6D-144F-AA1E-935FE8B973B6}" sibTransId="{EEFE703B-A538-D841-BB1F-BA81F190785A}"/>
    <dgm:cxn modelId="{FF0A2203-F189-EB43-98CD-AEBE692FACB3}" srcId="{71833120-E520-6042-B8B4-5D9E3543A27E}" destId="{C1D2BE7D-0F8C-1243-BF9E-756831C33044}" srcOrd="0" destOrd="0" parTransId="{91B66C9D-9D26-3542-BDB2-19EFF26121EB}" sibTransId="{949CB33A-28B9-FC4E-A1B9-E1097FB8C8E5}"/>
    <dgm:cxn modelId="{9E61B20F-20EC-4048-A3B3-1BD429A1FFC3}" srcId="{E83C4216-45B4-AC48-BA64-4C8261DCDDFE}" destId="{901268AA-08A9-B448-AA49-2B6CA5836926}" srcOrd="1" destOrd="0" parTransId="{973B61D6-2F24-1A42-BE7B-6A9AD0E34095}" sibTransId="{FD718AF4-F447-614B-8591-21D99112B14C}"/>
    <dgm:cxn modelId="{FEDF841D-03E1-0A42-B2BB-1555B8231240}" type="presOf" srcId="{E83C4216-45B4-AC48-BA64-4C8261DCDDFE}" destId="{ADDBC6E5-88A9-534D-8CFC-EACD0012F676}" srcOrd="1" destOrd="0" presId="urn:microsoft.com/office/officeart/2005/8/layout/process3"/>
    <dgm:cxn modelId="{6F2C1522-AD3E-ED43-B18F-15F66CE927A6}" type="presOf" srcId="{949CB33A-28B9-FC4E-A1B9-E1097FB8C8E5}" destId="{6ED4DC5C-DAC8-4849-ACB1-EA1D7A359AC5}" srcOrd="0" destOrd="0" presId="urn:microsoft.com/office/officeart/2005/8/layout/process3"/>
    <dgm:cxn modelId="{B0CF7C2E-97A5-5A42-9EF1-72F85D024914}" type="presOf" srcId="{E83C4216-45B4-AC48-BA64-4C8261DCDDFE}" destId="{E10CF103-5842-3249-BEB1-8AFC67768326}" srcOrd="0" destOrd="0" presId="urn:microsoft.com/office/officeart/2005/8/layout/process3"/>
    <dgm:cxn modelId="{FA1A373E-8DA6-B043-9855-BEC8F229A014}" srcId="{C1D2BE7D-0F8C-1243-BF9E-756831C33044}" destId="{1273E642-1005-7A45-A97D-0EB31528DA03}" srcOrd="1" destOrd="0" parTransId="{0ACFFF21-0E6D-2243-B3E7-332EAE9D0087}" sibTransId="{84572618-41FD-B54B-8D92-092A4048B50C}"/>
    <dgm:cxn modelId="{14488B44-0002-6F49-A001-990A0BD4C012}" srcId="{E83C4216-45B4-AC48-BA64-4C8261DCDDFE}" destId="{0989B2D5-1C57-E74E-8A5F-E6EA552B9289}" srcOrd="0" destOrd="0" parTransId="{D056BD3F-266E-EB4A-A159-CB1ECD8CAC51}" sibTransId="{C3690180-4BBF-224A-9E3F-64D11F06813A}"/>
    <dgm:cxn modelId="{DAAC544C-120E-9942-BE91-18A94DA86D20}" type="presOf" srcId="{0A16584E-D13F-DA4D-BCCD-57A96B73FA74}" destId="{F1F61D9B-0DA3-F24B-8ADE-CF218AA89DAB}" srcOrd="1" destOrd="0" presId="urn:microsoft.com/office/officeart/2005/8/layout/process3"/>
    <dgm:cxn modelId="{A2CD9957-6041-C949-BA4D-82302A96AF9E}" srcId="{71833120-E520-6042-B8B4-5D9E3543A27E}" destId="{E83C4216-45B4-AC48-BA64-4C8261DCDDFE}" srcOrd="2" destOrd="0" parTransId="{51D2A146-E376-9F40-B9CF-6462C20913E2}" sibTransId="{0157259E-9060-2048-93E1-6DB4B65AD525}"/>
    <dgm:cxn modelId="{D1E91473-7F5C-D847-813F-0CBB13F43892}" srcId="{C1D2BE7D-0F8C-1243-BF9E-756831C33044}" destId="{B6463EE6-3555-6C4D-AAE9-685FA48F9427}" srcOrd="0" destOrd="0" parTransId="{61FD686A-A561-DC41-933A-DE3C85611477}" sibTransId="{D4995303-CC67-364B-96F1-0ED273D19714}"/>
    <dgm:cxn modelId="{32702976-6569-AF4B-B99A-BF941B083D90}" type="presOf" srcId="{949CB33A-28B9-FC4E-A1B9-E1097FB8C8E5}" destId="{7B66D8F9-4B8B-6A4E-82ED-501D2292D0FF}" srcOrd="1" destOrd="0" presId="urn:microsoft.com/office/officeart/2005/8/layout/process3"/>
    <dgm:cxn modelId="{9D262F76-3128-4A4B-A3A9-C2934D771B51}" type="presOf" srcId="{0989B2D5-1C57-E74E-8A5F-E6EA552B9289}" destId="{55FE0794-27D8-EE4E-B17D-37078EB2C218}" srcOrd="0" destOrd="0" presId="urn:microsoft.com/office/officeart/2005/8/layout/process3"/>
    <dgm:cxn modelId="{504B7384-1737-364E-A883-72E86358A3C7}" type="presOf" srcId="{E9F9E193-8F51-5544-B131-991FB84A37AA}" destId="{55FE0794-27D8-EE4E-B17D-37078EB2C218}" srcOrd="0" destOrd="2" presId="urn:microsoft.com/office/officeart/2005/8/layout/process3"/>
    <dgm:cxn modelId="{65C14886-BC8F-BC4C-BF53-BFC2749526F1}" type="presOf" srcId="{901268AA-08A9-B448-AA49-2B6CA5836926}" destId="{55FE0794-27D8-EE4E-B17D-37078EB2C218}" srcOrd="0" destOrd="1" presId="urn:microsoft.com/office/officeart/2005/8/layout/process3"/>
    <dgm:cxn modelId="{FDAD118A-C222-F148-A4F7-08C95EDCF125}" type="presOf" srcId="{C1D2BE7D-0F8C-1243-BF9E-756831C33044}" destId="{1D93ABC8-D1FD-4A42-85E1-11B750ABFA82}" srcOrd="1" destOrd="0" presId="urn:microsoft.com/office/officeart/2005/8/layout/process3"/>
    <dgm:cxn modelId="{7929718F-0F50-E240-A757-B08E38DA5A51}" type="presOf" srcId="{B6463EE6-3555-6C4D-AAE9-685FA48F9427}" destId="{EA94BA67-BDF9-3149-A5B5-E8B426827044}" srcOrd="0" destOrd="0" presId="urn:microsoft.com/office/officeart/2005/8/layout/process3"/>
    <dgm:cxn modelId="{83CF8C92-5C49-B744-AFF0-D5A43F3DE48E}" srcId="{0A16584E-D13F-DA4D-BCCD-57A96B73FA74}" destId="{9E208631-AC42-7848-A8E2-7D4C7055D19E}" srcOrd="1" destOrd="0" parTransId="{480B6A03-153B-2F4F-AA2D-360F0CCD8017}" sibTransId="{69FECE8F-DB36-F54D-A734-573BD3C4E672}"/>
    <dgm:cxn modelId="{2B80E292-3025-BE43-A5F4-DF21B5C50644}" type="presOf" srcId="{8FB77717-B37F-2449-A6D1-BEB28CB4B973}" destId="{76334D42-2F68-774E-A532-DB79E0D2CDD1}" srcOrd="0" destOrd="0" presId="urn:microsoft.com/office/officeart/2005/8/layout/process3"/>
    <dgm:cxn modelId="{10E7A396-C359-F142-BCD9-73C8FC26AFF6}" type="presOf" srcId="{71833120-E520-6042-B8B4-5D9E3543A27E}" destId="{404DA668-3A94-0143-B948-BFAE86FAA7AB}" srcOrd="0" destOrd="0" presId="urn:microsoft.com/office/officeart/2005/8/layout/process3"/>
    <dgm:cxn modelId="{9196ED97-8D43-964B-89D8-D3D376892B38}" type="presOf" srcId="{C1D2BE7D-0F8C-1243-BF9E-756831C33044}" destId="{67897F31-AC94-F545-9B0F-9A8D731BF0D9}" srcOrd="0" destOrd="0" presId="urn:microsoft.com/office/officeart/2005/8/layout/process3"/>
    <dgm:cxn modelId="{DA47C19B-AFE3-5349-8106-F4A3C79C153E}" type="presOf" srcId="{9E208631-AC42-7848-A8E2-7D4C7055D19E}" destId="{76334D42-2F68-774E-A532-DB79E0D2CDD1}" srcOrd="0" destOrd="1" presId="urn:microsoft.com/office/officeart/2005/8/layout/process3"/>
    <dgm:cxn modelId="{4C59959D-C1E4-C541-8310-CE53EA5DC50F}" srcId="{E83C4216-45B4-AC48-BA64-4C8261DCDDFE}" destId="{E9F9E193-8F51-5544-B131-991FB84A37AA}" srcOrd="2" destOrd="0" parTransId="{B1A0D270-1196-2049-9334-089327939FA4}" sibTransId="{EB361D5C-8307-324A-8AB0-B58164D36554}"/>
    <dgm:cxn modelId="{A0C984B6-2F9B-AC41-9F9D-A5AB02034C35}" type="presOf" srcId="{0A16584E-D13F-DA4D-BCCD-57A96B73FA74}" destId="{012796C2-82C2-A04F-BE93-79FAFBB7AB93}" srcOrd="0" destOrd="0" presId="urn:microsoft.com/office/officeart/2005/8/layout/process3"/>
    <dgm:cxn modelId="{EC38B7D6-8041-5D4D-A9BE-0B7268085B1E}" srcId="{71833120-E520-6042-B8B4-5D9E3543A27E}" destId="{0A16584E-D13F-DA4D-BCCD-57A96B73FA74}" srcOrd="1" destOrd="0" parTransId="{C85BA8F7-9609-C646-A37A-1A4EF6F7A510}" sibTransId="{1C80678F-4FEF-2347-A102-04C9709BB71F}"/>
    <dgm:cxn modelId="{8B32F1D7-8890-6E4E-9D89-0181D434F675}" type="presOf" srcId="{1273E642-1005-7A45-A97D-0EB31528DA03}" destId="{EA94BA67-BDF9-3149-A5B5-E8B426827044}" srcOrd="0" destOrd="1" presId="urn:microsoft.com/office/officeart/2005/8/layout/process3"/>
    <dgm:cxn modelId="{A4958ED9-2D81-D64B-B9EA-6AD05C675229}" type="presOf" srcId="{1C80678F-4FEF-2347-A102-04C9709BB71F}" destId="{9AB95A58-AD58-4C40-8C80-7CBBE992B87F}" srcOrd="0" destOrd="0" presId="urn:microsoft.com/office/officeart/2005/8/layout/process3"/>
    <dgm:cxn modelId="{543F66F0-2214-BA41-B898-172C4ACBCE62}" type="presOf" srcId="{1C80678F-4FEF-2347-A102-04C9709BB71F}" destId="{C54D60A4-F7D9-7B45-B70C-3A2096BFB48E}" srcOrd="1" destOrd="0" presId="urn:microsoft.com/office/officeart/2005/8/layout/process3"/>
    <dgm:cxn modelId="{A61DBA07-8F74-404D-B732-AF2934A1E628}" type="presParOf" srcId="{404DA668-3A94-0143-B948-BFAE86FAA7AB}" destId="{6B9ACF63-BE45-6743-9A3C-64F8BAD8347B}" srcOrd="0" destOrd="0" presId="urn:microsoft.com/office/officeart/2005/8/layout/process3"/>
    <dgm:cxn modelId="{326BBB4F-C3B9-FC44-B8B9-DC0F32C8A663}" type="presParOf" srcId="{6B9ACF63-BE45-6743-9A3C-64F8BAD8347B}" destId="{67897F31-AC94-F545-9B0F-9A8D731BF0D9}" srcOrd="0" destOrd="0" presId="urn:microsoft.com/office/officeart/2005/8/layout/process3"/>
    <dgm:cxn modelId="{01E20F88-387C-9F44-822D-7AB1B6287666}" type="presParOf" srcId="{6B9ACF63-BE45-6743-9A3C-64F8BAD8347B}" destId="{1D93ABC8-D1FD-4A42-85E1-11B750ABFA82}" srcOrd="1" destOrd="0" presId="urn:microsoft.com/office/officeart/2005/8/layout/process3"/>
    <dgm:cxn modelId="{9366933F-5B0B-2845-A1B4-6EF376FCF026}" type="presParOf" srcId="{6B9ACF63-BE45-6743-9A3C-64F8BAD8347B}" destId="{EA94BA67-BDF9-3149-A5B5-E8B426827044}" srcOrd="2" destOrd="0" presId="urn:microsoft.com/office/officeart/2005/8/layout/process3"/>
    <dgm:cxn modelId="{8ACC20BB-E3D6-164E-A16E-F4BB4D661B56}" type="presParOf" srcId="{404DA668-3A94-0143-B948-BFAE86FAA7AB}" destId="{6ED4DC5C-DAC8-4849-ACB1-EA1D7A359AC5}" srcOrd="1" destOrd="0" presId="urn:microsoft.com/office/officeart/2005/8/layout/process3"/>
    <dgm:cxn modelId="{1BB05403-01F5-674B-9889-9F004CFD1EB9}" type="presParOf" srcId="{6ED4DC5C-DAC8-4849-ACB1-EA1D7A359AC5}" destId="{7B66D8F9-4B8B-6A4E-82ED-501D2292D0FF}" srcOrd="0" destOrd="0" presId="urn:microsoft.com/office/officeart/2005/8/layout/process3"/>
    <dgm:cxn modelId="{5A296A10-D8F8-484B-BBFE-D33D39204ECD}" type="presParOf" srcId="{404DA668-3A94-0143-B948-BFAE86FAA7AB}" destId="{F4AAEBF6-7CD2-A948-9FFE-0644D4CBD1C7}" srcOrd="2" destOrd="0" presId="urn:microsoft.com/office/officeart/2005/8/layout/process3"/>
    <dgm:cxn modelId="{95E53C87-6605-3242-B9E4-B428C78141A6}" type="presParOf" srcId="{F4AAEBF6-7CD2-A948-9FFE-0644D4CBD1C7}" destId="{012796C2-82C2-A04F-BE93-79FAFBB7AB93}" srcOrd="0" destOrd="0" presId="urn:microsoft.com/office/officeart/2005/8/layout/process3"/>
    <dgm:cxn modelId="{89A69E2B-653B-E540-9713-E55C628193EA}" type="presParOf" srcId="{F4AAEBF6-7CD2-A948-9FFE-0644D4CBD1C7}" destId="{F1F61D9B-0DA3-F24B-8ADE-CF218AA89DAB}" srcOrd="1" destOrd="0" presId="urn:microsoft.com/office/officeart/2005/8/layout/process3"/>
    <dgm:cxn modelId="{55320390-2AE0-8840-878F-534252ACD59E}" type="presParOf" srcId="{F4AAEBF6-7CD2-A948-9FFE-0644D4CBD1C7}" destId="{76334D42-2F68-774E-A532-DB79E0D2CDD1}" srcOrd="2" destOrd="0" presId="urn:microsoft.com/office/officeart/2005/8/layout/process3"/>
    <dgm:cxn modelId="{25695542-34F2-5244-9FD6-AEC6EF472817}" type="presParOf" srcId="{404DA668-3A94-0143-B948-BFAE86FAA7AB}" destId="{9AB95A58-AD58-4C40-8C80-7CBBE992B87F}" srcOrd="3" destOrd="0" presId="urn:microsoft.com/office/officeart/2005/8/layout/process3"/>
    <dgm:cxn modelId="{867F3964-D608-2B4F-818B-879F4982CBA3}" type="presParOf" srcId="{9AB95A58-AD58-4C40-8C80-7CBBE992B87F}" destId="{C54D60A4-F7D9-7B45-B70C-3A2096BFB48E}" srcOrd="0" destOrd="0" presId="urn:microsoft.com/office/officeart/2005/8/layout/process3"/>
    <dgm:cxn modelId="{0456AB39-066F-ED4F-A33A-FB443EA3EBA8}" type="presParOf" srcId="{404DA668-3A94-0143-B948-BFAE86FAA7AB}" destId="{299D3EBB-D6CD-B547-9744-84B7A6194D88}" srcOrd="4" destOrd="0" presId="urn:microsoft.com/office/officeart/2005/8/layout/process3"/>
    <dgm:cxn modelId="{7268909B-2FEA-404F-A1FD-339D8DCEF57C}" type="presParOf" srcId="{299D3EBB-D6CD-B547-9744-84B7A6194D88}" destId="{E10CF103-5842-3249-BEB1-8AFC67768326}" srcOrd="0" destOrd="0" presId="urn:microsoft.com/office/officeart/2005/8/layout/process3"/>
    <dgm:cxn modelId="{B0917545-B5CA-CA4F-856B-2CB9ABC28D6E}" type="presParOf" srcId="{299D3EBB-D6CD-B547-9744-84B7A6194D88}" destId="{ADDBC6E5-88A9-534D-8CFC-EACD0012F676}" srcOrd="1" destOrd="0" presId="urn:microsoft.com/office/officeart/2005/8/layout/process3"/>
    <dgm:cxn modelId="{85426630-512F-9D4B-BF22-1C2D8C78CC3C}" type="presParOf" srcId="{299D3EBB-D6CD-B547-9744-84B7A6194D88}" destId="{55FE0794-27D8-EE4E-B17D-37078EB2C21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61886-43FD-784D-90B4-22832E2DB736}"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D95EDB1D-D7A9-3F4C-82C4-FDBF04CE7DD9}">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Structured Thinking</a:t>
          </a:r>
        </a:p>
      </dgm:t>
    </dgm:pt>
    <dgm:pt modelId="{0D1AF56C-1A35-2949-9AF3-2AD9F5B4A9FD}" type="parTrans" cxnId="{798D6541-6FE6-7947-B13C-53B80B9F089F}">
      <dgm:prSet/>
      <dgm:spPr/>
      <dgm:t>
        <a:bodyPr/>
        <a:lstStyle/>
        <a:p>
          <a:endParaRPr lang="en-US"/>
        </a:p>
      </dgm:t>
    </dgm:pt>
    <dgm:pt modelId="{BF40C9EF-657E-AB42-BB15-8A002B4DA7E0}" type="sibTrans" cxnId="{798D6541-6FE6-7947-B13C-53B80B9F089F}">
      <dgm:prSet/>
      <dgm:spPr/>
      <dgm:t>
        <a:bodyPr/>
        <a:lstStyle/>
        <a:p>
          <a:endParaRPr lang="en-US"/>
        </a:p>
      </dgm:t>
    </dgm:pt>
    <dgm:pt modelId="{55813EEE-A013-E04D-A97A-A2336ED40F58}">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Entrepreneurial Drive</a:t>
          </a:r>
        </a:p>
      </dgm:t>
    </dgm:pt>
    <dgm:pt modelId="{8AFD22A1-09B7-2342-BEA5-0CC75DCF9A19}" type="parTrans" cxnId="{26FD9B48-4B3F-C141-9A3D-125376BCC16E}">
      <dgm:prSet/>
      <dgm:spPr/>
      <dgm:t>
        <a:bodyPr/>
        <a:lstStyle/>
        <a:p>
          <a:endParaRPr lang="en-US"/>
        </a:p>
      </dgm:t>
    </dgm:pt>
    <dgm:pt modelId="{A553FD7E-464D-CE4A-91A9-E227FDD69D48}" type="sibTrans" cxnId="{26FD9B48-4B3F-C141-9A3D-125376BCC16E}">
      <dgm:prSet/>
      <dgm:spPr/>
      <dgm:t>
        <a:bodyPr/>
        <a:lstStyle/>
        <a:p>
          <a:endParaRPr lang="en-US"/>
        </a:p>
      </dgm:t>
    </dgm:pt>
    <dgm:pt modelId="{5A940C9F-E591-6044-9816-BE5D04D88639}">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Client-Ready Communication</a:t>
          </a:r>
        </a:p>
      </dgm:t>
    </dgm:pt>
    <dgm:pt modelId="{20C6D716-FA4E-4D4A-A5C7-204A70DD504B}" type="parTrans" cxnId="{D49D0A17-35D4-044F-87A9-818561744A07}">
      <dgm:prSet/>
      <dgm:spPr/>
      <dgm:t>
        <a:bodyPr/>
        <a:lstStyle/>
        <a:p>
          <a:endParaRPr lang="en-US"/>
        </a:p>
      </dgm:t>
    </dgm:pt>
    <dgm:pt modelId="{5CBF34E6-D3D9-B346-8B1E-8BC74EF2D436}" type="sibTrans" cxnId="{D49D0A17-35D4-044F-87A9-818561744A07}">
      <dgm:prSet/>
      <dgm:spPr/>
      <dgm:t>
        <a:bodyPr/>
        <a:lstStyle/>
        <a:p>
          <a:endParaRPr lang="en-US"/>
        </a:p>
      </dgm:t>
    </dgm:pt>
    <dgm:pt modelId="{B6CCE8AC-4751-E14F-9DA6-915721862F65}">
      <dgm:prSet phldrT="[Text]" custT="1"/>
      <dgm:spPr>
        <a:solidFill>
          <a:schemeClr val="bg1">
            <a:lumMod val="95000"/>
            <a:alpha val="90000"/>
          </a:schemeClr>
        </a:solidFill>
      </dgm:spPr>
      <dgm:t>
        <a:bodyPr/>
        <a:lstStyle/>
        <a:p>
          <a:r>
            <a:rPr lang="en-US" sz="2400" b="0" i="0" dirty="0">
              <a:latin typeface="Helvetica Neue" panose="02000503000000020004" pitchFamily="2" charset="0"/>
              <a:ea typeface="Helvetica Neue" panose="02000503000000020004" pitchFamily="2" charset="0"/>
              <a:cs typeface="Helvetica Neue" panose="02000503000000020004" pitchFamily="2" charset="0"/>
            </a:rPr>
            <a:t>Break ambiguity into components</a:t>
          </a:r>
        </a:p>
      </dgm:t>
    </dgm:pt>
    <dgm:pt modelId="{39EBB54B-AD6F-0147-9BBE-723232F192EB}" type="parTrans" cxnId="{4289E0CA-E6BB-DD42-A16D-621F6F9C09D8}">
      <dgm:prSet/>
      <dgm:spPr/>
      <dgm:t>
        <a:bodyPr/>
        <a:lstStyle/>
        <a:p>
          <a:endParaRPr lang="en-US"/>
        </a:p>
      </dgm:t>
    </dgm:pt>
    <dgm:pt modelId="{7781F3D2-8267-A54B-80B3-66E787FD9DED}" type="sibTrans" cxnId="{4289E0CA-E6BB-DD42-A16D-621F6F9C09D8}">
      <dgm:prSet/>
      <dgm:spPr/>
      <dgm:t>
        <a:bodyPr/>
        <a:lstStyle/>
        <a:p>
          <a:endParaRPr lang="en-US"/>
        </a:p>
      </dgm:t>
    </dgm:pt>
    <dgm:pt modelId="{7C272490-F175-0244-A734-931E8838A481}">
      <dgm:prSet phldrT="[Text]" custT="1"/>
      <dgm:spPr>
        <a:solidFill>
          <a:schemeClr val="bg1">
            <a:lumMod val="95000"/>
            <a:alpha val="90000"/>
          </a:schemeClr>
        </a:solidFill>
      </dgm:spPr>
      <dgm:t>
        <a:bodyPr/>
        <a:lstStyle/>
        <a:p>
          <a:r>
            <a:rPr lang="en-US" sz="2400" b="0" i="0" dirty="0">
              <a:latin typeface="Helvetica Neue" panose="02000503000000020004" pitchFamily="2" charset="0"/>
              <a:ea typeface="Helvetica Neue" panose="02000503000000020004" pitchFamily="2" charset="0"/>
              <a:cs typeface="Helvetica Neue" panose="02000503000000020004" pitchFamily="2" charset="0"/>
            </a:rPr>
            <a:t>Hypothesis-driven problem solving</a:t>
          </a:r>
        </a:p>
      </dgm:t>
    </dgm:pt>
    <dgm:pt modelId="{862271B0-4EBF-8E4A-8079-E61E9C0AEEB3}" type="parTrans" cxnId="{7F17498F-2EC4-A24A-A185-39E595C9ED32}">
      <dgm:prSet/>
      <dgm:spPr/>
      <dgm:t>
        <a:bodyPr/>
        <a:lstStyle/>
        <a:p>
          <a:endParaRPr lang="en-US"/>
        </a:p>
      </dgm:t>
    </dgm:pt>
    <dgm:pt modelId="{04527689-5AC2-FA4B-AD7F-7135EAEE36DF}" type="sibTrans" cxnId="{7F17498F-2EC4-A24A-A185-39E595C9ED32}">
      <dgm:prSet/>
      <dgm:spPr/>
      <dgm:t>
        <a:bodyPr/>
        <a:lstStyle/>
        <a:p>
          <a:endParaRPr lang="en-US"/>
        </a:p>
      </dgm:t>
    </dgm:pt>
    <dgm:pt modelId="{79612110-9A36-A940-9799-28D2D4C76037}">
      <dgm:prSet phldrT="[Text]" custT="1"/>
      <dgm:spPr>
        <a:solidFill>
          <a:schemeClr val="bg1">
            <a:lumMod val="95000"/>
            <a:alpha val="90000"/>
          </a:schemeClr>
        </a:solidFill>
      </dgm:spPr>
      <dgm:t>
        <a:bodyPr/>
        <a:lstStyle/>
        <a:p>
          <a:r>
            <a:rPr lang="en-US" sz="2400" b="0" i="0" dirty="0">
              <a:latin typeface="Helvetica Neue" panose="02000503000000020004" pitchFamily="2" charset="0"/>
              <a:ea typeface="Helvetica Neue" panose="02000503000000020004" pitchFamily="2" charset="0"/>
              <a:cs typeface="Helvetica Neue" panose="02000503000000020004" pitchFamily="2" charset="0"/>
            </a:rPr>
            <a:t>Ownership and initiative</a:t>
          </a:r>
        </a:p>
      </dgm:t>
    </dgm:pt>
    <dgm:pt modelId="{3CDD65B2-51EC-F049-B3C4-B1F6B4407AB7}" type="parTrans" cxnId="{BBF517CE-86AF-5543-B3CC-4098708579BD}">
      <dgm:prSet/>
      <dgm:spPr/>
      <dgm:t>
        <a:bodyPr/>
        <a:lstStyle/>
        <a:p>
          <a:endParaRPr lang="en-US"/>
        </a:p>
      </dgm:t>
    </dgm:pt>
    <dgm:pt modelId="{F8ABB673-0A86-5740-ACE3-811B6222FA6C}" type="sibTrans" cxnId="{BBF517CE-86AF-5543-B3CC-4098708579BD}">
      <dgm:prSet/>
      <dgm:spPr/>
      <dgm:t>
        <a:bodyPr/>
        <a:lstStyle/>
        <a:p>
          <a:endParaRPr lang="en-US"/>
        </a:p>
      </dgm:t>
    </dgm:pt>
    <dgm:pt modelId="{9BCB6CD4-1519-EE47-8401-5098798833C8}">
      <dgm:prSet phldrT="[Text]" custT="1"/>
      <dgm:spPr>
        <a:solidFill>
          <a:schemeClr val="bg1">
            <a:lumMod val="95000"/>
            <a:alpha val="90000"/>
          </a:schemeClr>
        </a:solidFill>
      </dgm:spPr>
      <dgm:t>
        <a:bodyPr/>
        <a:lstStyle/>
        <a:p>
          <a:r>
            <a:rPr lang="en-US" sz="2400" b="0" i="0" dirty="0">
              <a:latin typeface="Helvetica Neue" panose="02000503000000020004" pitchFamily="2" charset="0"/>
              <a:ea typeface="Helvetica Neue" panose="02000503000000020004" pitchFamily="2" charset="0"/>
              <a:cs typeface="Helvetica Neue" panose="02000503000000020004" pitchFamily="2" charset="0"/>
            </a:rPr>
            <a:t>Moves work forward independently</a:t>
          </a:r>
        </a:p>
      </dgm:t>
    </dgm:pt>
    <dgm:pt modelId="{24548AC7-5448-1745-8E16-5D281D2E89EB}" type="parTrans" cxnId="{1F8A12F6-9E26-BC48-AF34-15D4BAFC567D}">
      <dgm:prSet/>
      <dgm:spPr/>
      <dgm:t>
        <a:bodyPr/>
        <a:lstStyle/>
        <a:p>
          <a:endParaRPr lang="en-US"/>
        </a:p>
      </dgm:t>
    </dgm:pt>
    <dgm:pt modelId="{87A21022-6FF4-9F49-B761-0ACA33A2B13F}" type="sibTrans" cxnId="{1F8A12F6-9E26-BC48-AF34-15D4BAFC567D}">
      <dgm:prSet/>
      <dgm:spPr/>
      <dgm:t>
        <a:bodyPr/>
        <a:lstStyle/>
        <a:p>
          <a:endParaRPr lang="en-US"/>
        </a:p>
      </dgm:t>
    </dgm:pt>
    <dgm:pt modelId="{39810D80-796F-1243-9DF1-AA68ED97AE8A}">
      <dgm:prSet phldrT="[Text]" custT="1"/>
      <dgm:spPr>
        <a:solidFill>
          <a:schemeClr val="bg1">
            <a:lumMod val="95000"/>
            <a:alpha val="90000"/>
          </a:schemeClr>
        </a:solidFill>
      </dgm:spPr>
      <dgm:t>
        <a:bodyPr/>
        <a:lstStyle/>
        <a:p>
          <a:r>
            <a:rPr lang="en-US" sz="2400" b="0" i="0" dirty="0">
              <a:latin typeface="Helvetica Neue" panose="02000503000000020004" pitchFamily="2" charset="0"/>
              <a:ea typeface="Helvetica Neue" panose="02000503000000020004" pitchFamily="2" charset="0"/>
              <a:cs typeface="Helvetica Neue" panose="02000503000000020004" pitchFamily="2" charset="0"/>
            </a:rPr>
            <a:t>Clear thinking and persuasion</a:t>
          </a:r>
        </a:p>
      </dgm:t>
    </dgm:pt>
    <dgm:pt modelId="{AE84147B-92CF-1946-A513-703C95A03351}" type="parTrans" cxnId="{C1FC8BCA-4C71-BA44-9A37-E6D2129CFB9D}">
      <dgm:prSet/>
      <dgm:spPr/>
      <dgm:t>
        <a:bodyPr/>
        <a:lstStyle/>
        <a:p>
          <a:endParaRPr lang="en-US"/>
        </a:p>
      </dgm:t>
    </dgm:pt>
    <dgm:pt modelId="{8943FCD7-0D9A-FF49-9F65-F4ABA8D39978}" type="sibTrans" cxnId="{C1FC8BCA-4C71-BA44-9A37-E6D2129CFB9D}">
      <dgm:prSet/>
      <dgm:spPr/>
      <dgm:t>
        <a:bodyPr/>
        <a:lstStyle/>
        <a:p>
          <a:endParaRPr lang="en-US"/>
        </a:p>
      </dgm:t>
    </dgm:pt>
    <dgm:pt modelId="{2626B476-57F8-424E-AE5E-D727CA5976DD}">
      <dgm:prSet phldrT="[Text]" custT="1"/>
      <dgm:spPr>
        <a:solidFill>
          <a:schemeClr val="bg1">
            <a:lumMod val="95000"/>
            <a:alpha val="90000"/>
          </a:schemeClr>
        </a:solidFill>
      </dgm:spPr>
      <dgm:t>
        <a:bodyPr/>
        <a:lstStyle/>
        <a:p>
          <a:r>
            <a:rPr lang="en-US" sz="2400" b="0" i="0" dirty="0">
              <a:latin typeface="Helvetica Neue" panose="02000503000000020004" pitchFamily="2" charset="0"/>
              <a:ea typeface="Helvetica Neue" panose="02000503000000020004" pitchFamily="2" charset="0"/>
              <a:cs typeface="Helvetica Neue" panose="02000503000000020004" pitchFamily="2" charset="0"/>
            </a:rPr>
            <a:t>Builds trust with executives</a:t>
          </a:r>
        </a:p>
      </dgm:t>
    </dgm:pt>
    <dgm:pt modelId="{C5E271E5-3B5F-F946-B69C-26FE6914BCFB}" type="parTrans" cxnId="{6DA8F1C9-93C5-0F44-8BE9-1BE60A2E3BDE}">
      <dgm:prSet/>
      <dgm:spPr/>
      <dgm:t>
        <a:bodyPr/>
        <a:lstStyle/>
        <a:p>
          <a:endParaRPr lang="en-US"/>
        </a:p>
      </dgm:t>
    </dgm:pt>
    <dgm:pt modelId="{47E12BED-6B12-EF42-A674-67CEB7174524}" type="sibTrans" cxnId="{6DA8F1C9-93C5-0F44-8BE9-1BE60A2E3BDE}">
      <dgm:prSet/>
      <dgm:spPr/>
      <dgm:t>
        <a:bodyPr/>
        <a:lstStyle/>
        <a:p>
          <a:endParaRPr lang="en-US"/>
        </a:p>
      </dgm:t>
    </dgm:pt>
    <dgm:pt modelId="{320B5948-BB92-2047-A285-7848A803B8FC}" type="pres">
      <dgm:prSet presAssocID="{DA861886-43FD-784D-90B4-22832E2DB736}" presName="Name0" presStyleCnt="0">
        <dgm:presLayoutVars>
          <dgm:dir/>
          <dgm:animLvl val="lvl"/>
          <dgm:resizeHandles val="exact"/>
        </dgm:presLayoutVars>
      </dgm:prSet>
      <dgm:spPr/>
    </dgm:pt>
    <dgm:pt modelId="{324CA8D5-23FA-C646-A6AE-6C5D3FB5301C}" type="pres">
      <dgm:prSet presAssocID="{D95EDB1D-D7A9-3F4C-82C4-FDBF04CE7DD9}" presName="composite" presStyleCnt="0"/>
      <dgm:spPr/>
    </dgm:pt>
    <dgm:pt modelId="{02D56B9B-3843-D342-952B-288B26576B71}" type="pres">
      <dgm:prSet presAssocID="{D95EDB1D-D7A9-3F4C-82C4-FDBF04CE7DD9}" presName="parTx" presStyleLbl="alignNode1" presStyleIdx="0" presStyleCnt="3">
        <dgm:presLayoutVars>
          <dgm:chMax val="0"/>
          <dgm:chPref val="0"/>
          <dgm:bulletEnabled val="1"/>
        </dgm:presLayoutVars>
      </dgm:prSet>
      <dgm:spPr/>
    </dgm:pt>
    <dgm:pt modelId="{AED131ED-D693-ED4E-918D-F6BD751C42AA}" type="pres">
      <dgm:prSet presAssocID="{D95EDB1D-D7A9-3F4C-82C4-FDBF04CE7DD9}" presName="desTx" presStyleLbl="alignAccFollowNode1" presStyleIdx="0" presStyleCnt="3">
        <dgm:presLayoutVars>
          <dgm:bulletEnabled val="1"/>
        </dgm:presLayoutVars>
      </dgm:prSet>
      <dgm:spPr/>
    </dgm:pt>
    <dgm:pt modelId="{BC43ED2D-B6BF-0A4B-83AE-CB5E77D6F16D}" type="pres">
      <dgm:prSet presAssocID="{BF40C9EF-657E-AB42-BB15-8A002B4DA7E0}" presName="space" presStyleCnt="0"/>
      <dgm:spPr/>
    </dgm:pt>
    <dgm:pt modelId="{99CC6C33-DEC2-2B4D-BF13-9F66F1CC1936}" type="pres">
      <dgm:prSet presAssocID="{55813EEE-A013-E04D-A97A-A2336ED40F58}" presName="composite" presStyleCnt="0"/>
      <dgm:spPr/>
    </dgm:pt>
    <dgm:pt modelId="{7DE31C26-F83C-7A4F-93AE-3F9E94851B74}" type="pres">
      <dgm:prSet presAssocID="{55813EEE-A013-E04D-A97A-A2336ED40F58}" presName="parTx" presStyleLbl="alignNode1" presStyleIdx="1" presStyleCnt="3">
        <dgm:presLayoutVars>
          <dgm:chMax val="0"/>
          <dgm:chPref val="0"/>
          <dgm:bulletEnabled val="1"/>
        </dgm:presLayoutVars>
      </dgm:prSet>
      <dgm:spPr/>
    </dgm:pt>
    <dgm:pt modelId="{84F902B6-D757-DB4B-B030-D5E3AC8D2922}" type="pres">
      <dgm:prSet presAssocID="{55813EEE-A013-E04D-A97A-A2336ED40F58}" presName="desTx" presStyleLbl="alignAccFollowNode1" presStyleIdx="1" presStyleCnt="3">
        <dgm:presLayoutVars>
          <dgm:bulletEnabled val="1"/>
        </dgm:presLayoutVars>
      </dgm:prSet>
      <dgm:spPr/>
    </dgm:pt>
    <dgm:pt modelId="{86801860-C8EC-1B4B-9922-39C29522BFA4}" type="pres">
      <dgm:prSet presAssocID="{A553FD7E-464D-CE4A-91A9-E227FDD69D48}" presName="space" presStyleCnt="0"/>
      <dgm:spPr/>
    </dgm:pt>
    <dgm:pt modelId="{A62A8E22-EE3E-EA46-BB98-7A1CD8290DDB}" type="pres">
      <dgm:prSet presAssocID="{5A940C9F-E591-6044-9816-BE5D04D88639}" presName="composite" presStyleCnt="0"/>
      <dgm:spPr/>
    </dgm:pt>
    <dgm:pt modelId="{E96A5FCD-2463-FB46-BFEB-43497E18EE9D}" type="pres">
      <dgm:prSet presAssocID="{5A940C9F-E591-6044-9816-BE5D04D88639}" presName="parTx" presStyleLbl="alignNode1" presStyleIdx="2" presStyleCnt="3">
        <dgm:presLayoutVars>
          <dgm:chMax val="0"/>
          <dgm:chPref val="0"/>
          <dgm:bulletEnabled val="1"/>
        </dgm:presLayoutVars>
      </dgm:prSet>
      <dgm:spPr/>
    </dgm:pt>
    <dgm:pt modelId="{52D793ED-95EC-2541-B334-098044C875AF}" type="pres">
      <dgm:prSet presAssocID="{5A940C9F-E591-6044-9816-BE5D04D88639}" presName="desTx" presStyleLbl="alignAccFollowNode1" presStyleIdx="2" presStyleCnt="3">
        <dgm:presLayoutVars>
          <dgm:bulletEnabled val="1"/>
        </dgm:presLayoutVars>
      </dgm:prSet>
      <dgm:spPr/>
    </dgm:pt>
  </dgm:ptLst>
  <dgm:cxnLst>
    <dgm:cxn modelId="{8928E613-F70E-E346-8B35-5E935E602BF8}" type="presOf" srcId="{DA861886-43FD-784D-90B4-22832E2DB736}" destId="{320B5948-BB92-2047-A285-7848A803B8FC}" srcOrd="0" destOrd="0" presId="urn:microsoft.com/office/officeart/2005/8/layout/hList1"/>
    <dgm:cxn modelId="{D49D0A17-35D4-044F-87A9-818561744A07}" srcId="{DA861886-43FD-784D-90B4-22832E2DB736}" destId="{5A940C9F-E591-6044-9816-BE5D04D88639}" srcOrd="2" destOrd="0" parTransId="{20C6D716-FA4E-4D4A-A5C7-204A70DD504B}" sibTransId="{5CBF34E6-D3D9-B346-8B1E-8BC74EF2D436}"/>
    <dgm:cxn modelId="{24282029-05F3-F241-8C42-30A6E42EA384}" type="presOf" srcId="{7C272490-F175-0244-A734-931E8838A481}" destId="{AED131ED-D693-ED4E-918D-F6BD751C42AA}" srcOrd="0" destOrd="1" presId="urn:microsoft.com/office/officeart/2005/8/layout/hList1"/>
    <dgm:cxn modelId="{0FA8C82E-9744-0D41-BC9B-4CC052BCD86D}" type="presOf" srcId="{9BCB6CD4-1519-EE47-8401-5098798833C8}" destId="{84F902B6-D757-DB4B-B030-D5E3AC8D2922}" srcOrd="0" destOrd="1" presId="urn:microsoft.com/office/officeart/2005/8/layout/hList1"/>
    <dgm:cxn modelId="{798D6541-6FE6-7947-B13C-53B80B9F089F}" srcId="{DA861886-43FD-784D-90B4-22832E2DB736}" destId="{D95EDB1D-D7A9-3F4C-82C4-FDBF04CE7DD9}" srcOrd="0" destOrd="0" parTransId="{0D1AF56C-1A35-2949-9AF3-2AD9F5B4A9FD}" sibTransId="{BF40C9EF-657E-AB42-BB15-8A002B4DA7E0}"/>
    <dgm:cxn modelId="{26FD9B48-4B3F-C141-9A3D-125376BCC16E}" srcId="{DA861886-43FD-784D-90B4-22832E2DB736}" destId="{55813EEE-A013-E04D-A97A-A2336ED40F58}" srcOrd="1" destOrd="0" parTransId="{8AFD22A1-09B7-2342-BEA5-0CC75DCF9A19}" sibTransId="{A553FD7E-464D-CE4A-91A9-E227FDD69D48}"/>
    <dgm:cxn modelId="{BDCEC44B-4FEF-5046-9B4C-A2162899F91F}" type="presOf" srcId="{39810D80-796F-1243-9DF1-AA68ED97AE8A}" destId="{52D793ED-95EC-2541-B334-098044C875AF}" srcOrd="0" destOrd="0" presId="urn:microsoft.com/office/officeart/2005/8/layout/hList1"/>
    <dgm:cxn modelId="{9CE40279-27EC-0249-A76A-4984AEB9A1A2}" type="presOf" srcId="{2626B476-57F8-424E-AE5E-D727CA5976DD}" destId="{52D793ED-95EC-2541-B334-098044C875AF}" srcOrd="0" destOrd="1" presId="urn:microsoft.com/office/officeart/2005/8/layout/hList1"/>
    <dgm:cxn modelId="{7F17498F-2EC4-A24A-A185-39E595C9ED32}" srcId="{D95EDB1D-D7A9-3F4C-82C4-FDBF04CE7DD9}" destId="{7C272490-F175-0244-A734-931E8838A481}" srcOrd="1" destOrd="0" parTransId="{862271B0-4EBF-8E4A-8079-E61E9C0AEEB3}" sibTransId="{04527689-5AC2-FA4B-AD7F-7135EAEE36DF}"/>
    <dgm:cxn modelId="{D2F862B0-B38D-E744-B6F1-1DEBD89869D8}" type="presOf" srcId="{B6CCE8AC-4751-E14F-9DA6-915721862F65}" destId="{AED131ED-D693-ED4E-918D-F6BD751C42AA}" srcOrd="0" destOrd="0" presId="urn:microsoft.com/office/officeart/2005/8/layout/hList1"/>
    <dgm:cxn modelId="{6DA8F1C9-93C5-0F44-8BE9-1BE60A2E3BDE}" srcId="{5A940C9F-E591-6044-9816-BE5D04D88639}" destId="{2626B476-57F8-424E-AE5E-D727CA5976DD}" srcOrd="1" destOrd="0" parTransId="{C5E271E5-3B5F-F946-B69C-26FE6914BCFB}" sibTransId="{47E12BED-6B12-EF42-A674-67CEB7174524}"/>
    <dgm:cxn modelId="{C1FC8BCA-4C71-BA44-9A37-E6D2129CFB9D}" srcId="{5A940C9F-E591-6044-9816-BE5D04D88639}" destId="{39810D80-796F-1243-9DF1-AA68ED97AE8A}" srcOrd="0" destOrd="0" parTransId="{AE84147B-92CF-1946-A513-703C95A03351}" sibTransId="{8943FCD7-0D9A-FF49-9F65-F4ABA8D39978}"/>
    <dgm:cxn modelId="{4289E0CA-E6BB-DD42-A16D-621F6F9C09D8}" srcId="{D95EDB1D-D7A9-3F4C-82C4-FDBF04CE7DD9}" destId="{B6CCE8AC-4751-E14F-9DA6-915721862F65}" srcOrd="0" destOrd="0" parTransId="{39EBB54B-AD6F-0147-9BBE-723232F192EB}" sibTransId="{7781F3D2-8267-A54B-80B3-66E787FD9DED}"/>
    <dgm:cxn modelId="{BBF517CE-86AF-5543-B3CC-4098708579BD}" srcId="{55813EEE-A013-E04D-A97A-A2336ED40F58}" destId="{79612110-9A36-A940-9799-28D2D4C76037}" srcOrd="0" destOrd="0" parTransId="{3CDD65B2-51EC-F049-B3C4-B1F6B4407AB7}" sibTransId="{F8ABB673-0A86-5740-ACE3-811B6222FA6C}"/>
    <dgm:cxn modelId="{E5A827D2-81F8-9543-8981-08142B09E1B3}" type="presOf" srcId="{5A940C9F-E591-6044-9816-BE5D04D88639}" destId="{E96A5FCD-2463-FB46-BFEB-43497E18EE9D}" srcOrd="0" destOrd="0" presId="urn:microsoft.com/office/officeart/2005/8/layout/hList1"/>
    <dgm:cxn modelId="{2C039CDA-A20A-734D-B85F-6F70E1488682}" type="presOf" srcId="{55813EEE-A013-E04D-A97A-A2336ED40F58}" destId="{7DE31C26-F83C-7A4F-93AE-3F9E94851B74}" srcOrd="0" destOrd="0" presId="urn:microsoft.com/office/officeart/2005/8/layout/hList1"/>
    <dgm:cxn modelId="{49C66EE8-9108-1C46-B017-EC929A43F00B}" type="presOf" srcId="{D95EDB1D-D7A9-3F4C-82C4-FDBF04CE7DD9}" destId="{02D56B9B-3843-D342-952B-288B26576B71}" srcOrd="0" destOrd="0" presId="urn:microsoft.com/office/officeart/2005/8/layout/hList1"/>
    <dgm:cxn modelId="{0490CBEE-CDF8-D84E-91BD-D4D10413A340}" type="presOf" srcId="{79612110-9A36-A940-9799-28D2D4C76037}" destId="{84F902B6-D757-DB4B-B030-D5E3AC8D2922}" srcOrd="0" destOrd="0" presId="urn:microsoft.com/office/officeart/2005/8/layout/hList1"/>
    <dgm:cxn modelId="{1F8A12F6-9E26-BC48-AF34-15D4BAFC567D}" srcId="{55813EEE-A013-E04D-A97A-A2336ED40F58}" destId="{9BCB6CD4-1519-EE47-8401-5098798833C8}" srcOrd="1" destOrd="0" parTransId="{24548AC7-5448-1745-8E16-5D281D2E89EB}" sibTransId="{87A21022-6FF4-9F49-B761-0ACA33A2B13F}"/>
    <dgm:cxn modelId="{67B3AF14-ACED-F649-BD71-A8E487C10638}" type="presParOf" srcId="{320B5948-BB92-2047-A285-7848A803B8FC}" destId="{324CA8D5-23FA-C646-A6AE-6C5D3FB5301C}" srcOrd="0" destOrd="0" presId="urn:microsoft.com/office/officeart/2005/8/layout/hList1"/>
    <dgm:cxn modelId="{4064D19B-371E-AF49-BCF6-377C30F6086E}" type="presParOf" srcId="{324CA8D5-23FA-C646-A6AE-6C5D3FB5301C}" destId="{02D56B9B-3843-D342-952B-288B26576B71}" srcOrd="0" destOrd="0" presId="urn:microsoft.com/office/officeart/2005/8/layout/hList1"/>
    <dgm:cxn modelId="{04776872-FF95-3340-A606-13753F41A3DC}" type="presParOf" srcId="{324CA8D5-23FA-C646-A6AE-6C5D3FB5301C}" destId="{AED131ED-D693-ED4E-918D-F6BD751C42AA}" srcOrd="1" destOrd="0" presId="urn:microsoft.com/office/officeart/2005/8/layout/hList1"/>
    <dgm:cxn modelId="{5875315B-4E50-7540-A8A2-EF320C4CC275}" type="presParOf" srcId="{320B5948-BB92-2047-A285-7848A803B8FC}" destId="{BC43ED2D-B6BF-0A4B-83AE-CB5E77D6F16D}" srcOrd="1" destOrd="0" presId="urn:microsoft.com/office/officeart/2005/8/layout/hList1"/>
    <dgm:cxn modelId="{43786868-96C0-D04D-8255-7207FC7EC541}" type="presParOf" srcId="{320B5948-BB92-2047-A285-7848A803B8FC}" destId="{99CC6C33-DEC2-2B4D-BF13-9F66F1CC1936}" srcOrd="2" destOrd="0" presId="urn:microsoft.com/office/officeart/2005/8/layout/hList1"/>
    <dgm:cxn modelId="{6AC2E7FB-3444-2F4F-A98C-3F6F38996A5A}" type="presParOf" srcId="{99CC6C33-DEC2-2B4D-BF13-9F66F1CC1936}" destId="{7DE31C26-F83C-7A4F-93AE-3F9E94851B74}" srcOrd="0" destOrd="0" presId="urn:microsoft.com/office/officeart/2005/8/layout/hList1"/>
    <dgm:cxn modelId="{54E10A34-DEA1-2046-A13C-52DDDECF5CE9}" type="presParOf" srcId="{99CC6C33-DEC2-2B4D-BF13-9F66F1CC1936}" destId="{84F902B6-D757-DB4B-B030-D5E3AC8D2922}" srcOrd="1" destOrd="0" presId="urn:microsoft.com/office/officeart/2005/8/layout/hList1"/>
    <dgm:cxn modelId="{EBF5A761-386A-9944-B98E-35C27EBF2036}" type="presParOf" srcId="{320B5948-BB92-2047-A285-7848A803B8FC}" destId="{86801860-C8EC-1B4B-9922-39C29522BFA4}" srcOrd="3" destOrd="0" presId="urn:microsoft.com/office/officeart/2005/8/layout/hList1"/>
    <dgm:cxn modelId="{56E89F68-154F-3A4B-A1E2-F941F8D2DA6F}" type="presParOf" srcId="{320B5948-BB92-2047-A285-7848A803B8FC}" destId="{A62A8E22-EE3E-EA46-BB98-7A1CD8290DDB}" srcOrd="4" destOrd="0" presId="urn:microsoft.com/office/officeart/2005/8/layout/hList1"/>
    <dgm:cxn modelId="{E708125A-B887-214C-9FBF-7B5A27B18B25}" type="presParOf" srcId="{A62A8E22-EE3E-EA46-BB98-7A1CD8290DDB}" destId="{E96A5FCD-2463-FB46-BFEB-43497E18EE9D}" srcOrd="0" destOrd="0" presId="urn:microsoft.com/office/officeart/2005/8/layout/hList1"/>
    <dgm:cxn modelId="{BA9DE557-7A6B-C74E-9139-07102C72A23D}" type="presParOf" srcId="{A62A8E22-EE3E-EA46-BB98-7A1CD8290DDB}" destId="{52D793ED-95EC-2541-B334-098044C875A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1833120-E520-6042-B8B4-5D9E3543A27E}" type="doc">
      <dgm:prSet loTypeId="urn:microsoft.com/office/officeart/2005/8/layout/process3" loCatId="" qsTypeId="urn:microsoft.com/office/officeart/2005/8/quickstyle/simple1" qsCatId="simple" csTypeId="urn:microsoft.com/office/officeart/2005/8/colors/accent1_2" csCatId="accent1" phldr="1"/>
      <dgm:spPr/>
      <dgm:t>
        <a:bodyPr/>
        <a:lstStyle/>
        <a:p>
          <a:endParaRPr lang="en-US"/>
        </a:p>
      </dgm:t>
    </dgm:pt>
    <dgm:pt modelId="{C1D2BE7D-0F8C-1243-BF9E-756831C33044}">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Explore</a:t>
          </a:r>
        </a:p>
      </dgm:t>
    </dgm:pt>
    <dgm:pt modelId="{91B66C9D-9D26-3542-BDB2-19EFF26121EB}" type="parTrans" cxnId="{FF0A2203-F189-EB43-98CD-AEBE692FACB3}">
      <dgm:prSet/>
      <dgm:spPr/>
      <dgm:t>
        <a:bodyPr/>
        <a:lstStyle/>
        <a:p>
          <a:endParaRPr lang="en-US"/>
        </a:p>
      </dgm:t>
    </dgm:pt>
    <dgm:pt modelId="{949CB33A-28B9-FC4E-A1B9-E1097FB8C8E5}" type="sibTrans" cxnId="{FF0A2203-F189-EB43-98CD-AEBE692FACB3}">
      <dgm:prSet/>
      <dgm:spPr>
        <a:solidFill>
          <a:schemeClr val="bg1">
            <a:lumMod val="85000"/>
          </a:schemeClr>
        </a:solidFill>
      </dgm:spPr>
      <dgm:t>
        <a:bodyPr/>
        <a:lstStyle/>
        <a:p>
          <a:endParaRPr lang="en-US"/>
        </a:p>
      </dgm:t>
    </dgm:pt>
    <dgm:pt modelId="{B6463EE6-3555-6C4D-AAE9-685FA48F9427}">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Info sessions</a:t>
          </a:r>
        </a:p>
      </dgm:t>
    </dgm:pt>
    <dgm:pt modelId="{61FD686A-A561-DC41-933A-DE3C85611477}" type="parTrans" cxnId="{D1E91473-7F5C-D847-813F-0CBB13F43892}">
      <dgm:prSet/>
      <dgm:spPr/>
      <dgm:t>
        <a:bodyPr/>
        <a:lstStyle/>
        <a:p>
          <a:endParaRPr lang="en-US"/>
        </a:p>
      </dgm:t>
    </dgm:pt>
    <dgm:pt modelId="{D4995303-CC67-364B-96F1-0ED273D19714}" type="sibTrans" cxnId="{D1E91473-7F5C-D847-813F-0CBB13F43892}">
      <dgm:prSet/>
      <dgm:spPr/>
      <dgm:t>
        <a:bodyPr/>
        <a:lstStyle/>
        <a:p>
          <a:endParaRPr lang="en-US"/>
        </a:p>
      </dgm:t>
    </dgm:pt>
    <dgm:pt modelId="{0A16584E-D13F-DA4D-BCCD-57A96B73FA74}">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Prepare</a:t>
          </a:r>
        </a:p>
      </dgm:t>
    </dgm:pt>
    <dgm:pt modelId="{C85BA8F7-9609-C646-A37A-1A4EF6F7A510}" type="parTrans" cxnId="{EC38B7D6-8041-5D4D-A9BE-0B7268085B1E}">
      <dgm:prSet/>
      <dgm:spPr/>
      <dgm:t>
        <a:bodyPr/>
        <a:lstStyle/>
        <a:p>
          <a:endParaRPr lang="en-US"/>
        </a:p>
      </dgm:t>
    </dgm:pt>
    <dgm:pt modelId="{1C80678F-4FEF-2347-A102-04C9709BB71F}" type="sibTrans" cxnId="{EC38B7D6-8041-5D4D-A9BE-0B7268085B1E}">
      <dgm:prSet/>
      <dgm:spPr>
        <a:solidFill>
          <a:schemeClr val="bg1">
            <a:lumMod val="85000"/>
          </a:schemeClr>
        </a:solidFill>
      </dgm:spPr>
      <dgm:t>
        <a:bodyPr/>
        <a:lstStyle/>
        <a:p>
          <a:endParaRPr lang="en-US"/>
        </a:p>
      </dgm:t>
    </dgm:pt>
    <dgm:pt modelId="{8FB77717-B37F-2449-A6D1-BEB28CB4B973}">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Case interview training</a:t>
          </a:r>
        </a:p>
      </dgm:t>
    </dgm:pt>
    <dgm:pt modelId="{5C9529D2-CB6D-144F-AA1E-935FE8B973B6}" type="parTrans" cxnId="{33C22801-2DAB-464A-B1F6-E83717E062C8}">
      <dgm:prSet/>
      <dgm:spPr/>
      <dgm:t>
        <a:bodyPr/>
        <a:lstStyle/>
        <a:p>
          <a:endParaRPr lang="en-US"/>
        </a:p>
      </dgm:t>
    </dgm:pt>
    <dgm:pt modelId="{EEFE703B-A538-D841-BB1F-BA81F190785A}" type="sibTrans" cxnId="{33C22801-2DAB-464A-B1F6-E83717E062C8}">
      <dgm:prSet/>
      <dgm:spPr/>
      <dgm:t>
        <a:bodyPr/>
        <a:lstStyle/>
        <a:p>
          <a:endParaRPr lang="en-US"/>
        </a:p>
      </dgm:t>
    </dgm:pt>
    <dgm:pt modelId="{E83C4216-45B4-AC48-BA64-4C8261DCDDFE}">
      <dgm:prSet phldrT="[Text]" custT="1"/>
      <dgm:spPr>
        <a:solidFill>
          <a:srgbClr val="0D236A"/>
        </a:solidFill>
      </dgm:spPr>
      <dgm:t>
        <a:bodyPr/>
        <a:lstStyle/>
        <a:p>
          <a:r>
            <a:rPr lang="en-US" sz="2800" b="0" i="0" dirty="0">
              <a:latin typeface="Helvetica Neue Medium" panose="02000503000000020004" pitchFamily="2" charset="0"/>
              <a:ea typeface="Helvetica Neue Medium" panose="02000503000000020004" pitchFamily="2" charset="0"/>
              <a:cs typeface="Helvetica Neue Medium" panose="02000503000000020004" pitchFamily="2" charset="0"/>
            </a:rPr>
            <a:t>Convert</a:t>
          </a:r>
        </a:p>
      </dgm:t>
    </dgm:pt>
    <dgm:pt modelId="{51D2A146-E376-9F40-B9CF-6462C20913E2}" type="parTrans" cxnId="{A2CD9957-6041-C949-BA4D-82302A96AF9E}">
      <dgm:prSet/>
      <dgm:spPr/>
      <dgm:t>
        <a:bodyPr/>
        <a:lstStyle/>
        <a:p>
          <a:endParaRPr lang="en-US"/>
        </a:p>
      </dgm:t>
    </dgm:pt>
    <dgm:pt modelId="{0157259E-9060-2048-93E1-6DB4B65AD525}" type="sibTrans" cxnId="{A2CD9957-6041-C949-BA4D-82302A96AF9E}">
      <dgm:prSet/>
      <dgm:spPr/>
      <dgm:t>
        <a:bodyPr/>
        <a:lstStyle/>
        <a:p>
          <a:endParaRPr lang="en-US"/>
        </a:p>
      </dgm:t>
    </dgm:pt>
    <dgm:pt modelId="{0989B2D5-1C57-E74E-8A5F-E6EA552B9289}">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Referrals and applications</a:t>
          </a:r>
        </a:p>
      </dgm:t>
    </dgm:pt>
    <dgm:pt modelId="{D056BD3F-266E-EB4A-A159-CB1ECD8CAC51}" type="parTrans" cxnId="{14488B44-0002-6F49-A001-990A0BD4C012}">
      <dgm:prSet/>
      <dgm:spPr/>
      <dgm:t>
        <a:bodyPr/>
        <a:lstStyle/>
        <a:p>
          <a:endParaRPr lang="en-US"/>
        </a:p>
      </dgm:t>
    </dgm:pt>
    <dgm:pt modelId="{C3690180-4BBF-224A-9E3F-64D11F06813A}" type="sibTrans" cxnId="{14488B44-0002-6F49-A001-990A0BD4C012}">
      <dgm:prSet/>
      <dgm:spPr/>
      <dgm:t>
        <a:bodyPr/>
        <a:lstStyle/>
        <a:p>
          <a:endParaRPr lang="en-US"/>
        </a:p>
      </dgm:t>
    </dgm:pt>
    <dgm:pt modelId="{1273E642-1005-7A45-A97D-0EB31528DA03}">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Career center exposure</a:t>
          </a:r>
        </a:p>
      </dgm:t>
    </dgm:pt>
    <dgm:pt modelId="{0ACFFF21-0E6D-2243-B3E7-332EAE9D0087}" type="parTrans" cxnId="{FA1A373E-8DA6-B043-9855-BEC8F229A014}">
      <dgm:prSet/>
      <dgm:spPr/>
      <dgm:t>
        <a:bodyPr/>
        <a:lstStyle/>
        <a:p>
          <a:endParaRPr lang="en-US"/>
        </a:p>
      </dgm:t>
    </dgm:pt>
    <dgm:pt modelId="{84572618-41FD-B54B-8D92-092A4048B50C}" type="sibTrans" cxnId="{FA1A373E-8DA6-B043-9855-BEC8F229A014}">
      <dgm:prSet/>
      <dgm:spPr/>
      <dgm:t>
        <a:bodyPr/>
        <a:lstStyle/>
        <a:p>
          <a:endParaRPr lang="en-US"/>
        </a:p>
      </dgm:t>
    </dgm:pt>
    <dgm:pt modelId="{9E208631-AC42-7848-A8E2-7D4C7055D19E}">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Consulting clubs / client work</a:t>
          </a:r>
        </a:p>
      </dgm:t>
    </dgm:pt>
    <dgm:pt modelId="{480B6A03-153B-2F4F-AA2D-360F0CCD8017}" type="parTrans" cxnId="{83CF8C92-5C49-B744-AFF0-D5A43F3DE48E}">
      <dgm:prSet/>
      <dgm:spPr/>
      <dgm:t>
        <a:bodyPr/>
        <a:lstStyle/>
        <a:p>
          <a:endParaRPr lang="en-US"/>
        </a:p>
      </dgm:t>
    </dgm:pt>
    <dgm:pt modelId="{69FECE8F-DB36-F54D-A734-573BD3C4E672}" type="sibTrans" cxnId="{83CF8C92-5C49-B744-AFF0-D5A43F3DE48E}">
      <dgm:prSet/>
      <dgm:spPr/>
      <dgm:t>
        <a:bodyPr/>
        <a:lstStyle/>
        <a:p>
          <a:endParaRPr lang="en-US"/>
        </a:p>
      </dgm:t>
    </dgm:pt>
    <dgm:pt modelId="{901268AA-08A9-B448-AA49-2B6CA5836926}">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Case interviews</a:t>
          </a:r>
        </a:p>
      </dgm:t>
    </dgm:pt>
    <dgm:pt modelId="{973B61D6-2F24-1A42-BE7B-6A9AD0E34095}" type="parTrans" cxnId="{9E61B20F-20EC-4048-A3B3-1BD429A1FFC3}">
      <dgm:prSet/>
      <dgm:spPr/>
      <dgm:t>
        <a:bodyPr/>
        <a:lstStyle/>
        <a:p>
          <a:endParaRPr lang="en-US"/>
        </a:p>
      </dgm:t>
    </dgm:pt>
    <dgm:pt modelId="{FD718AF4-F447-614B-8591-21D99112B14C}" type="sibTrans" cxnId="{9E61B20F-20EC-4048-A3B3-1BD429A1FFC3}">
      <dgm:prSet/>
      <dgm:spPr/>
      <dgm:t>
        <a:bodyPr/>
        <a:lstStyle/>
        <a:p>
          <a:endParaRPr lang="en-US"/>
        </a:p>
      </dgm:t>
    </dgm:pt>
    <dgm:pt modelId="{E9F9E193-8F51-5544-B131-991FB84A37AA}">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Recruiting cycles (junior summer internships, full-time offers)</a:t>
          </a:r>
        </a:p>
      </dgm:t>
    </dgm:pt>
    <dgm:pt modelId="{B1A0D270-1196-2049-9334-089327939FA4}" type="parTrans" cxnId="{4C59959D-C1E4-C541-8310-CE53EA5DC50F}">
      <dgm:prSet/>
      <dgm:spPr/>
      <dgm:t>
        <a:bodyPr/>
        <a:lstStyle/>
        <a:p>
          <a:endParaRPr lang="en-US"/>
        </a:p>
      </dgm:t>
    </dgm:pt>
    <dgm:pt modelId="{EB361D5C-8307-324A-8AB0-B58164D36554}" type="sibTrans" cxnId="{4C59959D-C1E4-C541-8310-CE53EA5DC50F}">
      <dgm:prSet/>
      <dgm:spPr/>
      <dgm:t>
        <a:bodyPr/>
        <a:lstStyle/>
        <a:p>
          <a:endParaRPr lang="en-US"/>
        </a:p>
      </dgm:t>
    </dgm:pt>
    <dgm:pt modelId="{D678954D-CDA2-6442-8DA9-1F3A3F81DC03}">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Alumni conversations</a:t>
          </a:r>
        </a:p>
      </dgm:t>
    </dgm:pt>
    <dgm:pt modelId="{94AA1FD4-72F3-854A-A5CF-63F671E611C2}" type="parTrans" cxnId="{0F226BAC-F42C-1A4C-BEB9-93C9B0FAA064}">
      <dgm:prSet/>
      <dgm:spPr/>
      <dgm:t>
        <a:bodyPr/>
        <a:lstStyle/>
        <a:p>
          <a:endParaRPr lang="en-US"/>
        </a:p>
      </dgm:t>
    </dgm:pt>
    <dgm:pt modelId="{27AB8A66-856E-C44E-ADD3-0BBC3F81B8CA}" type="sibTrans" cxnId="{0F226BAC-F42C-1A4C-BEB9-93C9B0FAA064}">
      <dgm:prSet/>
      <dgm:spPr/>
      <dgm:t>
        <a:bodyPr/>
        <a:lstStyle/>
        <a:p>
          <a:endParaRPr lang="en-US"/>
        </a:p>
      </dgm:t>
    </dgm:pt>
    <dgm:pt modelId="{D0B58A54-5DDF-0C44-B5A9-A0451F4DB0F4}">
      <dgm:prSet phldrT="[Text]"/>
      <dgm:spPr>
        <a:ln>
          <a:solidFill>
            <a:srgbClr val="0D236A"/>
          </a:solidFill>
        </a:ln>
      </dgm:spPr>
      <dgm:t>
        <a:bodyPr/>
        <a:lstStyle/>
        <a:p>
          <a:r>
            <a:rPr lang="en-US" b="0" i="0" dirty="0">
              <a:latin typeface="Helvetica Neue" panose="02000503000000020004" pitchFamily="2" charset="0"/>
              <a:ea typeface="Helvetica Neue" panose="02000503000000020004" pitchFamily="2" charset="0"/>
              <a:cs typeface="Helvetica Neue" panose="02000503000000020004" pitchFamily="2" charset="0"/>
            </a:rPr>
            <a:t>Networking</a:t>
          </a:r>
        </a:p>
      </dgm:t>
    </dgm:pt>
    <dgm:pt modelId="{287DD54D-FB31-F941-8E8C-8E59A61D2A61}" type="parTrans" cxnId="{F5A2B17F-C928-7B4C-BA29-A563FCF42C60}">
      <dgm:prSet/>
      <dgm:spPr/>
      <dgm:t>
        <a:bodyPr/>
        <a:lstStyle/>
        <a:p>
          <a:endParaRPr lang="en-US"/>
        </a:p>
      </dgm:t>
    </dgm:pt>
    <dgm:pt modelId="{11BCAF00-B594-444A-8827-E3F85B454B4F}" type="sibTrans" cxnId="{F5A2B17F-C928-7B4C-BA29-A563FCF42C60}">
      <dgm:prSet/>
      <dgm:spPr/>
      <dgm:t>
        <a:bodyPr/>
        <a:lstStyle/>
        <a:p>
          <a:endParaRPr lang="en-US"/>
        </a:p>
      </dgm:t>
    </dgm:pt>
    <dgm:pt modelId="{404DA668-3A94-0143-B948-BFAE86FAA7AB}" type="pres">
      <dgm:prSet presAssocID="{71833120-E520-6042-B8B4-5D9E3543A27E}" presName="linearFlow" presStyleCnt="0">
        <dgm:presLayoutVars>
          <dgm:dir/>
          <dgm:animLvl val="lvl"/>
          <dgm:resizeHandles val="exact"/>
        </dgm:presLayoutVars>
      </dgm:prSet>
      <dgm:spPr/>
    </dgm:pt>
    <dgm:pt modelId="{6B9ACF63-BE45-6743-9A3C-64F8BAD8347B}" type="pres">
      <dgm:prSet presAssocID="{C1D2BE7D-0F8C-1243-BF9E-756831C33044}" presName="composite" presStyleCnt="0"/>
      <dgm:spPr/>
    </dgm:pt>
    <dgm:pt modelId="{67897F31-AC94-F545-9B0F-9A8D731BF0D9}" type="pres">
      <dgm:prSet presAssocID="{C1D2BE7D-0F8C-1243-BF9E-756831C33044}" presName="parTx" presStyleLbl="node1" presStyleIdx="0" presStyleCnt="3">
        <dgm:presLayoutVars>
          <dgm:chMax val="0"/>
          <dgm:chPref val="0"/>
          <dgm:bulletEnabled val="1"/>
        </dgm:presLayoutVars>
      </dgm:prSet>
      <dgm:spPr/>
    </dgm:pt>
    <dgm:pt modelId="{1D93ABC8-D1FD-4A42-85E1-11B750ABFA82}" type="pres">
      <dgm:prSet presAssocID="{C1D2BE7D-0F8C-1243-BF9E-756831C33044}" presName="parSh" presStyleLbl="node1" presStyleIdx="0" presStyleCnt="3"/>
      <dgm:spPr/>
    </dgm:pt>
    <dgm:pt modelId="{EA94BA67-BDF9-3149-A5B5-E8B426827044}" type="pres">
      <dgm:prSet presAssocID="{C1D2BE7D-0F8C-1243-BF9E-756831C33044}" presName="desTx" presStyleLbl="fgAcc1" presStyleIdx="0" presStyleCnt="3">
        <dgm:presLayoutVars>
          <dgm:bulletEnabled val="1"/>
        </dgm:presLayoutVars>
      </dgm:prSet>
      <dgm:spPr/>
    </dgm:pt>
    <dgm:pt modelId="{6ED4DC5C-DAC8-4849-ACB1-EA1D7A359AC5}" type="pres">
      <dgm:prSet presAssocID="{949CB33A-28B9-FC4E-A1B9-E1097FB8C8E5}" presName="sibTrans" presStyleLbl="sibTrans2D1" presStyleIdx="0" presStyleCnt="2"/>
      <dgm:spPr/>
    </dgm:pt>
    <dgm:pt modelId="{7B66D8F9-4B8B-6A4E-82ED-501D2292D0FF}" type="pres">
      <dgm:prSet presAssocID="{949CB33A-28B9-FC4E-A1B9-E1097FB8C8E5}" presName="connTx" presStyleLbl="sibTrans2D1" presStyleIdx="0" presStyleCnt="2"/>
      <dgm:spPr/>
    </dgm:pt>
    <dgm:pt modelId="{F4AAEBF6-7CD2-A948-9FFE-0644D4CBD1C7}" type="pres">
      <dgm:prSet presAssocID="{0A16584E-D13F-DA4D-BCCD-57A96B73FA74}" presName="composite" presStyleCnt="0"/>
      <dgm:spPr/>
    </dgm:pt>
    <dgm:pt modelId="{012796C2-82C2-A04F-BE93-79FAFBB7AB93}" type="pres">
      <dgm:prSet presAssocID="{0A16584E-D13F-DA4D-BCCD-57A96B73FA74}" presName="parTx" presStyleLbl="node1" presStyleIdx="0" presStyleCnt="3">
        <dgm:presLayoutVars>
          <dgm:chMax val="0"/>
          <dgm:chPref val="0"/>
          <dgm:bulletEnabled val="1"/>
        </dgm:presLayoutVars>
      </dgm:prSet>
      <dgm:spPr/>
    </dgm:pt>
    <dgm:pt modelId="{F1F61D9B-0DA3-F24B-8ADE-CF218AA89DAB}" type="pres">
      <dgm:prSet presAssocID="{0A16584E-D13F-DA4D-BCCD-57A96B73FA74}" presName="parSh" presStyleLbl="node1" presStyleIdx="1" presStyleCnt="3"/>
      <dgm:spPr/>
    </dgm:pt>
    <dgm:pt modelId="{76334D42-2F68-774E-A532-DB79E0D2CDD1}" type="pres">
      <dgm:prSet presAssocID="{0A16584E-D13F-DA4D-BCCD-57A96B73FA74}" presName="desTx" presStyleLbl="fgAcc1" presStyleIdx="1" presStyleCnt="3">
        <dgm:presLayoutVars>
          <dgm:bulletEnabled val="1"/>
        </dgm:presLayoutVars>
      </dgm:prSet>
      <dgm:spPr/>
    </dgm:pt>
    <dgm:pt modelId="{9AB95A58-AD58-4C40-8C80-7CBBE992B87F}" type="pres">
      <dgm:prSet presAssocID="{1C80678F-4FEF-2347-A102-04C9709BB71F}" presName="sibTrans" presStyleLbl="sibTrans2D1" presStyleIdx="1" presStyleCnt="2"/>
      <dgm:spPr/>
    </dgm:pt>
    <dgm:pt modelId="{C54D60A4-F7D9-7B45-B70C-3A2096BFB48E}" type="pres">
      <dgm:prSet presAssocID="{1C80678F-4FEF-2347-A102-04C9709BB71F}" presName="connTx" presStyleLbl="sibTrans2D1" presStyleIdx="1" presStyleCnt="2"/>
      <dgm:spPr/>
    </dgm:pt>
    <dgm:pt modelId="{299D3EBB-D6CD-B547-9744-84B7A6194D88}" type="pres">
      <dgm:prSet presAssocID="{E83C4216-45B4-AC48-BA64-4C8261DCDDFE}" presName="composite" presStyleCnt="0"/>
      <dgm:spPr/>
    </dgm:pt>
    <dgm:pt modelId="{E10CF103-5842-3249-BEB1-8AFC67768326}" type="pres">
      <dgm:prSet presAssocID="{E83C4216-45B4-AC48-BA64-4C8261DCDDFE}" presName="parTx" presStyleLbl="node1" presStyleIdx="1" presStyleCnt="3">
        <dgm:presLayoutVars>
          <dgm:chMax val="0"/>
          <dgm:chPref val="0"/>
          <dgm:bulletEnabled val="1"/>
        </dgm:presLayoutVars>
      </dgm:prSet>
      <dgm:spPr/>
    </dgm:pt>
    <dgm:pt modelId="{ADDBC6E5-88A9-534D-8CFC-EACD0012F676}" type="pres">
      <dgm:prSet presAssocID="{E83C4216-45B4-AC48-BA64-4C8261DCDDFE}" presName="parSh" presStyleLbl="node1" presStyleIdx="2" presStyleCnt="3"/>
      <dgm:spPr/>
    </dgm:pt>
    <dgm:pt modelId="{55FE0794-27D8-EE4E-B17D-37078EB2C218}" type="pres">
      <dgm:prSet presAssocID="{E83C4216-45B4-AC48-BA64-4C8261DCDDFE}" presName="desTx" presStyleLbl="fgAcc1" presStyleIdx="2" presStyleCnt="3">
        <dgm:presLayoutVars>
          <dgm:bulletEnabled val="1"/>
        </dgm:presLayoutVars>
      </dgm:prSet>
      <dgm:spPr/>
    </dgm:pt>
  </dgm:ptLst>
  <dgm:cxnLst>
    <dgm:cxn modelId="{33C22801-2DAB-464A-B1F6-E83717E062C8}" srcId="{0A16584E-D13F-DA4D-BCCD-57A96B73FA74}" destId="{8FB77717-B37F-2449-A6D1-BEB28CB4B973}" srcOrd="0" destOrd="0" parTransId="{5C9529D2-CB6D-144F-AA1E-935FE8B973B6}" sibTransId="{EEFE703B-A538-D841-BB1F-BA81F190785A}"/>
    <dgm:cxn modelId="{FF0A2203-F189-EB43-98CD-AEBE692FACB3}" srcId="{71833120-E520-6042-B8B4-5D9E3543A27E}" destId="{C1D2BE7D-0F8C-1243-BF9E-756831C33044}" srcOrd="0" destOrd="0" parTransId="{91B66C9D-9D26-3542-BDB2-19EFF26121EB}" sibTransId="{949CB33A-28B9-FC4E-A1B9-E1097FB8C8E5}"/>
    <dgm:cxn modelId="{9E61B20F-20EC-4048-A3B3-1BD429A1FFC3}" srcId="{E83C4216-45B4-AC48-BA64-4C8261DCDDFE}" destId="{901268AA-08A9-B448-AA49-2B6CA5836926}" srcOrd="1" destOrd="0" parTransId="{973B61D6-2F24-1A42-BE7B-6A9AD0E34095}" sibTransId="{FD718AF4-F447-614B-8591-21D99112B14C}"/>
    <dgm:cxn modelId="{4AF66915-172E-DC49-B350-EBBE5C6CDB51}" type="presOf" srcId="{D678954D-CDA2-6442-8DA9-1F3A3F81DC03}" destId="{EA94BA67-BDF9-3149-A5B5-E8B426827044}" srcOrd="0" destOrd="1" presId="urn:microsoft.com/office/officeart/2005/8/layout/process3"/>
    <dgm:cxn modelId="{FEDF841D-03E1-0A42-B2BB-1555B8231240}" type="presOf" srcId="{E83C4216-45B4-AC48-BA64-4C8261DCDDFE}" destId="{ADDBC6E5-88A9-534D-8CFC-EACD0012F676}" srcOrd="1" destOrd="0" presId="urn:microsoft.com/office/officeart/2005/8/layout/process3"/>
    <dgm:cxn modelId="{6F2C1522-AD3E-ED43-B18F-15F66CE927A6}" type="presOf" srcId="{949CB33A-28B9-FC4E-A1B9-E1097FB8C8E5}" destId="{6ED4DC5C-DAC8-4849-ACB1-EA1D7A359AC5}" srcOrd="0" destOrd="0" presId="urn:microsoft.com/office/officeart/2005/8/layout/process3"/>
    <dgm:cxn modelId="{B0CF7C2E-97A5-5A42-9EF1-72F85D024914}" type="presOf" srcId="{E83C4216-45B4-AC48-BA64-4C8261DCDDFE}" destId="{E10CF103-5842-3249-BEB1-8AFC67768326}" srcOrd="0" destOrd="0" presId="urn:microsoft.com/office/officeart/2005/8/layout/process3"/>
    <dgm:cxn modelId="{FA1A373E-8DA6-B043-9855-BEC8F229A014}" srcId="{C1D2BE7D-0F8C-1243-BF9E-756831C33044}" destId="{1273E642-1005-7A45-A97D-0EB31528DA03}" srcOrd="2" destOrd="0" parTransId="{0ACFFF21-0E6D-2243-B3E7-332EAE9D0087}" sibTransId="{84572618-41FD-B54B-8D92-092A4048B50C}"/>
    <dgm:cxn modelId="{71269F3E-3A47-6C47-B176-A23B5D605720}" type="presOf" srcId="{D0B58A54-5DDF-0C44-B5A9-A0451F4DB0F4}" destId="{76334D42-2F68-774E-A532-DB79E0D2CDD1}" srcOrd="0" destOrd="2" presId="urn:microsoft.com/office/officeart/2005/8/layout/process3"/>
    <dgm:cxn modelId="{14488B44-0002-6F49-A001-990A0BD4C012}" srcId="{E83C4216-45B4-AC48-BA64-4C8261DCDDFE}" destId="{0989B2D5-1C57-E74E-8A5F-E6EA552B9289}" srcOrd="0" destOrd="0" parTransId="{D056BD3F-266E-EB4A-A159-CB1ECD8CAC51}" sibTransId="{C3690180-4BBF-224A-9E3F-64D11F06813A}"/>
    <dgm:cxn modelId="{DAAC544C-120E-9942-BE91-18A94DA86D20}" type="presOf" srcId="{0A16584E-D13F-DA4D-BCCD-57A96B73FA74}" destId="{F1F61D9B-0DA3-F24B-8ADE-CF218AA89DAB}" srcOrd="1" destOrd="0" presId="urn:microsoft.com/office/officeart/2005/8/layout/process3"/>
    <dgm:cxn modelId="{A2CD9957-6041-C949-BA4D-82302A96AF9E}" srcId="{71833120-E520-6042-B8B4-5D9E3543A27E}" destId="{E83C4216-45B4-AC48-BA64-4C8261DCDDFE}" srcOrd="2" destOrd="0" parTransId="{51D2A146-E376-9F40-B9CF-6462C20913E2}" sibTransId="{0157259E-9060-2048-93E1-6DB4B65AD525}"/>
    <dgm:cxn modelId="{D1E91473-7F5C-D847-813F-0CBB13F43892}" srcId="{C1D2BE7D-0F8C-1243-BF9E-756831C33044}" destId="{B6463EE6-3555-6C4D-AAE9-685FA48F9427}" srcOrd="0" destOrd="0" parTransId="{61FD686A-A561-DC41-933A-DE3C85611477}" sibTransId="{D4995303-CC67-364B-96F1-0ED273D19714}"/>
    <dgm:cxn modelId="{32702976-6569-AF4B-B99A-BF941B083D90}" type="presOf" srcId="{949CB33A-28B9-FC4E-A1B9-E1097FB8C8E5}" destId="{7B66D8F9-4B8B-6A4E-82ED-501D2292D0FF}" srcOrd="1" destOrd="0" presId="urn:microsoft.com/office/officeart/2005/8/layout/process3"/>
    <dgm:cxn modelId="{9D262F76-3128-4A4B-A3A9-C2934D771B51}" type="presOf" srcId="{0989B2D5-1C57-E74E-8A5F-E6EA552B9289}" destId="{55FE0794-27D8-EE4E-B17D-37078EB2C218}" srcOrd="0" destOrd="0" presId="urn:microsoft.com/office/officeart/2005/8/layout/process3"/>
    <dgm:cxn modelId="{F5A2B17F-C928-7B4C-BA29-A563FCF42C60}" srcId="{0A16584E-D13F-DA4D-BCCD-57A96B73FA74}" destId="{D0B58A54-5DDF-0C44-B5A9-A0451F4DB0F4}" srcOrd="2" destOrd="0" parTransId="{287DD54D-FB31-F941-8E8C-8E59A61D2A61}" sibTransId="{11BCAF00-B594-444A-8827-E3F85B454B4F}"/>
    <dgm:cxn modelId="{504B7384-1737-364E-A883-72E86358A3C7}" type="presOf" srcId="{E9F9E193-8F51-5544-B131-991FB84A37AA}" destId="{55FE0794-27D8-EE4E-B17D-37078EB2C218}" srcOrd="0" destOrd="2" presId="urn:microsoft.com/office/officeart/2005/8/layout/process3"/>
    <dgm:cxn modelId="{65C14886-BC8F-BC4C-BF53-BFC2749526F1}" type="presOf" srcId="{901268AA-08A9-B448-AA49-2B6CA5836926}" destId="{55FE0794-27D8-EE4E-B17D-37078EB2C218}" srcOrd="0" destOrd="1" presId="urn:microsoft.com/office/officeart/2005/8/layout/process3"/>
    <dgm:cxn modelId="{FDAD118A-C222-F148-A4F7-08C95EDCF125}" type="presOf" srcId="{C1D2BE7D-0F8C-1243-BF9E-756831C33044}" destId="{1D93ABC8-D1FD-4A42-85E1-11B750ABFA82}" srcOrd="1" destOrd="0" presId="urn:microsoft.com/office/officeart/2005/8/layout/process3"/>
    <dgm:cxn modelId="{7929718F-0F50-E240-A757-B08E38DA5A51}" type="presOf" srcId="{B6463EE6-3555-6C4D-AAE9-685FA48F9427}" destId="{EA94BA67-BDF9-3149-A5B5-E8B426827044}" srcOrd="0" destOrd="0" presId="urn:microsoft.com/office/officeart/2005/8/layout/process3"/>
    <dgm:cxn modelId="{83CF8C92-5C49-B744-AFF0-D5A43F3DE48E}" srcId="{0A16584E-D13F-DA4D-BCCD-57A96B73FA74}" destId="{9E208631-AC42-7848-A8E2-7D4C7055D19E}" srcOrd="1" destOrd="0" parTransId="{480B6A03-153B-2F4F-AA2D-360F0CCD8017}" sibTransId="{69FECE8F-DB36-F54D-A734-573BD3C4E672}"/>
    <dgm:cxn modelId="{2B80E292-3025-BE43-A5F4-DF21B5C50644}" type="presOf" srcId="{8FB77717-B37F-2449-A6D1-BEB28CB4B973}" destId="{76334D42-2F68-774E-A532-DB79E0D2CDD1}" srcOrd="0" destOrd="0" presId="urn:microsoft.com/office/officeart/2005/8/layout/process3"/>
    <dgm:cxn modelId="{10E7A396-C359-F142-BCD9-73C8FC26AFF6}" type="presOf" srcId="{71833120-E520-6042-B8B4-5D9E3543A27E}" destId="{404DA668-3A94-0143-B948-BFAE86FAA7AB}" srcOrd="0" destOrd="0" presId="urn:microsoft.com/office/officeart/2005/8/layout/process3"/>
    <dgm:cxn modelId="{9196ED97-8D43-964B-89D8-D3D376892B38}" type="presOf" srcId="{C1D2BE7D-0F8C-1243-BF9E-756831C33044}" destId="{67897F31-AC94-F545-9B0F-9A8D731BF0D9}" srcOrd="0" destOrd="0" presId="urn:microsoft.com/office/officeart/2005/8/layout/process3"/>
    <dgm:cxn modelId="{DA47C19B-AFE3-5349-8106-F4A3C79C153E}" type="presOf" srcId="{9E208631-AC42-7848-A8E2-7D4C7055D19E}" destId="{76334D42-2F68-774E-A532-DB79E0D2CDD1}" srcOrd="0" destOrd="1" presId="urn:microsoft.com/office/officeart/2005/8/layout/process3"/>
    <dgm:cxn modelId="{4C59959D-C1E4-C541-8310-CE53EA5DC50F}" srcId="{E83C4216-45B4-AC48-BA64-4C8261DCDDFE}" destId="{E9F9E193-8F51-5544-B131-991FB84A37AA}" srcOrd="2" destOrd="0" parTransId="{B1A0D270-1196-2049-9334-089327939FA4}" sibTransId="{EB361D5C-8307-324A-8AB0-B58164D36554}"/>
    <dgm:cxn modelId="{0F226BAC-F42C-1A4C-BEB9-93C9B0FAA064}" srcId="{C1D2BE7D-0F8C-1243-BF9E-756831C33044}" destId="{D678954D-CDA2-6442-8DA9-1F3A3F81DC03}" srcOrd="1" destOrd="0" parTransId="{94AA1FD4-72F3-854A-A5CF-63F671E611C2}" sibTransId="{27AB8A66-856E-C44E-ADD3-0BBC3F81B8CA}"/>
    <dgm:cxn modelId="{A0C984B6-2F9B-AC41-9F9D-A5AB02034C35}" type="presOf" srcId="{0A16584E-D13F-DA4D-BCCD-57A96B73FA74}" destId="{012796C2-82C2-A04F-BE93-79FAFBB7AB93}" srcOrd="0" destOrd="0" presId="urn:microsoft.com/office/officeart/2005/8/layout/process3"/>
    <dgm:cxn modelId="{EC38B7D6-8041-5D4D-A9BE-0B7268085B1E}" srcId="{71833120-E520-6042-B8B4-5D9E3543A27E}" destId="{0A16584E-D13F-DA4D-BCCD-57A96B73FA74}" srcOrd="1" destOrd="0" parTransId="{C85BA8F7-9609-C646-A37A-1A4EF6F7A510}" sibTransId="{1C80678F-4FEF-2347-A102-04C9709BB71F}"/>
    <dgm:cxn modelId="{8B32F1D7-8890-6E4E-9D89-0181D434F675}" type="presOf" srcId="{1273E642-1005-7A45-A97D-0EB31528DA03}" destId="{EA94BA67-BDF9-3149-A5B5-E8B426827044}" srcOrd="0" destOrd="2" presId="urn:microsoft.com/office/officeart/2005/8/layout/process3"/>
    <dgm:cxn modelId="{A4958ED9-2D81-D64B-B9EA-6AD05C675229}" type="presOf" srcId="{1C80678F-4FEF-2347-A102-04C9709BB71F}" destId="{9AB95A58-AD58-4C40-8C80-7CBBE992B87F}" srcOrd="0" destOrd="0" presId="urn:microsoft.com/office/officeart/2005/8/layout/process3"/>
    <dgm:cxn modelId="{543F66F0-2214-BA41-B898-172C4ACBCE62}" type="presOf" srcId="{1C80678F-4FEF-2347-A102-04C9709BB71F}" destId="{C54D60A4-F7D9-7B45-B70C-3A2096BFB48E}" srcOrd="1" destOrd="0" presId="urn:microsoft.com/office/officeart/2005/8/layout/process3"/>
    <dgm:cxn modelId="{A61DBA07-8F74-404D-B732-AF2934A1E628}" type="presParOf" srcId="{404DA668-3A94-0143-B948-BFAE86FAA7AB}" destId="{6B9ACF63-BE45-6743-9A3C-64F8BAD8347B}" srcOrd="0" destOrd="0" presId="urn:microsoft.com/office/officeart/2005/8/layout/process3"/>
    <dgm:cxn modelId="{326BBB4F-C3B9-FC44-B8B9-DC0F32C8A663}" type="presParOf" srcId="{6B9ACF63-BE45-6743-9A3C-64F8BAD8347B}" destId="{67897F31-AC94-F545-9B0F-9A8D731BF0D9}" srcOrd="0" destOrd="0" presId="urn:microsoft.com/office/officeart/2005/8/layout/process3"/>
    <dgm:cxn modelId="{01E20F88-387C-9F44-822D-7AB1B6287666}" type="presParOf" srcId="{6B9ACF63-BE45-6743-9A3C-64F8BAD8347B}" destId="{1D93ABC8-D1FD-4A42-85E1-11B750ABFA82}" srcOrd="1" destOrd="0" presId="urn:microsoft.com/office/officeart/2005/8/layout/process3"/>
    <dgm:cxn modelId="{9366933F-5B0B-2845-A1B4-6EF376FCF026}" type="presParOf" srcId="{6B9ACF63-BE45-6743-9A3C-64F8BAD8347B}" destId="{EA94BA67-BDF9-3149-A5B5-E8B426827044}" srcOrd="2" destOrd="0" presId="urn:microsoft.com/office/officeart/2005/8/layout/process3"/>
    <dgm:cxn modelId="{8ACC20BB-E3D6-164E-A16E-F4BB4D661B56}" type="presParOf" srcId="{404DA668-3A94-0143-B948-BFAE86FAA7AB}" destId="{6ED4DC5C-DAC8-4849-ACB1-EA1D7A359AC5}" srcOrd="1" destOrd="0" presId="urn:microsoft.com/office/officeart/2005/8/layout/process3"/>
    <dgm:cxn modelId="{1BB05403-01F5-674B-9889-9F004CFD1EB9}" type="presParOf" srcId="{6ED4DC5C-DAC8-4849-ACB1-EA1D7A359AC5}" destId="{7B66D8F9-4B8B-6A4E-82ED-501D2292D0FF}" srcOrd="0" destOrd="0" presId="urn:microsoft.com/office/officeart/2005/8/layout/process3"/>
    <dgm:cxn modelId="{5A296A10-D8F8-484B-BBFE-D33D39204ECD}" type="presParOf" srcId="{404DA668-3A94-0143-B948-BFAE86FAA7AB}" destId="{F4AAEBF6-7CD2-A948-9FFE-0644D4CBD1C7}" srcOrd="2" destOrd="0" presId="urn:microsoft.com/office/officeart/2005/8/layout/process3"/>
    <dgm:cxn modelId="{95E53C87-6605-3242-B9E4-B428C78141A6}" type="presParOf" srcId="{F4AAEBF6-7CD2-A948-9FFE-0644D4CBD1C7}" destId="{012796C2-82C2-A04F-BE93-79FAFBB7AB93}" srcOrd="0" destOrd="0" presId="urn:microsoft.com/office/officeart/2005/8/layout/process3"/>
    <dgm:cxn modelId="{89A69E2B-653B-E540-9713-E55C628193EA}" type="presParOf" srcId="{F4AAEBF6-7CD2-A948-9FFE-0644D4CBD1C7}" destId="{F1F61D9B-0DA3-F24B-8ADE-CF218AA89DAB}" srcOrd="1" destOrd="0" presId="urn:microsoft.com/office/officeart/2005/8/layout/process3"/>
    <dgm:cxn modelId="{55320390-2AE0-8840-878F-534252ACD59E}" type="presParOf" srcId="{F4AAEBF6-7CD2-A948-9FFE-0644D4CBD1C7}" destId="{76334D42-2F68-774E-A532-DB79E0D2CDD1}" srcOrd="2" destOrd="0" presId="urn:microsoft.com/office/officeart/2005/8/layout/process3"/>
    <dgm:cxn modelId="{25695542-34F2-5244-9FD6-AEC6EF472817}" type="presParOf" srcId="{404DA668-3A94-0143-B948-BFAE86FAA7AB}" destId="{9AB95A58-AD58-4C40-8C80-7CBBE992B87F}" srcOrd="3" destOrd="0" presId="urn:microsoft.com/office/officeart/2005/8/layout/process3"/>
    <dgm:cxn modelId="{867F3964-D608-2B4F-818B-879F4982CBA3}" type="presParOf" srcId="{9AB95A58-AD58-4C40-8C80-7CBBE992B87F}" destId="{C54D60A4-F7D9-7B45-B70C-3A2096BFB48E}" srcOrd="0" destOrd="0" presId="urn:microsoft.com/office/officeart/2005/8/layout/process3"/>
    <dgm:cxn modelId="{0456AB39-066F-ED4F-A33A-FB443EA3EBA8}" type="presParOf" srcId="{404DA668-3A94-0143-B948-BFAE86FAA7AB}" destId="{299D3EBB-D6CD-B547-9744-84B7A6194D88}" srcOrd="4" destOrd="0" presId="urn:microsoft.com/office/officeart/2005/8/layout/process3"/>
    <dgm:cxn modelId="{7268909B-2FEA-404F-A1FD-339D8DCEF57C}" type="presParOf" srcId="{299D3EBB-D6CD-B547-9744-84B7A6194D88}" destId="{E10CF103-5842-3249-BEB1-8AFC67768326}" srcOrd="0" destOrd="0" presId="urn:microsoft.com/office/officeart/2005/8/layout/process3"/>
    <dgm:cxn modelId="{B0917545-B5CA-CA4F-856B-2CB9ABC28D6E}" type="presParOf" srcId="{299D3EBB-D6CD-B547-9744-84B7A6194D88}" destId="{ADDBC6E5-88A9-534D-8CFC-EACD0012F676}" srcOrd="1" destOrd="0" presId="urn:microsoft.com/office/officeart/2005/8/layout/process3"/>
    <dgm:cxn modelId="{85426630-512F-9D4B-BF22-1C2D8C78CC3C}" type="presParOf" srcId="{299D3EBB-D6CD-B547-9744-84B7A6194D88}" destId="{55FE0794-27D8-EE4E-B17D-37078EB2C21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3ABC8-D1FD-4A42-85E1-11B750ABFA82}">
      <dsp:nvSpPr>
        <dsp:cNvPr id="0" name=""/>
        <dsp:cNvSpPr/>
      </dsp:nvSpPr>
      <dsp:spPr>
        <a:xfrm>
          <a:off x="5457" y="543011"/>
          <a:ext cx="2481417" cy="1059265"/>
        </a:xfrm>
        <a:prstGeom prst="roundRect">
          <a:avLst>
            <a:gd name="adj" fmla="val 10000"/>
          </a:avLst>
        </a:prstGeom>
        <a:solidFill>
          <a:srgbClr val="0D236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Diagnose</a:t>
          </a:r>
        </a:p>
      </dsp:txBody>
      <dsp:txXfrm>
        <a:off x="5457" y="543011"/>
        <a:ext cx="2481417" cy="706177"/>
      </dsp:txXfrm>
    </dsp:sp>
    <dsp:sp modelId="{EA94BA67-BDF9-3149-A5B5-E8B426827044}">
      <dsp:nvSpPr>
        <dsp:cNvPr id="0" name=""/>
        <dsp:cNvSpPr/>
      </dsp:nvSpPr>
      <dsp:spPr>
        <a:xfrm>
          <a:off x="513699" y="1249188"/>
          <a:ext cx="2481417" cy="2475000"/>
        </a:xfrm>
        <a:prstGeom prst="roundRect">
          <a:avLst>
            <a:gd name="adj" fmla="val 10000"/>
          </a:avLst>
        </a:prstGeom>
        <a:solidFill>
          <a:schemeClr val="lt1">
            <a:alpha val="90000"/>
            <a:hueOff val="0"/>
            <a:satOff val="0"/>
            <a:lumOff val="0"/>
            <a:alphaOff val="0"/>
          </a:schemeClr>
        </a:solidFill>
        <a:ln w="19050" cap="flat" cmpd="sng" algn="ctr">
          <a:solidFill>
            <a:srgbClr val="0D236A"/>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Clarify the decision</a:t>
          </a:r>
        </a:p>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Define scope and success metrics</a:t>
          </a:r>
        </a:p>
      </dsp:txBody>
      <dsp:txXfrm>
        <a:off x="586189" y="1321678"/>
        <a:ext cx="2336437" cy="2330020"/>
      </dsp:txXfrm>
    </dsp:sp>
    <dsp:sp modelId="{6ED4DC5C-DAC8-4849-ACB1-EA1D7A359AC5}">
      <dsp:nvSpPr>
        <dsp:cNvPr id="0" name=""/>
        <dsp:cNvSpPr/>
      </dsp:nvSpPr>
      <dsp:spPr>
        <a:xfrm>
          <a:off x="2863048" y="587199"/>
          <a:ext cx="797488" cy="617801"/>
        </a:xfrm>
        <a:prstGeom prst="rightArrow">
          <a:avLst>
            <a:gd name="adj1" fmla="val 60000"/>
            <a:gd name="adj2" fmla="val 50000"/>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863048" y="710759"/>
        <a:ext cx="612148" cy="370681"/>
      </dsp:txXfrm>
    </dsp:sp>
    <dsp:sp modelId="{F1F61D9B-0DA3-F24B-8ADE-CF218AA89DAB}">
      <dsp:nvSpPr>
        <dsp:cNvPr id="0" name=""/>
        <dsp:cNvSpPr/>
      </dsp:nvSpPr>
      <dsp:spPr>
        <a:xfrm>
          <a:off x="3991570" y="543011"/>
          <a:ext cx="2481417" cy="1059265"/>
        </a:xfrm>
        <a:prstGeom prst="roundRect">
          <a:avLst>
            <a:gd name="adj" fmla="val 10000"/>
          </a:avLst>
        </a:prstGeom>
        <a:solidFill>
          <a:srgbClr val="0D236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Analyze</a:t>
          </a:r>
        </a:p>
      </dsp:txBody>
      <dsp:txXfrm>
        <a:off x="3991570" y="543011"/>
        <a:ext cx="2481417" cy="706177"/>
      </dsp:txXfrm>
    </dsp:sp>
    <dsp:sp modelId="{76334D42-2F68-774E-A532-DB79E0D2CDD1}">
      <dsp:nvSpPr>
        <dsp:cNvPr id="0" name=""/>
        <dsp:cNvSpPr/>
      </dsp:nvSpPr>
      <dsp:spPr>
        <a:xfrm>
          <a:off x="4499812" y="1249188"/>
          <a:ext cx="2481417" cy="2475000"/>
        </a:xfrm>
        <a:prstGeom prst="roundRect">
          <a:avLst>
            <a:gd name="adj" fmla="val 10000"/>
          </a:avLst>
        </a:prstGeom>
        <a:solidFill>
          <a:schemeClr val="lt1">
            <a:alpha val="90000"/>
            <a:hueOff val="0"/>
            <a:satOff val="0"/>
            <a:lumOff val="0"/>
            <a:alphaOff val="0"/>
          </a:schemeClr>
        </a:solidFill>
        <a:ln w="19050" cap="flat" cmpd="sng" algn="ctr">
          <a:solidFill>
            <a:srgbClr val="0D236A"/>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Break problem into MECE components</a:t>
          </a:r>
        </a:p>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Run targeted analysis</a:t>
          </a:r>
        </a:p>
      </dsp:txBody>
      <dsp:txXfrm>
        <a:off x="4572302" y="1321678"/>
        <a:ext cx="2336437" cy="2330020"/>
      </dsp:txXfrm>
    </dsp:sp>
    <dsp:sp modelId="{9AB95A58-AD58-4C40-8C80-7CBBE992B87F}">
      <dsp:nvSpPr>
        <dsp:cNvPr id="0" name=""/>
        <dsp:cNvSpPr/>
      </dsp:nvSpPr>
      <dsp:spPr>
        <a:xfrm>
          <a:off x="6849161" y="587199"/>
          <a:ext cx="797488" cy="617801"/>
        </a:xfrm>
        <a:prstGeom prst="rightArrow">
          <a:avLst>
            <a:gd name="adj1" fmla="val 60000"/>
            <a:gd name="adj2" fmla="val 50000"/>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849161" y="710759"/>
        <a:ext cx="612148" cy="370681"/>
      </dsp:txXfrm>
    </dsp:sp>
    <dsp:sp modelId="{ADDBC6E5-88A9-534D-8CFC-EACD0012F676}">
      <dsp:nvSpPr>
        <dsp:cNvPr id="0" name=""/>
        <dsp:cNvSpPr/>
      </dsp:nvSpPr>
      <dsp:spPr>
        <a:xfrm>
          <a:off x="7977683" y="543011"/>
          <a:ext cx="2481417" cy="1059265"/>
        </a:xfrm>
        <a:prstGeom prst="roundRect">
          <a:avLst>
            <a:gd name="adj" fmla="val 10000"/>
          </a:avLst>
        </a:prstGeom>
        <a:solidFill>
          <a:srgbClr val="0D236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Recommend</a:t>
          </a:r>
        </a:p>
      </dsp:txBody>
      <dsp:txXfrm>
        <a:off x="7977683" y="543011"/>
        <a:ext cx="2481417" cy="706177"/>
      </dsp:txXfrm>
    </dsp:sp>
    <dsp:sp modelId="{55FE0794-27D8-EE4E-B17D-37078EB2C218}">
      <dsp:nvSpPr>
        <dsp:cNvPr id="0" name=""/>
        <dsp:cNvSpPr/>
      </dsp:nvSpPr>
      <dsp:spPr>
        <a:xfrm>
          <a:off x="8485925" y="1249188"/>
          <a:ext cx="2481417" cy="2475000"/>
        </a:xfrm>
        <a:prstGeom prst="roundRect">
          <a:avLst>
            <a:gd name="adj" fmla="val 10000"/>
          </a:avLst>
        </a:prstGeom>
        <a:solidFill>
          <a:schemeClr val="lt1">
            <a:alpha val="90000"/>
            <a:hueOff val="0"/>
            <a:satOff val="0"/>
            <a:lumOff val="0"/>
            <a:alphaOff val="0"/>
          </a:schemeClr>
        </a:solidFill>
        <a:ln w="19050" cap="flat" cmpd="sng" algn="ctr">
          <a:solidFill>
            <a:srgbClr val="0D236A"/>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Take a clear position</a:t>
          </a:r>
        </a:p>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Quantify impact and risks</a:t>
          </a:r>
        </a:p>
        <a:p>
          <a:pPr marL="228600" lvl="1" indent="-228600" algn="l" defTabSz="889000">
            <a:lnSpc>
              <a:spcPct val="90000"/>
            </a:lnSpc>
            <a:spcBef>
              <a:spcPct val="0"/>
            </a:spcBef>
            <a:spcAft>
              <a:spcPct val="15000"/>
            </a:spcAft>
            <a:buChar char="•"/>
          </a:pPr>
          <a:r>
            <a:rPr lang="en-US" sz="2000" b="0" i="0" kern="1200" dirty="0">
              <a:latin typeface="Helvetica Neue" panose="02000503000000020004" pitchFamily="2" charset="0"/>
              <a:ea typeface="Helvetica Neue" panose="02000503000000020004" pitchFamily="2" charset="0"/>
              <a:cs typeface="Helvetica Neue" panose="02000503000000020004" pitchFamily="2" charset="0"/>
            </a:rPr>
            <a:t>Provide implementation roadmap</a:t>
          </a:r>
        </a:p>
      </dsp:txBody>
      <dsp:txXfrm>
        <a:off x="8558415" y="1321678"/>
        <a:ext cx="2336437" cy="23300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56B9B-3843-D342-952B-288B26576B71}">
      <dsp:nvSpPr>
        <dsp:cNvPr id="0" name=""/>
        <dsp:cNvSpPr/>
      </dsp:nvSpPr>
      <dsp:spPr>
        <a:xfrm>
          <a:off x="3429" y="2085"/>
          <a:ext cx="3343274" cy="1337309"/>
        </a:xfrm>
        <a:prstGeom prst="rect">
          <a:avLst/>
        </a:prstGeom>
        <a:solidFill>
          <a:srgbClr val="0D236A"/>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Structured Thinking</a:t>
          </a:r>
        </a:p>
      </dsp:txBody>
      <dsp:txXfrm>
        <a:off x="3429" y="2085"/>
        <a:ext cx="3343274" cy="1337309"/>
      </dsp:txXfrm>
    </dsp:sp>
    <dsp:sp modelId="{AED131ED-D693-ED4E-918D-F6BD751C42AA}">
      <dsp:nvSpPr>
        <dsp:cNvPr id="0" name=""/>
        <dsp:cNvSpPr/>
      </dsp:nvSpPr>
      <dsp:spPr>
        <a:xfrm>
          <a:off x="3429" y="1339395"/>
          <a:ext cx="3343274" cy="2239920"/>
        </a:xfrm>
        <a:prstGeom prst="rect">
          <a:avLst/>
        </a:prstGeom>
        <a:solidFill>
          <a:schemeClr val="bg1">
            <a:lumMod val="95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latin typeface="Helvetica Neue" panose="02000503000000020004" pitchFamily="2" charset="0"/>
              <a:ea typeface="Helvetica Neue" panose="02000503000000020004" pitchFamily="2" charset="0"/>
              <a:cs typeface="Helvetica Neue" panose="02000503000000020004" pitchFamily="2" charset="0"/>
            </a:rPr>
            <a:t>Break ambiguity into components</a:t>
          </a:r>
        </a:p>
        <a:p>
          <a:pPr marL="228600" lvl="1" indent="-228600" algn="l" defTabSz="1066800">
            <a:lnSpc>
              <a:spcPct val="90000"/>
            </a:lnSpc>
            <a:spcBef>
              <a:spcPct val="0"/>
            </a:spcBef>
            <a:spcAft>
              <a:spcPct val="15000"/>
            </a:spcAft>
            <a:buChar char="•"/>
          </a:pPr>
          <a:r>
            <a:rPr lang="en-US" sz="2400" b="0" i="0" kern="1200" dirty="0">
              <a:latin typeface="Helvetica Neue" panose="02000503000000020004" pitchFamily="2" charset="0"/>
              <a:ea typeface="Helvetica Neue" panose="02000503000000020004" pitchFamily="2" charset="0"/>
              <a:cs typeface="Helvetica Neue" panose="02000503000000020004" pitchFamily="2" charset="0"/>
            </a:rPr>
            <a:t>Hypothesis-driven problem solving</a:t>
          </a:r>
        </a:p>
      </dsp:txBody>
      <dsp:txXfrm>
        <a:off x="3429" y="1339395"/>
        <a:ext cx="3343274" cy="2239920"/>
      </dsp:txXfrm>
    </dsp:sp>
    <dsp:sp modelId="{7DE31C26-F83C-7A4F-93AE-3F9E94851B74}">
      <dsp:nvSpPr>
        <dsp:cNvPr id="0" name=""/>
        <dsp:cNvSpPr/>
      </dsp:nvSpPr>
      <dsp:spPr>
        <a:xfrm>
          <a:off x="3814762" y="2085"/>
          <a:ext cx="3343274" cy="1337309"/>
        </a:xfrm>
        <a:prstGeom prst="rect">
          <a:avLst/>
        </a:prstGeom>
        <a:solidFill>
          <a:srgbClr val="0D236A"/>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Entrepreneurial Drive</a:t>
          </a:r>
        </a:p>
      </dsp:txBody>
      <dsp:txXfrm>
        <a:off x="3814762" y="2085"/>
        <a:ext cx="3343274" cy="1337309"/>
      </dsp:txXfrm>
    </dsp:sp>
    <dsp:sp modelId="{84F902B6-D757-DB4B-B030-D5E3AC8D2922}">
      <dsp:nvSpPr>
        <dsp:cNvPr id="0" name=""/>
        <dsp:cNvSpPr/>
      </dsp:nvSpPr>
      <dsp:spPr>
        <a:xfrm>
          <a:off x="3814762" y="1339395"/>
          <a:ext cx="3343274" cy="2239920"/>
        </a:xfrm>
        <a:prstGeom prst="rect">
          <a:avLst/>
        </a:prstGeom>
        <a:solidFill>
          <a:schemeClr val="bg1">
            <a:lumMod val="95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latin typeface="Helvetica Neue" panose="02000503000000020004" pitchFamily="2" charset="0"/>
              <a:ea typeface="Helvetica Neue" panose="02000503000000020004" pitchFamily="2" charset="0"/>
              <a:cs typeface="Helvetica Neue" panose="02000503000000020004" pitchFamily="2" charset="0"/>
            </a:rPr>
            <a:t>Ownership and initiative</a:t>
          </a:r>
        </a:p>
        <a:p>
          <a:pPr marL="228600" lvl="1" indent="-228600" algn="l" defTabSz="1066800">
            <a:lnSpc>
              <a:spcPct val="90000"/>
            </a:lnSpc>
            <a:spcBef>
              <a:spcPct val="0"/>
            </a:spcBef>
            <a:spcAft>
              <a:spcPct val="15000"/>
            </a:spcAft>
            <a:buChar char="•"/>
          </a:pPr>
          <a:r>
            <a:rPr lang="en-US" sz="2400" b="0" i="0" kern="1200" dirty="0">
              <a:latin typeface="Helvetica Neue" panose="02000503000000020004" pitchFamily="2" charset="0"/>
              <a:ea typeface="Helvetica Neue" panose="02000503000000020004" pitchFamily="2" charset="0"/>
              <a:cs typeface="Helvetica Neue" panose="02000503000000020004" pitchFamily="2" charset="0"/>
            </a:rPr>
            <a:t>Moves work forward independently</a:t>
          </a:r>
        </a:p>
      </dsp:txBody>
      <dsp:txXfrm>
        <a:off x="3814762" y="1339395"/>
        <a:ext cx="3343274" cy="2239920"/>
      </dsp:txXfrm>
    </dsp:sp>
    <dsp:sp modelId="{E96A5FCD-2463-FB46-BFEB-43497E18EE9D}">
      <dsp:nvSpPr>
        <dsp:cNvPr id="0" name=""/>
        <dsp:cNvSpPr/>
      </dsp:nvSpPr>
      <dsp:spPr>
        <a:xfrm>
          <a:off x="7626096" y="2085"/>
          <a:ext cx="3343274" cy="1337309"/>
        </a:xfrm>
        <a:prstGeom prst="rect">
          <a:avLst/>
        </a:prstGeom>
        <a:solidFill>
          <a:srgbClr val="0D236A"/>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Client-Ready Communication</a:t>
          </a:r>
        </a:p>
      </dsp:txBody>
      <dsp:txXfrm>
        <a:off x="7626096" y="2085"/>
        <a:ext cx="3343274" cy="1337309"/>
      </dsp:txXfrm>
    </dsp:sp>
    <dsp:sp modelId="{52D793ED-95EC-2541-B334-098044C875AF}">
      <dsp:nvSpPr>
        <dsp:cNvPr id="0" name=""/>
        <dsp:cNvSpPr/>
      </dsp:nvSpPr>
      <dsp:spPr>
        <a:xfrm>
          <a:off x="7626096" y="1339395"/>
          <a:ext cx="3343274" cy="2239920"/>
        </a:xfrm>
        <a:prstGeom prst="rect">
          <a:avLst/>
        </a:prstGeom>
        <a:solidFill>
          <a:schemeClr val="bg1">
            <a:lumMod val="95000"/>
            <a:alpha val="9000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latin typeface="Helvetica Neue" panose="02000503000000020004" pitchFamily="2" charset="0"/>
              <a:ea typeface="Helvetica Neue" panose="02000503000000020004" pitchFamily="2" charset="0"/>
              <a:cs typeface="Helvetica Neue" panose="02000503000000020004" pitchFamily="2" charset="0"/>
            </a:rPr>
            <a:t>Clear thinking and persuasion</a:t>
          </a:r>
        </a:p>
        <a:p>
          <a:pPr marL="228600" lvl="1" indent="-228600" algn="l" defTabSz="1066800">
            <a:lnSpc>
              <a:spcPct val="90000"/>
            </a:lnSpc>
            <a:spcBef>
              <a:spcPct val="0"/>
            </a:spcBef>
            <a:spcAft>
              <a:spcPct val="15000"/>
            </a:spcAft>
            <a:buChar char="•"/>
          </a:pPr>
          <a:r>
            <a:rPr lang="en-US" sz="2400" b="0" i="0" kern="1200" dirty="0">
              <a:latin typeface="Helvetica Neue" panose="02000503000000020004" pitchFamily="2" charset="0"/>
              <a:ea typeface="Helvetica Neue" panose="02000503000000020004" pitchFamily="2" charset="0"/>
              <a:cs typeface="Helvetica Neue" panose="02000503000000020004" pitchFamily="2" charset="0"/>
            </a:rPr>
            <a:t>Builds trust with executives</a:t>
          </a:r>
        </a:p>
      </dsp:txBody>
      <dsp:txXfrm>
        <a:off x="7626096" y="1339395"/>
        <a:ext cx="3343274" cy="22399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3ABC8-D1FD-4A42-85E1-11B750ABFA82}">
      <dsp:nvSpPr>
        <dsp:cNvPr id="0" name=""/>
        <dsp:cNvSpPr/>
      </dsp:nvSpPr>
      <dsp:spPr>
        <a:xfrm>
          <a:off x="5457" y="220230"/>
          <a:ext cx="2481417" cy="1052612"/>
        </a:xfrm>
        <a:prstGeom prst="roundRect">
          <a:avLst>
            <a:gd name="adj" fmla="val 10000"/>
          </a:avLst>
        </a:prstGeom>
        <a:solidFill>
          <a:srgbClr val="0D236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Explore</a:t>
          </a:r>
        </a:p>
      </dsp:txBody>
      <dsp:txXfrm>
        <a:off x="5457" y="220230"/>
        <a:ext cx="2481417" cy="701741"/>
      </dsp:txXfrm>
    </dsp:sp>
    <dsp:sp modelId="{EA94BA67-BDF9-3149-A5B5-E8B426827044}">
      <dsp:nvSpPr>
        <dsp:cNvPr id="0" name=""/>
        <dsp:cNvSpPr/>
      </dsp:nvSpPr>
      <dsp:spPr>
        <a:xfrm>
          <a:off x="513699" y="921972"/>
          <a:ext cx="2481417" cy="3124996"/>
        </a:xfrm>
        <a:prstGeom prst="roundRect">
          <a:avLst>
            <a:gd name="adj" fmla="val 10000"/>
          </a:avLst>
        </a:prstGeom>
        <a:solidFill>
          <a:schemeClr val="lt1">
            <a:alpha val="90000"/>
            <a:hueOff val="0"/>
            <a:satOff val="0"/>
            <a:lumOff val="0"/>
            <a:alphaOff val="0"/>
          </a:schemeClr>
        </a:solidFill>
        <a:ln w="19050" cap="flat" cmpd="sng" algn="ctr">
          <a:solidFill>
            <a:srgbClr val="0D236A"/>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49352" bIns="149352" numCol="1" spcCol="1270" anchor="t" anchorCtr="0">
          <a:noAutofit/>
        </a:bodyPr>
        <a:lstStyle/>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Info sessions</a:t>
          </a:r>
        </a:p>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Alumni conversations</a:t>
          </a:r>
        </a:p>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Career center exposure</a:t>
          </a:r>
        </a:p>
      </dsp:txBody>
      <dsp:txXfrm>
        <a:off x="586377" y="994650"/>
        <a:ext cx="2336061" cy="2979640"/>
      </dsp:txXfrm>
    </dsp:sp>
    <dsp:sp modelId="{6ED4DC5C-DAC8-4849-ACB1-EA1D7A359AC5}">
      <dsp:nvSpPr>
        <dsp:cNvPr id="0" name=""/>
        <dsp:cNvSpPr/>
      </dsp:nvSpPr>
      <dsp:spPr>
        <a:xfrm>
          <a:off x="2863048" y="262200"/>
          <a:ext cx="797488" cy="617801"/>
        </a:xfrm>
        <a:prstGeom prst="rightArrow">
          <a:avLst>
            <a:gd name="adj1" fmla="val 60000"/>
            <a:gd name="adj2" fmla="val 50000"/>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2863048" y="385760"/>
        <a:ext cx="612148" cy="370681"/>
      </dsp:txXfrm>
    </dsp:sp>
    <dsp:sp modelId="{F1F61D9B-0DA3-F24B-8ADE-CF218AA89DAB}">
      <dsp:nvSpPr>
        <dsp:cNvPr id="0" name=""/>
        <dsp:cNvSpPr/>
      </dsp:nvSpPr>
      <dsp:spPr>
        <a:xfrm>
          <a:off x="3991570" y="220230"/>
          <a:ext cx="2481417" cy="1052612"/>
        </a:xfrm>
        <a:prstGeom prst="roundRect">
          <a:avLst>
            <a:gd name="adj" fmla="val 10000"/>
          </a:avLst>
        </a:prstGeom>
        <a:solidFill>
          <a:srgbClr val="0D236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Prepare</a:t>
          </a:r>
        </a:p>
      </dsp:txBody>
      <dsp:txXfrm>
        <a:off x="3991570" y="220230"/>
        <a:ext cx="2481417" cy="701741"/>
      </dsp:txXfrm>
    </dsp:sp>
    <dsp:sp modelId="{76334D42-2F68-774E-A532-DB79E0D2CDD1}">
      <dsp:nvSpPr>
        <dsp:cNvPr id="0" name=""/>
        <dsp:cNvSpPr/>
      </dsp:nvSpPr>
      <dsp:spPr>
        <a:xfrm>
          <a:off x="4499812" y="921972"/>
          <a:ext cx="2481417" cy="3124996"/>
        </a:xfrm>
        <a:prstGeom prst="roundRect">
          <a:avLst>
            <a:gd name="adj" fmla="val 10000"/>
          </a:avLst>
        </a:prstGeom>
        <a:solidFill>
          <a:schemeClr val="lt1">
            <a:alpha val="90000"/>
            <a:hueOff val="0"/>
            <a:satOff val="0"/>
            <a:lumOff val="0"/>
            <a:alphaOff val="0"/>
          </a:schemeClr>
        </a:solidFill>
        <a:ln w="19050" cap="flat" cmpd="sng" algn="ctr">
          <a:solidFill>
            <a:srgbClr val="0D236A"/>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49352" bIns="149352" numCol="1" spcCol="1270" anchor="t" anchorCtr="0">
          <a:noAutofit/>
        </a:bodyPr>
        <a:lstStyle/>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Case interview training</a:t>
          </a:r>
        </a:p>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Consulting clubs / client work</a:t>
          </a:r>
        </a:p>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Networking</a:t>
          </a:r>
        </a:p>
      </dsp:txBody>
      <dsp:txXfrm>
        <a:off x="4572490" y="994650"/>
        <a:ext cx="2336061" cy="2979640"/>
      </dsp:txXfrm>
    </dsp:sp>
    <dsp:sp modelId="{9AB95A58-AD58-4C40-8C80-7CBBE992B87F}">
      <dsp:nvSpPr>
        <dsp:cNvPr id="0" name=""/>
        <dsp:cNvSpPr/>
      </dsp:nvSpPr>
      <dsp:spPr>
        <a:xfrm>
          <a:off x="6849161" y="262200"/>
          <a:ext cx="797488" cy="617801"/>
        </a:xfrm>
        <a:prstGeom prst="rightArrow">
          <a:avLst>
            <a:gd name="adj1" fmla="val 60000"/>
            <a:gd name="adj2" fmla="val 50000"/>
          </a:avLst>
        </a:prstGeom>
        <a:solidFill>
          <a:schemeClr val="bg1">
            <a:lumMod val="8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6849161" y="385760"/>
        <a:ext cx="612148" cy="370681"/>
      </dsp:txXfrm>
    </dsp:sp>
    <dsp:sp modelId="{ADDBC6E5-88A9-534D-8CFC-EACD0012F676}">
      <dsp:nvSpPr>
        <dsp:cNvPr id="0" name=""/>
        <dsp:cNvSpPr/>
      </dsp:nvSpPr>
      <dsp:spPr>
        <a:xfrm>
          <a:off x="7977683" y="220230"/>
          <a:ext cx="2481417" cy="1052612"/>
        </a:xfrm>
        <a:prstGeom prst="roundRect">
          <a:avLst>
            <a:gd name="adj" fmla="val 10000"/>
          </a:avLst>
        </a:prstGeom>
        <a:solidFill>
          <a:srgbClr val="0D236A"/>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06680" numCol="1" spcCol="1270" anchor="t" anchorCtr="0">
          <a:noAutofit/>
        </a:bodyPr>
        <a:lstStyle/>
        <a:p>
          <a:pPr marL="0" lvl="0" indent="0" algn="l" defTabSz="1244600">
            <a:lnSpc>
              <a:spcPct val="90000"/>
            </a:lnSpc>
            <a:spcBef>
              <a:spcPct val="0"/>
            </a:spcBef>
            <a:spcAft>
              <a:spcPct val="35000"/>
            </a:spcAft>
            <a:buNone/>
          </a:pPr>
          <a:r>
            <a:rPr lang="en-US" sz="2800" b="0" i="0" kern="1200" dirty="0">
              <a:latin typeface="Helvetica Neue Medium" panose="02000503000000020004" pitchFamily="2" charset="0"/>
              <a:ea typeface="Helvetica Neue Medium" panose="02000503000000020004" pitchFamily="2" charset="0"/>
              <a:cs typeface="Helvetica Neue Medium" panose="02000503000000020004" pitchFamily="2" charset="0"/>
            </a:rPr>
            <a:t>Convert</a:t>
          </a:r>
        </a:p>
      </dsp:txBody>
      <dsp:txXfrm>
        <a:off x="7977683" y="220230"/>
        <a:ext cx="2481417" cy="701741"/>
      </dsp:txXfrm>
    </dsp:sp>
    <dsp:sp modelId="{55FE0794-27D8-EE4E-B17D-37078EB2C218}">
      <dsp:nvSpPr>
        <dsp:cNvPr id="0" name=""/>
        <dsp:cNvSpPr/>
      </dsp:nvSpPr>
      <dsp:spPr>
        <a:xfrm>
          <a:off x="8485925" y="921972"/>
          <a:ext cx="2481417" cy="3124996"/>
        </a:xfrm>
        <a:prstGeom prst="roundRect">
          <a:avLst>
            <a:gd name="adj" fmla="val 10000"/>
          </a:avLst>
        </a:prstGeom>
        <a:solidFill>
          <a:schemeClr val="lt1">
            <a:alpha val="90000"/>
            <a:hueOff val="0"/>
            <a:satOff val="0"/>
            <a:lumOff val="0"/>
            <a:alphaOff val="0"/>
          </a:schemeClr>
        </a:solidFill>
        <a:ln w="19050" cap="flat" cmpd="sng" algn="ctr">
          <a:solidFill>
            <a:srgbClr val="0D236A"/>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49352" bIns="149352" numCol="1" spcCol="1270" anchor="t" anchorCtr="0">
          <a:noAutofit/>
        </a:bodyPr>
        <a:lstStyle/>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Referrals and applications</a:t>
          </a:r>
        </a:p>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Case interviews</a:t>
          </a:r>
        </a:p>
        <a:p>
          <a:pPr marL="228600" lvl="1" indent="-228600" algn="l" defTabSz="933450">
            <a:lnSpc>
              <a:spcPct val="90000"/>
            </a:lnSpc>
            <a:spcBef>
              <a:spcPct val="0"/>
            </a:spcBef>
            <a:spcAft>
              <a:spcPct val="15000"/>
            </a:spcAft>
            <a:buChar char="•"/>
          </a:pPr>
          <a:r>
            <a:rPr lang="en-US" sz="2100" b="0" i="0" kern="1200" dirty="0">
              <a:latin typeface="Helvetica Neue" panose="02000503000000020004" pitchFamily="2" charset="0"/>
              <a:ea typeface="Helvetica Neue" panose="02000503000000020004" pitchFamily="2" charset="0"/>
              <a:cs typeface="Helvetica Neue" panose="02000503000000020004" pitchFamily="2" charset="0"/>
            </a:rPr>
            <a:t>Recruiting cycles (junior summer internships, full-time offers)</a:t>
          </a:r>
        </a:p>
      </dsp:txBody>
      <dsp:txXfrm>
        <a:off x="8558603" y="994650"/>
        <a:ext cx="2336061" cy="29796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09342-4ABC-FD44-A768-31DD4FFCCEF3}" type="datetimeFigureOut">
              <a:rPr lang="en-US" smtClean="0"/>
              <a:t>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943EEC-B675-3D46-BC26-9089B662ABD5}" type="slidenum">
              <a:rPr lang="en-US" smtClean="0"/>
              <a:t>‹#›</a:t>
            </a:fld>
            <a:endParaRPr lang="en-US"/>
          </a:p>
        </p:txBody>
      </p:sp>
    </p:spTree>
    <p:extLst>
      <p:ext uri="{BB962C8B-B14F-4D97-AF65-F5344CB8AC3E}">
        <p14:creationId xmlns:p14="http://schemas.microsoft.com/office/powerpoint/2010/main" val="4221953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D539C2-5DB5-1E4D-AB5A-DCBCC70AB18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736664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rgbClr val="0C2670">
                <a:lumMod val="45000"/>
              </a:srgbClr>
            </a:gs>
            <a:gs pos="50000">
              <a:srgbClr val="0C2670">
                <a:lumMod val="95807"/>
              </a:srgbClr>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4378-F5C1-9386-69CF-BC2721524198}"/>
              </a:ext>
            </a:extLst>
          </p:cNvPr>
          <p:cNvSpPr>
            <a:spLocks noGrp="1"/>
          </p:cNvSpPr>
          <p:nvPr>
            <p:ph type="ctrTitle"/>
          </p:nvPr>
        </p:nvSpPr>
        <p:spPr>
          <a:xfrm>
            <a:off x="609600" y="1671096"/>
            <a:ext cx="4572000" cy="2283221"/>
          </a:xfrm>
        </p:spPr>
        <p:txBody>
          <a:bodyPr anchor="ctr">
            <a:noAutofit/>
          </a:bodyPr>
          <a:lstStyle>
            <a:lvl1pPr algn="l">
              <a:defRPr sz="4800" b="1" i="0">
                <a:solidFill>
                  <a:schemeClr val="bg1"/>
                </a:solidFill>
                <a:latin typeface="Baskerville SemiBold" panose="02020502070401020303" pitchFamily="18" charset="0"/>
                <a:ea typeface="Baskerville SemiBold" panose="02020502070401020303" pitchFamily="18"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21E6273-49AD-8EEE-F276-ACA8830E5622}"/>
              </a:ext>
            </a:extLst>
          </p:cNvPr>
          <p:cNvSpPr>
            <a:spLocks noGrp="1"/>
          </p:cNvSpPr>
          <p:nvPr>
            <p:ph type="subTitle" idx="1"/>
          </p:nvPr>
        </p:nvSpPr>
        <p:spPr>
          <a:xfrm>
            <a:off x="609600" y="4026730"/>
            <a:ext cx="4572000" cy="1160173"/>
          </a:xfrm>
        </p:spPr>
        <p:txBody>
          <a:bodyPr/>
          <a:lstStyle>
            <a:lvl1pPr marL="0" indent="0" algn="l">
              <a:buNone/>
              <a:defRPr sz="2400" b="0" i="0">
                <a:solidFill>
                  <a:schemeClr val="bg1"/>
                </a:solidFill>
                <a:latin typeface="Helvetica Neue UltraLight" panose="02000206000000020004" pitchFamily="2" charset="0"/>
                <a:ea typeface="Helvetica Neue UltraLight" panose="0200020600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Date Placeholder 17">
            <a:extLst>
              <a:ext uri="{FF2B5EF4-FFF2-40B4-BE49-F238E27FC236}">
                <a16:creationId xmlns:a16="http://schemas.microsoft.com/office/drawing/2014/main" id="{2FEF1122-E22D-AA6B-99C9-49180480D4C7}"/>
              </a:ext>
            </a:extLst>
          </p:cNvPr>
          <p:cNvSpPr>
            <a:spLocks noGrp="1"/>
          </p:cNvSpPr>
          <p:nvPr>
            <p:ph type="dt" sz="half" idx="14"/>
          </p:nvPr>
        </p:nvSpPr>
        <p:spPr>
          <a:xfrm>
            <a:off x="609600" y="5259315"/>
            <a:ext cx="4572000" cy="365125"/>
          </a:xfrm>
          <a:prstGeom prst="rect">
            <a:avLst/>
          </a:prstGeom>
        </p:spPr>
        <p:txBody>
          <a:bodyPr/>
          <a:lstStyle>
            <a:lvl1pPr>
              <a:defRPr sz="2000" b="0" i="1">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stStyle>
          <a:p>
            <a:endParaRPr lang="en-US" dirty="0"/>
          </a:p>
        </p:txBody>
      </p:sp>
      <p:pic>
        <p:nvPicPr>
          <p:cNvPr id="486" name="Picture 485">
            <a:extLst>
              <a:ext uri="{FF2B5EF4-FFF2-40B4-BE49-F238E27FC236}">
                <a16:creationId xmlns:a16="http://schemas.microsoft.com/office/drawing/2014/main" id="{A044250D-0DA9-36CF-0CB6-B4332794E8BF}"/>
              </a:ext>
            </a:extLst>
          </p:cNvPr>
          <p:cNvPicPr>
            <a:picLocks noChangeAspect="1"/>
          </p:cNvPicPr>
          <p:nvPr userDrawn="1"/>
        </p:nvPicPr>
        <p:blipFill>
          <a:blip r:embed="rId2"/>
          <a:srcRect/>
          <a:stretch/>
        </p:blipFill>
        <p:spPr>
          <a:xfrm>
            <a:off x="638503" y="304800"/>
            <a:ext cx="1769308" cy="581299"/>
          </a:xfrm>
          <a:prstGeom prst="rect">
            <a:avLst/>
          </a:prstGeom>
        </p:spPr>
      </p:pic>
      <p:grpSp>
        <p:nvGrpSpPr>
          <p:cNvPr id="1040" name="Group 1039">
            <a:extLst>
              <a:ext uri="{FF2B5EF4-FFF2-40B4-BE49-F238E27FC236}">
                <a16:creationId xmlns:a16="http://schemas.microsoft.com/office/drawing/2014/main" id="{9EFFBEDF-F15C-A60B-3B5E-03D9EB2BC1DC}"/>
              </a:ext>
            </a:extLst>
          </p:cNvPr>
          <p:cNvGrpSpPr/>
          <p:nvPr userDrawn="1"/>
        </p:nvGrpSpPr>
        <p:grpSpPr>
          <a:xfrm rot="5400000">
            <a:off x="4991100" y="-1562100"/>
            <a:ext cx="8763000" cy="8382000"/>
            <a:chOff x="5404362" y="509310"/>
            <a:chExt cx="4969201" cy="4917948"/>
          </a:xfrm>
        </p:grpSpPr>
        <p:sp>
          <p:nvSpPr>
            <p:cNvPr id="924" name="Freeform 923">
              <a:extLst>
                <a:ext uri="{FF2B5EF4-FFF2-40B4-BE49-F238E27FC236}">
                  <a16:creationId xmlns:a16="http://schemas.microsoft.com/office/drawing/2014/main" id="{7A3F3D6D-9553-F134-25C4-ED90DB069FA6}"/>
                </a:ext>
              </a:extLst>
            </p:cNvPr>
            <p:cNvSpPr/>
            <p:nvPr userDrawn="1"/>
          </p:nvSpPr>
          <p:spPr>
            <a:xfrm rot="16200000">
              <a:off x="5437563" y="476109"/>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Freeform 1011">
              <a:extLst>
                <a:ext uri="{FF2B5EF4-FFF2-40B4-BE49-F238E27FC236}">
                  <a16:creationId xmlns:a16="http://schemas.microsoft.com/office/drawing/2014/main" id="{4AD4376D-2128-7CA8-167B-3E5054F8B518}"/>
                </a:ext>
              </a:extLst>
            </p:cNvPr>
            <p:cNvSpPr/>
            <p:nvPr userDrawn="1"/>
          </p:nvSpPr>
          <p:spPr>
            <a:xfrm rot="16200000">
              <a:off x="5522264" y="561371"/>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Freeform 1012">
              <a:extLst>
                <a:ext uri="{FF2B5EF4-FFF2-40B4-BE49-F238E27FC236}">
                  <a16:creationId xmlns:a16="http://schemas.microsoft.com/office/drawing/2014/main" id="{B4CC8946-E120-2A54-E497-B30441E687CC}"/>
                </a:ext>
              </a:extLst>
            </p:cNvPr>
            <p:cNvSpPr/>
            <p:nvPr userDrawn="1"/>
          </p:nvSpPr>
          <p:spPr>
            <a:xfrm rot="16200000">
              <a:off x="5606965" y="646634"/>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Freeform 1013">
              <a:extLst>
                <a:ext uri="{FF2B5EF4-FFF2-40B4-BE49-F238E27FC236}">
                  <a16:creationId xmlns:a16="http://schemas.microsoft.com/office/drawing/2014/main" id="{9228C8E6-C80A-6BB7-C6FD-8AEFD386FB28}"/>
                </a:ext>
              </a:extLst>
            </p:cNvPr>
            <p:cNvSpPr/>
            <p:nvPr userDrawn="1"/>
          </p:nvSpPr>
          <p:spPr>
            <a:xfrm rot="16200000">
              <a:off x="5691666" y="731896"/>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Freeform 1014">
              <a:extLst>
                <a:ext uri="{FF2B5EF4-FFF2-40B4-BE49-F238E27FC236}">
                  <a16:creationId xmlns:a16="http://schemas.microsoft.com/office/drawing/2014/main" id="{7053B108-3BFA-086A-00F7-0EE3C6F3D3ED}"/>
                </a:ext>
              </a:extLst>
            </p:cNvPr>
            <p:cNvSpPr/>
            <p:nvPr userDrawn="1"/>
          </p:nvSpPr>
          <p:spPr>
            <a:xfrm rot="16200000">
              <a:off x="5776368" y="817159"/>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Freeform 1015">
              <a:extLst>
                <a:ext uri="{FF2B5EF4-FFF2-40B4-BE49-F238E27FC236}">
                  <a16:creationId xmlns:a16="http://schemas.microsoft.com/office/drawing/2014/main" id="{9598B737-79ED-8827-CBDD-293601A79444}"/>
                </a:ext>
              </a:extLst>
            </p:cNvPr>
            <p:cNvSpPr/>
            <p:nvPr userDrawn="1"/>
          </p:nvSpPr>
          <p:spPr>
            <a:xfrm rot="16200000">
              <a:off x="5861069" y="902421"/>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Freeform 1016">
              <a:extLst>
                <a:ext uri="{FF2B5EF4-FFF2-40B4-BE49-F238E27FC236}">
                  <a16:creationId xmlns:a16="http://schemas.microsoft.com/office/drawing/2014/main" id="{A282BD95-3021-869A-4D63-CAD17093AC40}"/>
                </a:ext>
              </a:extLst>
            </p:cNvPr>
            <p:cNvSpPr/>
            <p:nvPr userDrawn="1"/>
          </p:nvSpPr>
          <p:spPr>
            <a:xfrm rot="16200000">
              <a:off x="5945770" y="987683"/>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Freeform 1017">
              <a:extLst>
                <a:ext uri="{FF2B5EF4-FFF2-40B4-BE49-F238E27FC236}">
                  <a16:creationId xmlns:a16="http://schemas.microsoft.com/office/drawing/2014/main" id="{3E8C8E6F-453B-F1E6-9ECD-AE0518F543DD}"/>
                </a:ext>
              </a:extLst>
            </p:cNvPr>
            <p:cNvSpPr/>
            <p:nvPr userDrawn="1"/>
          </p:nvSpPr>
          <p:spPr>
            <a:xfrm rot="16200000">
              <a:off x="6030471" y="1072945"/>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Freeform 1018">
              <a:extLst>
                <a:ext uri="{FF2B5EF4-FFF2-40B4-BE49-F238E27FC236}">
                  <a16:creationId xmlns:a16="http://schemas.microsoft.com/office/drawing/2014/main" id="{364AC6DB-5981-C722-FD4A-10BF2149B383}"/>
                </a:ext>
              </a:extLst>
            </p:cNvPr>
            <p:cNvSpPr/>
            <p:nvPr userDrawn="1"/>
          </p:nvSpPr>
          <p:spPr>
            <a:xfrm rot="16200000">
              <a:off x="6115173" y="1158205"/>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Freeform 1019">
              <a:extLst>
                <a:ext uri="{FF2B5EF4-FFF2-40B4-BE49-F238E27FC236}">
                  <a16:creationId xmlns:a16="http://schemas.microsoft.com/office/drawing/2014/main" id="{6C524A56-8879-C9CE-CC27-DB83D77DAC27}"/>
                </a:ext>
              </a:extLst>
            </p:cNvPr>
            <p:cNvSpPr/>
            <p:nvPr userDrawn="1"/>
          </p:nvSpPr>
          <p:spPr>
            <a:xfrm rot="16200000">
              <a:off x="6199874" y="1243468"/>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Freeform 1020">
              <a:extLst>
                <a:ext uri="{FF2B5EF4-FFF2-40B4-BE49-F238E27FC236}">
                  <a16:creationId xmlns:a16="http://schemas.microsoft.com/office/drawing/2014/main" id="{7920D5F1-ECC9-D7F4-30DC-648A833C9CAD}"/>
                </a:ext>
              </a:extLst>
            </p:cNvPr>
            <p:cNvSpPr/>
            <p:nvPr userDrawn="1"/>
          </p:nvSpPr>
          <p:spPr>
            <a:xfrm rot="16200000">
              <a:off x="6284575" y="1328730"/>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Freeform 1021">
              <a:extLst>
                <a:ext uri="{FF2B5EF4-FFF2-40B4-BE49-F238E27FC236}">
                  <a16:creationId xmlns:a16="http://schemas.microsoft.com/office/drawing/2014/main" id="{8646073C-6F23-3C0B-A234-28BFE84B1380}"/>
                </a:ext>
              </a:extLst>
            </p:cNvPr>
            <p:cNvSpPr/>
            <p:nvPr userDrawn="1"/>
          </p:nvSpPr>
          <p:spPr>
            <a:xfrm rot="16200000">
              <a:off x="6369276" y="1413992"/>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Freeform 1022">
              <a:extLst>
                <a:ext uri="{FF2B5EF4-FFF2-40B4-BE49-F238E27FC236}">
                  <a16:creationId xmlns:a16="http://schemas.microsoft.com/office/drawing/2014/main" id="{1545EDBE-785E-5B7B-068E-72CA68654D65}"/>
                </a:ext>
              </a:extLst>
            </p:cNvPr>
            <p:cNvSpPr/>
            <p:nvPr userDrawn="1"/>
          </p:nvSpPr>
          <p:spPr>
            <a:xfrm rot="16200000">
              <a:off x="6453977" y="1499256"/>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Freeform 1023">
              <a:extLst>
                <a:ext uri="{FF2B5EF4-FFF2-40B4-BE49-F238E27FC236}">
                  <a16:creationId xmlns:a16="http://schemas.microsoft.com/office/drawing/2014/main" id="{26A1327E-B72E-00A0-EC95-22015A140961}"/>
                </a:ext>
              </a:extLst>
            </p:cNvPr>
            <p:cNvSpPr/>
            <p:nvPr userDrawn="1"/>
          </p:nvSpPr>
          <p:spPr>
            <a:xfrm rot="16200000">
              <a:off x="6538679" y="158451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Freeform 1024">
              <a:extLst>
                <a:ext uri="{FF2B5EF4-FFF2-40B4-BE49-F238E27FC236}">
                  <a16:creationId xmlns:a16="http://schemas.microsoft.com/office/drawing/2014/main" id="{D7A93C66-609C-CE7E-A39F-0A9208BB4213}"/>
                </a:ext>
              </a:extLst>
            </p:cNvPr>
            <p:cNvSpPr/>
            <p:nvPr userDrawn="1"/>
          </p:nvSpPr>
          <p:spPr>
            <a:xfrm rot="16200000">
              <a:off x="6623380" y="166978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Freeform 1025">
              <a:extLst>
                <a:ext uri="{FF2B5EF4-FFF2-40B4-BE49-F238E27FC236}">
                  <a16:creationId xmlns:a16="http://schemas.microsoft.com/office/drawing/2014/main" id="{209C95C8-6A27-5755-9D22-C17A999D160F}"/>
                </a:ext>
              </a:extLst>
            </p:cNvPr>
            <p:cNvSpPr/>
            <p:nvPr userDrawn="1"/>
          </p:nvSpPr>
          <p:spPr>
            <a:xfrm rot="16200000">
              <a:off x="6708081" y="175504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Freeform 1026">
              <a:extLst>
                <a:ext uri="{FF2B5EF4-FFF2-40B4-BE49-F238E27FC236}">
                  <a16:creationId xmlns:a16="http://schemas.microsoft.com/office/drawing/2014/main" id="{D9E52ECD-F9CB-B376-5203-C5D1DB59720C}"/>
                </a:ext>
              </a:extLst>
            </p:cNvPr>
            <p:cNvSpPr/>
            <p:nvPr userDrawn="1"/>
          </p:nvSpPr>
          <p:spPr>
            <a:xfrm rot="16200000">
              <a:off x="6792782" y="184030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Freeform 1027">
              <a:extLst>
                <a:ext uri="{FF2B5EF4-FFF2-40B4-BE49-F238E27FC236}">
                  <a16:creationId xmlns:a16="http://schemas.microsoft.com/office/drawing/2014/main" id="{0BFF7A4C-A623-BBF0-F23C-E351FC8D1BF3}"/>
                </a:ext>
              </a:extLst>
            </p:cNvPr>
            <p:cNvSpPr/>
            <p:nvPr userDrawn="1"/>
          </p:nvSpPr>
          <p:spPr>
            <a:xfrm rot="16200000">
              <a:off x="6877484" y="1925567"/>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Freeform 1028">
              <a:extLst>
                <a:ext uri="{FF2B5EF4-FFF2-40B4-BE49-F238E27FC236}">
                  <a16:creationId xmlns:a16="http://schemas.microsoft.com/office/drawing/2014/main" id="{1B276066-3530-88D6-5ACC-D61B22192D75}"/>
                </a:ext>
              </a:extLst>
            </p:cNvPr>
            <p:cNvSpPr/>
            <p:nvPr userDrawn="1"/>
          </p:nvSpPr>
          <p:spPr>
            <a:xfrm rot="16200000">
              <a:off x="6962185" y="201082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Freeform 1029">
              <a:extLst>
                <a:ext uri="{FF2B5EF4-FFF2-40B4-BE49-F238E27FC236}">
                  <a16:creationId xmlns:a16="http://schemas.microsoft.com/office/drawing/2014/main" id="{218BC2F3-DA26-5DCF-7C38-4E15BC20F342}"/>
                </a:ext>
              </a:extLst>
            </p:cNvPr>
            <p:cNvSpPr/>
            <p:nvPr userDrawn="1"/>
          </p:nvSpPr>
          <p:spPr>
            <a:xfrm rot="16200000">
              <a:off x="7046886" y="209609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Freeform 1030">
              <a:extLst>
                <a:ext uri="{FF2B5EF4-FFF2-40B4-BE49-F238E27FC236}">
                  <a16:creationId xmlns:a16="http://schemas.microsoft.com/office/drawing/2014/main" id="{988D3F26-0EE7-852D-704B-FA03E918344C}"/>
                </a:ext>
              </a:extLst>
            </p:cNvPr>
            <p:cNvSpPr/>
            <p:nvPr userDrawn="1"/>
          </p:nvSpPr>
          <p:spPr>
            <a:xfrm rot="16200000">
              <a:off x="7131587" y="218135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Freeform 1031">
              <a:extLst>
                <a:ext uri="{FF2B5EF4-FFF2-40B4-BE49-F238E27FC236}">
                  <a16:creationId xmlns:a16="http://schemas.microsoft.com/office/drawing/2014/main" id="{E352A1D9-F6C9-8632-50EC-52F8C93797D0}"/>
                </a:ext>
              </a:extLst>
            </p:cNvPr>
            <p:cNvSpPr/>
            <p:nvPr userDrawn="1"/>
          </p:nvSpPr>
          <p:spPr>
            <a:xfrm rot="16200000">
              <a:off x="7216288" y="226661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1032">
              <a:extLst>
                <a:ext uri="{FF2B5EF4-FFF2-40B4-BE49-F238E27FC236}">
                  <a16:creationId xmlns:a16="http://schemas.microsoft.com/office/drawing/2014/main" id="{06ED10F6-E3FE-E7E9-5F1F-F913A9728493}"/>
                </a:ext>
              </a:extLst>
            </p:cNvPr>
            <p:cNvSpPr/>
            <p:nvPr userDrawn="1"/>
          </p:nvSpPr>
          <p:spPr>
            <a:xfrm rot="16200000">
              <a:off x="7300990" y="235187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Freeform 1033">
              <a:extLst>
                <a:ext uri="{FF2B5EF4-FFF2-40B4-BE49-F238E27FC236}">
                  <a16:creationId xmlns:a16="http://schemas.microsoft.com/office/drawing/2014/main" id="{8050ABE7-3518-3C74-31BC-943ED78315B3}"/>
                </a:ext>
              </a:extLst>
            </p:cNvPr>
            <p:cNvSpPr/>
            <p:nvPr userDrawn="1"/>
          </p:nvSpPr>
          <p:spPr>
            <a:xfrm rot="16200000">
              <a:off x="7385691" y="2437141"/>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Freeform 1034">
              <a:extLst>
                <a:ext uri="{FF2B5EF4-FFF2-40B4-BE49-F238E27FC236}">
                  <a16:creationId xmlns:a16="http://schemas.microsoft.com/office/drawing/2014/main" id="{9D2328F0-082B-C56D-BA5C-712A35771AA5}"/>
                </a:ext>
              </a:extLst>
            </p:cNvPr>
            <p:cNvSpPr/>
            <p:nvPr userDrawn="1"/>
          </p:nvSpPr>
          <p:spPr>
            <a:xfrm rot="16200000">
              <a:off x="7470392" y="2522403"/>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Freeform 1035">
              <a:extLst>
                <a:ext uri="{FF2B5EF4-FFF2-40B4-BE49-F238E27FC236}">
                  <a16:creationId xmlns:a16="http://schemas.microsoft.com/office/drawing/2014/main" id="{C39C4067-C960-C536-888E-AFEB902F6EE6}"/>
                </a:ext>
              </a:extLst>
            </p:cNvPr>
            <p:cNvSpPr/>
            <p:nvPr userDrawn="1"/>
          </p:nvSpPr>
          <p:spPr>
            <a:xfrm rot="16200000">
              <a:off x="7555093" y="2607665"/>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Freeform 1036">
              <a:extLst>
                <a:ext uri="{FF2B5EF4-FFF2-40B4-BE49-F238E27FC236}">
                  <a16:creationId xmlns:a16="http://schemas.microsoft.com/office/drawing/2014/main" id="{2368E43D-5C57-3FC4-E600-D63FCF9B7809}"/>
                </a:ext>
              </a:extLst>
            </p:cNvPr>
            <p:cNvSpPr/>
            <p:nvPr userDrawn="1"/>
          </p:nvSpPr>
          <p:spPr>
            <a:xfrm rot="16200000">
              <a:off x="7639795" y="2692927"/>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Freeform 1037">
              <a:extLst>
                <a:ext uri="{FF2B5EF4-FFF2-40B4-BE49-F238E27FC236}">
                  <a16:creationId xmlns:a16="http://schemas.microsoft.com/office/drawing/2014/main" id="{E19F70BC-AFAE-01D7-086F-BF7F7B0F99FF}"/>
                </a:ext>
              </a:extLst>
            </p:cNvPr>
            <p:cNvSpPr/>
            <p:nvPr userDrawn="1"/>
          </p:nvSpPr>
          <p:spPr>
            <a:xfrm rot="16200000">
              <a:off x="7724494" y="2778188"/>
              <a:ext cx="2615866" cy="2682273"/>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4" name="Footer Placeholder 1043">
            <a:extLst>
              <a:ext uri="{FF2B5EF4-FFF2-40B4-BE49-F238E27FC236}">
                <a16:creationId xmlns:a16="http://schemas.microsoft.com/office/drawing/2014/main" id="{DE83DE47-1CBC-F40F-AB51-C7564DAB1354}"/>
              </a:ext>
            </a:extLst>
          </p:cNvPr>
          <p:cNvSpPr>
            <a:spLocks noGrp="1"/>
          </p:cNvSpPr>
          <p:nvPr>
            <p:ph type="ftr" sz="quarter" idx="15"/>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931413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4378-F5C1-9386-69CF-BC2721524198}"/>
              </a:ext>
            </a:extLst>
          </p:cNvPr>
          <p:cNvSpPr>
            <a:spLocks noGrp="1"/>
          </p:cNvSpPr>
          <p:nvPr>
            <p:ph type="ctrTitle" hasCustomPrompt="1"/>
          </p:nvPr>
        </p:nvSpPr>
        <p:spPr>
          <a:xfrm>
            <a:off x="609600" y="1671096"/>
            <a:ext cx="4572000" cy="2283221"/>
          </a:xfrm>
        </p:spPr>
        <p:txBody>
          <a:bodyPr anchor="ctr">
            <a:noAutofit/>
          </a:bodyPr>
          <a:lstStyle>
            <a:lvl1pPr algn="l">
              <a:defRPr sz="4800" b="1" i="0">
                <a:solidFill>
                  <a:schemeClr val="tx1"/>
                </a:solidFill>
                <a:latin typeface="Baskerville SemiBold" panose="02020502070401020303" pitchFamily="18" charset="0"/>
                <a:ea typeface="Baskerville SemiBold" panose="02020502070401020303" pitchFamily="18" charset="0"/>
              </a:defRPr>
            </a:lvl1pPr>
          </a:lstStyle>
          <a:p>
            <a:r>
              <a:rPr lang="en-US" dirty="0"/>
              <a:t>For Content to Be Shared</a:t>
            </a:r>
          </a:p>
        </p:txBody>
      </p:sp>
      <p:sp>
        <p:nvSpPr>
          <p:cNvPr id="3" name="Subtitle 2">
            <a:extLst>
              <a:ext uri="{FF2B5EF4-FFF2-40B4-BE49-F238E27FC236}">
                <a16:creationId xmlns:a16="http://schemas.microsoft.com/office/drawing/2014/main" id="{621E6273-49AD-8EEE-F276-ACA8830E5622}"/>
              </a:ext>
            </a:extLst>
          </p:cNvPr>
          <p:cNvSpPr>
            <a:spLocks noGrp="1"/>
          </p:cNvSpPr>
          <p:nvPr>
            <p:ph type="subTitle" idx="1"/>
          </p:nvPr>
        </p:nvSpPr>
        <p:spPr>
          <a:xfrm>
            <a:off x="609600" y="4026730"/>
            <a:ext cx="4572000" cy="1160173"/>
          </a:xfrm>
        </p:spPr>
        <p:txBody>
          <a:bodyPr/>
          <a:lstStyle>
            <a:lvl1pPr marL="0" indent="0" algn="l">
              <a:buNone/>
              <a:defRPr sz="2400" b="0" i="0">
                <a:solidFill>
                  <a:schemeClr val="tx1"/>
                </a:solidFill>
                <a:latin typeface="Helvetica Neue UltraLight" panose="02000206000000020004" pitchFamily="2" charset="0"/>
                <a:ea typeface="Helvetica Neue UltraLight" panose="0200020600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Date Placeholder 17">
            <a:extLst>
              <a:ext uri="{FF2B5EF4-FFF2-40B4-BE49-F238E27FC236}">
                <a16:creationId xmlns:a16="http://schemas.microsoft.com/office/drawing/2014/main" id="{2FEF1122-E22D-AA6B-99C9-49180480D4C7}"/>
              </a:ext>
            </a:extLst>
          </p:cNvPr>
          <p:cNvSpPr>
            <a:spLocks noGrp="1"/>
          </p:cNvSpPr>
          <p:nvPr>
            <p:ph type="dt" sz="half" idx="14"/>
          </p:nvPr>
        </p:nvSpPr>
        <p:spPr>
          <a:xfrm>
            <a:off x="609600" y="5259315"/>
            <a:ext cx="4572000" cy="365125"/>
          </a:xfrm>
          <a:prstGeom prst="rect">
            <a:avLst/>
          </a:prstGeom>
        </p:spPr>
        <p:txBody>
          <a:bodyPr/>
          <a:lstStyle>
            <a:lvl1pPr>
              <a:defRPr sz="2000" b="0" i="1">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stStyle>
          <a:p>
            <a:endParaRPr lang="en-US" dirty="0">
              <a:solidFill>
                <a:schemeClr val="tx1"/>
              </a:solidFill>
            </a:endParaRPr>
          </a:p>
        </p:txBody>
      </p:sp>
      <p:sp>
        <p:nvSpPr>
          <p:cNvPr id="1044" name="Footer Placeholder 1043">
            <a:extLst>
              <a:ext uri="{FF2B5EF4-FFF2-40B4-BE49-F238E27FC236}">
                <a16:creationId xmlns:a16="http://schemas.microsoft.com/office/drawing/2014/main" id="{DE83DE47-1CBC-F40F-AB51-C7564DAB1354}"/>
              </a:ext>
            </a:extLst>
          </p:cNvPr>
          <p:cNvSpPr>
            <a:spLocks noGrp="1"/>
          </p:cNvSpPr>
          <p:nvPr>
            <p:ph type="ftr" sz="quarter" idx="15"/>
          </p:nvPr>
        </p:nvSpPr>
        <p:spPr/>
        <p:txBody>
          <a:bodyPr/>
          <a:lstStyle>
            <a:lvl1pPr>
              <a:defRPr>
                <a:solidFill>
                  <a:schemeClr val="tx1"/>
                </a:solidFill>
              </a:defRPr>
            </a:lvl1pPr>
          </a:lstStyle>
          <a:p>
            <a:r>
              <a:rPr lang="en-US">
                <a:solidFill>
                  <a:schemeClr val="tx1"/>
                </a:solidFill>
              </a:rPr>
              <a:t>Hamilton Consulting Group</a:t>
            </a:r>
            <a:endParaRPr lang="en-US" dirty="0">
              <a:solidFill>
                <a:schemeClr val="tx1"/>
              </a:solidFill>
            </a:endParaRPr>
          </a:p>
        </p:txBody>
      </p:sp>
      <p:grpSp>
        <p:nvGrpSpPr>
          <p:cNvPr id="1040" name="Group 1039">
            <a:extLst>
              <a:ext uri="{FF2B5EF4-FFF2-40B4-BE49-F238E27FC236}">
                <a16:creationId xmlns:a16="http://schemas.microsoft.com/office/drawing/2014/main" id="{9EFFBEDF-F15C-A60B-3B5E-03D9EB2BC1DC}"/>
              </a:ext>
            </a:extLst>
          </p:cNvPr>
          <p:cNvGrpSpPr/>
          <p:nvPr userDrawn="1"/>
        </p:nvGrpSpPr>
        <p:grpSpPr>
          <a:xfrm rot="5400000">
            <a:off x="4991100" y="-1562100"/>
            <a:ext cx="8763000" cy="8382000"/>
            <a:chOff x="5404362" y="509310"/>
            <a:chExt cx="4969201" cy="4917948"/>
          </a:xfrm>
        </p:grpSpPr>
        <p:sp>
          <p:nvSpPr>
            <p:cNvPr id="924" name="Freeform 923">
              <a:extLst>
                <a:ext uri="{FF2B5EF4-FFF2-40B4-BE49-F238E27FC236}">
                  <a16:creationId xmlns:a16="http://schemas.microsoft.com/office/drawing/2014/main" id="{7A3F3D6D-9553-F134-25C4-ED90DB069FA6}"/>
                </a:ext>
              </a:extLst>
            </p:cNvPr>
            <p:cNvSpPr/>
            <p:nvPr userDrawn="1"/>
          </p:nvSpPr>
          <p:spPr>
            <a:xfrm rot="16200000">
              <a:off x="5437563" y="476109"/>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Freeform 1011">
              <a:extLst>
                <a:ext uri="{FF2B5EF4-FFF2-40B4-BE49-F238E27FC236}">
                  <a16:creationId xmlns:a16="http://schemas.microsoft.com/office/drawing/2014/main" id="{4AD4376D-2128-7CA8-167B-3E5054F8B518}"/>
                </a:ext>
              </a:extLst>
            </p:cNvPr>
            <p:cNvSpPr/>
            <p:nvPr userDrawn="1"/>
          </p:nvSpPr>
          <p:spPr>
            <a:xfrm rot="16200000">
              <a:off x="5522264" y="561371"/>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Freeform 1012">
              <a:extLst>
                <a:ext uri="{FF2B5EF4-FFF2-40B4-BE49-F238E27FC236}">
                  <a16:creationId xmlns:a16="http://schemas.microsoft.com/office/drawing/2014/main" id="{B4CC8946-E120-2A54-E497-B30441E687CC}"/>
                </a:ext>
              </a:extLst>
            </p:cNvPr>
            <p:cNvSpPr/>
            <p:nvPr userDrawn="1"/>
          </p:nvSpPr>
          <p:spPr>
            <a:xfrm rot="16200000">
              <a:off x="5606965" y="646634"/>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Freeform 1013">
              <a:extLst>
                <a:ext uri="{FF2B5EF4-FFF2-40B4-BE49-F238E27FC236}">
                  <a16:creationId xmlns:a16="http://schemas.microsoft.com/office/drawing/2014/main" id="{9228C8E6-C80A-6BB7-C6FD-8AEFD386FB28}"/>
                </a:ext>
              </a:extLst>
            </p:cNvPr>
            <p:cNvSpPr/>
            <p:nvPr userDrawn="1"/>
          </p:nvSpPr>
          <p:spPr>
            <a:xfrm rot="16200000">
              <a:off x="5691666" y="731896"/>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Freeform 1014">
              <a:extLst>
                <a:ext uri="{FF2B5EF4-FFF2-40B4-BE49-F238E27FC236}">
                  <a16:creationId xmlns:a16="http://schemas.microsoft.com/office/drawing/2014/main" id="{7053B108-3BFA-086A-00F7-0EE3C6F3D3ED}"/>
                </a:ext>
              </a:extLst>
            </p:cNvPr>
            <p:cNvSpPr/>
            <p:nvPr userDrawn="1"/>
          </p:nvSpPr>
          <p:spPr>
            <a:xfrm rot="16200000">
              <a:off x="5776368" y="817159"/>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Freeform 1015">
              <a:extLst>
                <a:ext uri="{FF2B5EF4-FFF2-40B4-BE49-F238E27FC236}">
                  <a16:creationId xmlns:a16="http://schemas.microsoft.com/office/drawing/2014/main" id="{9598B737-79ED-8827-CBDD-293601A79444}"/>
                </a:ext>
              </a:extLst>
            </p:cNvPr>
            <p:cNvSpPr/>
            <p:nvPr userDrawn="1"/>
          </p:nvSpPr>
          <p:spPr>
            <a:xfrm rot="16200000">
              <a:off x="5861069" y="902421"/>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Freeform 1016">
              <a:extLst>
                <a:ext uri="{FF2B5EF4-FFF2-40B4-BE49-F238E27FC236}">
                  <a16:creationId xmlns:a16="http://schemas.microsoft.com/office/drawing/2014/main" id="{A282BD95-3021-869A-4D63-CAD17093AC40}"/>
                </a:ext>
              </a:extLst>
            </p:cNvPr>
            <p:cNvSpPr/>
            <p:nvPr userDrawn="1"/>
          </p:nvSpPr>
          <p:spPr>
            <a:xfrm rot="16200000">
              <a:off x="5945770" y="987683"/>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Freeform 1017">
              <a:extLst>
                <a:ext uri="{FF2B5EF4-FFF2-40B4-BE49-F238E27FC236}">
                  <a16:creationId xmlns:a16="http://schemas.microsoft.com/office/drawing/2014/main" id="{3E8C8E6F-453B-F1E6-9ECD-AE0518F543DD}"/>
                </a:ext>
              </a:extLst>
            </p:cNvPr>
            <p:cNvSpPr/>
            <p:nvPr userDrawn="1"/>
          </p:nvSpPr>
          <p:spPr>
            <a:xfrm rot="16200000">
              <a:off x="6030471" y="1072945"/>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Freeform 1018">
              <a:extLst>
                <a:ext uri="{FF2B5EF4-FFF2-40B4-BE49-F238E27FC236}">
                  <a16:creationId xmlns:a16="http://schemas.microsoft.com/office/drawing/2014/main" id="{364AC6DB-5981-C722-FD4A-10BF2149B383}"/>
                </a:ext>
              </a:extLst>
            </p:cNvPr>
            <p:cNvSpPr/>
            <p:nvPr userDrawn="1"/>
          </p:nvSpPr>
          <p:spPr>
            <a:xfrm rot="16200000">
              <a:off x="6115173" y="1158205"/>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Freeform 1019">
              <a:extLst>
                <a:ext uri="{FF2B5EF4-FFF2-40B4-BE49-F238E27FC236}">
                  <a16:creationId xmlns:a16="http://schemas.microsoft.com/office/drawing/2014/main" id="{6C524A56-8879-C9CE-CC27-DB83D77DAC27}"/>
                </a:ext>
              </a:extLst>
            </p:cNvPr>
            <p:cNvSpPr/>
            <p:nvPr userDrawn="1"/>
          </p:nvSpPr>
          <p:spPr>
            <a:xfrm rot="16200000">
              <a:off x="6199874" y="1243468"/>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Freeform 1020">
              <a:extLst>
                <a:ext uri="{FF2B5EF4-FFF2-40B4-BE49-F238E27FC236}">
                  <a16:creationId xmlns:a16="http://schemas.microsoft.com/office/drawing/2014/main" id="{7920D5F1-ECC9-D7F4-30DC-648A833C9CAD}"/>
                </a:ext>
              </a:extLst>
            </p:cNvPr>
            <p:cNvSpPr/>
            <p:nvPr userDrawn="1"/>
          </p:nvSpPr>
          <p:spPr>
            <a:xfrm rot="16200000">
              <a:off x="6284575" y="1328730"/>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Freeform 1021">
              <a:extLst>
                <a:ext uri="{FF2B5EF4-FFF2-40B4-BE49-F238E27FC236}">
                  <a16:creationId xmlns:a16="http://schemas.microsoft.com/office/drawing/2014/main" id="{8646073C-6F23-3C0B-A234-28BFE84B1380}"/>
                </a:ext>
              </a:extLst>
            </p:cNvPr>
            <p:cNvSpPr/>
            <p:nvPr userDrawn="1"/>
          </p:nvSpPr>
          <p:spPr>
            <a:xfrm rot="16200000">
              <a:off x="6369276" y="1413992"/>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Freeform 1022">
              <a:extLst>
                <a:ext uri="{FF2B5EF4-FFF2-40B4-BE49-F238E27FC236}">
                  <a16:creationId xmlns:a16="http://schemas.microsoft.com/office/drawing/2014/main" id="{1545EDBE-785E-5B7B-068E-72CA68654D65}"/>
                </a:ext>
              </a:extLst>
            </p:cNvPr>
            <p:cNvSpPr/>
            <p:nvPr userDrawn="1"/>
          </p:nvSpPr>
          <p:spPr>
            <a:xfrm rot="16200000">
              <a:off x="6453977" y="1499256"/>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Freeform 1023">
              <a:extLst>
                <a:ext uri="{FF2B5EF4-FFF2-40B4-BE49-F238E27FC236}">
                  <a16:creationId xmlns:a16="http://schemas.microsoft.com/office/drawing/2014/main" id="{26A1327E-B72E-00A0-EC95-22015A140961}"/>
                </a:ext>
              </a:extLst>
            </p:cNvPr>
            <p:cNvSpPr/>
            <p:nvPr userDrawn="1"/>
          </p:nvSpPr>
          <p:spPr>
            <a:xfrm rot="16200000">
              <a:off x="6538679" y="158451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Freeform 1024">
              <a:extLst>
                <a:ext uri="{FF2B5EF4-FFF2-40B4-BE49-F238E27FC236}">
                  <a16:creationId xmlns:a16="http://schemas.microsoft.com/office/drawing/2014/main" id="{D7A93C66-609C-CE7E-A39F-0A9208BB4213}"/>
                </a:ext>
              </a:extLst>
            </p:cNvPr>
            <p:cNvSpPr/>
            <p:nvPr userDrawn="1"/>
          </p:nvSpPr>
          <p:spPr>
            <a:xfrm rot="16200000">
              <a:off x="6623380" y="166978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Freeform 1025">
              <a:extLst>
                <a:ext uri="{FF2B5EF4-FFF2-40B4-BE49-F238E27FC236}">
                  <a16:creationId xmlns:a16="http://schemas.microsoft.com/office/drawing/2014/main" id="{209C95C8-6A27-5755-9D22-C17A999D160F}"/>
                </a:ext>
              </a:extLst>
            </p:cNvPr>
            <p:cNvSpPr/>
            <p:nvPr userDrawn="1"/>
          </p:nvSpPr>
          <p:spPr>
            <a:xfrm rot="16200000">
              <a:off x="6708081" y="175504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Freeform 1026">
              <a:extLst>
                <a:ext uri="{FF2B5EF4-FFF2-40B4-BE49-F238E27FC236}">
                  <a16:creationId xmlns:a16="http://schemas.microsoft.com/office/drawing/2014/main" id="{D9E52ECD-F9CB-B376-5203-C5D1DB59720C}"/>
                </a:ext>
              </a:extLst>
            </p:cNvPr>
            <p:cNvSpPr/>
            <p:nvPr userDrawn="1"/>
          </p:nvSpPr>
          <p:spPr>
            <a:xfrm rot="16200000">
              <a:off x="6792782" y="184030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Freeform 1027">
              <a:extLst>
                <a:ext uri="{FF2B5EF4-FFF2-40B4-BE49-F238E27FC236}">
                  <a16:creationId xmlns:a16="http://schemas.microsoft.com/office/drawing/2014/main" id="{0BFF7A4C-A623-BBF0-F23C-E351FC8D1BF3}"/>
                </a:ext>
              </a:extLst>
            </p:cNvPr>
            <p:cNvSpPr/>
            <p:nvPr userDrawn="1"/>
          </p:nvSpPr>
          <p:spPr>
            <a:xfrm rot="16200000">
              <a:off x="6877484" y="1925567"/>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Freeform 1028">
              <a:extLst>
                <a:ext uri="{FF2B5EF4-FFF2-40B4-BE49-F238E27FC236}">
                  <a16:creationId xmlns:a16="http://schemas.microsoft.com/office/drawing/2014/main" id="{1B276066-3530-88D6-5ACC-D61B22192D75}"/>
                </a:ext>
              </a:extLst>
            </p:cNvPr>
            <p:cNvSpPr/>
            <p:nvPr userDrawn="1"/>
          </p:nvSpPr>
          <p:spPr>
            <a:xfrm rot="16200000">
              <a:off x="6962185" y="201082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Freeform 1029">
              <a:extLst>
                <a:ext uri="{FF2B5EF4-FFF2-40B4-BE49-F238E27FC236}">
                  <a16:creationId xmlns:a16="http://schemas.microsoft.com/office/drawing/2014/main" id="{218BC2F3-DA26-5DCF-7C38-4E15BC20F342}"/>
                </a:ext>
              </a:extLst>
            </p:cNvPr>
            <p:cNvSpPr/>
            <p:nvPr userDrawn="1"/>
          </p:nvSpPr>
          <p:spPr>
            <a:xfrm rot="16200000">
              <a:off x="7046886" y="209609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Freeform 1030">
              <a:extLst>
                <a:ext uri="{FF2B5EF4-FFF2-40B4-BE49-F238E27FC236}">
                  <a16:creationId xmlns:a16="http://schemas.microsoft.com/office/drawing/2014/main" id="{988D3F26-0EE7-852D-704B-FA03E918344C}"/>
                </a:ext>
              </a:extLst>
            </p:cNvPr>
            <p:cNvSpPr/>
            <p:nvPr userDrawn="1"/>
          </p:nvSpPr>
          <p:spPr>
            <a:xfrm rot="16200000">
              <a:off x="7131587" y="218135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Freeform 1031">
              <a:extLst>
                <a:ext uri="{FF2B5EF4-FFF2-40B4-BE49-F238E27FC236}">
                  <a16:creationId xmlns:a16="http://schemas.microsoft.com/office/drawing/2014/main" id="{E352A1D9-F6C9-8632-50EC-52F8C93797D0}"/>
                </a:ext>
              </a:extLst>
            </p:cNvPr>
            <p:cNvSpPr/>
            <p:nvPr userDrawn="1"/>
          </p:nvSpPr>
          <p:spPr>
            <a:xfrm rot="16200000">
              <a:off x="7216288" y="226661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1032">
              <a:extLst>
                <a:ext uri="{FF2B5EF4-FFF2-40B4-BE49-F238E27FC236}">
                  <a16:creationId xmlns:a16="http://schemas.microsoft.com/office/drawing/2014/main" id="{06ED10F6-E3FE-E7E9-5F1F-F913A9728493}"/>
                </a:ext>
              </a:extLst>
            </p:cNvPr>
            <p:cNvSpPr/>
            <p:nvPr userDrawn="1"/>
          </p:nvSpPr>
          <p:spPr>
            <a:xfrm rot="16200000">
              <a:off x="7300990" y="235187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Freeform 1033">
              <a:extLst>
                <a:ext uri="{FF2B5EF4-FFF2-40B4-BE49-F238E27FC236}">
                  <a16:creationId xmlns:a16="http://schemas.microsoft.com/office/drawing/2014/main" id="{8050ABE7-3518-3C74-31BC-943ED78315B3}"/>
                </a:ext>
              </a:extLst>
            </p:cNvPr>
            <p:cNvSpPr/>
            <p:nvPr userDrawn="1"/>
          </p:nvSpPr>
          <p:spPr>
            <a:xfrm rot="16200000">
              <a:off x="7385691" y="2437141"/>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Freeform 1034">
              <a:extLst>
                <a:ext uri="{FF2B5EF4-FFF2-40B4-BE49-F238E27FC236}">
                  <a16:creationId xmlns:a16="http://schemas.microsoft.com/office/drawing/2014/main" id="{9D2328F0-082B-C56D-BA5C-712A35771AA5}"/>
                </a:ext>
              </a:extLst>
            </p:cNvPr>
            <p:cNvSpPr/>
            <p:nvPr userDrawn="1"/>
          </p:nvSpPr>
          <p:spPr>
            <a:xfrm rot="16200000">
              <a:off x="7470392" y="2522403"/>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Freeform 1035">
              <a:extLst>
                <a:ext uri="{FF2B5EF4-FFF2-40B4-BE49-F238E27FC236}">
                  <a16:creationId xmlns:a16="http://schemas.microsoft.com/office/drawing/2014/main" id="{C39C4067-C960-C536-888E-AFEB902F6EE6}"/>
                </a:ext>
              </a:extLst>
            </p:cNvPr>
            <p:cNvSpPr/>
            <p:nvPr userDrawn="1"/>
          </p:nvSpPr>
          <p:spPr>
            <a:xfrm rot="16200000">
              <a:off x="7555093" y="2607665"/>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Freeform 1036">
              <a:extLst>
                <a:ext uri="{FF2B5EF4-FFF2-40B4-BE49-F238E27FC236}">
                  <a16:creationId xmlns:a16="http://schemas.microsoft.com/office/drawing/2014/main" id="{2368E43D-5C57-3FC4-E600-D63FCF9B7809}"/>
                </a:ext>
              </a:extLst>
            </p:cNvPr>
            <p:cNvSpPr/>
            <p:nvPr userDrawn="1"/>
          </p:nvSpPr>
          <p:spPr>
            <a:xfrm rot="16200000">
              <a:off x="7639795" y="2692927"/>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Freeform 1037">
              <a:extLst>
                <a:ext uri="{FF2B5EF4-FFF2-40B4-BE49-F238E27FC236}">
                  <a16:creationId xmlns:a16="http://schemas.microsoft.com/office/drawing/2014/main" id="{E19F70BC-AFAE-01D7-086F-BF7F7B0F99FF}"/>
                </a:ext>
              </a:extLst>
            </p:cNvPr>
            <p:cNvSpPr/>
            <p:nvPr userDrawn="1"/>
          </p:nvSpPr>
          <p:spPr>
            <a:xfrm rot="16200000">
              <a:off x="7724494" y="2778188"/>
              <a:ext cx="2615866" cy="2682273"/>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5B8C2E9A-5F97-A992-DBFD-4868628EF589}"/>
              </a:ext>
            </a:extLst>
          </p:cNvPr>
          <p:cNvPicPr>
            <a:picLocks noChangeAspect="1"/>
          </p:cNvPicPr>
          <p:nvPr userDrawn="1"/>
        </p:nvPicPr>
        <p:blipFill>
          <a:blip r:embed="rId2"/>
          <a:srcRect/>
          <a:stretch/>
        </p:blipFill>
        <p:spPr>
          <a:xfrm>
            <a:off x="638503" y="304800"/>
            <a:ext cx="1769308" cy="581298"/>
          </a:xfrm>
          <a:prstGeom prst="rect">
            <a:avLst/>
          </a:prstGeom>
        </p:spPr>
      </p:pic>
    </p:spTree>
    <p:extLst>
      <p:ext uri="{BB962C8B-B14F-4D97-AF65-F5344CB8AC3E}">
        <p14:creationId xmlns:p14="http://schemas.microsoft.com/office/powerpoint/2010/main" val="1131506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06791E-4827-92F0-F455-96E5C0F677D6}"/>
              </a:ext>
            </a:extLst>
          </p:cNvPr>
          <p:cNvSpPr>
            <a:spLocks noGrp="1"/>
          </p:cNvSpPr>
          <p:nvPr>
            <p:ph idx="1" hasCustomPrompt="1"/>
          </p:nvPr>
        </p:nvSpPr>
        <p:spPr>
          <a:xfrm>
            <a:off x="609600" y="1600204"/>
            <a:ext cx="10972800" cy="4267693"/>
          </a:xfrm>
        </p:spPr>
        <p:txBody>
          <a:bodyPr/>
          <a:lstStyle>
            <a:lvl1pPr>
              <a:defRPr b="0" i="0">
                <a:latin typeface="Helvetica Neue" panose="02000503000000020004" pitchFamily="2" charset="0"/>
                <a:ea typeface="Helvetica Neue" panose="02000503000000020004" pitchFamily="2" charset="0"/>
                <a:cs typeface="Helvetica Neue" panose="02000503000000020004" pitchFamily="2" charset="0"/>
              </a:defRPr>
            </a:lvl1pPr>
            <a:lvl2pPr>
              <a:defRPr b="0" i="0">
                <a:latin typeface="Helvetica Neue Light" panose="02000403000000020004" pitchFamily="2" charset="0"/>
                <a:ea typeface="Helvetica Neue Light" panose="02000403000000020004" pitchFamily="2" charset="0"/>
              </a:defRPr>
            </a:lvl2pPr>
            <a:lvl3pPr>
              <a:defRPr b="0" i="0">
                <a:latin typeface="Helvetica Neue Thin" panose="020B0403020202020204" pitchFamily="34" charset="0"/>
                <a:ea typeface="Helvetica Neue Thin" panose="020B0403020202020204" pitchFamily="34" charset="0"/>
              </a:defRPr>
            </a:lvl3pPr>
            <a:lvl4pPr>
              <a:defRPr b="0" i="0">
                <a:latin typeface="Helvetica Neue Thin" panose="020B0403020202020204" pitchFamily="34" charset="0"/>
                <a:ea typeface="Helvetica Neue Thin" panose="020B0403020202020204" pitchFamily="34" charset="0"/>
              </a:defRPr>
            </a:lvl4pPr>
            <a:lvl5pPr>
              <a:defRPr b="0" i="0">
                <a:latin typeface="Helvetica Neue Thin" panose="020B0403020202020204" pitchFamily="34" charset="0"/>
                <a:ea typeface="Helvetica Neue Thin" panose="020B0403020202020204" pitchFamily="34" charset="0"/>
              </a:defRPr>
            </a:lvl5pPr>
          </a:lstStyle>
          <a:p>
            <a:pPr lvl="0"/>
            <a:r>
              <a:rPr lang="en-US" dirty="0"/>
              <a:t>Text, Graphs, Images, Etc.</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a:extLst>
              <a:ext uri="{FF2B5EF4-FFF2-40B4-BE49-F238E27FC236}">
                <a16:creationId xmlns:a16="http://schemas.microsoft.com/office/drawing/2014/main" id="{E072881D-DCD1-E0B1-BF55-2EFA88E7D90B}"/>
              </a:ext>
            </a:extLst>
          </p:cNvPr>
          <p:cNvSpPr>
            <a:spLocks noGrp="1"/>
          </p:cNvSpPr>
          <p:nvPr>
            <p:ph type="title" hasCustomPrompt="1"/>
          </p:nvPr>
        </p:nvSpPr>
        <p:spPr>
          <a:xfrm>
            <a:off x="609600" y="457200"/>
            <a:ext cx="10972800" cy="529131"/>
          </a:xfrm>
        </p:spPr>
        <p:txBody>
          <a:bodyPr anchor="b">
            <a:noAutofit/>
          </a:bodyPr>
          <a:lstStyle>
            <a:lvl1pPr>
              <a:defRPr sz="4000"/>
            </a:lvl1pPr>
          </a:lstStyle>
          <a:p>
            <a:r>
              <a:rPr lang="en-US" dirty="0"/>
              <a:t>Full Page</a:t>
            </a:r>
          </a:p>
        </p:txBody>
      </p:sp>
      <p:cxnSp>
        <p:nvCxnSpPr>
          <p:cNvPr id="12" name="Straight Connector 11">
            <a:extLst>
              <a:ext uri="{FF2B5EF4-FFF2-40B4-BE49-F238E27FC236}">
                <a16:creationId xmlns:a16="http://schemas.microsoft.com/office/drawing/2014/main" id="{63E01E34-990E-DB6B-F3C2-68A5629793AA}"/>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22" name="Footer Placeholder 4">
            <a:extLst>
              <a:ext uri="{FF2B5EF4-FFF2-40B4-BE49-F238E27FC236}">
                <a16:creationId xmlns:a16="http://schemas.microsoft.com/office/drawing/2014/main" id="{019DF2B1-9CA2-FC97-4F26-180FEA85B5CF}"/>
              </a:ext>
            </a:extLst>
          </p:cNvPr>
          <p:cNvSpPr>
            <a:spLocks noGrp="1"/>
          </p:cNvSpPr>
          <p:nvPr>
            <p:ph type="ftr" sz="quarter" idx="3"/>
          </p:nvPr>
        </p:nvSpPr>
        <p:spPr>
          <a:xfrm>
            <a:off x="609600" y="6443821"/>
            <a:ext cx="2743200" cy="365125"/>
          </a:xfrm>
          <a:prstGeom prst="rect">
            <a:avLst/>
          </a:prstGeom>
        </p:spPr>
        <p:txBody>
          <a:bodyPr vert="horz" lIns="91440" tIns="45720" rIns="91440" bIns="45720" rtlCol="0" anchor="ctr"/>
          <a:lstStyle>
            <a:lvl1pPr algn="ctr">
              <a:defRPr sz="1200" b="0" i="0">
                <a:solidFill>
                  <a:schemeClr val="bg1"/>
                </a:solidFill>
                <a:latin typeface="Helvetica Neue Thin" panose="020B0403020202020204" pitchFamily="34" charset="0"/>
                <a:ea typeface="Helvetica Neue Thin" panose="020B0403020202020204" pitchFamily="34" charset="0"/>
                <a:cs typeface="Arial" panose="020B0604020202020204" pitchFamily="34" charset="0"/>
              </a:defRPr>
            </a:lvl1pPr>
          </a:lstStyle>
          <a:p>
            <a:r>
              <a:rPr lang="en-US">
                <a:latin typeface="Helvetica Neue Thin" panose="020B0403020202020204" pitchFamily="34" charset="0"/>
                <a:ea typeface="Helvetica Neue Thin" panose="020B0403020202020204" pitchFamily="34" charset="0"/>
              </a:rPr>
              <a:t>Hamilton Consulting Group</a:t>
            </a:r>
            <a:endParaRPr lang="en-US" dirty="0">
              <a:latin typeface="Helvetica Neue Thin" panose="020B0403020202020204" pitchFamily="34" charset="0"/>
              <a:ea typeface="Helvetica Neue Thin" panose="020B0403020202020204" pitchFamily="34" charset="0"/>
            </a:endParaRPr>
          </a:p>
        </p:txBody>
      </p:sp>
      <p:sp>
        <p:nvSpPr>
          <p:cNvPr id="23" name="Slide Number Placeholder 5">
            <a:extLst>
              <a:ext uri="{FF2B5EF4-FFF2-40B4-BE49-F238E27FC236}">
                <a16:creationId xmlns:a16="http://schemas.microsoft.com/office/drawing/2014/main" id="{5578E730-3C0F-AE9D-0407-B8BEC27C00D7}"/>
              </a:ext>
            </a:extLst>
          </p:cNvPr>
          <p:cNvSpPr>
            <a:spLocks noGrp="1"/>
          </p:cNvSpPr>
          <p:nvPr>
            <p:ph type="sldNum" sz="quarter" idx="4"/>
          </p:nvPr>
        </p:nvSpPr>
        <p:spPr>
          <a:xfrm>
            <a:off x="8839200" y="6458267"/>
            <a:ext cx="2743200" cy="365125"/>
          </a:xfrm>
          <a:prstGeom prst="rect">
            <a:avLst/>
          </a:prstGeom>
        </p:spPr>
        <p:txBody>
          <a:bodyPr vert="horz" lIns="91440" tIns="45720" rIns="91440" bIns="45720" rtlCol="0" anchor="ctr"/>
          <a:lstStyle>
            <a:lvl1pPr algn="r">
              <a:defRPr sz="1200" b="0" i="0">
                <a:solidFill>
                  <a:schemeClr val="bg1"/>
                </a:solidFill>
                <a:latin typeface="Helvetica Neue Thin" panose="020B0403020202020204" pitchFamily="34" charset="0"/>
                <a:ea typeface="Helvetica Neue Thin" panose="020B0403020202020204" pitchFamily="34" charset="0"/>
                <a:cs typeface="Arial" panose="020B0604020202020204" pitchFamily="34" charset="0"/>
              </a:defRPr>
            </a:lvl1p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857940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C2670"/>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F79BB2E-07E0-F414-B201-50FC9831F0F0}"/>
              </a:ext>
            </a:extLst>
          </p:cNvPr>
          <p:cNvSpPr>
            <a:spLocks noGrp="1"/>
          </p:cNvSpPr>
          <p:nvPr>
            <p:ph type="body" idx="1" hasCustomPrompt="1"/>
          </p:nvPr>
        </p:nvSpPr>
        <p:spPr>
          <a:xfrm>
            <a:off x="609600" y="4589463"/>
            <a:ext cx="109728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Include what will be discussed in this section</a:t>
            </a:r>
          </a:p>
          <a:p>
            <a:pPr lvl="0"/>
            <a:r>
              <a:rPr lang="en-US" dirty="0"/>
              <a:t>Bold the location of this section in the footer of content slides</a:t>
            </a:r>
          </a:p>
        </p:txBody>
      </p:sp>
      <p:cxnSp>
        <p:nvCxnSpPr>
          <p:cNvPr id="8" name="Straight Connector 7">
            <a:extLst>
              <a:ext uri="{FF2B5EF4-FFF2-40B4-BE49-F238E27FC236}">
                <a16:creationId xmlns:a16="http://schemas.microsoft.com/office/drawing/2014/main" id="{DC8EFAB2-BDBD-E2DA-9CF3-E33105499A5F}"/>
              </a:ext>
            </a:extLst>
          </p:cNvPr>
          <p:cNvCxnSpPr>
            <a:cxnSpLocks/>
          </p:cNvCxnSpPr>
          <p:nvPr userDrawn="1"/>
        </p:nvCxnSpPr>
        <p:spPr>
          <a:xfrm>
            <a:off x="609600" y="4349115"/>
            <a:ext cx="109728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Title 10">
            <a:extLst>
              <a:ext uri="{FF2B5EF4-FFF2-40B4-BE49-F238E27FC236}">
                <a16:creationId xmlns:a16="http://schemas.microsoft.com/office/drawing/2014/main" id="{05CF6DF5-86FF-6D6A-D8BA-8FFE6D9E635B}"/>
              </a:ext>
            </a:extLst>
          </p:cNvPr>
          <p:cNvSpPr>
            <a:spLocks noGrp="1"/>
          </p:cNvSpPr>
          <p:nvPr>
            <p:ph type="title" hasCustomPrompt="1"/>
          </p:nvPr>
        </p:nvSpPr>
        <p:spPr>
          <a:xfrm>
            <a:off x="609600" y="760112"/>
            <a:ext cx="11582400" cy="862013"/>
          </a:xfrm>
        </p:spPr>
        <p:txBody>
          <a:bodyPr/>
          <a:lstStyle/>
          <a:p>
            <a:r>
              <a:rPr lang="en-US" dirty="0"/>
              <a:t>Section Header</a:t>
            </a:r>
          </a:p>
        </p:txBody>
      </p:sp>
      <p:sp>
        <p:nvSpPr>
          <p:cNvPr id="13" name="Rectangle 12">
            <a:extLst>
              <a:ext uri="{FF2B5EF4-FFF2-40B4-BE49-F238E27FC236}">
                <a16:creationId xmlns:a16="http://schemas.microsoft.com/office/drawing/2014/main" id="{2B9002F1-CA6B-8A3D-E8A2-5990C1B154C1}"/>
              </a:ext>
            </a:extLst>
          </p:cNvPr>
          <p:cNvSpPr/>
          <p:nvPr userDrawn="1"/>
        </p:nvSpPr>
        <p:spPr>
          <a:xfrm>
            <a:off x="0" y="6196652"/>
            <a:ext cx="12192000" cy="159698"/>
          </a:xfrm>
          <a:prstGeom prst="rect">
            <a:avLst/>
          </a:prstGeom>
          <a:solidFill>
            <a:srgbClr val="0C2670"/>
          </a:solid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2A98E78-88F2-1297-8273-D334D2682FB7}"/>
              </a:ext>
            </a:extLst>
          </p:cNvPr>
          <p:cNvCxnSpPr>
            <a:cxnSpLocks/>
          </p:cNvCxnSpPr>
          <p:nvPr userDrawn="1"/>
        </p:nvCxnSpPr>
        <p:spPr>
          <a:xfrm>
            <a:off x="0" y="6417310"/>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003807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500B06-28E1-1180-3999-E29E8DFA29C0}"/>
              </a:ext>
            </a:extLst>
          </p:cNvPr>
          <p:cNvSpPr>
            <a:spLocks noGrp="1"/>
          </p:cNvSpPr>
          <p:nvPr>
            <p:ph sz="half" idx="1" hasCustomPrompt="1"/>
          </p:nvPr>
        </p:nvSpPr>
        <p:spPr>
          <a:xfrm>
            <a:off x="621957" y="1600202"/>
            <a:ext cx="5245443" cy="4267697"/>
          </a:xfrm>
        </p:spPr>
        <p:txBody>
          <a:bodyPr/>
          <a:lstStyle/>
          <a:p>
            <a:pPr lvl="0"/>
            <a:r>
              <a:rPr lang="en-US" dirty="0"/>
              <a:t>Text only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09C4201-4C7D-BB8D-B4C4-B972853B742F}"/>
              </a:ext>
            </a:extLst>
          </p:cNvPr>
          <p:cNvSpPr>
            <a:spLocks noGrp="1"/>
          </p:cNvSpPr>
          <p:nvPr>
            <p:ph sz="half" idx="2" hasCustomPrompt="1"/>
          </p:nvPr>
        </p:nvSpPr>
        <p:spPr>
          <a:xfrm>
            <a:off x="6323012" y="1600202"/>
            <a:ext cx="5245446" cy="4264654"/>
          </a:xfrm>
        </p:spPr>
        <p:txBody>
          <a:bodyPr/>
          <a:lstStyle/>
          <a:p>
            <a:pPr lvl="0"/>
            <a:r>
              <a:rPr lang="en-US" dirty="0"/>
              <a:t>Text or content, drawing support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1" name="Straight Connector 10">
            <a:extLst>
              <a:ext uri="{FF2B5EF4-FFF2-40B4-BE49-F238E27FC236}">
                <a16:creationId xmlns:a16="http://schemas.microsoft.com/office/drawing/2014/main" id="{DC083BC6-C4D3-E338-DF45-EAC7CA2BB944}"/>
              </a:ext>
            </a:extLst>
          </p:cNvPr>
          <p:cNvCxnSpPr>
            <a:cxnSpLocks/>
          </p:cNvCxnSpPr>
          <p:nvPr userDrawn="1"/>
        </p:nvCxnSpPr>
        <p:spPr>
          <a:xfrm>
            <a:off x="608012" y="5899982"/>
            <a:ext cx="5259388"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8DCF2A-C320-D451-5409-F602F6FB94D9}"/>
              </a:ext>
            </a:extLst>
          </p:cNvPr>
          <p:cNvCxnSpPr>
            <a:cxnSpLocks/>
          </p:cNvCxnSpPr>
          <p:nvPr userDrawn="1"/>
        </p:nvCxnSpPr>
        <p:spPr>
          <a:xfrm>
            <a:off x="6323012" y="5899982"/>
            <a:ext cx="5259388"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21" name="Title 1">
            <a:extLst>
              <a:ext uri="{FF2B5EF4-FFF2-40B4-BE49-F238E27FC236}">
                <a16:creationId xmlns:a16="http://schemas.microsoft.com/office/drawing/2014/main" id="{1E75B336-72AE-5687-27C4-184F3BFD717F}"/>
              </a:ext>
            </a:extLst>
          </p:cNvPr>
          <p:cNvSpPr>
            <a:spLocks noGrp="1"/>
          </p:cNvSpPr>
          <p:nvPr>
            <p:ph type="title" hasCustomPrompt="1"/>
          </p:nvPr>
        </p:nvSpPr>
        <p:spPr>
          <a:xfrm>
            <a:off x="609600" y="457200"/>
            <a:ext cx="10744200" cy="529131"/>
          </a:xfrm>
        </p:spPr>
        <p:txBody>
          <a:bodyPr anchor="b">
            <a:noAutofit/>
          </a:bodyPr>
          <a:lstStyle>
            <a:lvl1pPr>
              <a:defRPr sz="4000"/>
            </a:lvl1pPr>
          </a:lstStyle>
          <a:p>
            <a:r>
              <a:rPr lang="en-US" dirty="0"/>
              <a:t>Two Text Collums</a:t>
            </a:r>
          </a:p>
        </p:txBody>
      </p:sp>
      <p:cxnSp>
        <p:nvCxnSpPr>
          <p:cNvPr id="22" name="Straight Connector 21">
            <a:extLst>
              <a:ext uri="{FF2B5EF4-FFF2-40B4-BE49-F238E27FC236}">
                <a16:creationId xmlns:a16="http://schemas.microsoft.com/office/drawing/2014/main" id="{C446F511-939F-9AC5-6FB2-1607E2F81221}"/>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28" name="Footer Placeholder 27">
            <a:extLst>
              <a:ext uri="{FF2B5EF4-FFF2-40B4-BE49-F238E27FC236}">
                <a16:creationId xmlns:a16="http://schemas.microsoft.com/office/drawing/2014/main" id="{76043B81-8A26-7FCB-C681-F3EEADF0598C}"/>
              </a:ext>
            </a:extLst>
          </p:cNvPr>
          <p:cNvSpPr>
            <a:spLocks noGrp="1"/>
          </p:cNvSpPr>
          <p:nvPr>
            <p:ph type="ftr" sz="quarter" idx="10"/>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29" name="Slide Number Placeholder 28">
            <a:extLst>
              <a:ext uri="{FF2B5EF4-FFF2-40B4-BE49-F238E27FC236}">
                <a16:creationId xmlns:a16="http://schemas.microsoft.com/office/drawing/2014/main" id="{3249823A-6D2C-CCF9-7335-AE4AC3307A7C}"/>
              </a:ext>
            </a:extLst>
          </p:cNvPr>
          <p:cNvSpPr>
            <a:spLocks noGrp="1"/>
          </p:cNvSpPr>
          <p:nvPr>
            <p:ph type="sldNum" sz="quarter" idx="11"/>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50994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D626CD-9C23-30A9-A141-7D52B105ECBF}"/>
              </a:ext>
            </a:extLst>
          </p:cNvPr>
          <p:cNvSpPr>
            <a:spLocks noGrp="1"/>
          </p:cNvSpPr>
          <p:nvPr>
            <p:ph type="body" idx="1" hasCustomPrompt="1"/>
          </p:nvPr>
        </p:nvSpPr>
        <p:spPr>
          <a:xfrm>
            <a:off x="621957" y="1600200"/>
            <a:ext cx="5245443" cy="805317"/>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Header</a:t>
            </a:r>
          </a:p>
        </p:txBody>
      </p:sp>
      <p:sp>
        <p:nvSpPr>
          <p:cNvPr id="16" name="Title 1">
            <a:extLst>
              <a:ext uri="{FF2B5EF4-FFF2-40B4-BE49-F238E27FC236}">
                <a16:creationId xmlns:a16="http://schemas.microsoft.com/office/drawing/2014/main" id="{C8F37FFA-BBB3-EF5F-D6C8-7261F0F9BA3B}"/>
              </a:ext>
            </a:extLst>
          </p:cNvPr>
          <p:cNvSpPr>
            <a:spLocks noGrp="1"/>
          </p:cNvSpPr>
          <p:nvPr>
            <p:ph type="title" hasCustomPrompt="1"/>
          </p:nvPr>
        </p:nvSpPr>
        <p:spPr>
          <a:xfrm>
            <a:off x="609600" y="457200"/>
            <a:ext cx="10744200" cy="529131"/>
          </a:xfrm>
        </p:spPr>
        <p:txBody>
          <a:bodyPr anchor="b">
            <a:noAutofit/>
          </a:bodyPr>
          <a:lstStyle>
            <a:lvl1pPr>
              <a:defRPr sz="4000"/>
            </a:lvl1pPr>
          </a:lstStyle>
          <a:p>
            <a:r>
              <a:rPr lang="en-US" dirty="0"/>
              <a:t>Comparison</a:t>
            </a:r>
          </a:p>
        </p:txBody>
      </p:sp>
      <p:cxnSp>
        <p:nvCxnSpPr>
          <p:cNvPr id="17" name="Straight Connector 16">
            <a:extLst>
              <a:ext uri="{FF2B5EF4-FFF2-40B4-BE49-F238E27FC236}">
                <a16:creationId xmlns:a16="http://schemas.microsoft.com/office/drawing/2014/main" id="{DBF73028-D438-99AE-BC1C-845450D8E478}"/>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26" name="Content Placeholder 2">
            <a:extLst>
              <a:ext uri="{FF2B5EF4-FFF2-40B4-BE49-F238E27FC236}">
                <a16:creationId xmlns:a16="http://schemas.microsoft.com/office/drawing/2014/main" id="{01899C01-6879-003F-13BB-B55093D30F62}"/>
              </a:ext>
            </a:extLst>
          </p:cNvPr>
          <p:cNvSpPr>
            <a:spLocks noGrp="1"/>
          </p:cNvSpPr>
          <p:nvPr>
            <p:ph sz="half" idx="15" hasCustomPrompt="1"/>
          </p:nvPr>
        </p:nvSpPr>
        <p:spPr>
          <a:xfrm>
            <a:off x="621957" y="2514601"/>
            <a:ext cx="5245443" cy="3353298"/>
          </a:xfrm>
        </p:spPr>
        <p:txBody>
          <a:bodyPr/>
          <a:lstStyle/>
          <a:p>
            <a:pPr lvl="0"/>
            <a:r>
              <a:rPr lang="en-US" dirty="0"/>
              <a:t>Text, Images, Graphs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7" name="Straight Connector 26">
            <a:extLst>
              <a:ext uri="{FF2B5EF4-FFF2-40B4-BE49-F238E27FC236}">
                <a16:creationId xmlns:a16="http://schemas.microsoft.com/office/drawing/2014/main" id="{B0CD66D4-30D7-F555-8A4E-641B2E766B94}"/>
              </a:ext>
            </a:extLst>
          </p:cNvPr>
          <p:cNvCxnSpPr>
            <a:cxnSpLocks/>
          </p:cNvCxnSpPr>
          <p:nvPr userDrawn="1"/>
        </p:nvCxnSpPr>
        <p:spPr>
          <a:xfrm>
            <a:off x="608012" y="5899982"/>
            <a:ext cx="5259388"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4ECE4E38-6F50-900E-89FE-30BB234AEE94}"/>
              </a:ext>
            </a:extLst>
          </p:cNvPr>
          <p:cNvSpPr>
            <a:spLocks noGrp="1"/>
          </p:cNvSpPr>
          <p:nvPr>
            <p:ph type="body" idx="16" hasCustomPrompt="1"/>
          </p:nvPr>
        </p:nvSpPr>
        <p:spPr>
          <a:xfrm>
            <a:off x="6324600" y="1600200"/>
            <a:ext cx="5245443" cy="805317"/>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Header</a:t>
            </a:r>
          </a:p>
        </p:txBody>
      </p:sp>
      <p:sp>
        <p:nvSpPr>
          <p:cNvPr id="29" name="Content Placeholder 2">
            <a:extLst>
              <a:ext uri="{FF2B5EF4-FFF2-40B4-BE49-F238E27FC236}">
                <a16:creationId xmlns:a16="http://schemas.microsoft.com/office/drawing/2014/main" id="{23ECC577-D8B1-7931-0029-9D7A2E819E3B}"/>
              </a:ext>
            </a:extLst>
          </p:cNvPr>
          <p:cNvSpPr>
            <a:spLocks noGrp="1"/>
          </p:cNvSpPr>
          <p:nvPr>
            <p:ph sz="half" idx="17" hasCustomPrompt="1"/>
          </p:nvPr>
        </p:nvSpPr>
        <p:spPr>
          <a:xfrm>
            <a:off x="6324600" y="2514601"/>
            <a:ext cx="5245443" cy="3353298"/>
          </a:xfrm>
        </p:spPr>
        <p:txBody>
          <a:bodyPr/>
          <a:lstStyle/>
          <a:p>
            <a:pPr lvl="0"/>
            <a:r>
              <a:rPr lang="en-US" dirty="0"/>
              <a:t>Text, Images, Graphs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0" name="Straight Connector 29">
            <a:extLst>
              <a:ext uri="{FF2B5EF4-FFF2-40B4-BE49-F238E27FC236}">
                <a16:creationId xmlns:a16="http://schemas.microsoft.com/office/drawing/2014/main" id="{0ED493EF-4EE8-1F6A-D018-0671D1F1F308}"/>
              </a:ext>
            </a:extLst>
          </p:cNvPr>
          <p:cNvCxnSpPr>
            <a:cxnSpLocks/>
          </p:cNvCxnSpPr>
          <p:nvPr userDrawn="1"/>
        </p:nvCxnSpPr>
        <p:spPr>
          <a:xfrm>
            <a:off x="6310655" y="5899982"/>
            <a:ext cx="5259388"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34" name="Footer Placeholder 33">
            <a:extLst>
              <a:ext uri="{FF2B5EF4-FFF2-40B4-BE49-F238E27FC236}">
                <a16:creationId xmlns:a16="http://schemas.microsoft.com/office/drawing/2014/main" id="{606A4C33-F1FD-724F-557E-5E95402D9D06}"/>
              </a:ext>
            </a:extLst>
          </p:cNvPr>
          <p:cNvSpPr>
            <a:spLocks noGrp="1"/>
          </p:cNvSpPr>
          <p:nvPr>
            <p:ph type="ftr" sz="quarter" idx="18"/>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35" name="Slide Number Placeholder 34">
            <a:extLst>
              <a:ext uri="{FF2B5EF4-FFF2-40B4-BE49-F238E27FC236}">
                <a16:creationId xmlns:a16="http://schemas.microsoft.com/office/drawing/2014/main" id="{A5030E25-11DF-1EF4-5643-187E6A122E0F}"/>
              </a:ext>
            </a:extLst>
          </p:cNvPr>
          <p:cNvSpPr>
            <a:spLocks noGrp="1"/>
          </p:cNvSpPr>
          <p:nvPr>
            <p:ph type="sldNum" sz="quarter" idx="19"/>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50535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65DEB7A-30EC-67ED-37AF-C87429BBBBEE}"/>
              </a:ext>
            </a:extLst>
          </p:cNvPr>
          <p:cNvSpPr>
            <a:spLocks noGrp="1"/>
          </p:cNvSpPr>
          <p:nvPr>
            <p:ph type="title" hasCustomPrompt="1"/>
          </p:nvPr>
        </p:nvSpPr>
        <p:spPr>
          <a:xfrm>
            <a:off x="609600" y="457200"/>
            <a:ext cx="10744200" cy="529131"/>
          </a:xfrm>
        </p:spPr>
        <p:txBody>
          <a:bodyPr anchor="b">
            <a:noAutofit/>
          </a:bodyPr>
          <a:lstStyle>
            <a:lvl1pPr>
              <a:defRPr sz="4000"/>
            </a:lvl1pPr>
          </a:lstStyle>
          <a:p>
            <a:r>
              <a:rPr lang="en-US" dirty="0"/>
              <a:t>Title Only (i.e. question for audience)</a:t>
            </a:r>
          </a:p>
        </p:txBody>
      </p:sp>
      <p:cxnSp>
        <p:nvCxnSpPr>
          <p:cNvPr id="10" name="Straight Connector 9">
            <a:extLst>
              <a:ext uri="{FF2B5EF4-FFF2-40B4-BE49-F238E27FC236}">
                <a16:creationId xmlns:a16="http://schemas.microsoft.com/office/drawing/2014/main" id="{DF15EF4A-C8C4-2BB2-416B-06AF60C5AC69}"/>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18" name="Footer Placeholder 17">
            <a:extLst>
              <a:ext uri="{FF2B5EF4-FFF2-40B4-BE49-F238E27FC236}">
                <a16:creationId xmlns:a16="http://schemas.microsoft.com/office/drawing/2014/main" id="{A1E2CB27-B4B7-580F-9238-E16906259C78}"/>
              </a:ext>
            </a:extLst>
          </p:cNvPr>
          <p:cNvSpPr>
            <a:spLocks noGrp="1"/>
          </p:cNvSpPr>
          <p:nvPr>
            <p:ph type="ftr" sz="quarter" idx="10"/>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19" name="Slide Number Placeholder 18">
            <a:extLst>
              <a:ext uri="{FF2B5EF4-FFF2-40B4-BE49-F238E27FC236}">
                <a16:creationId xmlns:a16="http://schemas.microsoft.com/office/drawing/2014/main" id="{0E787DBD-00A9-D89B-13A9-31B646A4F188}"/>
              </a:ext>
            </a:extLst>
          </p:cNvPr>
          <p:cNvSpPr>
            <a:spLocks noGrp="1"/>
          </p:cNvSpPr>
          <p:nvPr>
            <p:ph type="sldNum" sz="quarter" idx="11"/>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043311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BA305005-7463-BBF6-DFC6-F6A1521C1225}"/>
              </a:ext>
            </a:extLst>
          </p:cNvPr>
          <p:cNvSpPr>
            <a:spLocks noGrp="1"/>
          </p:cNvSpPr>
          <p:nvPr>
            <p:ph type="ftr" sz="quarter" idx="10"/>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11" name="Slide Number Placeholder 10">
            <a:extLst>
              <a:ext uri="{FF2B5EF4-FFF2-40B4-BE49-F238E27FC236}">
                <a16:creationId xmlns:a16="http://schemas.microsoft.com/office/drawing/2014/main" id="{75582D19-A2B2-17CA-6A5A-E1888504EFB7}"/>
              </a:ext>
            </a:extLst>
          </p:cNvPr>
          <p:cNvSpPr>
            <a:spLocks noGrp="1"/>
          </p:cNvSpPr>
          <p:nvPr>
            <p:ph type="sldNum" sz="quarter" idx="11"/>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
        <p:nvSpPr>
          <p:cNvPr id="15" name="Content Placeholder 3">
            <a:extLst>
              <a:ext uri="{FF2B5EF4-FFF2-40B4-BE49-F238E27FC236}">
                <a16:creationId xmlns:a16="http://schemas.microsoft.com/office/drawing/2014/main" id="{214951DD-7EC6-6966-A521-A07F3A8B7530}"/>
              </a:ext>
            </a:extLst>
          </p:cNvPr>
          <p:cNvSpPr>
            <a:spLocks noGrp="1"/>
          </p:cNvSpPr>
          <p:nvPr>
            <p:ph sz="half" idx="13" hasCustomPrompt="1"/>
          </p:nvPr>
        </p:nvSpPr>
        <p:spPr>
          <a:xfrm>
            <a:off x="609600" y="685800"/>
            <a:ext cx="10972800" cy="5173333"/>
          </a:xfrm>
        </p:spPr>
        <p:txBody>
          <a:bodyPr/>
          <a:lstStyle/>
          <a:p>
            <a:pPr lvl="0"/>
            <a:r>
              <a:rPr lang="en-US" dirty="0"/>
              <a:t>Empty Full Pages for content, can use multiple to support points made on prior slides, etc.</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5135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7562A1-BF40-0E66-FD97-85E21849CDFB}"/>
              </a:ext>
            </a:extLst>
          </p:cNvPr>
          <p:cNvSpPr>
            <a:spLocks noGrp="1"/>
          </p:cNvSpPr>
          <p:nvPr>
            <p:ph type="body" sz="half" idx="2" hasCustomPrompt="1"/>
          </p:nvPr>
        </p:nvSpPr>
        <p:spPr>
          <a:xfrm>
            <a:off x="609600" y="1610054"/>
            <a:ext cx="4162425" cy="4258933"/>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Text should draw on either talking points or point out important information</a:t>
            </a:r>
          </a:p>
        </p:txBody>
      </p:sp>
      <p:sp>
        <p:nvSpPr>
          <p:cNvPr id="8" name="Content Placeholder 3">
            <a:extLst>
              <a:ext uri="{FF2B5EF4-FFF2-40B4-BE49-F238E27FC236}">
                <a16:creationId xmlns:a16="http://schemas.microsoft.com/office/drawing/2014/main" id="{A2EE8CAF-A3B3-1D8B-09C5-C42F1BDCB82B}"/>
              </a:ext>
            </a:extLst>
          </p:cNvPr>
          <p:cNvSpPr>
            <a:spLocks noGrp="1"/>
          </p:cNvSpPr>
          <p:nvPr>
            <p:ph sz="half" idx="13" hasCustomPrompt="1"/>
          </p:nvPr>
        </p:nvSpPr>
        <p:spPr>
          <a:xfrm>
            <a:off x="5183188" y="1610054"/>
            <a:ext cx="6399212" cy="4249079"/>
          </a:xfrm>
        </p:spPr>
        <p:txBody>
          <a:bodyPr/>
          <a:lstStyle/>
          <a:p>
            <a:pPr lvl="0"/>
            <a:r>
              <a:rPr lang="en-US" dirty="0"/>
              <a:t>Primarily for content (text if needed)</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D8D1AD22-4957-0627-BAD6-71D891189A7F}"/>
              </a:ext>
            </a:extLst>
          </p:cNvPr>
          <p:cNvSpPr>
            <a:spLocks noGrp="1"/>
          </p:cNvSpPr>
          <p:nvPr>
            <p:ph type="title" hasCustomPrompt="1"/>
          </p:nvPr>
        </p:nvSpPr>
        <p:spPr>
          <a:xfrm>
            <a:off x="609600" y="457200"/>
            <a:ext cx="10744200" cy="529131"/>
          </a:xfrm>
        </p:spPr>
        <p:txBody>
          <a:bodyPr anchor="b">
            <a:noAutofit/>
          </a:bodyPr>
          <a:lstStyle>
            <a:lvl1pPr>
              <a:defRPr sz="4000"/>
            </a:lvl1pPr>
          </a:lstStyle>
          <a:p>
            <a:r>
              <a:rPr lang="en-US" dirty="0"/>
              <a:t>Text and Content (bigger)</a:t>
            </a:r>
          </a:p>
        </p:txBody>
      </p:sp>
      <p:cxnSp>
        <p:nvCxnSpPr>
          <p:cNvPr id="14" name="Straight Connector 13">
            <a:extLst>
              <a:ext uri="{FF2B5EF4-FFF2-40B4-BE49-F238E27FC236}">
                <a16:creationId xmlns:a16="http://schemas.microsoft.com/office/drawing/2014/main" id="{4DBDA116-469A-B8FC-52F8-AAB55AC53DAB}"/>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18" name="Footer Placeholder 17">
            <a:extLst>
              <a:ext uri="{FF2B5EF4-FFF2-40B4-BE49-F238E27FC236}">
                <a16:creationId xmlns:a16="http://schemas.microsoft.com/office/drawing/2014/main" id="{6CE1BF01-47CD-3601-6CA7-B2F1E4029E7C}"/>
              </a:ext>
            </a:extLst>
          </p:cNvPr>
          <p:cNvSpPr>
            <a:spLocks noGrp="1"/>
          </p:cNvSpPr>
          <p:nvPr>
            <p:ph type="ftr" sz="quarter" idx="14"/>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19" name="Slide Number Placeholder 18">
            <a:extLst>
              <a:ext uri="{FF2B5EF4-FFF2-40B4-BE49-F238E27FC236}">
                <a16:creationId xmlns:a16="http://schemas.microsoft.com/office/drawing/2014/main" id="{A14AA71F-2A64-7F8F-4501-B38724CDE81A}"/>
              </a:ext>
            </a:extLst>
          </p:cNvPr>
          <p:cNvSpPr>
            <a:spLocks noGrp="1"/>
          </p:cNvSpPr>
          <p:nvPr>
            <p:ph type="sldNum" sz="quarter" idx="15"/>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627720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103B530-BA1A-1366-7DDA-D36BE60590AE}"/>
              </a:ext>
            </a:extLst>
          </p:cNvPr>
          <p:cNvSpPr>
            <a:spLocks noGrp="1"/>
          </p:cNvSpPr>
          <p:nvPr>
            <p:ph type="pic" idx="1"/>
          </p:nvPr>
        </p:nvSpPr>
        <p:spPr>
          <a:xfrm>
            <a:off x="5183188" y="1600200"/>
            <a:ext cx="6399212" cy="4260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52B6B3CA-8467-783E-2D2E-BA919C17ED10}"/>
              </a:ext>
            </a:extLst>
          </p:cNvPr>
          <p:cNvSpPr>
            <a:spLocks noGrp="1"/>
          </p:cNvSpPr>
          <p:nvPr>
            <p:ph type="body" sz="half" idx="2"/>
          </p:nvPr>
        </p:nvSpPr>
        <p:spPr>
          <a:xfrm>
            <a:off x="609600" y="1600200"/>
            <a:ext cx="4162425" cy="4268787"/>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538CF93C-B3D1-0D53-11DB-69E7A5982462}"/>
              </a:ext>
            </a:extLst>
          </p:cNvPr>
          <p:cNvSpPr>
            <a:spLocks noGrp="1"/>
          </p:cNvSpPr>
          <p:nvPr>
            <p:ph type="title" hasCustomPrompt="1"/>
          </p:nvPr>
        </p:nvSpPr>
        <p:spPr>
          <a:xfrm>
            <a:off x="609600" y="457200"/>
            <a:ext cx="10744200" cy="529131"/>
          </a:xfrm>
        </p:spPr>
        <p:txBody>
          <a:bodyPr anchor="b">
            <a:noAutofit/>
          </a:bodyPr>
          <a:lstStyle>
            <a:lvl1pPr>
              <a:defRPr sz="4000"/>
            </a:lvl1pPr>
          </a:lstStyle>
          <a:p>
            <a:r>
              <a:rPr lang="en-US" dirty="0"/>
              <a:t>Text and Picture (Bigger)</a:t>
            </a:r>
          </a:p>
        </p:txBody>
      </p:sp>
      <p:cxnSp>
        <p:nvCxnSpPr>
          <p:cNvPr id="12" name="Straight Connector 11">
            <a:extLst>
              <a:ext uri="{FF2B5EF4-FFF2-40B4-BE49-F238E27FC236}">
                <a16:creationId xmlns:a16="http://schemas.microsoft.com/office/drawing/2014/main" id="{708C80A6-1CC6-6284-06FC-6D4DF4D0AEF5}"/>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16" name="Footer Placeholder 15">
            <a:extLst>
              <a:ext uri="{FF2B5EF4-FFF2-40B4-BE49-F238E27FC236}">
                <a16:creationId xmlns:a16="http://schemas.microsoft.com/office/drawing/2014/main" id="{09D26DF1-968B-AEA9-E548-A4FC0A216DBE}"/>
              </a:ext>
            </a:extLst>
          </p:cNvPr>
          <p:cNvSpPr>
            <a:spLocks noGrp="1"/>
          </p:cNvSpPr>
          <p:nvPr>
            <p:ph type="ftr" sz="quarter" idx="10"/>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17" name="Slide Number Placeholder 16">
            <a:extLst>
              <a:ext uri="{FF2B5EF4-FFF2-40B4-BE49-F238E27FC236}">
                <a16:creationId xmlns:a16="http://schemas.microsoft.com/office/drawing/2014/main" id="{B61E9A7F-E0CD-2822-852E-CC9D2161A10F}"/>
              </a:ext>
            </a:extLst>
          </p:cNvPr>
          <p:cNvSpPr>
            <a:spLocks noGrp="1"/>
          </p:cNvSpPr>
          <p:nvPr>
            <p:ph type="sldNum" sz="quarter" idx="11"/>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44636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4F4B44FC-9870-9D6D-F231-BF0B37A72612}"/>
              </a:ext>
            </a:extLst>
          </p:cNvPr>
          <p:cNvSpPr>
            <a:spLocks noGrp="1"/>
          </p:cNvSpPr>
          <p:nvPr>
            <p:ph type="body" orient="vert" idx="1"/>
          </p:nvPr>
        </p:nvSpPr>
        <p:spPr>
          <a:xfrm>
            <a:off x="609600" y="1253330"/>
            <a:ext cx="10972800" cy="461513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a:extLst>
              <a:ext uri="{FF2B5EF4-FFF2-40B4-BE49-F238E27FC236}">
                <a16:creationId xmlns:a16="http://schemas.microsoft.com/office/drawing/2014/main" id="{A45A663A-4BC2-9DFA-DA0D-4E0489F5CF9F}"/>
              </a:ext>
            </a:extLst>
          </p:cNvPr>
          <p:cNvSpPr>
            <a:spLocks noGrp="1"/>
          </p:cNvSpPr>
          <p:nvPr>
            <p:ph type="title"/>
          </p:nvPr>
        </p:nvSpPr>
        <p:spPr>
          <a:xfrm>
            <a:off x="609600" y="457200"/>
            <a:ext cx="10744200" cy="529131"/>
          </a:xfrm>
        </p:spPr>
        <p:txBody>
          <a:bodyPr anchor="b">
            <a:noAutofit/>
          </a:bodyPr>
          <a:lstStyle>
            <a:lvl1pPr>
              <a:defRPr sz="4000"/>
            </a:lvl1pPr>
          </a:lstStyle>
          <a:p>
            <a:r>
              <a:rPr lang="en-US"/>
              <a:t>Click to edit Master title style</a:t>
            </a:r>
            <a:endParaRPr lang="en-US" dirty="0"/>
          </a:p>
        </p:txBody>
      </p:sp>
      <p:cxnSp>
        <p:nvCxnSpPr>
          <p:cNvPr id="12" name="Straight Connector 11">
            <a:extLst>
              <a:ext uri="{FF2B5EF4-FFF2-40B4-BE49-F238E27FC236}">
                <a16:creationId xmlns:a16="http://schemas.microsoft.com/office/drawing/2014/main" id="{5DF12D95-92D8-02EE-D070-E463DCBAC275}"/>
              </a:ext>
            </a:extLst>
          </p:cNvPr>
          <p:cNvCxnSpPr>
            <a:cxnSpLocks/>
          </p:cNvCxnSpPr>
          <p:nvPr userDrawn="1"/>
        </p:nvCxnSpPr>
        <p:spPr>
          <a:xfrm>
            <a:off x="609600" y="989527"/>
            <a:ext cx="11582400" cy="0"/>
          </a:xfrm>
          <a:prstGeom prst="line">
            <a:avLst/>
          </a:prstGeom>
          <a:ln>
            <a:solidFill>
              <a:srgbClr val="0C2670"/>
            </a:solidFill>
          </a:ln>
        </p:spPr>
        <p:style>
          <a:lnRef idx="2">
            <a:schemeClr val="accent1"/>
          </a:lnRef>
          <a:fillRef idx="0">
            <a:schemeClr val="accent1"/>
          </a:fillRef>
          <a:effectRef idx="1">
            <a:schemeClr val="accent1"/>
          </a:effectRef>
          <a:fontRef idx="minor">
            <a:schemeClr val="tx1"/>
          </a:fontRef>
        </p:style>
      </p:cxnSp>
      <p:sp>
        <p:nvSpPr>
          <p:cNvPr id="16" name="Footer Placeholder 15">
            <a:extLst>
              <a:ext uri="{FF2B5EF4-FFF2-40B4-BE49-F238E27FC236}">
                <a16:creationId xmlns:a16="http://schemas.microsoft.com/office/drawing/2014/main" id="{BBD567CB-5596-4E59-9EF7-1494A9AB9449}"/>
              </a:ext>
            </a:extLst>
          </p:cNvPr>
          <p:cNvSpPr>
            <a:spLocks noGrp="1"/>
          </p:cNvSpPr>
          <p:nvPr>
            <p:ph type="ftr" sz="quarter" idx="10"/>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17" name="Slide Number Placeholder 16">
            <a:extLst>
              <a:ext uri="{FF2B5EF4-FFF2-40B4-BE49-F238E27FC236}">
                <a16:creationId xmlns:a16="http://schemas.microsoft.com/office/drawing/2014/main" id="{1A073A97-506A-C9F6-3487-FF9049B2BA69}"/>
              </a:ext>
            </a:extLst>
          </p:cNvPr>
          <p:cNvSpPr>
            <a:spLocks noGrp="1"/>
          </p:cNvSpPr>
          <p:nvPr>
            <p:ph type="sldNum" sz="quarter" idx="11"/>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1953331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2CDC9-531E-6C29-0798-A29C71DF00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9E5FC43-EF75-09A6-AFB3-861FD2D6A2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6CD00CF9-BBBA-5300-5340-B6FA3A4CC443}"/>
              </a:ext>
            </a:extLst>
          </p:cNvPr>
          <p:cNvSpPr>
            <a:spLocks noGrp="1"/>
          </p:cNvSpPr>
          <p:nvPr>
            <p:ph type="ftr" sz="quarter" idx="10"/>
          </p:nvPr>
        </p:nvSpPr>
        <p:spPr/>
        <p:txBody>
          <a:body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
        <p:nvSpPr>
          <p:cNvPr id="13" name="Slide Number Placeholder 12">
            <a:extLst>
              <a:ext uri="{FF2B5EF4-FFF2-40B4-BE49-F238E27FC236}">
                <a16:creationId xmlns:a16="http://schemas.microsoft.com/office/drawing/2014/main" id="{26C72B84-4669-B535-64DD-B7E142A51CA7}"/>
              </a:ext>
            </a:extLst>
          </p:cNvPr>
          <p:cNvSpPr>
            <a:spLocks noGrp="1"/>
          </p:cNvSpPr>
          <p:nvPr>
            <p:ph type="sldNum" sz="quarter" idx="11"/>
          </p:nvPr>
        </p:nvSpPr>
        <p:spPr/>
        <p:txBody>
          <a:body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2533268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Dark)">
    <p:bg>
      <p:bgPr>
        <a:gradFill>
          <a:gsLst>
            <a:gs pos="0">
              <a:srgbClr val="0C2670">
                <a:lumMod val="45000"/>
              </a:srgbClr>
            </a:gs>
            <a:gs pos="50000">
              <a:srgbClr val="0C2670">
                <a:lumMod val="95807"/>
              </a:srgbClr>
            </a:gs>
          </a:gsLst>
          <a:lin ang="0" scaled="0"/>
        </a:gradFill>
        <a:effectLst/>
      </p:bgPr>
    </p:bg>
    <p:spTree>
      <p:nvGrpSpPr>
        <p:cNvPr id="1" name=""/>
        <p:cNvGrpSpPr/>
        <p:nvPr/>
      </p:nvGrpSpPr>
      <p:grpSpPr>
        <a:xfrm>
          <a:off x="0" y="0"/>
          <a:ext cx="0" cy="0"/>
          <a:chOff x="0" y="0"/>
          <a:chExt cx="0" cy="0"/>
        </a:xfrm>
      </p:grpSpPr>
      <p:sp>
        <p:nvSpPr>
          <p:cNvPr id="18" name="Date Placeholder 17">
            <a:extLst>
              <a:ext uri="{FF2B5EF4-FFF2-40B4-BE49-F238E27FC236}">
                <a16:creationId xmlns:a16="http://schemas.microsoft.com/office/drawing/2014/main" id="{2FEF1122-E22D-AA6B-99C9-49180480D4C7}"/>
              </a:ext>
            </a:extLst>
          </p:cNvPr>
          <p:cNvSpPr>
            <a:spLocks noGrp="1"/>
          </p:cNvSpPr>
          <p:nvPr>
            <p:ph type="dt" sz="half" idx="14"/>
          </p:nvPr>
        </p:nvSpPr>
        <p:spPr>
          <a:xfrm>
            <a:off x="609600" y="5174145"/>
            <a:ext cx="4572000" cy="365125"/>
          </a:xfrm>
          <a:prstGeom prst="rect">
            <a:avLst/>
          </a:prstGeom>
        </p:spPr>
        <p:txBody>
          <a:bodyPr/>
          <a:lstStyle>
            <a:lvl1pPr>
              <a:defRPr sz="2000" b="0" i="1">
                <a:solidFill>
                  <a:schemeClr val="bg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stStyle>
          <a:p>
            <a:endParaRPr lang="en-US"/>
          </a:p>
        </p:txBody>
      </p:sp>
      <p:grpSp>
        <p:nvGrpSpPr>
          <p:cNvPr id="1046" name="Group 1045">
            <a:extLst>
              <a:ext uri="{FF2B5EF4-FFF2-40B4-BE49-F238E27FC236}">
                <a16:creationId xmlns:a16="http://schemas.microsoft.com/office/drawing/2014/main" id="{32D06E54-F577-E435-C2AE-C147A03E9A42}"/>
              </a:ext>
            </a:extLst>
          </p:cNvPr>
          <p:cNvGrpSpPr/>
          <p:nvPr userDrawn="1"/>
        </p:nvGrpSpPr>
        <p:grpSpPr>
          <a:xfrm rot="4999698">
            <a:off x="5882042" y="392353"/>
            <a:ext cx="6354207" cy="6315581"/>
            <a:chOff x="5404362" y="509310"/>
            <a:chExt cx="4969201" cy="4917948"/>
          </a:xfrm>
        </p:grpSpPr>
        <p:sp>
          <p:nvSpPr>
            <p:cNvPr id="1047" name="Freeform 1046">
              <a:extLst>
                <a:ext uri="{FF2B5EF4-FFF2-40B4-BE49-F238E27FC236}">
                  <a16:creationId xmlns:a16="http://schemas.microsoft.com/office/drawing/2014/main" id="{E2B728E8-67CB-ACE0-5CE5-C8C22BCC8E64}"/>
                </a:ext>
              </a:extLst>
            </p:cNvPr>
            <p:cNvSpPr/>
            <p:nvPr userDrawn="1"/>
          </p:nvSpPr>
          <p:spPr>
            <a:xfrm rot="16200000">
              <a:off x="5437563" y="476109"/>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48" name="Freeform 1047">
              <a:extLst>
                <a:ext uri="{FF2B5EF4-FFF2-40B4-BE49-F238E27FC236}">
                  <a16:creationId xmlns:a16="http://schemas.microsoft.com/office/drawing/2014/main" id="{9DD079F7-6D69-2759-FA8D-0E9A0473667F}"/>
                </a:ext>
              </a:extLst>
            </p:cNvPr>
            <p:cNvSpPr/>
            <p:nvPr userDrawn="1"/>
          </p:nvSpPr>
          <p:spPr>
            <a:xfrm rot="16200000">
              <a:off x="5522264" y="561371"/>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49" name="Freeform 1048">
              <a:extLst>
                <a:ext uri="{FF2B5EF4-FFF2-40B4-BE49-F238E27FC236}">
                  <a16:creationId xmlns:a16="http://schemas.microsoft.com/office/drawing/2014/main" id="{31C79D62-B6FF-2DE3-9C25-9D61AD815E6D}"/>
                </a:ext>
              </a:extLst>
            </p:cNvPr>
            <p:cNvSpPr/>
            <p:nvPr userDrawn="1"/>
          </p:nvSpPr>
          <p:spPr>
            <a:xfrm rot="16200000">
              <a:off x="5606965" y="646634"/>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0" name="Freeform 1049">
              <a:extLst>
                <a:ext uri="{FF2B5EF4-FFF2-40B4-BE49-F238E27FC236}">
                  <a16:creationId xmlns:a16="http://schemas.microsoft.com/office/drawing/2014/main" id="{DCC72249-3CAF-F62D-7020-35C956BE8FE5}"/>
                </a:ext>
              </a:extLst>
            </p:cNvPr>
            <p:cNvSpPr/>
            <p:nvPr userDrawn="1"/>
          </p:nvSpPr>
          <p:spPr>
            <a:xfrm rot="16200000">
              <a:off x="5691666" y="731896"/>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1" name="Freeform 1050">
              <a:extLst>
                <a:ext uri="{FF2B5EF4-FFF2-40B4-BE49-F238E27FC236}">
                  <a16:creationId xmlns:a16="http://schemas.microsoft.com/office/drawing/2014/main" id="{F1E44C28-AC4A-79FE-022D-9630790FDE91}"/>
                </a:ext>
              </a:extLst>
            </p:cNvPr>
            <p:cNvSpPr/>
            <p:nvPr userDrawn="1"/>
          </p:nvSpPr>
          <p:spPr>
            <a:xfrm rot="16200000">
              <a:off x="5776368" y="817159"/>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2" name="Freeform 1051">
              <a:extLst>
                <a:ext uri="{FF2B5EF4-FFF2-40B4-BE49-F238E27FC236}">
                  <a16:creationId xmlns:a16="http://schemas.microsoft.com/office/drawing/2014/main" id="{343EED55-C228-00E1-299B-A4C65C576935}"/>
                </a:ext>
              </a:extLst>
            </p:cNvPr>
            <p:cNvSpPr/>
            <p:nvPr userDrawn="1"/>
          </p:nvSpPr>
          <p:spPr>
            <a:xfrm rot="16200000">
              <a:off x="5861069" y="902421"/>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3" name="Freeform 1052">
              <a:extLst>
                <a:ext uri="{FF2B5EF4-FFF2-40B4-BE49-F238E27FC236}">
                  <a16:creationId xmlns:a16="http://schemas.microsoft.com/office/drawing/2014/main" id="{EC64BC28-A366-4397-3FD2-E90573946C3D}"/>
                </a:ext>
              </a:extLst>
            </p:cNvPr>
            <p:cNvSpPr/>
            <p:nvPr userDrawn="1"/>
          </p:nvSpPr>
          <p:spPr>
            <a:xfrm rot="16200000">
              <a:off x="5945770" y="987683"/>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4" name="Freeform 1053">
              <a:extLst>
                <a:ext uri="{FF2B5EF4-FFF2-40B4-BE49-F238E27FC236}">
                  <a16:creationId xmlns:a16="http://schemas.microsoft.com/office/drawing/2014/main" id="{0FF222A6-F7C4-F2CB-F760-1E74619122BE}"/>
                </a:ext>
              </a:extLst>
            </p:cNvPr>
            <p:cNvSpPr/>
            <p:nvPr userDrawn="1"/>
          </p:nvSpPr>
          <p:spPr>
            <a:xfrm rot="16200000">
              <a:off x="6030471" y="1072945"/>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5" name="Freeform 1054">
              <a:extLst>
                <a:ext uri="{FF2B5EF4-FFF2-40B4-BE49-F238E27FC236}">
                  <a16:creationId xmlns:a16="http://schemas.microsoft.com/office/drawing/2014/main" id="{E85E44EA-81DC-CD88-0BF5-FE385457224B}"/>
                </a:ext>
              </a:extLst>
            </p:cNvPr>
            <p:cNvSpPr/>
            <p:nvPr userDrawn="1"/>
          </p:nvSpPr>
          <p:spPr>
            <a:xfrm rot="16200000">
              <a:off x="6115173" y="1158205"/>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6" name="Freeform 1055">
              <a:extLst>
                <a:ext uri="{FF2B5EF4-FFF2-40B4-BE49-F238E27FC236}">
                  <a16:creationId xmlns:a16="http://schemas.microsoft.com/office/drawing/2014/main" id="{BE8BF86C-D43B-8385-EE7E-53C03DED79B2}"/>
                </a:ext>
              </a:extLst>
            </p:cNvPr>
            <p:cNvSpPr/>
            <p:nvPr userDrawn="1"/>
          </p:nvSpPr>
          <p:spPr>
            <a:xfrm rot="16200000">
              <a:off x="6199874" y="1243468"/>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7" name="Freeform 1056">
              <a:extLst>
                <a:ext uri="{FF2B5EF4-FFF2-40B4-BE49-F238E27FC236}">
                  <a16:creationId xmlns:a16="http://schemas.microsoft.com/office/drawing/2014/main" id="{5D84BA0D-45F4-66E1-3973-7577303034F6}"/>
                </a:ext>
              </a:extLst>
            </p:cNvPr>
            <p:cNvSpPr/>
            <p:nvPr userDrawn="1"/>
          </p:nvSpPr>
          <p:spPr>
            <a:xfrm rot="16200000">
              <a:off x="6284575" y="1328730"/>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8" name="Freeform 1057">
              <a:extLst>
                <a:ext uri="{FF2B5EF4-FFF2-40B4-BE49-F238E27FC236}">
                  <a16:creationId xmlns:a16="http://schemas.microsoft.com/office/drawing/2014/main" id="{F75C9CD0-BA07-D50A-7B69-19A18A4AA2EC}"/>
                </a:ext>
              </a:extLst>
            </p:cNvPr>
            <p:cNvSpPr/>
            <p:nvPr userDrawn="1"/>
          </p:nvSpPr>
          <p:spPr>
            <a:xfrm rot="16200000">
              <a:off x="6369276" y="1413992"/>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59" name="Freeform 1058">
              <a:extLst>
                <a:ext uri="{FF2B5EF4-FFF2-40B4-BE49-F238E27FC236}">
                  <a16:creationId xmlns:a16="http://schemas.microsoft.com/office/drawing/2014/main" id="{88CE227A-99C3-019C-90DC-9D710390720D}"/>
                </a:ext>
              </a:extLst>
            </p:cNvPr>
            <p:cNvSpPr/>
            <p:nvPr userDrawn="1"/>
          </p:nvSpPr>
          <p:spPr>
            <a:xfrm rot="16200000">
              <a:off x="6453977" y="1499256"/>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0" name="Freeform 1059">
              <a:extLst>
                <a:ext uri="{FF2B5EF4-FFF2-40B4-BE49-F238E27FC236}">
                  <a16:creationId xmlns:a16="http://schemas.microsoft.com/office/drawing/2014/main" id="{B6216A00-8367-B05B-2EB5-960C84F473BF}"/>
                </a:ext>
              </a:extLst>
            </p:cNvPr>
            <p:cNvSpPr/>
            <p:nvPr userDrawn="1"/>
          </p:nvSpPr>
          <p:spPr>
            <a:xfrm rot="16200000">
              <a:off x="6538679" y="158451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1" name="Freeform 1060">
              <a:extLst>
                <a:ext uri="{FF2B5EF4-FFF2-40B4-BE49-F238E27FC236}">
                  <a16:creationId xmlns:a16="http://schemas.microsoft.com/office/drawing/2014/main" id="{F92F5831-0682-117F-2EE7-D2FC84CE5AA8}"/>
                </a:ext>
              </a:extLst>
            </p:cNvPr>
            <p:cNvSpPr/>
            <p:nvPr userDrawn="1"/>
          </p:nvSpPr>
          <p:spPr>
            <a:xfrm rot="16200000">
              <a:off x="6623380" y="166978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2" name="Freeform 1061">
              <a:extLst>
                <a:ext uri="{FF2B5EF4-FFF2-40B4-BE49-F238E27FC236}">
                  <a16:creationId xmlns:a16="http://schemas.microsoft.com/office/drawing/2014/main" id="{51E8A085-495F-3A3A-245F-F1D643080DA0}"/>
                </a:ext>
              </a:extLst>
            </p:cNvPr>
            <p:cNvSpPr/>
            <p:nvPr userDrawn="1"/>
          </p:nvSpPr>
          <p:spPr>
            <a:xfrm rot="16200000">
              <a:off x="6708081" y="175504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3" name="Freeform 1062">
              <a:extLst>
                <a:ext uri="{FF2B5EF4-FFF2-40B4-BE49-F238E27FC236}">
                  <a16:creationId xmlns:a16="http://schemas.microsoft.com/office/drawing/2014/main" id="{9719E61D-A49D-8766-6508-CC0920F51F37}"/>
                </a:ext>
              </a:extLst>
            </p:cNvPr>
            <p:cNvSpPr/>
            <p:nvPr userDrawn="1"/>
          </p:nvSpPr>
          <p:spPr>
            <a:xfrm rot="16200000">
              <a:off x="6792782" y="184030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4" name="Freeform 1063">
              <a:extLst>
                <a:ext uri="{FF2B5EF4-FFF2-40B4-BE49-F238E27FC236}">
                  <a16:creationId xmlns:a16="http://schemas.microsoft.com/office/drawing/2014/main" id="{F77B6C1F-FA3C-162C-385A-E4E2E58FCAA4}"/>
                </a:ext>
              </a:extLst>
            </p:cNvPr>
            <p:cNvSpPr/>
            <p:nvPr userDrawn="1"/>
          </p:nvSpPr>
          <p:spPr>
            <a:xfrm rot="16200000">
              <a:off x="6877484" y="1925567"/>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5" name="Freeform 1064">
              <a:extLst>
                <a:ext uri="{FF2B5EF4-FFF2-40B4-BE49-F238E27FC236}">
                  <a16:creationId xmlns:a16="http://schemas.microsoft.com/office/drawing/2014/main" id="{03937DD5-8B1C-37CD-E100-34ABFE31254E}"/>
                </a:ext>
              </a:extLst>
            </p:cNvPr>
            <p:cNvSpPr/>
            <p:nvPr userDrawn="1"/>
          </p:nvSpPr>
          <p:spPr>
            <a:xfrm rot="16200000">
              <a:off x="6962185" y="201082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6" name="Freeform 1065">
              <a:extLst>
                <a:ext uri="{FF2B5EF4-FFF2-40B4-BE49-F238E27FC236}">
                  <a16:creationId xmlns:a16="http://schemas.microsoft.com/office/drawing/2014/main" id="{22178484-E4BB-543D-13D9-5514DC2E2B1F}"/>
                </a:ext>
              </a:extLst>
            </p:cNvPr>
            <p:cNvSpPr/>
            <p:nvPr userDrawn="1"/>
          </p:nvSpPr>
          <p:spPr>
            <a:xfrm rot="16200000">
              <a:off x="7046886" y="209609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7" name="Freeform 1066">
              <a:extLst>
                <a:ext uri="{FF2B5EF4-FFF2-40B4-BE49-F238E27FC236}">
                  <a16:creationId xmlns:a16="http://schemas.microsoft.com/office/drawing/2014/main" id="{57E05058-5A41-D338-8166-906AE74D896E}"/>
                </a:ext>
              </a:extLst>
            </p:cNvPr>
            <p:cNvSpPr/>
            <p:nvPr userDrawn="1"/>
          </p:nvSpPr>
          <p:spPr>
            <a:xfrm rot="16200000">
              <a:off x="7131587" y="218135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8" name="Freeform 1067">
              <a:extLst>
                <a:ext uri="{FF2B5EF4-FFF2-40B4-BE49-F238E27FC236}">
                  <a16:creationId xmlns:a16="http://schemas.microsoft.com/office/drawing/2014/main" id="{567EFC80-F901-BBFF-35C9-BD5F99A21B0F}"/>
                </a:ext>
              </a:extLst>
            </p:cNvPr>
            <p:cNvSpPr/>
            <p:nvPr userDrawn="1"/>
          </p:nvSpPr>
          <p:spPr>
            <a:xfrm rot="16200000">
              <a:off x="7216288" y="226661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69" name="Freeform 1068">
              <a:extLst>
                <a:ext uri="{FF2B5EF4-FFF2-40B4-BE49-F238E27FC236}">
                  <a16:creationId xmlns:a16="http://schemas.microsoft.com/office/drawing/2014/main" id="{E6A9103B-1582-7C29-5A41-EEC822EE8D24}"/>
                </a:ext>
              </a:extLst>
            </p:cNvPr>
            <p:cNvSpPr/>
            <p:nvPr userDrawn="1"/>
          </p:nvSpPr>
          <p:spPr>
            <a:xfrm rot="16200000">
              <a:off x="7300990" y="235187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70" name="Freeform 1069">
              <a:extLst>
                <a:ext uri="{FF2B5EF4-FFF2-40B4-BE49-F238E27FC236}">
                  <a16:creationId xmlns:a16="http://schemas.microsoft.com/office/drawing/2014/main" id="{6B3F9DDC-579E-7F03-776E-6651FA04421B}"/>
                </a:ext>
              </a:extLst>
            </p:cNvPr>
            <p:cNvSpPr/>
            <p:nvPr userDrawn="1"/>
          </p:nvSpPr>
          <p:spPr>
            <a:xfrm rot="16200000">
              <a:off x="7385691" y="2437141"/>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71" name="Freeform 1070">
              <a:extLst>
                <a:ext uri="{FF2B5EF4-FFF2-40B4-BE49-F238E27FC236}">
                  <a16:creationId xmlns:a16="http://schemas.microsoft.com/office/drawing/2014/main" id="{FD580616-E07B-D59A-884E-C70E4A712706}"/>
                </a:ext>
              </a:extLst>
            </p:cNvPr>
            <p:cNvSpPr/>
            <p:nvPr userDrawn="1"/>
          </p:nvSpPr>
          <p:spPr>
            <a:xfrm rot="16200000">
              <a:off x="7470392" y="2522403"/>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72" name="Freeform 1071">
              <a:extLst>
                <a:ext uri="{FF2B5EF4-FFF2-40B4-BE49-F238E27FC236}">
                  <a16:creationId xmlns:a16="http://schemas.microsoft.com/office/drawing/2014/main" id="{36A5D283-09BC-A4E0-6B0D-087C29CECDF7}"/>
                </a:ext>
              </a:extLst>
            </p:cNvPr>
            <p:cNvSpPr/>
            <p:nvPr userDrawn="1"/>
          </p:nvSpPr>
          <p:spPr>
            <a:xfrm rot="16200000">
              <a:off x="7555093" y="2607665"/>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73" name="Freeform 1072">
              <a:extLst>
                <a:ext uri="{FF2B5EF4-FFF2-40B4-BE49-F238E27FC236}">
                  <a16:creationId xmlns:a16="http://schemas.microsoft.com/office/drawing/2014/main" id="{CB16A680-23A6-DFEF-805A-E69713BDC3B2}"/>
                </a:ext>
              </a:extLst>
            </p:cNvPr>
            <p:cNvSpPr/>
            <p:nvPr userDrawn="1"/>
          </p:nvSpPr>
          <p:spPr>
            <a:xfrm rot="16200000">
              <a:off x="7639795" y="2692927"/>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74" name="Freeform 1073">
              <a:extLst>
                <a:ext uri="{FF2B5EF4-FFF2-40B4-BE49-F238E27FC236}">
                  <a16:creationId xmlns:a16="http://schemas.microsoft.com/office/drawing/2014/main" id="{E136C0C2-7E18-E9EE-8B11-488B3D9C7051}"/>
                </a:ext>
              </a:extLst>
            </p:cNvPr>
            <p:cNvSpPr/>
            <p:nvPr userDrawn="1"/>
          </p:nvSpPr>
          <p:spPr>
            <a:xfrm rot="16200000">
              <a:off x="7724494" y="2778188"/>
              <a:ext cx="2615866" cy="2682273"/>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 name="Title 1">
            <a:extLst>
              <a:ext uri="{FF2B5EF4-FFF2-40B4-BE49-F238E27FC236}">
                <a16:creationId xmlns:a16="http://schemas.microsoft.com/office/drawing/2014/main" id="{1BC0DD46-C7DF-DD12-BE5D-A0E14D5AD675}"/>
              </a:ext>
            </a:extLst>
          </p:cNvPr>
          <p:cNvSpPr>
            <a:spLocks noGrp="1"/>
          </p:cNvSpPr>
          <p:nvPr>
            <p:ph type="ctrTitle"/>
          </p:nvPr>
        </p:nvSpPr>
        <p:spPr>
          <a:xfrm>
            <a:off x="609600" y="1600201"/>
            <a:ext cx="4572000" cy="2180881"/>
          </a:xfrm>
          <a:prstGeom prst="rect">
            <a:avLst/>
          </a:prstGeom>
        </p:spPr>
        <p:txBody>
          <a:bodyPr anchor="ctr">
            <a:noAutofit/>
          </a:bodyPr>
          <a:lstStyle>
            <a:lvl1pPr algn="l">
              <a:defRPr sz="4800" b="1" i="0">
                <a:solidFill>
                  <a:schemeClr val="bg1"/>
                </a:solidFill>
                <a:latin typeface="Baskerville SemiBold" panose="02020502070401020303" pitchFamily="18" charset="0"/>
                <a:ea typeface="Baskerville SemiBold" panose="02020502070401020303" pitchFamily="18" charset="0"/>
              </a:defRPr>
            </a:lvl1pPr>
          </a:lstStyle>
          <a:p>
            <a:r>
              <a:rPr lang="en-US"/>
              <a:t>Click to edit Master title style</a:t>
            </a:r>
          </a:p>
        </p:txBody>
      </p:sp>
      <p:sp>
        <p:nvSpPr>
          <p:cNvPr id="5" name="Subtitle 2">
            <a:extLst>
              <a:ext uri="{FF2B5EF4-FFF2-40B4-BE49-F238E27FC236}">
                <a16:creationId xmlns:a16="http://schemas.microsoft.com/office/drawing/2014/main" id="{8979B89C-1550-2391-8B8D-70D19074B443}"/>
              </a:ext>
            </a:extLst>
          </p:cNvPr>
          <p:cNvSpPr>
            <a:spLocks noGrp="1"/>
          </p:cNvSpPr>
          <p:nvPr>
            <p:ph type="subTitle" idx="1"/>
          </p:nvPr>
        </p:nvSpPr>
        <p:spPr>
          <a:xfrm>
            <a:off x="609600" y="4343403"/>
            <a:ext cx="4572000" cy="816311"/>
          </a:xfrm>
          <a:prstGeom prst="rect">
            <a:avLst/>
          </a:prstGeom>
        </p:spPr>
        <p:txBody>
          <a:bodyPr/>
          <a:lstStyle>
            <a:lvl1pPr marL="0" indent="0" algn="l">
              <a:buNone/>
              <a:defRPr sz="2400" b="0" i="0">
                <a:solidFill>
                  <a:schemeClr val="bg1"/>
                </a:solidFill>
                <a:latin typeface="Helvetica Neue UltraLight" panose="02000206000000020004" pitchFamily="2" charset="0"/>
                <a:ea typeface="Helvetica Neue UltraLight" panose="02000206000000020004" pitchFamily="2"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Tree>
    <p:extLst>
      <p:ext uri="{BB962C8B-B14F-4D97-AF65-F5344CB8AC3E}">
        <p14:creationId xmlns:p14="http://schemas.microsoft.com/office/powerpoint/2010/main" val="29737751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light)">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7EA6AD7-F790-DA84-8FCB-D77CD986B5FB}"/>
              </a:ext>
            </a:extLst>
          </p:cNvPr>
          <p:cNvGrpSpPr/>
          <p:nvPr userDrawn="1"/>
        </p:nvGrpSpPr>
        <p:grpSpPr>
          <a:xfrm rot="4999698">
            <a:off x="5882042" y="392353"/>
            <a:ext cx="6354207" cy="6315581"/>
            <a:chOff x="5404362" y="509310"/>
            <a:chExt cx="4969201" cy="4917948"/>
          </a:xfrm>
        </p:grpSpPr>
        <p:sp>
          <p:nvSpPr>
            <p:cNvPr id="7" name="Freeform 6">
              <a:extLst>
                <a:ext uri="{FF2B5EF4-FFF2-40B4-BE49-F238E27FC236}">
                  <a16:creationId xmlns:a16="http://schemas.microsoft.com/office/drawing/2014/main" id="{A8E786A2-6B97-F3A4-2593-30345E105B6D}"/>
                </a:ext>
              </a:extLst>
            </p:cNvPr>
            <p:cNvSpPr/>
            <p:nvPr userDrawn="1"/>
          </p:nvSpPr>
          <p:spPr>
            <a:xfrm rot="16200000">
              <a:off x="5437563" y="476109"/>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Freeform 7">
              <a:extLst>
                <a:ext uri="{FF2B5EF4-FFF2-40B4-BE49-F238E27FC236}">
                  <a16:creationId xmlns:a16="http://schemas.microsoft.com/office/drawing/2014/main" id="{9A928373-932E-A058-C468-369186E99ED3}"/>
                </a:ext>
              </a:extLst>
            </p:cNvPr>
            <p:cNvSpPr/>
            <p:nvPr userDrawn="1"/>
          </p:nvSpPr>
          <p:spPr>
            <a:xfrm rot="16200000">
              <a:off x="5522264" y="561371"/>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Freeform 8">
              <a:extLst>
                <a:ext uri="{FF2B5EF4-FFF2-40B4-BE49-F238E27FC236}">
                  <a16:creationId xmlns:a16="http://schemas.microsoft.com/office/drawing/2014/main" id="{1CECDE40-5A04-A3FF-2B02-1D7C1D3B77F9}"/>
                </a:ext>
              </a:extLst>
            </p:cNvPr>
            <p:cNvSpPr/>
            <p:nvPr userDrawn="1"/>
          </p:nvSpPr>
          <p:spPr>
            <a:xfrm rot="16200000">
              <a:off x="5606965" y="646634"/>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Freeform 9">
              <a:extLst>
                <a:ext uri="{FF2B5EF4-FFF2-40B4-BE49-F238E27FC236}">
                  <a16:creationId xmlns:a16="http://schemas.microsoft.com/office/drawing/2014/main" id="{8BD03749-9389-7CC7-6718-8CDAFD17B060}"/>
                </a:ext>
              </a:extLst>
            </p:cNvPr>
            <p:cNvSpPr/>
            <p:nvPr userDrawn="1"/>
          </p:nvSpPr>
          <p:spPr>
            <a:xfrm rot="16200000">
              <a:off x="5691666" y="731896"/>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Freeform 10">
              <a:extLst>
                <a:ext uri="{FF2B5EF4-FFF2-40B4-BE49-F238E27FC236}">
                  <a16:creationId xmlns:a16="http://schemas.microsoft.com/office/drawing/2014/main" id="{E10255FF-1D80-778C-DC6A-54DD3E6A68CD}"/>
                </a:ext>
              </a:extLst>
            </p:cNvPr>
            <p:cNvSpPr/>
            <p:nvPr userDrawn="1"/>
          </p:nvSpPr>
          <p:spPr>
            <a:xfrm rot="16200000">
              <a:off x="5776368" y="817159"/>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Freeform 11">
              <a:extLst>
                <a:ext uri="{FF2B5EF4-FFF2-40B4-BE49-F238E27FC236}">
                  <a16:creationId xmlns:a16="http://schemas.microsoft.com/office/drawing/2014/main" id="{777644F3-B0ED-0E37-E8EB-69859B15ECD3}"/>
                </a:ext>
              </a:extLst>
            </p:cNvPr>
            <p:cNvSpPr/>
            <p:nvPr userDrawn="1"/>
          </p:nvSpPr>
          <p:spPr>
            <a:xfrm rot="16200000">
              <a:off x="5861069" y="902421"/>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Freeform 12">
              <a:extLst>
                <a:ext uri="{FF2B5EF4-FFF2-40B4-BE49-F238E27FC236}">
                  <a16:creationId xmlns:a16="http://schemas.microsoft.com/office/drawing/2014/main" id="{8A058182-1293-D412-A688-9EE22B9C2205}"/>
                </a:ext>
              </a:extLst>
            </p:cNvPr>
            <p:cNvSpPr/>
            <p:nvPr userDrawn="1"/>
          </p:nvSpPr>
          <p:spPr>
            <a:xfrm rot="16200000">
              <a:off x="5945770" y="987683"/>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Freeform 13">
              <a:extLst>
                <a:ext uri="{FF2B5EF4-FFF2-40B4-BE49-F238E27FC236}">
                  <a16:creationId xmlns:a16="http://schemas.microsoft.com/office/drawing/2014/main" id="{0F0A41DC-2A8C-AFC9-E15C-5D36A806C090}"/>
                </a:ext>
              </a:extLst>
            </p:cNvPr>
            <p:cNvSpPr/>
            <p:nvPr userDrawn="1"/>
          </p:nvSpPr>
          <p:spPr>
            <a:xfrm rot="16200000">
              <a:off x="6030471" y="1072945"/>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Freeform 14">
              <a:extLst>
                <a:ext uri="{FF2B5EF4-FFF2-40B4-BE49-F238E27FC236}">
                  <a16:creationId xmlns:a16="http://schemas.microsoft.com/office/drawing/2014/main" id="{4329F3F1-0363-D139-F45A-DE75986D6122}"/>
                </a:ext>
              </a:extLst>
            </p:cNvPr>
            <p:cNvSpPr/>
            <p:nvPr userDrawn="1"/>
          </p:nvSpPr>
          <p:spPr>
            <a:xfrm rot="16200000">
              <a:off x="6115173" y="1158205"/>
              <a:ext cx="2615867"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Freeform 15">
              <a:extLst>
                <a:ext uri="{FF2B5EF4-FFF2-40B4-BE49-F238E27FC236}">
                  <a16:creationId xmlns:a16="http://schemas.microsoft.com/office/drawing/2014/main" id="{A56A7C08-E54E-DB3D-51F7-F2CE8F26249E}"/>
                </a:ext>
              </a:extLst>
            </p:cNvPr>
            <p:cNvSpPr/>
            <p:nvPr userDrawn="1"/>
          </p:nvSpPr>
          <p:spPr>
            <a:xfrm rot="16200000">
              <a:off x="6199874" y="1243468"/>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Freeform 16">
              <a:extLst>
                <a:ext uri="{FF2B5EF4-FFF2-40B4-BE49-F238E27FC236}">
                  <a16:creationId xmlns:a16="http://schemas.microsoft.com/office/drawing/2014/main" id="{A070E329-5678-43CA-3C06-C59536D1F8C5}"/>
                </a:ext>
              </a:extLst>
            </p:cNvPr>
            <p:cNvSpPr/>
            <p:nvPr userDrawn="1"/>
          </p:nvSpPr>
          <p:spPr>
            <a:xfrm rot="16200000">
              <a:off x="6284575" y="1328730"/>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Freeform 18">
              <a:extLst>
                <a:ext uri="{FF2B5EF4-FFF2-40B4-BE49-F238E27FC236}">
                  <a16:creationId xmlns:a16="http://schemas.microsoft.com/office/drawing/2014/main" id="{183CAF42-518D-8FA8-6A9A-926E946832AF}"/>
                </a:ext>
              </a:extLst>
            </p:cNvPr>
            <p:cNvSpPr/>
            <p:nvPr userDrawn="1"/>
          </p:nvSpPr>
          <p:spPr>
            <a:xfrm rot="16200000">
              <a:off x="6369276" y="1413992"/>
              <a:ext cx="2615869" cy="2682270"/>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Freeform 19">
              <a:extLst>
                <a:ext uri="{FF2B5EF4-FFF2-40B4-BE49-F238E27FC236}">
                  <a16:creationId xmlns:a16="http://schemas.microsoft.com/office/drawing/2014/main" id="{2AE27694-B608-9C86-BEA6-E13D299CC0C7}"/>
                </a:ext>
              </a:extLst>
            </p:cNvPr>
            <p:cNvSpPr/>
            <p:nvPr userDrawn="1"/>
          </p:nvSpPr>
          <p:spPr>
            <a:xfrm rot="16200000">
              <a:off x="6453977" y="1499256"/>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Freeform 20">
              <a:extLst>
                <a:ext uri="{FF2B5EF4-FFF2-40B4-BE49-F238E27FC236}">
                  <a16:creationId xmlns:a16="http://schemas.microsoft.com/office/drawing/2014/main" id="{F6ACE7E4-3050-902E-1140-A416F0B80E4F}"/>
                </a:ext>
              </a:extLst>
            </p:cNvPr>
            <p:cNvSpPr/>
            <p:nvPr userDrawn="1"/>
          </p:nvSpPr>
          <p:spPr>
            <a:xfrm rot="16200000">
              <a:off x="6538679" y="158451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Freeform 21">
              <a:extLst>
                <a:ext uri="{FF2B5EF4-FFF2-40B4-BE49-F238E27FC236}">
                  <a16:creationId xmlns:a16="http://schemas.microsoft.com/office/drawing/2014/main" id="{880843F5-726A-1960-2661-62FE58EBF30A}"/>
                </a:ext>
              </a:extLst>
            </p:cNvPr>
            <p:cNvSpPr/>
            <p:nvPr userDrawn="1"/>
          </p:nvSpPr>
          <p:spPr>
            <a:xfrm rot="16200000">
              <a:off x="6623380" y="166978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Freeform 22">
              <a:extLst>
                <a:ext uri="{FF2B5EF4-FFF2-40B4-BE49-F238E27FC236}">
                  <a16:creationId xmlns:a16="http://schemas.microsoft.com/office/drawing/2014/main" id="{E6A6EE2B-1E83-0F99-5F95-81A3AAA41940}"/>
                </a:ext>
              </a:extLst>
            </p:cNvPr>
            <p:cNvSpPr/>
            <p:nvPr userDrawn="1"/>
          </p:nvSpPr>
          <p:spPr>
            <a:xfrm rot="16200000">
              <a:off x="6708081" y="175504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Freeform 23">
              <a:extLst>
                <a:ext uri="{FF2B5EF4-FFF2-40B4-BE49-F238E27FC236}">
                  <a16:creationId xmlns:a16="http://schemas.microsoft.com/office/drawing/2014/main" id="{2798334E-495A-2108-F088-173E9FB32875}"/>
                </a:ext>
              </a:extLst>
            </p:cNvPr>
            <p:cNvSpPr/>
            <p:nvPr userDrawn="1"/>
          </p:nvSpPr>
          <p:spPr>
            <a:xfrm rot="16200000">
              <a:off x="6792782" y="184030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Freeform 24">
              <a:extLst>
                <a:ext uri="{FF2B5EF4-FFF2-40B4-BE49-F238E27FC236}">
                  <a16:creationId xmlns:a16="http://schemas.microsoft.com/office/drawing/2014/main" id="{92EB37D1-E8FD-1724-8230-54957A3B2DC5}"/>
                </a:ext>
              </a:extLst>
            </p:cNvPr>
            <p:cNvSpPr/>
            <p:nvPr userDrawn="1"/>
          </p:nvSpPr>
          <p:spPr>
            <a:xfrm rot="16200000">
              <a:off x="6877484" y="1925567"/>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Freeform 25">
              <a:extLst>
                <a:ext uri="{FF2B5EF4-FFF2-40B4-BE49-F238E27FC236}">
                  <a16:creationId xmlns:a16="http://schemas.microsoft.com/office/drawing/2014/main" id="{6AD923D1-FCBD-0585-249F-9564CF22F38E}"/>
                </a:ext>
              </a:extLst>
            </p:cNvPr>
            <p:cNvSpPr/>
            <p:nvPr userDrawn="1"/>
          </p:nvSpPr>
          <p:spPr>
            <a:xfrm rot="16200000">
              <a:off x="6962185" y="201082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Freeform 26">
              <a:extLst>
                <a:ext uri="{FF2B5EF4-FFF2-40B4-BE49-F238E27FC236}">
                  <a16:creationId xmlns:a16="http://schemas.microsoft.com/office/drawing/2014/main" id="{2481D522-DC68-A06F-05BE-B2E9F82B1B46}"/>
                </a:ext>
              </a:extLst>
            </p:cNvPr>
            <p:cNvSpPr/>
            <p:nvPr userDrawn="1"/>
          </p:nvSpPr>
          <p:spPr>
            <a:xfrm rot="16200000">
              <a:off x="7046886" y="2096091"/>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Freeform 27">
              <a:extLst>
                <a:ext uri="{FF2B5EF4-FFF2-40B4-BE49-F238E27FC236}">
                  <a16:creationId xmlns:a16="http://schemas.microsoft.com/office/drawing/2014/main" id="{31F56987-FD09-A8E6-4E6D-21C2B529C52D}"/>
                </a:ext>
              </a:extLst>
            </p:cNvPr>
            <p:cNvSpPr/>
            <p:nvPr userDrawn="1"/>
          </p:nvSpPr>
          <p:spPr>
            <a:xfrm rot="16200000">
              <a:off x="7131587" y="2181353"/>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9" name="Freeform 28">
              <a:extLst>
                <a:ext uri="{FF2B5EF4-FFF2-40B4-BE49-F238E27FC236}">
                  <a16:creationId xmlns:a16="http://schemas.microsoft.com/office/drawing/2014/main" id="{CE795721-97C7-6CAF-C909-08292FCA7155}"/>
                </a:ext>
              </a:extLst>
            </p:cNvPr>
            <p:cNvSpPr/>
            <p:nvPr userDrawn="1"/>
          </p:nvSpPr>
          <p:spPr>
            <a:xfrm rot="16200000">
              <a:off x="7216288" y="2266615"/>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0" name="Freeform 29">
              <a:extLst>
                <a:ext uri="{FF2B5EF4-FFF2-40B4-BE49-F238E27FC236}">
                  <a16:creationId xmlns:a16="http://schemas.microsoft.com/office/drawing/2014/main" id="{4F151FCC-F7FB-425C-511C-34547A8019A0}"/>
                </a:ext>
              </a:extLst>
            </p:cNvPr>
            <p:cNvSpPr/>
            <p:nvPr userDrawn="1"/>
          </p:nvSpPr>
          <p:spPr>
            <a:xfrm rot="16200000">
              <a:off x="7300990" y="2351879"/>
              <a:ext cx="2615869"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Freeform 30">
              <a:extLst>
                <a:ext uri="{FF2B5EF4-FFF2-40B4-BE49-F238E27FC236}">
                  <a16:creationId xmlns:a16="http://schemas.microsoft.com/office/drawing/2014/main" id="{998903D8-68A0-7405-7C43-EEA261FEBA74}"/>
                </a:ext>
              </a:extLst>
            </p:cNvPr>
            <p:cNvSpPr/>
            <p:nvPr userDrawn="1"/>
          </p:nvSpPr>
          <p:spPr>
            <a:xfrm rot="16200000">
              <a:off x="7385691" y="2437141"/>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Freeform 31">
              <a:extLst>
                <a:ext uri="{FF2B5EF4-FFF2-40B4-BE49-F238E27FC236}">
                  <a16:creationId xmlns:a16="http://schemas.microsoft.com/office/drawing/2014/main" id="{A7849399-BB77-08E7-716D-936191165896}"/>
                </a:ext>
              </a:extLst>
            </p:cNvPr>
            <p:cNvSpPr/>
            <p:nvPr userDrawn="1"/>
          </p:nvSpPr>
          <p:spPr>
            <a:xfrm rot="16200000">
              <a:off x="7470392" y="2522403"/>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3" name="Freeform 32">
              <a:extLst>
                <a:ext uri="{FF2B5EF4-FFF2-40B4-BE49-F238E27FC236}">
                  <a16:creationId xmlns:a16="http://schemas.microsoft.com/office/drawing/2014/main" id="{7F58B2CB-3FC0-B484-0B77-51BB3B0D0EBC}"/>
                </a:ext>
              </a:extLst>
            </p:cNvPr>
            <p:cNvSpPr/>
            <p:nvPr userDrawn="1"/>
          </p:nvSpPr>
          <p:spPr>
            <a:xfrm rot="16200000">
              <a:off x="7555093" y="2607665"/>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 name="Freeform 33">
              <a:extLst>
                <a:ext uri="{FF2B5EF4-FFF2-40B4-BE49-F238E27FC236}">
                  <a16:creationId xmlns:a16="http://schemas.microsoft.com/office/drawing/2014/main" id="{CBA8EDAE-CB23-86F8-ACEC-5D1BD52B7743}"/>
                </a:ext>
              </a:extLst>
            </p:cNvPr>
            <p:cNvSpPr/>
            <p:nvPr userDrawn="1"/>
          </p:nvSpPr>
          <p:spPr>
            <a:xfrm rot="16200000">
              <a:off x="7639795" y="2692927"/>
              <a:ext cx="2615867" cy="2682267"/>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5" name="Freeform 34">
              <a:extLst>
                <a:ext uri="{FF2B5EF4-FFF2-40B4-BE49-F238E27FC236}">
                  <a16:creationId xmlns:a16="http://schemas.microsoft.com/office/drawing/2014/main" id="{01E0C8CB-FC18-553B-1906-CC1C28412ACB}"/>
                </a:ext>
              </a:extLst>
            </p:cNvPr>
            <p:cNvSpPr/>
            <p:nvPr userDrawn="1"/>
          </p:nvSpPr>
          <p:spPr>
            <a:xfrm rot="16200000">
              <a:off x="7724494" y="2778188"/>
              <a:ext cx="2615866" cy="2682273"/>
            </a:xfrm>
            <a:custGeom>
              <a:avLst/>
              <a:gdLst>
                <a:gd name="csX0" fmla="*/ 1893 w 3484511"/>
                <a:gd name="csY0" fmla="*/ 3509215 h 3511799"/>
                <a:gd name="csX1" fmla="*/ 1514170 w 3484511"/>
                <a:gd name="csY1" fmla="*/ 1703861 h 3511799"/>
                <a:gd name="csX2" fmla="*/ 2029985 w 3484511"/>
                <a:gd name="csY2" fmla="*/ 226753 h 3511799"/>
                <a:gd name="csX3" fmla="*/ 3378139 w 3484511"/>
                <a:gd name="csY3" fmla="*/ 144692 h 3511799"/>
                <a:gd name="csX4" fmla="*/ 3225739 w 3484511"/>
                <a:gd name="csY4" fmla="*/ 1586630 h 3511799"/>
                <a:gd name="csX5" fmla="*/ 1854139 w 3484511"/>
                <a:gd name="csY5" fmla="*/ 2090723 h 3511799"/>
                <a:gd name="csX6" fmla="*/ 1893 w 3484511"/>
                <a:gd name="csY6" fmla="*/ 3509215 h 3511799"/>
                <a:gd name="csX0" fmla="*/ 1352 w 4094215"/>
                <a:gd name="csY0" fmla="*/ 4103738 h 4105568"/>
                <a:gd name="csX1" fmla="*/ 2123874 w 4094215"/>
                <a:gd name="csY1" fmla="*/ 1703861 h 4105568"/>
                <a:gd name="csX2" fmla="*/ 2639689 w 4094215"/>
                <a:gd name="csY2" fmla="*/ 226753 h 4105568"/>
                <a:gd name="csX3" fmla="*/ 3987843 w 4094215"/>
                <a:gd name="csY3" fmla="*/ 144692 h 4105568"/>
                <a:gd name="csX4" fmla="*/ 3835443 w 4094215"/>
                <a:gd name="csY4" fmla="*/ 1586630 h 4105568"/>
                <a:gd name="csX5" fmla="*/ 2463843 w 4094215"/>
                <a:gd name="csY5" fmla="*/ 2090723 h 4105568"/>
                <a:gd name="csX6" fmla="*/ 1352 w 4094215"/>
                <a:gd name="csY6" fmla="*/ 4103738 h 4105568"/>
                <a:gd name="csX0" fmla="*/ 1978 w 4094841"/>
                <a:gd name="csY0" fmla="*/ 4101966 h 4104114"/>
                <a:gd name="csX1" fmla="*/ 2058783 w 4094841"/>
                <a:gd name="csY1" fmla="*/ 1668597 h 4104114"/>
                <a:gd name="csX2" fmla="*/ 2640315 w 4094841"/>
                <a:gd name="csY2" fmla="*/ 224981 h 4104114"/>
                <a:gd name="csX3" fmla="*/ 3988469 w 4094841"/>
                <a:gd name="csY3" fmla="*/ 142920 h 4104114"/>
                <a:gd name="csX4" fmla="*/ 3836069 w 4094841"/>
                <a:gd name="csY4" fmla="*/ 1584858 h 4104114"/>
                <a:gd name="csX5" fmla="*/ 2464469 w 4094841"/>
                <a:gd name="csY5" fmla="*/ 2088951 h 4104114"/>
                <a:gd name="csX6" fmla="*/ 1978 w 4094841"/>
                <a:gd name="csY6" fmla="*/ 4101966 h 4104114"/>
                <a:gd name="csX0" fmla="*/ 1943 w 4132359"/>
                <a:gd name="csY0" fmla="*/ 3750277 h 3752868"/>
                <a:gd name="csX1" fmla="*/ 2096301 w 4132359"/>
                <a:gd name="csY1" fmla="*/ 1668597 h 3752868"/>
                <a:gd name="csX2" fmla="*/ 2677833 w 4132359"/>
                <a:gd name="csY2" fmla="*/ 224981 h 3752868"/>
                <a:gd name="csX3" fmla="*/ 4025987 w 4132359"/>
                <a:gd name="csY3" fmla="*/ 142920 h 3752868"/>
                <a:gd name="csX4" fmla="*/ 3873587 w 4132359"/>
                <a:gd name="csY4" fmla="*/ 1584858 h 3752868"/>
                <a:gd name="csX5" fmla="*/ 2501987 w 4132359"/>
                <a:gd name="csY5" fmla="*/ 2088951 h 3752868"/>
                <a:gd name="csX6" fmla="*/ 1943 w 4132359"/>
                <a:gd name="csY6" fmla="*/ 3750277 h 3752868"/>
                <a:gd name="csX0" fmla="*/ 7123 w 4137539"/>
                <a:gd name="csY0" fmla="*/ 3776554 h 3776601"/>
                <a:gd name="csX1" fmla="*/ 1782278 w 4137539"/>
                <a:gd name="csY1" fmla="*/ 2163796 h 3776601"/>
                <a:gd name="csX2" fmla="*/ 2683013 w 4137539"/>
                <a:gd name="csY2" fmla="*/ 251258 h 3776601"/>
                <a:gd name="csX3" fmla="*/ 4031167 w 4137539"/>
                <a:gd name="csY3" fmla="*/ 169197 h 3776601"/>
                <a:gd name="csX4" fmla="*/ 3878767 w 4137539"/>
                <a:gd name="csY4" fmla="*/ 1611135 h 3776601"/>
                <a:gd name="csX5" fmla="*/ 2507167 w 4137539"/>
                <a:gd name="csY5" fmla="*/ 2115228 h 3776601"/>
                <a:gd name="csX6" fmla="*/ 7123 w 4137539"/>
                <a:gd name="csY6" fmla="*/ 3776554 h 3776601"/>
                <a:gd name="csX0" fmla="*/ 25 w 4130441"/>
                <a:gd name="csY0" fmla="*/ 3776554 h 3776586"/>
                <a:gd name="csX1" fmla="*/ 1775180 w 4130441"/>
                <a:gd name="csY1" fmla="*/ 2163796 h 3776586"/>
                <a:gd name="csX2" fmla="*/ 2675915 w 4130441"/>
                <a:gd name="csY2" fmla="*/ 251258 h 3776586"/>
                <a:gd name="csX3" fmla="*/ 4024069 w 4130441"/>
                <a:gd name="csY3" fmla="*/ 169197 h 3776586"/>
                <a:gd name="csX4" fmla="*/ 3871669 w 4130441"/>
                <a:gd name="csY4" fmla="*/ 1611135 h 3776586"/>
                <a:gd name="csX5" fmla="*/ 1814719 w 4130441"/>
                <a:gd name="csY5" fmla="*/ 2207339 h 3776586"/>
                <a:gd name="csX6" fmla="*/ 25 w 4130441"/>
                <a:gd name="csY6" fmla="*/ 3776554 h 3776586"/>
                <a:gd name="csX0" fmla="*/ 25 w 4130441"/>
                <a:gd name="csY0" fmla="*/ 3776554 h 3776589"/>
                <a:gd name="csX1" fmla="*/ 1775180 w 4130441"/>
                <a:gd name="csY1" fmla="*/ 2163796 h 3776589"/>
                <a:gd name="csX2" fmla="*/ 2675915 w 4130441"/>
                <a:gd name="csY2" fmla="*/ 251258 h 3776589"/>
                <a:gd name="csX3" fmla="*/ 4024069 w 4130441"/>
                <a:gd name="csY3" fmla="*/ 169197 h 3776589"/>
                <a:gd name="csX4" fmla="*/ 3871669 w 4130441"/>
                <a:gd name="csY4" fmla="*/ 1611135 h 3776589"/>
                <a:gd name="csX5" fmla="*/ 1814719 w 4130441"/>
                <a:gd name="csY5" fmla="*/ 2207339 h 3776589"/>
                <a:gd name="csX6" fmla="*/ 25 w 4130441"/>
                <a:gd name="csY6" fmla="*/ 3776554 h 3776589"/>
                <a:gd name="csX0" fmla="*/ 25 w 3957457"/>
                <a:gd name="csY0" fmla="*/ 3611866 h 3611901"/>
                <a:gd name="csX1" fmla="*/ 1775180 w 3957457"/>
                <a:gd name="csY1" fmla="*/ 1999108 h 3611901"/>
                <a:gd name="csX2" fmla="*/ 2675915 w 3957457"/>
                <a:gd name="csY2" fmla="*/ 86570 h 3611901"/>
                <a:gd name="csX3" fmla="*/ 3554650 w 3957457"/>
                <a:gd name="csY3" fmla="*/ 439934 h 3611901"/>
                <a:gd name="csX4" fmla="*/ 3871669 w 3957457"/>
                <a:gd name="csY4" fmla="*/ 1446447 h 3611901"/>
                <a:gd name="csX5" fmla="*/ 1814719 w 3957457"/>
                <a:gd name="csY5" fmla="*/ 2042651 h 3611901"/>
                <a:gd name="csX6" fmla="*/ 25 w 3957457"/>
                <a:gd name="csY6" fmla="*/ 3611866 h 3611901"/>
                <a:gd name="csX0" fmla="*/ 25 w 3957253"/>
                <a:gd name="csY0" fmla="*/ 3368639 h 3368674"/>
                <a:gd name="csX1" fmla="*/ 1775180 w 3957253"/>
                <a:gd name="csY1" fmla="*/ 1755881 h 3368674"/>
                <a:gd name="csX2" fmla="*/ 2685304 w 3957253"/>
                <a:gd name="csY2" fmla="*/ 144791 h 3368674"/>
                <a:gd name="csX3" fmla="*/ 3554650 w 3957253"/>
                <a:gd name="csY3" fmla="*/ 196707 h 3368674"/>
                <a:gd name="csX4" fmla="*/ 3871669 w 3957253"/>
                <a:gd name="csY4" fmla="*/ 1203220 h 3368674"/>
                <a:gd name="csX5" fmla="*/ 1814719 w 3957253"/>
                <a:gd name="csY5" fmla="*/ 1799424 h 3368674"/>
                <a:gd name="csX6" fmla="*/ 25 w 3957253"/>
                <a:gd name="csY6" fmla="*/ 3368639 h 3368674"/>
                <a:gd name="csX0" fmla="*/ 25 w 3705517"/>
                <a:gd name="csY0" fmla="*/ 3358570 h 3358603"/>
                <a:gd name="csX1" fmla="*/ 1775180 w 3705517"/>
                <a:gd name="csY1" fmla="*/ 1745812 h 3358603"/>
                <a:gd name="csX2" fmla="*/ 2685304 w 3705517"/>
                <a:gd name="csY2" fmla="*/ 134722 h 3358603"/>
                <a:gd name="csX3" fmla="*/ 3554650 w 3705517"/>
                <a:gd name="csY3" fmla="*/ 186638 h 3358603"/>
                <a:gd name="csX4" fmla="*/ 3552464 w 3705517"/>
                <a:gd name="csY4" fmla="*/ 975438 h 3358603"/>
                <a:gd name="csX5" fmla="*/ 1814719 w 3705517"/>
                <a:gd name="csY5" fmla="*/ 1789355 h 3358603"/>
                <a:gd name="csX6" fmla="*/ 25 w 3705517"/>
                <a:gd name="csY6" fmla="*/ 3358570 h 3358603"/>
                <a:gd name="csX0" fmla="*/ 2290 w 3707782"/>
                <a:gd name="csY0" fmla="*/ 3305196 h 3314287"/>
                <a:gd name="csX1" fmla="*/ 2199921 w 3707782"/>
                <a:gd name="csY1" fmla="*/ 955568 h 3314287"/>
                <a:gd name="csX2" fmla="*/ 2687569 w 3707782"/>
                <a:gd name="csY2" fmla="*/ 81348 h 3314287"/>
                <a:gd name="csX3" fmla="*/ 3556915 w 3707782"/>
                <a:gd name="csY3" fmla="*/ 133264 h 3314287"/>
                <a:gd name="csX4" fmla="*/ 3554729 w 3707782"/>
                <a:gd name="csY4" fmla="*/ 922064 h 3314287"/>
                <a:gd name="csX5" fmla="*/ 1816984 w 3707782"/>
                <a:gd name="csY5" fmla="*/ 1735981 h 3314287"/>
                <a:gd name="csX6" fmla="*/ 2290 w 3707782"/>
                <a:gd name="csY6" fmla="*/ 3305196 h 3314287"/>
                <a:gd name="csX0" fmla="*/ 377 w 3705869"/>
                <a:gd name="csY0" fmla="*/ 3305196 h 3313168"/>
                <a:gd name="csX1" fmla="*/ 2198008 w 3705869"/>
                <a:gd name="csY1" fmla="*/ 955568 h 3313168"/>
                <a:gd name="csX2" fmla="*/ 2685656 w 3705869"/>
                <a:gd name="csY2" fmla="*/ 81348 h 3313168"/>
                <a:gd name="csX3" fmla="*/ 3555002 w 3705869"/>
                <a:gd name="csY3" fmla="*/ 133264 h 3313168"/>
                <a:gd name="csX4" fmla="*/ 3552816 w 3705869"/>
                <a:gd name="csY4" fmla="*/ 922064 h 3313168"/>
                <a:gd name="csX5" fmla="*/ 2378375 w 3705869"/>
                <a:gd name="csY5" fmla="*/ 1694113 h 3313168"/>
                <a:gd name="csX6" fmla="*/ 377 w 3705869"/>
                <a:gd name="csY6" fmla="*/ 3305196 h 3313168"/>
                <a:gd name="csX0" fmla="*/ 377 w 3705869"/>
                <a:gd name="csY0" fmla="*/ 3305196 h 3311216"/>
                <a:gd name="csX1" fmla="*/ 2198008 w 3705869"/>
                <a:gd name="csY1" fmla="*/ 955568 h 3311216"/>
                <a:gd name="csX2" fmla="*/ 2685656 w 3705869"/>
                <a:gd name="csY2" fmla="*/ 81348 h 3311216"/>
                <a:gd name="csX3" fmla="*/ 3555002 w 3705869"/>
                <a:gd name="csY3" fmla="*/ 133264 h 3311216"/>
                <a:gd name="csX4" fmla="*/ 3552816 w 3705869"/>
                <a:gd name="csY4" fmla="*/ 922064 h 3311216"/>
                <a:gd name="csX5" fmla="*/ 2378375 w 3705869"/>
                <a:gd name="csY5" fmla="*/ 1694113 h 3311216"/>
                <a:gd name="csX6" fmla="*/ 377 w 3705869"/>
                <a:gd name="csY6" fmla="*/ 3305196 h 3311216"/>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73380"/>
                <a:gd name="csY0" fmla="*/ 3306034 h 3313991"/>
                <a:gd name="csX1" fmla="*/ 2198008 w 4473380"/>
                <a:gd name="csY1" fmla="*/ 956406 h 3313991"/>
                <a:gd name="csX2" fmla="*/ 2685656 w 4473380"/>
                <a:gd name="csY2" fmla="*/ 82186 h 3313991"/>
                <a:gd name="csX3" fmla="*/ 3555002 w 4473380"/>
                <a:gd name="csY3" fmla="*/ 134102 h 3313991"/>
                <a:gd name="csX4" fmla="*/ 4425936 w 4473380"/>
                <a:gd name="csY4" fmla="*/ 939649 h 3313991"/>
                <a:gd name="csX5" fmla="*/ 2378375 w 4473380"/>
                <a:gd name="csY5" fmla="*/ 1694951 h 3313991"/>
                <a:gd name="csX6" fmla="*/ 377 w 4473380"/>
                <a:gd name="csY6" fmla="*/ 3306034 h 3313991"/>
                <a:gd name="csX0" fmla="*/ 377 w 4431250"/>
                <a:gd name="csY0" fmla="*/ 3306034 h 3313991"/>
                <a:gd name="csX1" fmla="*/ 2198008 w 4431250"/>
                <a:gd name="csY1" fmla="*/ 956406 h 3313991"/>
                <a:gd name="csX2" fmla="*/ 2685656 w 4431250"/>
                <a:gd name="csY2" fmla="*/ 82186 h 3313991"/>
                <a:gd name="csX3" fmla="*/ 3555002 w 4431250"/>
                <a:gd name="csY3" fmla="*/ 134102 h 3313991"/>
                <a:gd name="csX4" fmla="*/ 4425936 w 4431250"/>
                <a:gd name="csY4" fmla="*/ 939649 h 3313991"/>
                <a:gd name="csX5" fmla="*/ 2378375 w 4431250"/>
                <a:gd name="csY5" fmla="*/ 1694951 h 3313991"/>
                <a:gd name="csX6" fmla="*/ 377 w 4431250"/>
                <a:gd name="csY6" fmla="*/ 3306034 h 3313991"/>
                <a:gd name="csX0" fmla="*/ 377 w 4425936"/>
                <a:gd name="csY0" fmla="*/ 3306034 h 3313991"/>
                <a:gd name="csX1" fmla="*/ 2198008 w 4425936"/>
                <a:gd name="csY1" fmla="*/ 956406 h 3313991"/>
                <a:gd name="csX2" fmla="*/ 2685656 w 4425936"/>
                <a:gd name="csY2" fmla="*/ 82186 h 3313991"/>
                <a:gd name="csX3" fmla="*/ 3555002 w 4425936"/>
                <a:gd name="csY3" fmla="*/ 134102 h 3313991"/>
                <a:gd name="csX4" fmla="*/ 4425936 w 4425936"/>
                <a:gd name="csY4" fmla="*/ 939649 h 3313991"/>
                <a:gd name="csX5" fmla="*/ 2378375 w 4425936"/>
                <a:gd name="csY5" fmla="*/ 1694951 h 3313991"/>
                <a:gd name="csX6" fmla="*/ 377 w 4425936"/>
                <a:gd name="csY6" fmla="*/ 3306034 h 3313991"/>
                <a:gd name="csX0" fmla="*/ 377 w 4472878"/>
                <a:gd name="csY0" fmla="*/ 3303952 h 3311947"/>
                <a:gd name="csX1" fmla="*/ 2198008 w 4472878"/>
                <a:gd name="csY1" fmla="*/ 954324 h 3311947"/>
                <a:gd name="csX2" fmla="*/ 2685656 w 4472878"/>
                <a:gd name="csY2" fmla="*/ 80104 h 3311947"/>
                <a:gd name="csX3" fmla="*/ 3555002 w 4472878"/>
                <a:gd name="csY3" fmla="*/ 132020 h 3311947"/>
                <a:gd name="csX4" fmla="*/ 4472878 w 4472878"/>
                <a:gd name="csY4" fmla="*/ 895700 h 3311947"/>
                <a:gd name="csX5" fmla="*/ 2378375 w 4472878"/>
                <a:gd name="csY5" fmla="*/ 1692869 h 3311947"/>
                <a:gd name="csX6" fmla="*/ 377 w 4472878"/>
                <a:gd name="csY6" fmla="*/ 3303952 h 3311947"/>
                <a:gd name="csX0" fmla="*/ 377 w 4472878"/>
                <a:gd name="csY0" fmla="*/ 3489034 h 3497029"/>
                <a:gd name="csX1" fmla="*/ 2198008 w 4472878"/>
                <a:gd name="csY1" fmla="*/ 1139406 h 3497029"/>
                <a:gd name="csX2" fmla="*/ 2685656 w 4472878"/>
                <a:gd name="csY2" fmla="*/ 265186 h 3497029"/>
                <a:gd name="csX3" fmla="*/ 3742770 w 4472878"/>
                <a:gd name="csY3" fmla="*/ 49148 h 3497029"/>
                <a:gd name="csX4" fmla="*/ 4472878 w 4472878"/>
                <a:gd name="csY4" fmla="*/ 1080782 h 3497029"/>
                <a:gd name="csX5" fmla="*/ 2378375 w 4472878"/>
                <a:gd name="csY5" fmla="*/ 1877951 h 3497029"/>
                <a:gd name="csX6" fmla="*/ 377 w 4472878"/>
                <a:gd name="csY6" fmla="*/ 3489034 h 3497029"/>
                <a:gd name="csX0" fmla="*/ 377 w 4482266"/>
                <a:gd name="csY0" fmla="*/ 3489034 h 3497029"/>
                <a:gd name="csX1" fmla="*/ 2198008 w 4482266"/>
                <a:gd name="csY1" fmla="*/ 1139406 h 3497029"/>
                <a:gd name="csX2" fmla="*/ 2685656 w 4482266"/>
                <a:gd name="csY2" fmla="*/ 265186 h 3497029"/>
                <a:gd name="csX3" fmla="*/ 3742770 w 4482266"/>
                <a:gd name="csY3" fmla="*/ 49148 h 3497029"/>
                <a:gd name="csX4" fmla="*/ 4482266 w 4482266"/>
                <a:gd name="csY4" fmla="*/ 1080782 h 3497029"/>
                <a:gd name="csX5" fmla="*/ 2378375 w 4482266"/>
                <a:gd name="csY5" fmla="*/ 1877951 h 3497029"/>
                <a:gd name="csX6" fmla="*/ 377 w 4482266"/>
                <a:gd name="csY6" fmla="*/ 3489034 h 3497029"/>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2552 w 4484441"/>
                <a:gd name="csY0" fmla="*/ 3489034 h 3497466"/>
                <a:gd name="csX1" fmla="*/ 2200183 w 4484441"/>
                <a:gd name="csY1" fmla="*/ 1139406 h 3497466"/>
                <a:gd name="csX2" fmla="*/ 2687831 w 4484441"/>
                <a:gd name="csY2" fmla="*/ 265186 h 3497466"/>
                <a:gd name="csX3" fmla="*/ 3744945 w 4484441"/>
                <a:gd name="csY3" fmla="*/ 49148 h 3497466"/>
                <a:gd name="csX4" fmla="*/ 4484441 w 4484441"/>
                <a:gd name="csY4" fmla="*/ 1080782 h 3497466"/>
                <a:gd name="csX5" fmla="*/ 2680980 w 4484441"/>
                <a:gd name="csY5" fmla="*/ 1894700 h 3497466"/>
                <a:gd name="csX6" fmla="*/ 2552 w 4484441"/>
                <a:gd name="csY6" fmla="*/ 3489034 h 3497466"/>
                <a:gd name="csX0" fmla="*/ 10188 w 4492077"/>
                <a:gd name="csY0" fmla="*/ 3488052 h 3497366"/>
                <a:gd name="csX1" fmla="*/ 1804118 w 4492077"/>
                <a:gd name="csY1" fmla="*/ 1096559 h 3497366"/>
                <a:gd name="csX2" fmla="*/ 2695467 w 4492077"/>
                <a:gd name="csY2" fmla="*/ 264204 h 3497366"/>
                <a:gd name="csX3" fmla="*/ 3752581 w 4492077"/>
                <a:gd name="csY3" fmla="*/ 48166 h 3497366"/>
                <a:gd name="csX4" fmla="*/ 4492077 w 4492077"/>
                <a:gd name="csY4" fmla="*/ 1079800 h 3497366"/>
                <a:gd name="csX5" fmla="*/ 2688616 w 4492077"/>
                <a:gd name="csY5" fmla="*/ 1893718 h 3497366"/>
                <a:gd name="csX6" fmla="*/ 10188 w 4492077"/>
                <a:gd name="csY6" fmla="*/ 3488052 h 3497366"/>
                <a:gd name="csX0" fmla="*/ 10188 w 4492077"/>
                <a:gd name="csY0" fmla="*/ 3488052 h 3500595"/>
                <a:gd name="csX1" fmla="*/ 1804118 w 4492077"/>
                <a:gd name="csY1" fmla="*/ 1096559 h 3500595"/>
                <a:gd name="csX2" fmla="*/ 2695467 w 4492077"/>
                <a:gd name="csY2" fmla="*/ 264204 h 3500595"/>
                <a:gd name="csX3" fmla="*/ 3752581 w 4492077"/>
                <a:gd name="csY3" fmla="*/ 48166 h 3500595"/>
                <a:gd name="csX4" fmla="*/ 4492077 w 4492077"/>
                <a:gd name="csY4" fmla="*/ 1079800 h 3500595"/>
                <a:gd name="csX5" fmla="*/ 2688616 w 4492077"/>
                <a:gd name="csY5" fmla="*/ 1893718 h 3500595"/>
                <a:gd name="csX6" fmla="*/ 10188 w 4492077"/>
                <a:gd name="csY6" fmla="*/ 3488052 h 3500595"/>
                <a:gd name="csX0" fmla="*/ 10188 w 4492077"/>
                <a:gd name="csY0" fmla="*/ 3488052 h 3500888"/>
                <a:gd name="csX1" fmla="*/ 1804118 w 4492077"/>
                <a:gd name="csY1" fmla="*/ 1096559 h 3500888"/>
                <a:gd name="csX2" fmla="*/ 2695467 w 4492077"/>
                <a:gd name="csY2" fmla="*/ 264204 h 3500888"/>
                <a:gd name="csX3" fmla="*/ 3752581 w 4492077"/>
                <a:gd name="csY3" fmla="*/ 48166 h 3500888"/>
                <a:gd name="csX4" fmla="*/ 4492077 w 4492077"/>
                <a:gd name="csY4" fmla="*/ 1079800 h 3500888"/>
                <a:gd name="csX5" fmla="*/ 2688616 w 4492077"/>
                <a:gd name="csY5" fmla="*/ 1893718 h 3500888"/>
                <a:gd name="csX6" fmla="*/ 10188 w 4492077"/>
                <a:gd name="csY6" fmla="*/ 3488052 h 3500888"/>
                <a:gd name="csX0" fmla="*/ 27731 w 3289130"/>
                <a:gd name="csY0" fmla="*/ 2449732 h 2473361"/>
                <a:gd name="csX1" fmla="*/ 601171 w 3289130"/>
                <a:gd name="csY1" fmla="*/ 1096559 h 2473361"/>
                <a:gd name="csX2" fmla="*/ 1492520 w 3289130"/>
                <a:gd name="csY2" fmla="*/ 264204 h 2473361"/>
                <a:gd name="csX3" fmla="*/ 2549634 w 3289130"/>
                <a:gd name="csY3" fmla="*/ 48166 h 2473361"/>
                <a:gd name="csX4" fmla="*/ 3289130 w 3289130"/>
                <a:gd name="csY4" fmla="*/ 1079800 h 2473361"/>
                <a:gd name="csX5" fmla="*/ 1485669 w 3289130"/>
                <a:gd name="csY5" fmla="*/ 1893718 h 2473361"/>
                <a:gd name="csX6" fmla="*/ 27731 w 3289130"/>
                <a:gd name="csY6" fmla="*/ 2449732 h 2473361"/>
                <a:gd name="csX0" fmla="*/ 367 w 3261766"/>
                <a:gd name="csY0" fmla="*/ 2449732 h 2449966"/>
                <a:gd name="csX1" fmla="*/ 573807 w 3261766"/>
                <a:gd name="csY1" fmla="*/ 1096559 h 2449966"/>
                <a:gd name="csX2" fmla="*/ 1465156 w 3261766"/>
                <a:gd name="csY2" fmla="*/ 264204 h 2449966"/>
                <a:gd name="csX3" fmla="*/ 2522270 w 3261766"/>
                <a:gd name="csY3" fmla="*/ 48166 h 2449966"/>
                <a:gd name="csX4" fmla="*/ 3261766 w 3261766"/>
                <a:gd name="csY4" fmla="*/ 1079800 h 2449966"/>
                <a:gd name="csX5" fmla="*/ 1458305 w 3261766"/>
                <a:gd name="csY5" fmla="*/ 1893718 h 2449966"/>
                <a:gd name="csX6" fmla="*/ 367 w 3261766"/>
                <a:gd name="csY6" fmla="*/ 2449732 h 2449966"/>
                <a:gd name="csX0" fmla="*/ 62959 w 3324358"/>
                <a:gd name="csY0" fmla="*/ 2449732 h 2487147"/>
                <a:gd name="csX1" fmla="*/ 636399 w 3324358"/>
                <a:gd name="csY1" fmla="*/ 1096559 h 2487147"/>
                <a:gd name="csX2" fmla="*/ 1527748 w 3324358"/>
                <a:gd name="csY2" fmla="*/ 264204 h 2487147"/>
                <a:gd name="csX3" fmla="*/ 2584862 w 3324358"/>
                <a:gd name="csY3" fmla="*/ 48166 h 2487147"/>
                <a:gd name="csX4" fmla="*/ 3324358 w 3324358"/>
                <a:gd name="csY4" fmla="*/ 1079800 h 2487147"/>
                <a:gd name="csX5" fmla="*/ 1520897 w 3324358"/>
                <a:gd name="csY5" fmla="*/ 1893718 h 2487147"/>
                <a:gd name="csX6" fmla="*/ 62959 w 3324358"/>
                <a:gd name="csY6" fmla="*/ 2449732 h 2487147"/>
                <a:gd name="csX0" fmla="*/ 38478 w 4482813"/>
                <a:gd name="csY0" fmla="*/ 3496425 h 3519813"/>
                <a:gd name="csX1" fmla="*/ 1794854 w 4482813"/>
                <a:gd name="csY1" fmla="*/ 1096559 h 3519813"/>
                <a:gd name="csX2" fmla="*/ 2686203 w 4482813"/>
                <a:gd name="csY2" fmla="*/ 264204 h 3519813"/>
                <a:gd name="csX3" fmla="*/ 3743317 w 4482813"/>
                <a:gd name="csY3" fmla="*/ 48166 h 3519813"/>
                <a:gd name="csX4" fmla="*/ 4482813 w 4482813"/>
                <a:gd name="csY4" fmla="*/ 1079800 h 3519813"/>
                <a:gd name="csX5" fmla="*/ 2679352 w 4482813"/>
                <a:gd name="csY5" fmla="*/ 1893718 h 3519813"/>
                <a:gd name="csX6" fmla="*/ 38478 w 4482813"/>
                <a:gd name="csY6" fmla="*/ 3496425 h 3519813"/>
                <a:gd name="csX0" fmla="*/ 9071 w 4453406"/>
                <a:gd name="csY0" fmla="*/ 3496425 h 3510301"/>
                <a:gd name="csX1" fmla="*/ 1765447 w 4453406"/>
                <a:gd name="csY1" fmla="*/ 1096559 h 3510301"/>
                <a:gd name="csX2" fmla="*/ 2656796 w 4453406"/>
                <a:gd name="csY2" fmla="*/ 264204 h 3510301"/>
                <a:gd name="csX3" fmla="*/ 3713910 w 4453406"/>
                <a:gd name="csY3" fmla="*/ 48166 h 3510301"/>
                <a:gd name="csX4" fmla="*/ 4453406 w 4453406"/>
                <a:gd name="csY4" fmla="*/ 1079800 h 3510301"/>
                <a:gd name="csX5" fmla="*/ 2649945 w 4453406"/>
                <a:gd name="csY5" fmla="*/ 1893718 h 3510301"/>
                <a:gd name="csX6" fmla="*/ 9071 w 4453406"/>
                <a:gd name="csY6" fmla="*/ 3496425 h 3510301"/>
                <a:gd name="csX0" fmla="*/ 9071 w 4453406"/>
                <a:gd name="csY0" fmla="*/ 3496425 h 3512169"/>
                <a:gd name="csX1" fmla="*/ 1765447 w 4453406"/>
                <a:gd name="csY1" fmla="*/ 1096559 h 3512169"/>
                <a:gd name="csX2" fmla="*/ 2656796 w 4453406"/>
                <a:gd name="csY2" fmla="*/ 264204 h 3512169"/>
                <a:gd name="csX3" fmla="*/ 3713910 w 4453406"/>
                <a:gd name="csY3" fmla="*/ 48166 h 3512169"/>
                <a:gd name="csX4" fmla="*/ 4453406 w 4453406"/>
                <a:gd name="csY4" fmla="*/ 1079800 h 3512169"/>
                <a:gd name="csX5" fmla="*/ 2649945 w 4453406"/>
                <a:gd name="csY5" fmla="*/ 1893718 h 3512169"/>
                <a:gd name="csX6" fmla="*/ 9071 w 4453406"/>
                <a:gd name="csY6" fmla="*/ 3496425 h 3512169"/>
                <a:gd name="csX0" fmla="*/ 9640 w 4453975"/>
                <a:gd name="csY0" fmla="*/ 3496425 h 3512169"/>
                <a:gd name="csX1" fmla="*/ 1766016 w 4453975"/>
                <a:gd name="csY1" fmla="*/ 1096559 h 3512169"/>
                <a:gd name="csX2" fmla="*/ 2657365 w 4453975"/>
                <a:gd name="csY2" fmla="*/ 264204 h 3512169"/>
                <a:gd name="csX3" fmla="*/ 3714479 w 4453975"/>
                <a:gd name="csY3" fmla="*/ 48166 h 3512169"/>
                <a:gd name="csX4" fmla="*/ 4453975 w 4453975"/>
                <a:gd name="csY4" fmla="*/ 1079800 h 3512169"/>
                <a:gd name="csX5" fmla="*/ 2650514 w 4453975"/>
                <a:gd name="csY5" fmla="*/ 1893718 h 3512169"/>
                <a:gd name="csX6" fmla="*/ 9640 w 4453975"/>
                <a:gd name="csY6" fmla="*/ 3496425 h 3512169"/>
                <a:gd name="csX0" fmla="*/ 9640 w 4453975"/>
                <a:gd name="csY0" fmla="*/ 3993467 h 4008123"/>
                <a:gd name="csX1" fmla="*/ 1766016 w 4453975"/>
                <a:gd name="csY1" fmla="*/ 1593601 h 4008123"/>
                <a:gd name="csX2" fmla="*/ 2601034 w 4453975"/>
                <a:gd name="csY2" fmla="*/ 41122 h 4008123"/>
                <a:gd name="csX3" fmla="*/ 3714479 w 4453975"/>
                <a:gd name="csY3" fmla="*/ 545208 h 4008123"/>
                <a:gd name="csX4" fmla="*/ 4453975 w 4453975"/>
                <a:gd name="csY4" fmla="*/ 1576842 h 4008123"/>
                <a:gd name="csX5" fmla="*/ 2650514 w 4453975"/>
                <a:gd name="csY5" fmla="*/ 2390760 h 4008123"/>
                <a:gd name="csX6" fmla="*/ 9640 w 4453975"/>
                <a:gd name="csY6" fmla="*/ 3993467 h 4008123"/>
                <a:gd name="csX0" fmla="*/ 9640 w 4453975"/>
                <a:gd name="csY0" fmla="*/ 3952894 h 3967550"/>
                <a:gd name="csX1" fmla="*/ 1766016 w 4453975"/>
                <a:gd name="csY1" fmla="*/ 1553028 h 3967550"/>
                <a:gd name="csX2" fmla="*/ 2601034 w 4453975"/>
                <a:gd name="csY2" fmla="*/ 549 h 3967550"/>
                <a:gd name="csX3" fmla="*/ 3714479 w 4453975"/>
                <a:gd name="csY3" fmla="*/ 504635 h 3967550"/>
                <a:gd name="csX4" fmla="*/ 4453975 w 4453975"/>
                <a:gd name="csY4" fmla="*/ 1536269 h 3967550"/>
                <a:gd name="csX5" fmla="*/ 2650514 w 4453975"/>
                <a:gd name="csY5" fmla="*/ 2350187 h 3967550"/>
                <a:gd name="csX6" fmla="*/ 9640 w 4453975"/>
                <a:gd name="csY6" fmla="*/ 3952894 h 3967550"/>
                <a:gd name="csX0" fmla="*/ 9640 w 4453975"/>
                <a:gd name="csY0" fmla="*/ 3952971 h 3968477"/>
                <a:gd name="csX1" fmla="*/ 1766016 w 4453975"/>
                <a:gd name="csY1" fmla="*/ 1553105 h 3968477"/>
                <a:gd name="csX2" fmla="*/ 2601034 w 4453975"/>
                <a:gd name="csY2" fmla="*/ 626 h 3968477"/>
                <a:gd name="csX3" fmla="*/ 3714479 w 4453975"/>
                <a:gd name="csY3" fmla="*/ 504712 h 3968477"/>
                <a:gd name="csX4" fmla="*/ 4453975 w 4453975"/>
                <a:gd name="csY4" fmla="*/ 1536346 h 3968477"/>
                <a:gd name="csX5" fmla="*/ 2650514 w 4453975"/>
                <a:gd name="csY5" fmla="*/ 2350264 h 3968477"/>
                <a:gd name="csX6" fmla="*/ 9640 w 4453975"/>
                <a:gd name="csY6" fmla="*/ 3952971 h 3968477"/>
                <a:gd name="csX0" fmla="*/ 9640 w 4517542"/>
                <a:gd name="csY0" fmla="*/ 4153948 h 4169453"/>
                <a:gd name="csX1" fmla="*/ 1766016 w 4517542"/>
                <a:gd name="csY1" fmla="*/ 1754082 h 4169453"/>
                <a:gd name="csX2" fmla="*/ 2601034 w 4517542"/>
                <a:gd name="csY2" fmla="*/ 201603 h 4169453"/>
                <a:gd name="csX3" fmla="*/ 4390442 w 4517542"/>
                <a:gd name="csY3" fmla="*/ 186529 h 4169453"/>
                <a:gd name="csX4" fmla="*/ 4453975 w 4517542"/>
                <a:gd name="csY4" fmla="*/ 1737323 h 4169453"/>
                <a:gd name="csX5" fmla="*/ 2650514 w 4517542"/>
                <a:gd name="csY5" fmla="*/ 2551241 h 4169453"/>
                <a:gd name="csX6" fmla="*/ 9640 w 4517542"/>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554498"/>
                <a:gd name="csY0" fmla="*/ 4153948 h 4169453"/>
                <a:gd name="csX1" fmla="*/ 1766016 w 4554498"/>
                <a:gd name="csY1" fmla="*/ 1754082 h 4169453"/>
                <a:gd name="csX2" fmla="*/ 2601034 w 4554498"/>
                <a:gd name="csY2" fmla="*/ 201603 h 4169453"/>
                <a:gd name="csX3" fmla="*/ 4390442 w 4554498"/>
                <a:gd name="csY3" fmla="*/ 186529 h 4169453"/>
                <a:gd name="csX4" fmla="*/ 4453975 w 4554498"/>
                <a:gd name="csY4" fmla="*/ 1737323 h 4169453"/>
                <a:gd name="csX5" fmla="*/ 2650514 w 4554498"/>
                <a:gd name="csY5" fmla="*/ 2551241 h 4169453"/>
                <a:gd name="csX6" fmla="*/ 9640 w 4554498"/>
                <a:gd name="csY6" fmla="*/ 4153948 h 4169453"/>
                <a:gd name="csX0" fmla="*/ 9640 w 4719798"/>
                <a:gd name="csY0" fmla="*/ 4153948 h 4169453"/>
                <a:gd name="csX1" fmla="*/ 1766016 w 4719798"/>
                <a:gd name="csY1" fmla="*/ 1754082 h 4169453"/>
                <a:gd name="csX2" fmla="*/ 2601034 w 4719798"/>
                <a:gd name="csY2" fmla="*/ 201603 h 4169453"/>
                <a:gd name="csX3" fmla="*/ 4390442 w 4719798"/>
                <a:gd name="csY3" fmla="*/ 186529 h 4169453"/>
                <a:gd name="csX4" fmla="*/ 4453975 w 4719798"/>
                <a:gd name="csY4" fmla="*/ 1737323 h 4169453"/>
                <a:gd name="csX5" fmla="*/ 2650514 w 4719798"/>
                <a:gd name="csY5" fmla="*/ 2551241 h 4169453"/>
                <a:gd name="csX6" fmla="*/ 9640 w 4719798"/>
                <a:gd name="csY6" fmla="*/ 4153948 h 4169453"/>
                <a:gd name="csX0" fmla="*/ 9640 w 4684091"/>
                <a:gd name="csY0" fmla="*/ 4153948 h 4169453"/>
                <a:gd name="csX1" fmla="*/ 1766016 w 4684091"/>
                <a:gd name="csY1" fmla="*/ 1754082 h 4169453"/>
                <a:gd name="csX2" fmla="*/ 2601034 w 4684091"/>
                <a:gd name="csY2" fmla="*/ 201603 h 4169453"/>
                <a:gd name="csX3" fmla="*/ 4390442 w 4684091"/>
                <a:gd name="csY3" fmla="*/ 186529 h 4169453"/>
                <a:gd name="csX4" fmla="*/ 4453975 w 4684091"/>
                <a:gd name="csY4" fmla="*/ 1737323 h 4169453"/>
                <a:gd name="csX5" fmla="*/ 2650514 w 4684091"/>
                <a:gd name="csY5" fmla="*/ 2551241 h 4169453"/>
                <a:gd name="csX6" fmla="*/ 9640 w 4684091"/>
                <a:gd name="csY6" fmla="*/ 4153948 h 4169453"/>
                <a:gd name="csX0" fmla="*/ 9640 w 4747938"/>
                <a:gd name="csY0" fmla="*/ 4153948 h 4169453"/>
                <a:gd name="csX1" fmla="*/ 1766016 w 4747938"/>
                <a:gd name="csY1" fmla="*/ 1754082 h 4169453"/>
                <a:gd name="csX2" fmla="*/ 2601034 w 4747938"/>
                <a:gd name="csY2" fmla="*/ 201603 h 4169453"/>
                <a:gd name="csX3" fmla="*/ 4390442 w 4747938"/>
                <a:gd name="csY3" fmla="*/ 186529 h 4169453"/>
                <a:gd name="csX4" fmla="*/ 4453975 w 4747938"/>
                <a:gd name="csY4" fmla="*/ 1737323 h 4169453"/>
                <a:gd name="csX5" fmla="*/ 2650514 w 4747938"/>
                <a:gd name="csY5" fmla="*/ 2551241 h 4169453"/>
                <a:gd name="csX6" fmla="*/ 9640 w 4747938"/>
                <a:gd name="csY6" fmla="*/ 4153948 h 4169453"/>
                <a:gd name="csX0" fmla="*/ 9640 w 4747938"/>
                <a:gd name="csY0" fmla="*/ 4205765 h 4221270"/>
                <a:gd name="csX1" fmla="*/ 1766016 w 4747938"/>
                <a:gd name="csY1" fmla="*/ 1805899 h 4221270"/>
                <a:gd name="csX2" fmla="*/ 2601034 w 4747938"/>
                <a:gd name="csY2" fmla="*/ 253420 h 4221270"/>
                <a:gd name="csX3" fmla="*/ 4390442 w 4747938"/>
                <a:gd name="csY3" fmla="*/ 238346 h 4221270"/>
                <a:gd name="csX4" fmla="*/ 4453975 w 4747938"/>
                <a:gd name="csY4" fmla="*/ 1789140 h 4221270"/>
                <a:gd name="csX5" fmla="*/ 2650514 w 4747938"/>
                <a:gd name="csY5" fmla="*/ 2603058 h 4221270"/>
                <a:gd name="csX6" fmla="*/ 9640 w 4747938"/>
                <a:gd name="csY6" fmla="*/ 4205765 h 4221270"/>
                <a:gd name="csX0" fmla="*/ 9640 w 4769359"/>
                <a:gd name="csY0" fmla="*/ 4189897 h 4205402"/>
                <a:gd name="csX1" fmla="*/ 1766016 w 4769359"/>
                <a:gd name="csY1" fmla="*/ 1790031 h 4205402"/>
                <a:gd name="csX2" fmla="*/ 2601034 w 4769359"/>
                <a:gd name="csY2" fmla="*/ 237552 h 4205402"/>
                <a:gd name="csX3" fmla="*/ 4446772 w 4769359"/>
                <a:gd name="csY3" fmla="*/ 163863 h 4205402"/>
                <a:gd name="csX4" fmla="*/ 4453975 w 4769359"/>
                <a:gd name="csY4" fmla="*/ 1773272 h 4205402"/>
                <a:gd name="csX5" fmla="*/ 2650514 w 4769359"/>
                <a:gd name="csY5" fmla="*/ 2587190 h 4205402"/>
                <a:gd name="csX6" fmla="*/ 9640 w 4769359"/>
                <a:gd name="csY6" fmla="*/ 4189897 h 4205402"/>
                <a:gd name="csX0" fmla="*/ 9640 w 4747938"/>
                <a:gd name="csY0" fmla="*/ 4212142 h 4227647"/>
                <a:gd name="csX1" fmla="*/ 1766016 w 4747938"/>
                <a:gd name="csY1" fmla="*/ 1812276 h 4227647"/>
                <a:gd name="csX2" fmla="*/ 2601034 w 4747938"/>
                <a:gd name="csY2" fmla="*/ 259797 h 4227647"/>
                <a:gd name="csX3" fmla="*/ 4390441 w 4747938"/>
                <a:gd name="csY3" fmla="*/ 152614 h 4227647"/>
                <a:gd name="csX4" fmla="*/ 4453975 w 4747938"/>
                <a:gd name="csY4" fmla="*/ 1795517 h 4227647"/>
                <a:gd name="csX5" fmla="*/ 2650514 w 4747938"/>
                <a:gd name="csY5" fmla="*/ 2609435 h 4227647"/>
                <a:gd name="csX6" fmla="*/ 9640 w 4747938"/>
                <a:gd name="csY6" fmla="*/ 4212142 h 4227647"/>
                <a:gd name="csX0" fmla="*/ 8567 w 4746865"/>
                <a:gd name="csY0" fmla="*/ 4212143 h 4219435"/>
                <a:gd name="csX1" fmla="*/ 1745271 w 4746865"/>
                <a:gd name="csY1" fmla="*/ 1812279 h 4219435"/>
                <a:gd name="csX2" fmla="*/ 2599961 w 4746865"/>
                <a:gd name="csY2" fmla="*/ 259798 h 4219435"/>
                <a:gd name="csX3" fmla="*/ 4389368 w 4746865"/>
                <a:gd name="csY3" fmla="*/ 152615 h 4219435"/>
                <a:gd name="csX4" fmla="*/ 4452902 w 4746865"/>
                <a:gd name="csY4" fmla="*/ 1795518 h 4219435"/>
                <a:gd name="csX5" fmla="*/ 2649441 w 4746865"/>
                <a:gd name="csY5" fmla="*/ 2609436 h 4219435"/>
                <a:gd name="csX6" fmla="*/ 8567 w 4746865"/>
                <a:gd name="csY6" fmla="*/ 4212143 h 4219435"/>
                <a:gd name="csX0" fmla="*/ 8451 w 4746749"/>
                <a:gd name="csY0" fmla="*/ 4212143 h 4219813"/>
                <a:gd name="csX1" fmla="*/ 1745155 w 4746749"/>
                <a:gd name="csY1" fmla="*/ 1812279 h 4219813"/>
                <a:gd name="csX2" fmla="*/ 2599845 w 4746749"/>
                <a:gd name="csY2" fmla="*/ 259798 h 4219813"/>
                <a:gd name="csX3" fmla="*/ 4389252 w 4746749"/>
                <a:gd name="csY3" fmla="*/ 152615 h 4219813"/>
                <a:gd name="csX4" fmla="*/ 4452786 w 4746749"/>
                <a:gd name="csY4" fmla="*/ 1795518 h 4219813"/>
                <a:gd name="csX5" fmla="*/ 2642769 w 4746749"/>
                <a:gd name="csY5" fmla="*/ 2626986 h 4219813"/>
                <a:gd name="csX6" fmla="*/ 8451 w 4746749"/>
                <a:gd name="csY6" fmla="*/ 4212143 h 4219813"/>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451 w 4746749"/>
                <a:gd name="csY0" fmla="*/ 4212143 h 4219765"/>
                <a:gd name="csX1" fmla="*/ 1745155 w 4746749"/>
                <a:gd name="csY1" fmla="*/ 1812279 h 4219765"/>
                <a:gd name="csX2" fmla="*/ 2599845 w 4746749"/>
                <a:gd name="csY2" fmla="*/ 259798 h 4219765"/>
                <a:gd name="csX3" fmla="*/ 4389252 w 4746749"/>
                <a:gd name="csY3" fmla="*/ 152615 h 4219765"/>
                <a:gd name="csX4" fmla="*/ 4452786 w 4746749"/>
                <a:gd name="csY4" fmla="*/ 1795518 h 4219765"/>
                <a:gd name="csX5" fmla="*/ 2642769 w 4746749"/>
                <a:gd name="csY5" fmla="*/ 2626986 h 4219765"/>
                <a:gd name="csX6" fmla="*/ 8451 w 4746749"/>
                <a:gd name="csY6" fmla="*/ 4212143 h 4219765"/>
                <a:gd name="csX0" fmla="*/ 8594 w 4746892"/>
                <a:gd name="csY0" fmla="*/ 4213311 h 4220527"/>
                <a:gd name="csX1" fmla="*/ 1738740 w 4746892"/>
                <a:gd name="csY1" fmla="*/ 1836843 h 4220527"/>
                <a:gd name="csX2" fmla="*/ 2599988 w 4746892"/>
                <a:gd name="csY2" fmla="*/ 260966 h 4220527"/>
                <a:gd name="csX3" fmla="*/ 4389395 w 4746892"/>
                <a:gd name="csY3" fmla="*/ 153783 h 4220527"/>
                <a:gd name="csX4" fmla="*/ 4452929 w 4746892"/>
                <a:gd name="csY4" fmla="*/ 1796686 h 4220527"/>
                <a:gd name="csX5" fmla="*/ 2642912 w 4746892"/>
                <a:gd name="csY5" fmla="*/ 2628154 h 4220527"/>
                <a:gd name="csX6" fmla="*/ 8594 w 4746892"/>
                <a:gd name="csY6" fmla="*/ 4213311 h 4220527"/>
                <a:gd name="csX0" fmla="*/ 8594 w 4693867"/>
                <a:gd name="csY0" fmla="*/ 4136922 h 4144138"/>
                <a:gd name="csX1" fmla="*/ 1738740 w 4693867"/>
                <a:gd name="csY1" fmla="*/ 1760454 h 4144138"/>
                <a:gd name="csX2" fmla="*/ 2599988 w 4693867"/>
                <a:gd name="csY2" fmla="*/ 184577 h 4144138"/>
                <a:gd name="csX3" fmla="*/ 4389395 w 4693867"/>
                <a:gd name="csY3" fmla="*/ 77394 h 4144138"/>
                <a:gd name="csX4" fmla="*/ 4452929 w 4693867"/>
                <a:gd name="csY4" fmla="*/ 1720297 h 4144138"/>
                <a:gd name="csX5" fmla="*/ 2642912 w 4693867"/>
                <a:gd name="csY5" fmla="*/ 2551765 h 4144138"/>
                <a:gd name="csX6" fmla="*/ 8594 w 4693867"/>
                <a:gd name="csY6" fmla="*/ 4136922 h 4144138"/>
                <a:gd name="csX0" fmla="*/ 8594 w 4699247"/>
                <a:gd name="csY0" fmla="*/ 4098901 h 4106117"/>
                <a:gd name="csX1" fmla="*/ 1738740 w 4699247"/>
                <a:gd name="csY1" fmla="*/ 1722433 h 4106117"/>
                <a:gd name="csX2" fmla="*/ 2599988 w 4699247"/>
                <a:gd name="csY2" fmla="*/ 146556 h 4106117"/>
                <a:gd name="csX3" fmla="*/ 4409070 w 4699247"/>
                <a:gd name="csY3" fmla="*/ 115412 h 4106117"/>
                <a:gd name="csX4" fmla="*/ 4452929 w 4699247"/>
                <a:gd name="csY4" fmla="*/ 1682276 h 4106117"/>
                <a:gd name="csX5" fmla="*/ 2642912 w 4699247"/>
                <a:gd name="csY5" fmla="*/ 2513744 h 4106117"/>
                <a:gd name="csX6" fmla="*/ 8594 w 4699247"/>
                <a:gd name="csY6" fmla="*/ 4098901 h 4106117"/>
                <a:gd name="csX0" fmla="*/ 8594 w 4703971"/>
                <a:gd name="csY0" fmla="*/ 4107920 h 4115136"/>
                <a:gd name="csX1" fmla="*/ 1738740 w 4703971"/>
                <a:gd name="csY1" fmla="*/ 1731452 h 4115136"/>
                <a:gd name="csX2" fmla="*/ 2599988 w 4703971"/>
                <a:gd name="csY2" fmla="*/ 155575 h 4115136"/>
                <a:gd name="csX3" fmla="*/ 4409070 w 4703971"/>
                <a:gd name="csY3" fmla="*/ 124431 h 4115136"/>
                <a:gd name="csX4" fmla="*/ 4452929 w 4703971"/>
                <a:gd name="csY4" fmla="*/ 1691295 h 4115136"/>
                <a:gd name="csX5" fmla="*/ 2642912 w 4703971"/>
                <a:gd name="csY5" fmla="*/ 2522763 h 4115136"/>
                <a:gd name="csX6" fmla="*/ 8594 w 4703971"/>
                <a:gd name="csY6" fmla="*/ 4107920 h 4115136"/>
                <a:gd name="csX0" fmla="*/ 8594 w 4703971"/>
                <a:gd name="csY0" fmla="*/ 4195888 h 4203104"/>
                <a:gd name="csX1" fmla="*/ 1738740 w 4703971"/>
                <a:gd name="csY1" fmla="*/ 1819420 h 4203104"/>
                <a:gd name="csX2" fmla="*/ 2599988 w 4703971"/>
                <a:gd name="csY2" fmla="*/ 243543 h 4203104"/>
                <a:gd name="csX3" fmla="*/ 4409070 w 4703971"/>
                <a:gd name="csY3" fmla="*/ 212399 h 4203104"/>
                <a:gd name="csX4" fmla="*/ 4452929 w 4703971"/>
                <a:gd name="csY4" fmla="*/ 1779263 h 4203104"/>
                <a:gd name="csX5" fmla="*/ 2642912 w 4703971"/>
                <a:gd name="csY5" fmla="*/ 2610731 h 4203104"/>
                <a:gd name="csX6" fmla="*/ 8594 w 4703971"/>
                <a:gd name="csY6" fmla="*/ 4195888 h 4203104"/>
                <a:gd name="csX0" fmla="*/ 8594 w 4703971"/>
                <a:gd name="csY0" fmla="*/ 4213778 h 4220994"/>
                <a:gd name="csX1" fmla="*/ 1738740 w 4703971"/>
                <a:gd name="csY1" fmla="*/ 1837310 h 4220994"/>
                <a:gd name="csX2" fmla="*/ 2599988 w 4703971"/>
                <a:gd name="csY2" fmla="*/ 261433 h 4220994"/>
                <a:gd name="csX3" fmla="*/ 4409070 w 4703971"/>
                <a:gd name="csY3" fmla="*/ 230289 h 4220994"/>
                <a:gd name="csX4" fmla="*/ 4452929 w 4703971"/>
                <a:gd name="csY4" fmla="*/ 1797153 h 4220994"/>
                <a:gd name="csX5" fmla="*/ 2642912 w 4703971"/>
                <a:gd name="csY5" fmla="*/ 2628621 h 4220994"/>
                <a:gd name="csX6" fmla="*/ 8594 w 4703971"/>
                <a:gd name="csY6" fmla="*/ 4213778 h 4220994"/>
                <a:gd name="csX0" fmla="*/ 8594 w 4855548"/>
                <a:gd name="csY0" fmla="*/ 4390510 h 4397726"/>
                <a:gd name="csX1" fmla="*/ 1738740 w 4855548"/>
                <a:gd name="csY1" fmla="*/ 2014042 h 4397726"/>
                <a:gd name="csX2" fmla="*/ 2599988 w 4855548"/>
                <a:gd name="csY2" fmla="*/ 438165 h 4397726"/>
                <a:gd name="csX3" fmla="*/ 4756647 w 4855548"/>
                <a:gd name="csY3" fmla="*/ 26825 h 4397726"/>
                <a:gd name="csX4" fmla="*/ 4452929 w 4855548"/>
                <a:gd name="csY4" fmla="*/ 1973885 h 4397726"/>
                <a:gd name="csX5" fmla="*/ 2642912 w 4855548"/>
                <a:gd name="csY5" fmla="*/ 2805353 h 4397726"/>
                <a:gd name="csX6" fmla="*/ 8594 w 4855548"/>
                <a:gd name="csY6" fmla="*/ 4390510 h 4397726"/>
                <a:gd name="csX0" fmla="*/ 8594 w 5018748"/>
                <a:gd name="csY0" fmla="*/ 4545598 h 4552814"/>
                <a:gd name="csX1" fmla="*/ 1738740 w 5018748"/>
                <a:gd name="csY1" fmla="*/ 2169130 h 4552814"/>
                <a:gd name="csX2" fmla="*/ 2599988 w 5018748"/>
                <a:gd name="csY2" fmla="*/ 593253 h 4552814"/>
                <a:gd name="csX3" fmla="*/ 4973062 w 5018748"/>
                <a:gd name="csY3" fmla="*/ 18136 h 4552814"/>
                <a:gd name="csX4" fmla="*/ 4452929 w 5018748"/>
                <a:gd name="csY4" fmla="*/ 2128973 h 4552814"/>
                <a:gd name="csX5" fmla="*/ 2642912 w 5018748"/>
                <a:gd name="csY5" fmla="*/ 2960441 h 4552814"/>
                <a:gd name="csX6" fmla="*/ 8594 w 5018748"/>
                <a:gd name="csY6" fmla="*/ 4545598 h 4552814"/>
                <a:gd name="csX0" fmla="*/ 8594 w 5002691"/>
                <a:gd name="csY0" fmla="*/ 4537753 h 4544969"/>
                <a:gd name="csX1" fmla="*/ 1738740 w 5002691"/>
                <a:gd name="csY1" fmla="*/ 2161285 h 4544969"/>
                <a:gd name="csX2" fmla="*/ 2599988 w 5002691"/>
                <a:gd name="csY2" fmla="*/ 585408 h 4544969"/>
                <a:gd name="csX3" fmla="*/ 4973062 w 5002691"/>
                <a:gd name="csY3" fmla="*/ 10291 h 4544969"/>
                <a:gd name="csX4" fmla="*/ 4452929 w 5002691"/>
                <a:gd name="csY4" fmla="*/ 2121128 h 4544969"/>
                <a:gd name="csX5" fmla="*/ 2642912 w 5002691"/>
                <a:gd name="csY5" fmla="*/ 2952596 h 4544969"/>
                <a:gd name="csX6" fmla="*/ 8594 w 5002691"/>
                <a:gd name="csY6" fmla="*/ 4537753 h 4544969"/>
                <a:gd name="csX0" fmla="*/ 8594 w 4705059"/>
                <a:gd name="csY0" fmla="*/ 4122711 h 4129927"/>
                <a:gd name="csX1" fmla="*/ 1738740 w 4705059"/>
                <a:gd name="csY1" fmla="*/ 1746243 h 4129927"/>
                <a:gd name="csX2" fmla="*/ 2599988 w 4705059"/>
                <a:gd name="csY2" fmla="*/ 170366 h 4129927"/>
                <a:gd name="csX3" fmla="*/ 4446032 w 4705059"/>
                <a:gd name="csY3" fmla="*/ 89415 h 4129927"/>
                <a:gd name="csX4" fmla="*/ 4452929 w 4705059"/>
                <a:gd name="csY4" fmla="*/ 1706086 h 4129927"/>
                <a:gd name="csX5" fmla="*/ 2642912 w 4705059"/>
                <a:gd name="csY5" fmla="*/ 2537554 h 4129927"/>
                <a:gd name="csX6" fmla="*/ 8594 w 4705059"/>
                <a:gd name="csY6" fmla="*/ 4122711 h 4129927"/>
                <a:gd name="csX0" fmla="*/ 8594 w 4596663"/>
                <a:gd name="csY0" fmla="*/ 4215533 h 4224499"/>
                <a:gd name="csX1" fmla="*/ 1738740 w 4596663"/>
                <a:gd name="csY1" fmla="*/ 1839065 h 4224499"/>
                <a:gd name="csX2" fmla="*/ 2599988 w 4596663"/>
                <a:gd name="csY2" fmla="*/ 263188 h 4224499"/>
                <a:gd name="csX3" fmla="*/ 4446032 w 4596663"/>
                <a:gd name="csY3" fmla="*/ 182237 h 4224499"/>
                <a:gd name="csX4" fmla="*/ 4129398 w 4596663"/>
                <a:gd name="csY4" fmla="*/ 2079669 h 4224499"/>
                <a:gd name="csX5" fmla="*/ 2642912 w 4596663"/>
                <a:gd name="csY5" fmla="*/ 2630376 h 4224499"/>
                <a:gd name="csX6" fmla="*/ 8594 w 4596663"/>
                <a:gd name="csY6" fmla="*/ 4215533 h 4224499"/>
                <a:gd name="csX0" fmla="*/ 10635 w 4618520"/>
                <a:gd name="csY0" fmla="*/ 4140860 h 4149826"/>
                <a:gd name="csX1" fmla="*/ 1740781 w 4618520"/>
                <a:gd name="csY1" fmla="*/ 1764392 h 4149826"/>
                <a:gd name="csX2" fmla="*/ 2330962 w 4618520"/>
                <a:gd name="csY2" fmla="*/ 399085 h 4149826"/>
                <a:gd name="csX3" fmla="*/ 4448073 w 4618520"/>
                <a:gd name="csY3" fmla="*/ 107564 h 4149826"/>
                <a:gd name="csX4" fmla="*/ 4131439 w 4618520"/>
                <a:gd name="csY4" fmla="*/ 2004996 h 4149826"/>
                <a:gd name="csX5" fmla="*/ 2644953 w 4618520"/>
                <a:gd name="csY5" fmla="*/ 2555703 h 4149826"/>
                <a:gd name="csX6" fmla="*/ 10635 w 4618520"/>
                <a:gd name="csY6" fmla="*/ 4140860 h 4149826"/>
                <a:gd name="csX0" fmla="*/ 2473 w 4610358"/>
                <a:gd name="csY0" fmla="*/ 4148168 h 4152706"/>
                <a:gd name="csX1" fmla="*/ 2161081 w 4610358"/>
                <a:gd name="csY1" fmla="*/ 2013468 h 4152706"/>
                <a:gd name="csX2" fmla="*/ 2322800 w 4610358"/>
                <a:gd name="csY2" fmla="*/ 406393 h 4152706"/>
                <a:gd name="csX3" fmla="*/ 4439911 w 4610358"/>
                <a:gd name="csY3" fmla="*/ 114872 h 4152706"/>
                <a:gd name="csX4" fmla="*/ 4123277 w 4610358"/>
                <a:gd name="csY4" fmla="*/ 2012304 h 4152706"/>
                <a:gd name="csX5" fmla="*/ 2636791 w 4610358"/>
                <a:gd name="csY5" fmla="*/ 2563011 h 4152706"/>
                <a:gd name="csX6" fmla="*/ 2473 w 4610358"/>
                <a:gd name="csY6" fmla="*/ 4148168 h 4152706"/>
                <a:gd name="csX0" fmla="*/ 400 w 4608285"/>
                <a:gd name="csY0" fmla="*/ 4148168 h 4148397"/>
                <a:gd name="csX1" fmla="*/ 2159008 w 4608285"/>
                <a:gd name="csY1" fmla="*/ 2013468 h 4148397"/>
                <a:gd name="csX2" fmla="*/ 2320727 w 4608285"/>
                <a:gd name="csY2" fmla="*/ 406393 h 4148397"/>
                <a:gd name="csX3" fmla="*/ 4437838 w 4608285"/>
                <a:gd name="csY3" fmla="*/ 114872 h 4148397"/>
                <a:gd name="csX4" fmla="*/ 4121204 w 4608285"/>
                <a:gd name="csY4" fmla="*/ 2012304 h 4148397"/>
                <a:gd name="csX5" fmla="*/ 2346163 w 4608285"/>
                <a:gd name="csY5" fmla="*/ 2149669 h 4148397"/>
                <a:gd name="csX6" fmla="*/ 400 w 4608285"/>
                <a:gd name="csY6" fmla="*/ 4148168 h 4148397"/>
                <a:gd name="csX0" fmla="*/ 400 w 4547161"/>
                <a:gd name="csY0" fmla="*/ 4069645 h 4069874"/>
                <a:gd name="csX1" fmla="*/ 2159008 w 4547161"/>
                <a:gd name="csY1" fmla="*/ 1934945 h 4069874"/>
                <a:gd name="csX2" fmla="*/ 2320727 w 4547161"/>
                <a:gd name="csY2" fmla="*/ 327870 h 4069874"/>
                <a:gd name="csX3" fmla="*/ 4437838 w 4547161"/>
                <a:gd name="csY3" fmla="*/ 36349 h 4069874"/>
                <a:gd name="csX4" fmla="*/ 4121204 w 4547161"/>
                <a:gd name="csY4" fmla="*/ 1933781 h 4069874"/>
                <a:gd name="csX5" fmla="*/ 2346163 w 4547161"/>
                <a:gd name="csY5" fmla="*/ 2071146 h 4069874"/>
                <a:gd name="csX6" fmla="*/ 400 w 4547161"/>
                <a:gd name="csY6" fmla="*/ 4069645 h 4069874"/>
                <a:gd name="csX0" fmla="*/ 536 w 3991476"/>
                <a:gd name="csY0" fmla="*/ 3539321 h 3539632"/>
                <a:gd name="csX1" fmla="*/ 1603323 w 3991476"/>
                <a:gd name="csY1" fmla="*/ 1934945 h 3539632"/>
                <a:gd name="csX2" fmla="*/ 1765042 w 3991476"/>
                <a:gd name="csY2" fmla="*/ 327870 h 3539632"/>
                <a:gd name="csX3" fmla="*/ 3882153 w 3991476"/>
                <a:gd name="csY3" fmla="*/ 36349 h 3539632"/>
                <a:gd name="csX4" fmla="*/ 3565519 w 3991476"/>
                <a:gd name="csY4" fmla="*/ 1933781 h 3539632"/>
                <a:gd name="csX5" fmla="*/ 1790478 w 3991476"/>
                <a:gd name="csY5" fmla="*/ 2071146 h 3539632"/>
                <a:gd name="csX6" fmla="*/ 536 w 3991476"/>
                <a:gd name="csY6" fmla="*/ 3539321 h 3539632"/>
                <a:gd name="csX0" fmla="*/ 527 w 4017318"/>
                <a:gd name="csY0" fmla="*/ 3573908 h 3574212"/>
                <a:gd name="csX1" fmla="*/ 1629165 w 4017318"/>
                <a:gd name="csY1" fmla="*/ 1934945 h 3574212"/>
                <a:gd name="csX2" fmla="*/ 1790884 w 4017318"/>
                <a:gd name="csY2" fmla="*/ 327870 h 3574212"/>
                <a:gd name="csX3" fmla="*/ 3907995 w 4017318"/>
                <a:gd name="csY3" fmla="*/ 36349 h 3574212"/>
                <a:gd name="csX4" fmla="*/ 3591361 w 4017318"/>
                <a:gd name="csY4" fmla="*/ 1933781 h 3574212"/>
                <a:gd name="csX5" fmla="*/ 1816320 w 4017318"/>
                <a:gd name="csY5" fmla="*/ 2071146 h 3574212"/>
                <a:gd name="csX6" fmla="*/ 527 w 4017318"/>
                <a:gd name="csY6" fmla="*/ 3573908 h 3574212"/>
                <a:gd name="csX0" fmla="*/ 3641 w 4020432"/>
                <a:gd name="csY0" fmla="*/ 3573908 h 3577567"/>
                <a:gd name="csX1" fmla="*/ 1632279 w 4020432"/>
                <a:gd name="csY1" fmla="*/ 1934945 h 3577567"/>
                <a:gd name="csX2" fmla="*/ 1793998 w 4020432"/>
                <a:gd name="csY2" fmla="*/ 327870 h 3577567"/>
                <a:gd name="csX3" fmla="*/ 3911109 w 4020432"/>
                <a:gd name="csY3" fmla="*/ 36349 h 3577567"/>
                <a:gd name="csX4" fmla="*/ 3594475 w 4020432"/>
                <a:gd name="csY4" fmla="*/ 1933781 h 3577567"/>
                <a:gd name="csX5" fmla="*/ 1819434 w 4020432"/>
                <a:gd name="csY5" fmla="*/ 2071146 h 3577567"/>
                <a:gd name="csX6" fmla="*/ 3641 w 4020432"/>
                <a:gd name="csY6" fmla="*/ 3573908 h 3577567"/>
                <a:gd name="csX0" fmla="*/ 11923 w 4028714"/>
                <a:gd name="csY0" fmla="*/ 3573908 h 3583559"/>
                <a:gd name="csX1" fmla="*/ 1640561 w 4028714"/>
                <a:gd name="csY1" fmla="*/ 1934945 h 3583559"/>
                <a:gd name="csX2" fmla="*/ 1802280 w 4028714"/>
                <a:gd name="csY2" fmla="*/ 327870 h 3583559"/>
                <a:gd name="csX3" fmla="*/ 3919391 w 4028714"/>
                <a:gd name="csY3" fmla="*/ 36349 h 3583559"/>
                <a:gd name="csX4" fmla="*/ 3602757 w 4028714"/>
                <a:gd name="csY4" fmla="*/ 1933781 h 3583559"/>
                <a:gd name="csX5" fmla="*/ 1827716 w 4028714"/>
                <a:gd name="csY5" fmla="*/ 2071146 h 3583559"/>
                <a:gd name="csX6" fmla="*/ 11923 w 4028714"/>
                <a:gd name="csY6" fmla="*/ 3573908 h 3583559"/>
                <a:gd name="csX0" fmla="*/ 1130 w 4017921"/>
                <a:gd name="csY0" fmla="*/ 3573908 h 3577714"/>
                <a:gd name="csX1" fmla="*/ 1629768 w 4017921"/>
                <a:gd name="csY1" fmla="*/ 1934945 h 3577714"/>
                <a:gd name="csX2" fmla="*/ 1791487 w 4017921"/>
                <a:gd name="csY2" fmla="*/ 327870 h 3577714"/>
                <a:gd name="csX3" fmla="*/ 3908598 w 4017921"/>
                <a:gd name="csY3" fmla="*/ 36349 h 3577714"/>
                <a:gd name="csX4" fmla="*/ 3591964 w 4017921"/>
                <a:gd name="csY4" fmla="*/ 1933781 h 3577714"/>
                <a:gd name="csX5" fmla="*/ 1906115 w 4017921"/>
                <a:gd name="csY5" fmla="*/ 2373434 h 3577714"/>
                <a:gd name="csX6" fmla="*/ 1130 w 4017921"/>
                <a:gd name="csY6" fmla="*/ 3573908 h 3577714"/>
                <a:gd name="csX0" fmla="*/ 434 w 4017225"/>
                <a:gd name="csY0" fmla="*/ 3573908 h 3574428"/>
                <a:gd name="csX1" fmla="*/ 1629072 w 4017225"/>
                <a:gd name="csY1" fmla="*/ 1934945 h 3574428"/>
                <a:gd name="csX2" fmla="*/ 1790791 w 4017225"/>
                <a:gd name="csY2" fmla="*/ 327870 h 3574428"/>
                <a:gd name="csX3" fmla="*/ 3907902 w 4017225"/>
                <a:gd name="csY3" fmla="*/ 36349 h 3574428"/>
                <a:gd name="csX4" fmla="*/ 3591268 w 4017225"/>
                <a:gd name="csY4" fmla="*/ 1933781 h 3574428"/>
                <a:gd name="csX5" fmla="*/ 1798394 w 4017225"/>
                <a:gd name="csY5" fmla="*/ 2110926 h 3574428"/>
                <a:gd name="csX6" fmla="*/ 434 w 4017225"/>
                <a:gd name="csY6" fmla="*/ 3573908 h 3574428"/>
                <a:gd name="csX0" fmla="*/ 434 w 4017225"/>
                <a:gd name="csY0" fmla="*/ 3573908 h 3574310"/>
                <a:gd name="csX1" fmla="*/ 1629072 w 4017225"/>
                <a:gd name="csY1" fmla="*/ 1934945 h 3574310"/>
                <a:gd name="csX2" fmla="*/ 1790791 w 4017225"/>
                <a:gd name="csY2" fmla="*/ 327870 h 3574310"/>
                <a:gd name="csX3" fmla="*/ 3907902 w 4017225"/>
                <a:gd name="csY3" fmla="*/ 36349 h 3574310"/>
                <a:gd name="csX4" fmla="*/ 3591268 w 4017225"/>
                <a:gd name="csY4" fmla="*/ 1933781 h 3574310"/>
                <a:gd name="csX5" fmla="*/ 1798394 w 4017225"/>
                <a:gd name="csY5" fmla="*/ 2110926 h 3574310"/>
                <a:gd name="csX6" fmla="*/ 434 w 4017225"/>
                <a:gd name="csY6" fmla="*/ 3573908 h 3574310"/>
                <a:gd name="csX0" fmla="*/ 434 w 4017225"/>
                <a:gd name="csY0" fmla="*/ 3573908 h 3576627"/>
                <a:gd name="csX1" fmla="*/ 1629072 w 4017225"/>
                <a:gd name="csY1" fmla="*/ 1934945 h 3576627"/>
                <a:gd name="csX2" fmla="*/ 1790791 w 4017225"/>
                <a:gd name="csY2" fmla="*/ 327870 h 3576627"/>
                <a:gd name="csX3" fmla="*/ 3907902 w 4017225"/>
                <a:gd name="csY3" fmla="*/ 36349 h 3576627"/>
                <a:gd name="csX4" fmla="*/ 3591268 w 4017225"/>
                <a:gd name="csY4" fmla="*/ 1933781 h 3576627"/>
                <a:gd name="csX5" fmla="*/ 1798395 w 4017225"/>
                <a:gd name="csY5" fmla="*/ 2365482 h 3576627"/>
                <a:gd name="csX6" fmla="*/ 434 w 4017225"/>
                <a:gd name="csY6" fmla="*/ 3573908 h 3576627"/>
                <a:gd name="csX0" fmla="*/ 434 w 4017225"/>
                <a:gd name="csY0" fmla="*/ 3573908 h 3576355"/>
                <a:gd name="csX1" fmla="*/ 1629072 w 4017225"/>
                <a:gd name="csY1" fmla="*/ 1934945 h 3576355"/>
                <a:gd name="csX2" fmla="*/ 1790791 w 4017225"/>
                <a:gd name="csY2" fmla="*/ 327870 h 3576355"/>
                <a:gd name="csX3" fmla="*/ 3907902 w 4017225"/>
                <a:gd name="csY3" fmla="*/ 36349 h 3576355"/>
                <a:gd name="csX4" fmla="*/ 3591268 w 4017225"/>
                <a:gd name="csY4" fmla="*/ 1933781 h 3576355"/>
                <a:gd name="csX5" fmla="*/ 1798395 w 4017225"/>
                <a:gd name="csY5" fmla="*/ 2365482 h 3576355"/>
                <a:gd name="csX6" fmla="*/ 434 w 4017225"/>
                <a:gd name="csY6" fmla="*/ 3573908 h 3576355"/>
                <a:gd name="csX0" fmla="*/ 434 w 4017225"/>
                <a:gd name="csY0" fmla="*/ 3573908 h 3583502"/>
                <a:gd name="csX1" fmla="*/ 1629072 w 4017225"/>
                <a:gd name="csY1" fmla="*/ 1934945 h 3583502"/>
                <a:gd name="csX2" fmla="*/ 1790791 w 4017225"/>
                <a:gd name="csY2" fmla="*/ 327870 h 3583502"/>
                <a:gd name="csX3" fmla="*/ 3907902 w 4017225"/>
                <a:gd name="csY3" fmla="*/ 36349 h 3583502"/>
                <a:gd name="csX4" fmla="*/ 3591268 w 4017225"/>
                <a:gd name="csY4" fmla="*/ 1933781 h 3583502"/>
                <a:gd name="csX5" fmla="*/ 1798396 w 4017225"/>
                <a:gd name="csY5" fmla="*/ 2715497 h 3583502"/>
                <a:gd name="csX6" fmla="*/ 434 w 4017225"/>
                <a:gd name="csY6" fmla="*/ 3573908 h 3583502"/>
                <a:gd name="csX0" fmla="*/ 20204 w 4036995"/>
                <a:gd name="csY0" fmla="*/ 3574326 h 3583563"/>
                <a:gd name="csX1" fmla="*/ 908564 w 4036995"/>
                <a:gd name="csY1" fmla="*/ 1951275 h 3583563"/>
                <a:gd name="csX2" fmla="*/ 1810561 w 4036995"/>
                <a:gd name="csY2" fmla="*/ 328288 h 3583563"/>
                <a:gd name="csX3" fmla="*/ 3927672 w 4036995"/>
                <a:gd name="csY3" fmla="*/ 36767 h 3583563"/>
                <a:gd name="csX4" fmla="*/ 3611038 w 4036995"/>
                <a:gd name="csY4" fmla="*/ 1934199 h 3583563"/>
                <a:gd name="csX5" fmla="*/ 1818166 w 4036995"/>
                <a:gd name="csY5" fmla="*/ 2715915 h 3583563"/>
                <a:gd name="csX6" fmla="*/ 20204 w 4036995"/>
                <a:gd name="csY6" fmla="*/ 3574326 h 3583563"/>
                <a:gd name="csX0" fmla="*/ 12549 w 4029340"/>
                <a:gd name="csY0" fmla="*/ 3574326 h 3583563"/>
                <a:gd name="csX1" fmla="*/ 900909 w 4029340"/>
                <a:gd name="csY1" fmla="*/ 1951275 h 3583563"/>
                <a:gd name="csX2" fmla="*/ 1802906 w 4029340"/>
                <a:gd name="csY2" fmla="*/ 328288 h 3583563"/>
                <a:gd name="csX3" fmla="*/ 3920017 w 4029340"/>
                <a:gd name="csY3" fmla="*/ 36767 h 3583563"/>
                <a:gd name="csX4" fmla="*/ 3603383 w 4029340"/>
                <a:gd name="csY4" fmla="*/ 1934199 h 3583563"/>
                <a:gd name="csX5" fmla="*/ 1810511 w 4029340"/>
                <a:gd name="csY5" fmla="*/ 2715915 h 3583563"/>
                <a:gd name="csX6" fmla="*/ 12549 w 4029340"/>
                <a:gd name="csY6" fmla="*/ 3574326 h 3583563"/>
                <a:gd name="csX0" fmla="*/ 2018 w 4018809"/>
                <a:gd name="csY0" fmla="*/ 3573908 h 3583502"/>
                <a:gd name="csX1" fmla="*/ 1389840 w 4018809"/>
                <a:gd name="csY1" fmla="*/ 1934947 h 3583502"/>
                <a:gd name="csX2" fmla="*/ 1792375 w 4018809"/>
                <a:gd name="csY2" fmla="*/ 327870 h 3583502"/>
                <a:gd name="csX3" fmla="*/ 3909486 w 4018809"/>
                <a:gd name="csY3" fmla="*/ 36349 h 3583502"/>
                <a:gd name="csX4" fmla="*/ 3592852 w 4018809"/>
                <a:gd name="csY4" fmla="*/ 1933781 h 3583502"/>
                <a:gd name="csX5" fmla="*/ 1799980 w 4018809"/>
                <a:gd name="csY5" fmla="*/ 2715497 h 3583502"/>
                <a:gd name="csX6" fmla="*/ 2018 w 4018809"/>
                <a:gd name="csY6" fmla="*/ 3573908 h 3583502"/>
                <a:gd name="csX0" fmla="*/ 2018 w 4018809"/>
                <a:gd name="csY0" fmla="*/ 3573908 h 3575401"/>
                <a:gd name="csX1" fmla="*/ 1389840 w 4018809"/>
                <a:gd name="csY1" fmla="*/ 1934947 h 3575401"/>
                <a:gd name="csX2" fmla="*/ 1792375 w 4018809"/>
                <a:gd name="csY2" fmla="*/ 327870 h 3575401"/>
                <a:gd name="csX3" fmla="*/ 3909486 w 4018809"/>
                <a:gd name="csY3" fmla="*/ 36349 h 3575401"/>
                <a:gd name="csX4" fmla="*/ 3592852 w 4018809"/>
                <a:gd name="csY4" fmla="*/ 1933781 h 3575401"/>
                <a:gd name="csX5" fmla="*/ 1799983 w 4018809"/>
                <a:gd name="csY5" fmla="*/ 2277981 h 3575401"/>
                <a:gd name="csX6" fmla="*/ 2018 w 4018809"/>
                <a:gd name="csY6" fmla="*/ 3573908 h 3575401"/>
                <a:gd name="csX0" fmla="*/ 2279 w 4019070"/>
                <a:gd name="csY0" fmla="*/ 3573908 h 3576883"/>
                <a:gd name="csX1" fmla="*/ 1390101 w 4019070"/>
                <a:gd name="csY1" fmla="*/ 1934947 h 3576883"/>
                <a:gd name="csX2" fmla="*/ 1792636 w 4019070"/>
                <a:gd name="csY2" fmla="*/ 327870 h 3576883"/>
                <a:gd name="csX3" fmla="*/ 3909747 w 4019070"/>
                <a:gd name="csY3" fmla="*/ 36349 h 3576883"/>
                <a:gd name="csX4" fmla="*/ 3593113 w 4019070"/>
                <a:gd name="csY4" fmla="*/ 1933781 h 3576883"/>
                <a:gd name="csX5" fmla="*/ 1827004 w 4019070"/>
                <a:gd name="csY5" fmla="*/ 2405261 h 3576883"/>
                <a:gd name="csX6" fmla="*/ 2279 w 4019070"/>
                <a:gd name="csY6" fmla="*/ 3573908 h 3576883"/>
                <a:gd name="csX0" fmla="*/ 3304 w 4020095"/>
                <a:gd name="csY0" fmla="*/ 3573700 h 3576772"/>
                <a:gd name="csX1" fmla="*/ 1310858 w 4020095"/>
                <a:gd name="csY1" fmla="*/ 1926786 h 3576772"/>
                <a:gd name="csX2" fmla="*/ 1793661 w 4020095"/>
                <a:gd name="csY2" fmla="*/ 327662 h 3576772"/>
                <a:gd name="csX3" fmla="*/ 3910772 w 4020095"/>
                <a:gd name="csY3" fmla="*/ 36141 h 3576772"/>
                <a:gd name="csX4" fmla="*/ 3594138 w 4020095"/>
                <a:gd name="csY4" fmla="*/ 1933573 h 3576772"/>
                <a:gd name="csX5" fmla="*/ 1828029 w 4020095"/>
                <a:gd name="csY5" fmla="*/ 2405053 h 3576772"/>
                <a:gd name="csX6" fmla="*/ 3304 w 4020095"/>
                <a:gd name="csY6" fmla="*/ 3573700 h 3576772"/>
                <a:gd name="csX0" fmla="*/ 3254 w 4020045"/>
                <a:gd name="csY0" fmla="*/ 3573700 h 3576772"/>
                <a:gd name="csX1" fmla="*/ 1310808 w 4020045"/>
                <a:gd name="csY1" fmla="*/ 1926786 h 3576772"/>
                <a:gd name="csX2" fmla="*/ 1793611 w 4020045"/>
                <a:gd name="csY2" fmla="*/ 327662 h 3576772"/>
                <a:gd name="csX3" fmla="*/ 3910722 w 4020045"/>
                <a:gd name="csY3" fmla="*/ 36141 h 3576772"/>
                <a:gd name="csX4" fmla="*/ 3594088 w 4020045"/>
                <a:gd name="csY4" fmla="*/ 1933573 h 3576772"/>
                <a:gd name="csX5" fmla="*/ 1827979 w 4020045"/>
                <a:gd name="csY5" fmla="*/ 2405053 h 3576772"/>
                <a:gd name="csX6" fmla="*/ 3254 w 4020045"/>
                <a:gd name="csY6" fmla="*/ 3573700 h 35767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020045" h="3576772">
                  <a:moveTo>
                    <a:pt x="3254" y="3573700"/>
                  </a:moveTo>
                  <a:cubicBezTo>
                    <a:pt x="-82941" y="3493989"/>
                    <a:pt x="1574310" y="2340515"/>
                    <a:pt x="1310808" y="1926786"/>
                  </a:cubicBezTo>
                  <a:cubicBezTo>
                    <a:pt x="1047306" y="1513057"/>
                    <a:pt x="1360292" y="642769"/>
                    <a:pt x="1793611" y="327662"/>
                  </a:cubicBezTo>
                  <a:cubicBezTo>
                    <a:pt x="2226930" y="12555"/>
                    <a:pt x="3750548" y="-52136"/>
                    <a:pt x="3910722" y="36141"/>
                  </a:cubicBezTo>
                  <a:cubicBezTo>
                    <a:pt x="4070896" y="124418"/>
                    <a:pt x="4120351" y="1358027"/>
                    <a:pt x="3594088" y="1933573"/>
                  </a:cubicBezTo>
                  <a:cubicBezTo>
                    <a:pt x="3171099" y="2391895"/>
                    <a:pt x="2301583" y="2656718"/>
                    <a:pt x="1827979" y="2405053"/>
                  </a:cubicBezTo>
                  <a:cubicBezTo>
                    <a:pt x="1354375" y="2153388"/>
                    <a:pt x="89449" y="3653411"/>
                    <a:pt x="3254" y="3573700"/>
                  </a:cubicBezTo>
                  <a:close/>
                </a:path>
              </a:pathLst>
            </a:custGeom>
            <a:no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4" name="Date Placeholder 17">
            <a:extLst>
              <a:ext uri="{FF2B5EF4-FFF2-40B4-BE49-F238E27FC236}">
                <a16:creationId xmlns:a16="http://schemas.microsoft.com/office/drawing/2014/main" id="{2CEBEDB9-80F5-2240-969D-80FA90718A23}"/>
              </a:ext>
            </a:extLst>
          </p:cNvPr>
          <p:cNvSpPr>
            <a:spLocks noGrp="1"/>
          </p:cNvSpPr>
          <p:nvPr>
            <p:ph type="dt" sz="half" idx="14"/>
          </p:nvPr>
        </p:nvSpPr>
        <p:spPr>
          <a:xfrm>
            <a:off x="609600" y="5174145"/>
            <a:ext cx="4572000" cy="365125"/>
          </a:xfrm>
          <a:prstGeom prst="rect">
            <a:avLst/>
          </a:prstGeom>
        </p:spPr>
        <p:txBody>
          <a:bodyPr/>
          <a:lstStyle>
            <a:lvl1pPr>
              <a:defRPr sz="2000" b="0" i="1">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stStyle>
          <a:p>
            <a:endParaRPr lang="en-US">
              <a:solidFill>
                <a:schemeClr val="tx1"/>
              </a:solidFill>
            </a:endParaRPr>
          </a:p>
        </p:txBody>
      </p:sp>
      <p:sp>
        <p:nvSpPr>
          <p:cNvPr id="36" name="Title 1">
            <a:extLst>
              <a:ext uri="{FF2B5EF4-FFF2-40B4-BE49-F238E27FC236}">
                <a16:creationId xmlns:a16="http://schemas.microsoft.com/office/drawing/2014/main" id="{EDB358A5-390E-8E29-3506-95A8B85049D2}"/>
              </a:ext>
            </a:extLst>
          </p:cNvPr>
          <p:cNvSpPr>
            <a:spLocks noGrp="1"/>
          </p:cNvSpPr>
          <p:nvPr>
            <p:ph type="ctrTitle"/>
          </p:nvPr>
        </p:nvSpPr>
        <p:spPr>
          <a:xfrm>
            <a:off x="609600" y="1591538"/>
            <a:ext cx="4572000" cy="2233067"/>
          </a:xfrm>
          <a:prstGeom prst="rect">
            <a:avLst/>
          </a:prstGeom>
        </p:spPr>
        <p:txBody>
          <a:bodyPr anchor="ctr">
            <a:noAutofit/>
          </a:bodyPr>
          <a:lstStyle>
            <a:lvl1pPr algn="l">
              <a:defRPr sz="4800" b="1" i="0">
                <a:solidFill>
                  <a:schemeClr val="tx1"/>
                </a:solidFill>
                <a:latin typeface="Baskerville SemiBold" panose="02020502070401020303" pitchFamily="18" charset="0"/>
                <a:ea typeface="Baskerville SemiBold" panose="02020502070401020303" pitchFamily="18" charset="0"/>
              </a:defRPr>
            </a:lvl1pPr>
          </a:lstStyle>
          <a:p>
            <a:r>
              <a:rPr lang="en-US"/>
              <a:t>Click to edit Master title style</a:t>
            </a:r>
          </a:p>
        </p:txBody>
      </p:sp>
      <p:sp>
        <p:nvSpPr>
          <p:cNvPr id="37" name="Subtitle 2">
            <a:extLst>
              <a:ext uri="{FF2B5EF4-FFF2-40B4-BE49-F238E27FC236}">
                <a16:creationId xmlns:a16="http://schemas.microsoft.com/office/drawing/2014/main" id="{75C1BCE0-099F-5C93-1E25-183FAAE802BC}"/>
              </a:ext>
            </a:extLst>
          </p:cNvPr>
          <p:cNvSpPr>
            <a:spLocks noGrp="1"/>
          </p:cNvSpPr>
          <p:nvPr>
            <p:ph type="subTitle" idx="1"/>
          </p:nvPr>
        </p:nvSpPr>
        <p:spPr>
          <a:xfrm>
            <a:off x="609600" y="4343403"/>
            <a:ext cx="4572000" cy="816311"/>
          </a:xfrm>
          <a:prstGeom prst="rect">
            <a:avLst/>
          </a:prstGeom>
        </p:spPr>
        <p:txBody>
          <a:bodyPr/>
          <a:lstStyle>
            <a:lvl1pPr marL="0" indent="0" algn="l">
              <a:buNone/>
              <a:defRPr sz="2400" b="0" i="0">
                <a:solidFill>
                  <a:schemeClr val="tx1"/>
                </a:solidFill>
                <a:latin typeface="Helvetica Neue UltraLight" panose="02000206000000020004" pitchFamily="2" charset="0"/>
                <a:ea typeface="Helvetica Neue UltraLight" panose="02000206000000020004" pitchFamily="2"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Tree>
    <p:extLst>
      <p:ext uri="{BB962C8B-B14F-4D97-AF65-F5344CB8AC3E}">
        <p14:creationId xmlns:p14="http://schemas.microsoft.com/office/powerpoint/2010/main" val="16839542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Titl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E46D88-C548-476B-BA05-5C35E80F3D6B}"/>
              </a:ext>
            </a:extLst>
          </p:cNvPr>
          <p:cNvSpPr txBox="1"/>
          <p:nvPr userDrawn="1"/>
        </p:nvSpPr>
        <p:spPr>
          <a:xfrm>
            <a:off x="924451" y="994787"/>
            <a:ext cx="184731" cy="369332"/>
          </a:xfrm>
          <a:prstGeom prst="rect">
            <a:avLst/>
          </a:prstGeom>
          <a:noFill/>
        </p:spPr>
        <p:txBody>
          <a:bodyPr wrap="none" rtlCol="0">
            <a:spAutoFit/>
          </a:bodyPr>
          <a:lstStyle/>
          <a:p>
            <a:endParaRPr lang="en-US" sz="1800"/>
          </a:p>
        </p:txBody>
      </p:sp>
      <p:cxnSp>
        <p:nvCxnSpPr>
          <p:cNvPr id="4" name="Straight Connector 3">
            <a:extLst>
              <a:ext uri="{FF2B5EF4-FFF2-40B4-BE49-F238E27FC236}">
                <a16:creationId xmlns:a16="http://schemas.microsoft.com/office/drawing/2014/main" id="{C513D596-C9F3-ED6D-1467-E40602B04906}"/>
              </a:ext>
            </a:extLst>
          </p:cNvPr>
          <p:cNvCxnSpPr>
            <a:cxnSpLocks/>
          </p:cNvCxnSpPr>
          <p:nvPr userDrawn="1"/>
        </p:nvCxnSpPr>
        <p:spPr>
          <a:xfrm>
            <a:off x="609600" y="4349115"/>
            <a:ext cx="10972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5" name="Title 10">
            <a:extLst>
              <a:ext uri="{FF2B5EF4-FFF2-40B4-BE49-F238E27FC236}">
                <a16:creationId xmlns:a16="http://schemas.microsoft.com/office/drawing/2014/main" id="{11E93706-2AC8-B18B-8D70-4AB908FA9810}"/>
              </a:ext>
            </a:extLst>
          </p:cNvPr>
          <p:cNvSpPr>
            <a:spLocks noGrp="1"/>
          </p:cNvSpPr>
          <p:nvPr>
            <p:ph type="title" hasCustomPrompt="1"/>
          </p:nvPr>
        </p:nvSpPr>
        <p:spPr>
          <a:xfrm>
            <a:off x="609600" y="760113"/>
            <a:ext cx="11582400" cy="862013"/>
          </a:xfrm>
          <a:prstGeom prst="rect">
            <a:avLst/>
          </a:prstGeom>
        </p:spPr>
        <p:txBody>
          <a:bodyPr/>
          <a:lstStyle>
            <a:lvl1pPr>
              <a:defRPr sz="6000">
                <a:solidFill>
                  <a:schemeClr val="bg1"/>
                </a:solidFill>
              </a:defRPr>
            </a:lvl1pPr>
          </a:lstStyle>
          <a:p>
            <a:r>
              <a:rPr lang="en-US"/>
              <a:t>Firm: </a:t>
            </a:r>
            <a:r>
              <a:rPr lang="en-US" err="1"/>
              <a:t>Case_Name</a:t>
            </a:r>
            <a:endParaRPr lang="en-US"/>
          </a:p>
        </p:txBody>
      </p:sp>
      <p:sp>
        <p:nvSpPr>
          <p:cNvPr id="6" name="Rectangle 5">
            <a:extLst>
              <a:ext uri="{FF2B5EF4-FFF2-40B4-BE49-F238E27FC236}">
                <a16:creationId xmlns:a16="http://schemas.microsoft.com/office/drawing/2014/main" id="{42D41A4C-4BAC-8BEB-7043-969B541F840D}"/>
              </a:ext>
            </a:extLst>
          </p:cNvPr>
          <p:cNvSpPr/>
          <p:nvPr userDrawn="1"/>
        </p:nvSpPr>
        <p:spPr>
          <a:xfrm>
            <a:off x="0" y="6196655"/>
            <a:ext cx="12192000" cy="661349"/>
          </a:xfrm>
          <a:prstGeom prst="rect">
            <a:avLst/>
          </a:prstGeom>
          <a:solidFill>
            <a:srgbClr val="0C2670"/>
          </a:solidFill>
          <a:ln>
            <a:solidFill>
              <a:srgbClr val="0C26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bg1"/>
              </a:solidFill>
            </a:endParaRPr>
          </a:p>
        </p:txBody>
      </p:sp>
      <p:sp>
        <p:nvSpPr>
          <p:cNvPr id="8" name="TextBox 7">
            <a:extLst>
              <a:ext uri="{FF2B5EF4-FFF2-40B4-BE49-F238E27FC236}">
                <a16:creationId xmlns:a16="http://schemas.microsoft.com/office/drawing/2014/main" id="{25C516A8-7710-269A-0706-EAC40E0DA6B8}"/>
              </a:ext>
            </a:extLst>
          </p:cNvPr>
          <p:cNvSpPr txBox="1"/>
          <p:nvPr userDrawn="1"/>
        </p:nvSpPr>
        <p:spPr>
          <a:xfrm>
            <a:off x="609600" y="3962400"/>
            <a:ext cx="1098378" cy="369332"/>
          </a:xfrm>
          <a:prstGeom prst="rect">
            <a:avLst/>
          </a:prstGeom>
          <a:noFill/>
        </p:spPr>
        <p:txBody>
          <a:bodyPr wrap="none" rtlCol="0">
            <a:spAutoFit/>
          </a:bodyPr>
          <a:lstStyle/>
          <a:p>
            <a:r>
              <a:rPr lang="en-US" sz="1800">
                <a:solidFill>
                  <a:schemeClr val="bg1"/>
                </a:solidFill>
                <a:latin typeface="Helvetica Neue Light" panose="02000403000000020004" pitchFamily="2" charset="0"/>
                <a:ea typeface="Helvetica Neue Light" panose="02000403000000020004" pitchFamily="2" charset="0"/>
              </a:rPr>
              <a:t>Overview</a:t>
            </a:r>
          </a:p>
        </p:txBody>
      </p:sp>
      <p:sp>
        <p:nvSpPr>
          <p:cNvPr id="9" name="TextBox 8">
            <a:extLst>
              <a:ext uri="{FF2B5EF4-FFF2-40B4-BE49-F238E27FC236}">
                <a16:creationId xmlns:a16="http://schemas.microsoft.com/office/drawing/2014/main" id="{83262F29-3273-6F73-DB5B-EBD488125F0D}"/>
              </a:ext>
            </a:extLst>
          </p:cNvPr>
          <p:cNvSpPr txBox="1"/>
          <p:nvPr userDrawn="1"/>
        </p:nvSpPr>
        <p:spPr>
          <a:xfrm>
            <a:off x="4297427" y="3962400"/>
            <a:ext cx="1909497" cy="369332"/>
          </a:xfrm>
          <a:prstGeom prst="rect">
            <a:avLst/>
          </a:prstGeom>
          <a:noFill/>
        </p:spPr>
        <p:txBody>
          <a:bodyPr wrap="none" rtlCol="0">
            <a:spAutoFit/>
          </a:bodyPr>
          <a:lstStyle/>
          <a:p>
            <a:r>
              <a:rPr lang="en-US" sz="1800">
                <a:solidFill>
                  <a:schemeClr val="bg1"/>
                </a:solidFill>
                <a:latin typeface="Helvetica Neue Light" panose="02000403000000020004" pitchFamily="2" charset="0"/>
                <a:ea typeface="Helvetica Neue Light" panose="02000403000000020004" pitchFamily="2" charset="0"/>
              </a:rPr>
              <a:t>Interviewer Notes</a:t>
            </a:r>
          </a:p>
        </p:txBody>
      </p:sp>
      <p:sp>
        <p:nvSpPr>
          <p:cNvPr id="10" name="Text Placeholder 8">
            <a:extLst>
              <a:ext uri="{FF2B5EF4-FFF2-40B4-BE49-F238E27FC236}">
                <a16:creationId xmlns:a16="http://schemas.microsoft.com/office/drawing/2014/main" id="{AC0B3320-2FC8-29C6-211A-913EE23AD52F}"/>
              </a:ext>
            </a:extLst>
          </p:cNvPr>
          <p:cNvSpPr>
            <a:spLocks noGrp="1"/>
          </p:cNvSpPr>
          <p:nvPr>
            <p:ph type="body" sz="quarter" idx="11" hasCustomPrompt="1"/>
          </p:nvPr>
        </p:nvSpPr>
        <p:spPr>
          <a:xfrm>
            <a:off x="609600" y="4373572"/>
            <a:ext cx="3657600" cy="1798631"/>
          </a:xfrm>
          <a:prstGeom prst="rect">
            <a:avLst/>
          </a:prstGeom>
        </p:spPr>
        <p:txBody>
          <a:bodyPr/>
          <a:lstStyle>
            <a:lvl1pPr>
              <a:buNone/>
              <a:defRPr b="0" i="1">
                <a:solidFill>
                  <a:schemeClr val="bg1"/>
                </a:solidFill>
                <a:latin typeface="Helvetica Neue Light" panose="02000403000000020004" pitchFamily="2" charset="0"/>
                <a:ea typeface="Helvetica Neue Light" panose="02000403000000020004" pitchFamily="2" charset="0"/>
              </a:defRPr>
            </a:lvl1pPr>
          </a:lstStyle>
          <a:p>
            <a:pPr lvl="0"/>
            <a:r>
              <a:rPr lang="en-US" b="0" i="1">
                <a:latin typeface="Helvetica Neue Light" panose="02000403000000020004" pitchFamily="2" charset="0"/>
                <a:ea typeface="Helvetica Neue Light" panose="02000403000000020004" pitchFamily="2" charset="0"/>
              </a:rPr>
              <a:t>Case Type</a:t>
            </a:r>
          </a:p>
          <a:p>
            <a:pPr lvl="0"/>
            <a:r>
              <a:rPr lang="en-US" b="0" i="1">
                <a:latin typeface="Helvetica Neue Light" panose="02000403000000020004" pitchFamily="2" charset="0"/>
                <a:ea typeface="Helvetica Neue Light" panose="02000403000000020004" pitchFamily="2" charset="0"/>
              </a:rPr>
              <a:t>Industry</a:t>
            </a:r>
          </a:p>
          <a:p>
            <a:pPr lvl="0"/>
            <a:r>
              <a:rPr lang="en-US" b="0" i="1">
                <a:latin typeface="Helvetica Neue Light" panose="02000403000000020004" pitchFamily="2" charset="0"/>
                <a:ea typeface="Helvetica Neue Light" panose="02000403000000020004" pitchFamily="2" charset="0"/>
              </a:rPr>
              <a:t>Other notes</a:t>
            </a:r>
            <a:endParaRPr lang="en-US"/>
          </a:p>
        </p:txBody>
      </p:sp>
      <p:sp>
        <p:nvSpPr>
          <p:cNvPr id="11" name="Text Placeholder 8">
            <a:extLst>
              <a:ext uri="{FF2B5EF4-FFF2-40B4-BE49-F238E27FC236}">
                <a16:creationId xmlns:a16="http://schemas.microsoft.com/office/drawing/2014/main" id="{30A4576F-F6D9-0B84-3E5B-39E150C6ADC2}"/>
              </a:ext>
            </a:extLst>
          </p:cNvPr>
          <p:cNvSpPr>
            <a:spLocks noGrp="1"/>
          </p:cNvSpPr>
          <p:nvPr>
            <p:ph type="body" sz="quarter" idx="12" hasCustomPrompt="1"/>
          </p:nvPr>
        </p:nvSpPr>
        <p:spPr>
          <a:xfrm>
            <a:off x="4297428" y="4373571"/>
            <a:ext cx="7284973" cy="1798631"/>
          </a:xfrm>
          <a:prstGeom prst="rect">
            <a:avLst/>
          </a:prstGeom>
        </p:spPr>
        <p:txBody>
          <a:bodyPr/>
          <a:lstStyle>
            <a:lvl1pPr>
              <a:buNone/>
              <a:defRPr b="0" i="1">
                <a:solidFill>
                  <a:schemeClr val="bg1"/>
                </a:solidFill>
                <a:latin typeface="Helvetica Neue Light" panose="02000403000000020004" pitchFamily="2" charset="0"/>
                <a:ea typeface="Helvetica Neue Light" panose="02000403000000020004" pitchFamily="2" charset="0"/>
              </a:defRPr>
            </a:lvl1pPr>
          </a:lstStyle>
          <a:p>
            <a:pPr lvl="0"/>
            <a:r>
              <a:rPr lang="en-US" b="0" i="1">
                <a:latin typeface="Helvetica Neue Light" panose="02000403000000020004" pitchFamily="2" charset="0"/>
                <a:ea typeface="Helvetica Neue Light" panose="02000403000000020004" pitchFamily="2" charset="0"/>
              </a:rPr>
              <a:t>Interviewer overview</a:t>
            </a:r>
            <a:endParaRPr lang="en-US"/>
          </a:p>
        </p:txBody>
      </p:sp>
    </p:spTree>
    <p:extLst>
      <p:ext uri="{BB962C8B-B14F-4D97-AF65-F5344CB8AC3E}">
        <p14:creationId xmlns:p14="http://schemas.microsoft.com/office/powerpoint/2010/main" val="1090046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40BA2D7-AAF1-1328-4C09-9A3730854E77}"/>
              </a:ext>
            </a:extLst>
          </p:cNvPr>
          <p:cNvSpPr>
            <a:spLocks noGrp="1"/>
          </p:cNvSpPr>
          <p:nvPr>
            <p:ph type="ctrTitle" hasCustomPrompt="1"/>
          </p:nvPr>
        </p:nvSpPr>
        <p:spPr>
          <a:xfrm>
            <a:off x="609600" y="718457"/>
            <a:ext cx="4572000" cy="1793634"/>
          </a:xfrm>
          <a:prstGeom prst="rect">
            <a:avLst/>
          </a:prstGeom>
        </p:spPr>
        <p:txBody>
          <a:bodyPr anchor="ctr">
            <a:noAutofit/>
          </a:bodyPr>
          <a:lstStyle>
            <a:lvl1pPr algn="l">
              <a:defRPr sz="4800" b="1" i="0">
                <a:solidFill>
                  <a:schemeClr val="bg1"/>
                </a:solidFill>
                <a:latin typeface="Baskerville SemiBold" panose="02020502070401020303" pitchFamily="18" charset="0"/>
                <a:ea typeface="Baskerville SemiBold" panose="02020502070401020303" pitchFamily="18" charset="0"/>
              </a:defRPr>
            </a:lvl1pPr>
          </a:lstStyle>
          <a:p>
            <a:r>
              <a:rPr lang="en-US"/>
              <a:t>Section Name</a:t>
            </a:r>
          </a:p>
        </p:txBody>
      </p:sp>
      <p:sp>
        <p:nvSpPr>
          <p:cNvPr id="7" name="Text Placeholder 6">
            <a:extLst>
              <a:ext uri="{FF2B5EF4-FFF2-40B4-BE49-F238E27FC236}">
                <a16:creationId xmlns:a16="http://schemas.microsoft.com/office/drawing/2014/main" id="{E5884C85-642F-9922-FAF4-5588C60917EA}"/>
              </a:ext>
            </a:extLst>
          </p:cNvPr>
          <p:cNvSpPr>
            <a:spLocks noGrp="1"/>
          </p:cNvSpPr>
          <p:nvPr>
            <p:ph type="body" sz="quarter" idx="11"/>
          </p:nvPr>
        </p:nvSpPr>
        <p:spPr>
          <a:xfrm>
            <a:off x="609600" y="2557720"/>
            <a:ext cx="4572000" cy="3614480"/>
          </a:xfrm>
          <a:prstGeom prst="rect">
            <a:avLst/>
          </a:prstGeom>
        </p:spPr>
        <p:txBody>
          <a:bodyPr/>
          <a:lstStyle>
            <a:lvl1pPr>
              <a:defRPr b="0" i="1">
                <a:latin typeface="Helvetica Neue Light" panose="02000403000000020004" pitchFamily="2" charset="0"/>
                <a:ea typeface="Helvetica Neue Light" panose="02000403000000020004" pitchFamily="2" charset="0"/>
              </a:defRPr>
            </a:lvl1pPr>
            <a:lvl2pPr>
              <a:defRPr b="0" i="1">
                <a:latin typeface="Helvetica Neue Light" panose="02000403000000020004" pitchFamily="2" charset="0"/>
                <a:ea typeface="Helvetica Neue Light" panose="02000403000000020004" pitchFamily="2"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52A75355-3B6F-01A6-25C4-FF7FB2AAA62D}"/>
              </a:ext>
            </a:extLst>
          </p:cNvPr>
          <p:cNvSpPr>
            <a:spLocks noGrp="1"/>
          </p:cNvSpPr>
          <p:nvPr>
            <p:ph sz="quarter" idx="12"/>
          </p:nvPr>
        </p:nvSpPr>
        <p:spPr>
          <a:xfrm>
            <a:off x="6096000" y="685800"/>
            <a:ext cx="5486400" cy="5486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8582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ub Section Header">
    <p:bg>
      <p:bgPr>
        <a:solidFill>
          <a:srgbClr val="13256B">
            <a:alpha val="0"/>
          </a:srgb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40BA2D7-AAF1-1328-4C09-9A3730854E77}"/>
              </a:ext>
            </a:extLst>
          </p:cNvPr>
          <p:cNvSpPr>
            <a:spLocks noGrp="1"/>
          </p:cNvSpPr>
          <p:nvPr>
            <p:ph type="ctrTitle" hasCustomPrompt="1"/>
          </p:nvPr>
        </p:nvSpPr>
        <p:spPr>
          <a:xfrm>
            <a:off x="609600" y="718457"/>
            <a:ext cx="4572000" cy="1793634"/>
          </a:xfrm>
          <a:prstGeom prst="rect">
            <a:avLst/>
          </a:prstGeom>
        </p:spPr>
        <p:txBody>
          <a:bodyPr anchor="ctr">
            <a:noAutofit/>
          </a:bodyPr>
          <a:lstStyle>
            <a:lvl1pPr algn="l">
              <a:defRPr sz="4800" b="1" i="0">
                <a:solidFill>
                  <a:srgbClr val="13256B"/>
                </a:solidFill>
                <a:latin typeface="Baskerville SemiBold" panose="02020502070401020303" pitchFamily="18" charset="0"/>
                <a:ea typeface="Baskerville SemiBold" panose="02020502070401020303" pitchFamily="18" charset="0"/>
              </a:defRPr>
            </a:lvl1pPr>
          </a:lstStyle>
          <a:p>
            <a:r>
              <a:rPr lang="en-US"/>
              <a:t>Sub Section Name</a:t>
            </a:r>
          </a:p>
        </p:txBody>
      </p:sp>
      <p:sp>
        <p:nvSpPr>
          <p:cNvPr id="7" name="Text Placeholder 6">
            <a:extLst>
              <a:ext uri="{FF2B5EF4-FFF2-40B4-BE49-F238E27FC236}">
                <a16:creationId xmlns:a16="http://schemas.microsoft.com/office/drawing/2014/main" id="{E5884C85-642F-9922-FAF4-5588C60917EA}"/>
              </a:ext>
            </a:extLst>
          </p:cNvPr>
          <p:cNvSpPr>
            <a:spLocks noGrp="1"/>
          </p:cNvSpPr>
          <p:nvPr>
            <p:ph type="body" sz="quarter" idx="11"/>
          </p:nvPr>
        </p:nvSpPr>
        <p:spPr>
          <a:xfrm>
            <a:off x="609600" y="2557720"/>
            <a:ext cx="4572000" cy="3614480"/>
          </a:xfrm>
          <a:prstGeom prst="rect">
            <a:avLst/>
          </a:prstGeom>
        </p:spPr>
        <p:txBody>
          <a:bodyPr/>
          <a:lstStyle>
            <a:lvl1pPr>
              <a:defRPr b="0" i="1">
                <a:solidFill>
                  <a:srgbClr val="13256B"/>
                </a:solidFill>
                <a:latin typeface="Helvetica Neue Light" panose="02000403000000020004" pitchFamily="2" charset="0"/>
                <a:ea typeface="Helvetica Neue Light" panose="02000403000000020004" pitchFamily="2" charset="0"/>
              </a:defRPr>
            </a:lvl1pPr>
            <a:lvl2pPr>
              <a:defRPr b="0" i="1">
                <a:solidFill>
                  <a:srgbClr val="13256B"/>
                </a:solidFill>
                <a:latin typeface="Helvetica Neue Light" panose="02000403000000020004" pitchFamily="2" charset="0"/>
                <a:ea typeface="Helvetica Neue Light" panose="02000403000000020004" pitchFamily="2" charset="0"/>
              </a:defRPr>
            </a:lvl2pPr>
            <a:lvl3pPr>
              <a:defRPr>
                <a:solidFill>
                  <a:srgbClr val="13256B"/>
                </a:solidFill>
              </a:defRPr>
            </a:lvl3pPr>
            <a:lvl4pPr>
              <a:defRPr>
                <a:solidFill>
                  <a:srgbClr val="13256B"/>
                </a:solidFill>
              </a:defRPr>
            </a:lvl4pPr>
            <a:lvl5pPr>
              <a:defRPr>
                <a:solidFill>
                  <a:srgbClr val="13256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52A75355-3B6F-01A6-25C4-FF7FB2AAA62D}"/>
              </a:ext>
            </a:extLst>
          </p:cNvPr>
          <p:cNvSpPr>
            <a:spLocks noGrp="1"/>
          </p:cNvSpPr>
          <p:nvPr>
            <p:ph sz="quarter" idx="12"/>
          </p:nvPr>
        </p:nvSpPr>
        <p:spPr>
          <a:xfrm>
            <a:off x="6096000" y="685800"/>
            <a:ext cx="5486400" cy="5486400"/>
          </a:xfrm>
          <a:prstGeom prst="rect">
            <a:avLst/>
          </a:prstGeom>
        </p:spPr>
        <p:txBody>
          <a:bodyPr/>
          <a:lstStyle>
            <a:lvl1pPr>
              <a:defRPr>
                <a:solidFill>
                  <a:srgbClr val="13256B"/>
                </a:solidFill>
              </a:defRPr>
            </a:lvl1pPr>
            <a:lvl2pPr>
              <a:defRPr>
                <a:solidFill>
                  <a:srgbClr val="13256B"/>
                </a:solidFill>
              </a:defRPr>
            </a:lvl2pPr>
            <a:lvl3pPr>
              <a:defRPr>
                <a:solidFill>
                  <a:srgbClr val="13256B"/>
                </a:solidFill>
              </a:defRPr>
            </a:lvl3pPr>
            <a:lvl4pPr>
              <a:defRPr>
                <a:solidFill>
                  <a:srgbClr val="13256B"/>
                </a:solidFill>
              </a:defRPr>
            </a:lvl4pPr>
            <a:lvl5pPr>
              <a:defRPr>
                <a:solidFill>
                  <a:srgbClr val="13256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42203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737DB-D77B-0733-F31C-28214E1E39A9}"/>
              </a:ext>
            </a:extLst>
          </p:cNvPr>
          <p:cNvSpPr>
            <a:spLocks noGrp="1"/>
          </p:cNvSpPr>
          <p:nvPr>
            <p:ph type="title" hasCustomPrompt="1"/>
          </p:nvPr>
        </p:nvSpPr>
        <p:spPr>
          <a:xfrm>
            <a:off x="609600" y="396701"/>
            <a:ext cx="7391400" cy="590026"/>
          </a:xfrm>
          <a:prstGeom prst="rect">
            <a:avLst/>
          </a:prstGeom>
        </p:spPr>
        <p:txBody>
          <a:bodyPr/>
          <a:lstStyle>
            <a:lvl1pPr>
              <a:defRPr sz="4800"/>
            </a:lvl1pPr>
          </a:lstStyle>
          <a:p>
            <a:r>
              <a:rPr lang="en-US"/>
              <a:t>Contents</a:t>
            </a:r>
          </a:p>
        </p:txBody>
      </p:sp>
      <p:cxnSp>
        <p:nvCxnSpPr>
          <p:cNvPr id="5" name="Straight Connector 4">
            <a:extLst>
              <a:ext uri="{FF2B5EF4-FFF2-40B4-BE49-F238E27FC236}">
                <a16:creationId xmlns:a16="http://schemas.microsoft.com/office/drawing/2014/main" id="{011C71D2-29EC-E345-3122-9AB87B773B54}"/>
              </a:ext>
            </a:extLst>
          </p:cNvPr>
          <p:cNvCxnSpPr>
            <a:cxnSpLocks/>
          </p:cNvCxnSpPr>
          <p:nvPr userDrawn="1"/>
        </p:nvCxnSpPr>
        <p:spPr>
          <a:xfrm>
            <a:off x="609600" y="1041466"/>
            <a:ext cx="115824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 Placeholder 2">
            <a:extLst>
              <a:ext uri="{FF2B5EF4-FFF2-40B4-BE49-F238E27FC236}">
                <a16:creationId xmlns:a16="http://schemas.microsoft.com/office/drawing/2014/main" id="{036AF41F-6446-874C-1414-24AB07F144DD}"/>
              </a:ext>
            </a:extLst>
          </p:cNvPr>
          <p:cNvSpPr>
            <a:spLocks noGrp="1"/>
          </p:cNvSpPr>
          <p:nvPr>
            <p:ph idx="1" hasCustomPrompt="1"/>
          </p:nvPr>
        </p:nvSpPr>
        <p:spPr>
          <a:xfrm>
            <a:off x="609600" y="1600203"/>
            <a:ext cx="10972800" cy="4571983"/>
          </a:xfrm>
          <a:prstGeom prst="rect">
            <a:avLst/>
          </a:prstGeom>
        </p:spPr>
        <p:txBody>
          <a:bodyPr vert="horz" lIns="91440" tIns="45720" rIns="91440" bIns="45720" rtlCol="0" anchor="t">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6968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hibit Analysi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a:xfrm>
            <a:off x="609600" y="444501"/>
            <a:ext cx="10972800" cy="242612"/>
          </a:xfrm>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Exhibit Number</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7" name="Content Placeholder 6">
            <a:extLst>
              <a:ext uri="{FF2B5EF4-FFF2-40B4-BE49-F238E27FC236}">
                <a16:creationId xmlns:a16="http://schemas.microsoft.com/office/drawing/2014/main" id="{825FD6C7-0B00-2F54-E330-19D96FABFBC6}"/>
              </a:ext>
            </a:extLst>
          </p:cNvPr>
          <p:cNvSpPr>
            <a:spLocks noGrp="1"/>
          </p:cNvSpPr>
          <p:nvPr>
            <p:ph sz="quarter" idx="15" hasCustomPrompt="1"/>
          </p:nvPr>
        </p:nvSpPr>
        <p:spPr>
          <a:xfrm>
            <a:off x="609600" y="1320472"/>
            <a:ext cx="10972800" cy="4546928"/>
          </a:xfrm>
        </p:spPr>
        <p:txBody>
          <a:bodyPr/>
          <a:lstStyle/>
          <a:p>
            <a:pPr lvl="0"/>
            <a:r>
              <a:rPr lang="en-US"/>
              <a:t>Put Exhibit Here</a:t>
            </a:r>
          </a:p>
        </p:txBody>
      </p:sp>
      <p:sp>
        <p:nvSpPr>
          <p:cNvPr id="5" name="Content Placeholder 5">
            <a:extLst>
              <a:ext uri="{FF2B5EF4-FFF2-40B4-BE49-F238E27FC236}">
                <a16:creationId xmlns:a16="http://schemas.microsoft.com/office/drawing/2014/main" id="{A809D353-F2FE-2C9E-8E55-0D31052A233F}"/>
              </a:ext>
            </a:extLst>
          </p:cNvPr>
          <p:cNvSpPr>
            <a:spLocks noGrp="1"/>
          </p:cNvSpPr>
          <p:nvPr>
            <p:ph sz="quarter" idx="12" hasCustomPrompt="1"/>
          </p:nvPr>
        </p:nvSpPr>
        <p:spPr>
          <a:xfrm>
            <a:off x="609600" y="861018"/>
            <a:ext cx="10972800" cy="285557"/>
          </a:xfrm>
          <a:ln w="12700">
            <a:noFill/>
          </a:ln>
        </p:spPr>
        <p:txBody>
          <a:bodyPr anchor="ctr"/>
          <a:lstStyle>
            <a:lvl1pPr>
              <a:defRPr b="0" i="1">
                <a:latin typeface="Helvetica Neue Light" panose="02000403000000020004" pitchFamily="2" charset="0"/>
                <a:ea typeface="Helvetica Neue Light" panose="02000403000000020004" pitchFamily="2" charset="0"/>
              </a:defRPr>
            </a:lvl1pPr>
          </a:lstStyle>
          <a:p>
            <a:pPr lvl="0"/>
            <a:r>
              <a:rPr lang="en-US"/>
              <a:t>Exhibit Name</a:t>
            </a:r>
          </a:p>
        </p:txBody>
      </p:sp>
      <p:sp>
        <p:nvSpPr>
          <p:cNvPr id="6" name="Content Placeholder 5">
            <a:extLst>
              <a:ext uri="{FF2B5EF4-FFF2-40B4-BE49-F238E27FC236}">
                <a16:creationId xmlns:a16="http://schemas.microsoft.com/office/drawing/2014/main" id="{D912F908-E4D2-9AA8-9A7D-82F5DBAF76DD}"/>
              </a:ext>
            </a:extLst>
          </p:cNvPr>
          <p:cNvSpPr>
            <a:spLocks noGrp="1"/>
          </p:cNvSpPr>
          <p:nvPr>
            <p:ph sz="quarter" idx="16" hasCustomPrompt="1"/>
          </p:nvPr>
        </p:nvSpPr>
        <p:spPr>
          <a:xfrm>
            <a:off x="609600" y="5867404"/>
            <a:ext cx="10972800" cy="303487"/>
          </a:xfrm>
          <a:ln w="12700">
            <a:noFill/>
          </a:ln>
        </p:spPr>
        <p:txBody>
          <a:bodyPr anchor="t">
            <a:noAutofit/>
          </a:bodyPr>
          <a:lstStyle>
            <a:lvl1pPr algn="l">
              <a:defRPr sz="800" b="0" i="1">
                <a:latin typeface="Helvetica Neue Light" panose="02000403000000020004" pitchFamily="2" charset="0"/>
                <a:ea typeface="Helvetica Neue Light" panose="02000403000000020004" pitchFamily="2" charset="0"/>
              </a:defRPr>
            </a:lvl1pPr>
          </a:lstStyle>
          <a:p>
            <a:pPr lvl="0"/>
            <a:r>
              <a:rPr lang="en-US"/>
              <a:t>*Exhibit footer or any clarifying information attached to the exhibit</a:t>
            </a:r>
          </a:p>
        </p:txBody>
      </p:sp>
    </p:spTree>
    <p:extLst>
      <p:ext uri="{BB962C8B-B14F-4D97-AF65-F5344CB8AC3E}">
        <p14:creationId xmlns:p14="http://schemas.microsoft.com/office/powerpoint/2010/main" val="1649429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t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Math</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6" name="Content Placeholder 5">
            <a:extLst>
              <a:ext uri="{FF2B5EF4-FFF2-40B4-BE49-F238E27FC236}">
                <a16:creationId xmlns:a16="http://schemas.microsoft.com/office/drawing/2014/main" id="{26105ED6-2BB2-C125-BED6-80370BA7864A}"/>
              </a:ext>
            </a:extLst>
          </p:cNvPr>
          <p:cNvSpPr>
            <a:spLocks noGrp="1"/>
          </p:cNvSpPr>
          <p:nvPr>
            <p:ph sz="quarter" idx="12" hasCustomPrompt="1"/>
          </p:nvPr>
        </p:nvSpPr>
        <p:spPr>
          <a:xfrm>
            <a:off x="609600" y="1066804"/>
            <a:ext cx="10972800" cy="365125"/>
          </a:xfrm>
          <a:prstGeom prst="rect">
            <a:avLst/>
          </a:prstGeom>
          <a:ln w="12700">
            <a:solidFill>
              <a:srgbClr val="13256B"/>
            </a:solidFill>
          </a:ln>
        </p:spPr>
        <p:txBody>
          <a:bodyPr anchor="ctr"/>
          <a:lstStyle>
            <a:lvl1pPr>
              <a:defRPr b="0" i="0">
                <a:latin typeface="Helvetica Neue Light" panose="02000403000000020004" pitchFamily="2" charset="0"/>
                <a:ea typeface="Helvetica Neue Light" panose="02000403000000020004" pitchFamily="2" charset="0"/>
              </a:defRPr>
            </a:lvl1pPr>
          </a:lstStyle>
          <a:p>
            <a:pPr lvl="0"/>
            <a:r>
              <a:rPr lang="en-US"/>
              <a:t>Problem statement</a:t>
            </a:r>
          </a:p>
        </p:txBody>
      </p:sp>
      <p:sp>
        <p:nvSpPr>
          <p:cNvPr id="18" name="Text Placeholder 8">
            <a:extLst>
              <a:ext uri="{FF2B5EF4-FFF2-40B4-BE49-F238E27FC236}">
                <a16:creationId xmlns:a16="http://schemas.microsoft.com/office/drawing/2014/main" id="{C866C56B-3930-A668-1995-738B254B86E4}"/>
              </a:ext>
            </a:extLst>
          </p:cNvPr>
          <p:cNvSpPr>
            <a:spLocks noGrp="1"/>
          </p:cNvSpPr>
          <p:nvPr>
            <p:ph type="body" sz="quarter" idx="16" hasCustomPrompt="1"/>
          </p:nvPr>
        </p:nvSpPr>
        <p:spPr>
          <a:xfrm>
            <a:off x="609600" y="1735040"/>
            <a:ext cx="8229600" cy="4437159"/>
          </a:xfrm>
          <a:prstGeom prst="rect">
            <a:avLst/>
          </a:prstGeom>
          <a:ln w="12700">
            <a:noFill/>
            <a:miter lim="800000"/>
          </a:ln>
        </p:spPr>
        <p:txBody>
          <a:bodyPr/>
          <a:lstStyle/>
          <a:p>
            <a:pPr lvl="0"/>
            <a:r>
              <a:rPr lang="en-US"/>
              <a:t>Math solving for interviewer</a:t>
            </a:r>
          </a:p>
          <a:p>
            <a:pPr lvl="1"/>
            <a:r>
              <a:rPr lang="en-US"/>
              <a:t>Second level</a:t>
            </a:r>
          </a:p>
          <a:p>
            <a:pPr lvl="2"/>
            <a:r>
              <a:rPr lang="en-US"/>
              <a:t>Third level</a:t>
            </a:r>
          </a:p>
          <a:p>
            <a:pPr lvl="3"/>
            <a:r>
              <a:rPr lang="en-US"/>
              <a:t>Fourth level</a:t>
            </a:r>
          </a:p>
          <a:p>
            <a:pPr lvl="4"/>
            <a:r>
              <a:rPr lang="en-US"/>
              <a:t>Fifth level</a:t>
            </a:r>
          </a:p>
        </p:txBody>
      </p:sp>
      <p:sp>
        <p:nvSpPr>
          <p:cNvPr id="19" name="Text Placeholder 8">
            <a:extLst>
              <a:ext uri="{FF2B5EF4-FFF2-40B4-BE49-F238E27FC236}">
                <a16:creationId xmlns:a16="http://schemas.microsoft.com/office/drawing/2014/main" id="{A4E8924B-CB9F-C728-1FBD-395809EA326F}"/>
              </a:ext>
            </a:extLst>
          </p:cNvPr>
          <p:cNvSpPr>
            <a:spLocks noGrp="1"/>
          </p:cNvSpPr>
          <p:nvPr>
            <p:ph type="body" sz="quarter" idx="13" hasCustomPrompt="1"/>
          </p:nvPr>
        </p:nvSpPr>
        <p:spPr>
          <a:xfrm>
            <a:off x="8839200" y="1735029"/>
            <a:ext cx="2743200" cy="4437159"/>
          </a:xfrm>
          <a:prstGeom prst="rect">
            <a:avLst/>
          </a:prstGeom>
          <a:noFill/>
          <a:ln w="19050">
            <a:noFill/>
            <a:miter lim="800000"/>
          </a:ln>
        </p:spPr>
        <p:txBody>
          <a:bodyPr/>
          <a:lstStyle>
            <a:lvl1pPr>
              <a:defRPr b="0">
                <a:solidFill>
                  <a:schemeClr val="tx1"/>
                </a:solidFill>
              </a:defRPr>
            </a:lvl1pPr>
            <a:lvl2pPr>
              <a:buNone/>
              <a:defRPr b="0">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Information to provide or note to interviewer</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B7A5883C-995B-1DFC-F26D-A291B6E75E33}"/>
              </a:ext>
            </a:extLst>
          </p:cNvPr>
          <p:cNvCxnSpPr>
            <a:cxnSpLocks/>
          </p:cNvCxnSpPr>
          <p:nvPr userDrawn="1"/>
        </p:nvCxnSpPr>
        <p:spPr>
          <a:xfrm>
            <a:off x="8839200" y="1735011"/>
            <a:ext cx="2743200" cy="1"/>
          </a:xfrm>
          <a:prstGeom prst="line">
            <a:avLst/>
          </a:prstGeom>
          <a:ln w="12700">
            <a:solidFill>
              <a:srgbClr val="13256B"/>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056A816-9174-64CF-3FB4-9A95A5D11229}"/>
              </a:ext>
            </a:extLst>
          </p:cNvPr>
          <p:cNvCxnSpPr>
            <a:cxnSpLocks/>
          </p:cNvCxnSpPr>
          <p:nvPr userDrawn="1"/>
        </p:nvCxnSpPr>
        <p:spPr>
          <a:xfrm>
            <a:off x="609600" y="6172184"/>
            <a:ext cx="8229600" cy="0"/>
          </a:xfrm>
          <a:prstGeom prst="line">
            <a:avLst/>
          </a:prstGeom>
          <a:ln w="12700">
            <a:solidFill>
              <a:srgbClr val="13256B"/>
            </a:solidFill>
          </a:ln>
        </p:spPr>
        <p:style>
          <a:lnRef idx="2">
            <a:schemeClr val="accent1"/>
          </a:lnRef>
          <a:fillRef idx="0">
            <a:schemeClr val="accent1"/>
          </a:fillRef>
          <a:effectRef idx="1">
            <a:schemeClr val="accent1"/>
          </a:effectRef>
          <a:fontRef idx="minor">
            <a:schemeClr val="tx1"/>
          </a:fontRef>
        </p:style>
      </p:cxnSp>
      <p:sp>
        <p:nvSpPr>
          <p:cNvPr id="28" name="Content Placeholder 27">
            <a:extLst>
              <a:ext uri="{FF2B5EF4-FFF2-40B4-BE49-F238E27FC236}">
                <a16:creationId xmlns:a16="http://schemas.microsoft.com/office/drawing/2014/main" id="{ED7FA34A-4354-4D71-D503-3F50696C8B96}"/>
              </a:ext>
            </a:extLst>
          </p:cNvPr>
          <p:cNvSpPr>
            <a:spLocks noGrp="1"/>
          </p:cNvSpPr>
          <p:nvPr>
            <p:ph sz="quarter" idx="17" hasCustomPrompt="1"/>
          </p:nvPr>
        </p:nvSpPr>
        <p:spPr>
          <a:xfrm>
            <a:off x="8839200" y="1427167"/>
            <a:ext cx="2743200" cy="307769"/>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29" name="Content Placeholder 27">
            <a:extLst>
              <a:ext uri="{FF2B5EF4-FFF2-40B4-BE49-F238E27FC236}">
                <a16:creationId xmlns:a16="http://schemas.microsoft.com/office/drawing/2014/main" id="{7A01599F-1B40-3239-5520-B225B45FAD22}"/>
              </a:ext>
            </a:extLst>
          </p:cNvPr>
          <p:cNvSpPr>
            <a:spLocks noGrp="1"/>
          </p:cNvSpPr>
          <p:nvPr>
            <p:ph sz="quarter" idx="18" hasCustomPrompt="1"/>
          </p:nvPr>
        </p:nvSpPr>
        <p:spPr>
          <a:xfrm>
            <a:off x="609600" y="1453931"/>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31" name="Content Placeholder 27">
            <a:extLst>
              <a:ext uri="{FF2B5EF4-FFF2-40B4-BE49-F238E27FC236}">
                <a16:creationId xmlns:a16="http://schemas.microsoft.com/office/drawing/2014/main" id="{74C48C4B-E396-8D69-4F19-767726E17200}"/>
              </a:ext>
            </a:extLst>
          </p:cNvPr>
          <p:cNvSpPr>
            <a:spLocks noGrp="1"/>
          </p:cNvSpPr>
          <p:nvPr>
            <p:ph sz="quarter" idx="19"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Tree>
    <p:extLst>
      <p:ext uri="{BB962C8B-B14F-4D97-AF65-F5344CB8AC3E}">
        <p14:creationId xmlns:p14="http://schemas.microsoft.com/office/powerpoint/2010/main" val="2451085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commend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Recommendation</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6" name="Content Placeholder 5">
            <a:extLst>
              <a:ext uri="{FF2B5EF4-FFF2-40B4-BE49-F238E27FC236}">
                <a16:creationId xmlns:a16="http://schemas.microsoft.com/office/drawing/2014/main" id="{26105ED6-2BB2-C125-BED6-80370BA7864A}"/>
              </a:ext>
            </a:extLst>
          </p:cNvPr>
          <p:cNvSpPr>
            <a:spLocks noGrp="1"/>
          </p:cNvSpPr>
          <p:nvPr>
            <p:ph sz="quarter" idx="12" hasCustomPrompt="1"/>
          </p:nvPr>
        </p:nvSpPr>
        <p:spPr>
          <a:xfrm>
            <a:off x="609600" y="1066804"/>
            <a:ext cx="10972800" cy="365125"/>
          </a:xfrm>
          <a:prstGeom prst="rect">
            <a:avLst/>
          </a:prstGeom>
          <a:ln w="12700">
            <a:solidFill>
              <a:srgbClr val="13256B"/>
            </a:solidFill>
          </a:ln>
        </p:spPr>
        <p:txBody>
          <a:bodyPr anchor="ctr"/>
          <a:lstStyle>
            <a:lvl1pPr>
              <a:defRPr b="0" i="0">
                <a:latin typeface="Helvetica Neue Light" panose="02000403000000020004" pitchFamily="2" charset="0"/>
                <a:ea typeface="Helvetica Neue Light" panose="02000403000000020004" pitchFamily="2" charset="0"/>
              </a:defRPr>
            </a:lvl1pPr>
          </a:lstStyle>
          <a:p>
            <a:pPr lvl="0"/>
            <a:r>
              <a:rPr lang="en-US"/>
              <a:t>Primer</a:t>
            </a:r>
          </a:p>
        </p:txBody>
      </p:sp>
      <p:sp>
        <p:nvSpPr>
          <p:cNvPr id="18" name="Text Placeholder 8">
            <a:extLst>
              <a:ext uri="{FF2B5EF4-FFF2-40B4-BE49-F238E27FC236}">
                <a16:creationId xmlns:a16="http://schemas.microsoft.com/office/drawing/2014/main" id="{C866C56B-3930-A668-1995-738B254B86E4}"/>
              </a:ext>
            </a:extLst>
          </p:cNvPr>
          <p:cNvSpPr>
            <a:spLocks noGrp="1"/>
          </p:cNvSpPr>
          <p:nvPr>
            <p:ph type="body" sz="quarter" idx="16" hasCustomPrompt="1"/>
          </p:nvPr>
        </p:nvSpPr>
        <p:spPr>
          <a:xfrm>
            <a:off x="609600" y="1735040"/>
            <a:ext cx="10972800" cy="4437159"/>
          </a:xfrm>
          <a:prstGeom prst="rect">
            <a:avLst/>
          </a:prstGeom>
          <a:ln w="12700">
            <a:noFill/>
            <a:miter lim="800000"/>
          </a:ln>
        </p:spPr>
        <p:txBody>
          <a:bodyPr/>
          <a:lstStyle>
            <a:lvl1pPr>
              <a:defRPr/>
            </a:lvl1pPr>
          </a:lstStyle>
          <a:p>
            <a:pPr lvl="0"/>
            <a:r>
              <a:rPr lang="en-US"/>
              <a:t>Include recommendation, risks, and next steps bolded, with content not bolded</a:t>
            </a:r>
          </a:p>
          <a:p>
            <a:pPr lvl="1"/>
            <a:r>
              <a:rPr lang="en-US"/>
              <a:t>Second level</a:t>
            </a:r>
          </a:p>
          <a:p>
            <a:pPr lvl="2"/>
            <a:r>
              <a:rPr lang="en-US"/>
              <a:t>Third level</a:t>
            </a:r>
          </a:p>
          <a:p>
            <a:pPr lvl="3"/>
            <a:r>
              <a:rPr lang="en-US"/>
              <a:t>Fourth level</a:t>
            </a:r>
          </a:p>
          <a:p>
            <a:pPr lvl="4"/>
            <a:r>
              <a:rPr lang="en-US"/>
              <a:t>Fifth level</a:t>
            </a:r>
          </a:p>
        </p:txBody>
      </p:sp>
      <p:sp>
        <p:nvSpPr>
          <p:cNvPr id="5" name="Content Placeholder 27">
            <a:extLst>
              <a:ext uri="{FF2B5EF4-FFF2-40B4-BE49-F238E27FC236}">
                <a16:creationId xmlns:a16="http://schemas.microsoft.com/office/drawing/2014/main" id="{717D385A-31EE-9E77-4953-D5BDD12EC017}"/>
              </a:ext>
            </a:extLst>
          </p:cNvPr>
          <p:cNvSpPr>
            <a:spLocks noGrp="1"/>
          </p:cNvSpPr>
          <p:nvPr>
            <p:ph sz="quarter" idx="18" hasCustomPrompt="1"/>
          </p:nvPr>
        </p:nvSpPr>
        <p:spPr>
          <a:xfrm>
            <a:off x="609600" y="1454024"/>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8" name="Content Placeholder 27">
            <a:extLst>
              <a:ext uri="{FF2B5EF4-FFF2-40B4-BE49-F238E27FC236}">
                <a16:creationId xmlns:a16="http://schemas.microsoft.com/office/drawing/2014/main" id="{04C1303A-C906-A574-DF5C-AB77F8047006}"/>
              </a:ext>
            </a:extLst>
          </p:cNvPr>
          <p:cNvSpPr>
            <a:spLocks noGrp="1"/>
          </p:cNvSpPr>
          <p:nvPr>
            <p:ph sz="quarter" idx="19"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Tree>
    <p:extLst>
      <p:ext uri="{BB962C8B-B14F-4D97-AF65-F5344CB8AC3E}">
        <p14:creationId xmlns:p14="http://schemas.microsoft.com/office/powerpoint/2010/main" val="32210464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rainstorm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Brainstorming</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6" name="Content Placeholder 5">
            <a:extLst>
              <a:ext uri="{FF2B5EF4-FFF2-40B4-BE49-F238E27FC236}">
                <a16:creationId xmlns:a16="http://schemas.microsoft.com/office/drawing/2014/main" id="{26105ED6-2BB2-C125-BED6-80370BA7864A}"/>
              </a:ext>
            </a:extLst>
          </p:cNvPr>
          <p:cNvSpPr>
            <a:spLocks noGrp="1"/>
          </p:cNvSpPr>
          <p:nvPr>
            <p:ph sz="quarter" idx="12" hasCustomPrompt="1"/>
          </p:nvPr>
        </p:nvSpPr>
        <p:spPr>
          <a:xfrm>
            <a:off x="609600" y="1066804"/>
            <a:ext cx="10972800" cy="365125"/>
          </a:xfrm>
          <a:prstGeom prst="rect">
            <a:avLst/>
          </a:prstGeom>
          <a:ln w="12700">
            <a:solidFill>
              <a:srgbClr val="13256B"/>
            </a:solidFill>
          </a:ln>
        </p:spPr>
        <p:txBody>
          <a:bodyPr anchor="ctr"/>
          <a:lstStyle>
            <a:lvl1pPr>
              <a:defRPr b="0" i="0">
                <a:latin typeface="Helvetica Neue Light" panose="02000403000000020004" pitchFamily="2" charset="0"/>
                <a:ea typeface="Helvetica Neue Light" panose="02000403000000020004" pitchFamily="2" charset="0"/>
              </a:defRPr>
            </a:lvl1pPr>
          </a:lstStyle>
          <a:p>
            <a:pPr lvl="0"/>
            <a:r>
              <a:rPr lang="en-US"/>
              <a:t>Primer</a:t>
            </a:r>
          </a:p>
        </p:txBody>
      </p:sp>
      <p:sp>
        <p:nvSpPr>
          <p:cNvPr id="18" name="Text Placeholder 8">
            <a:extLst>
              <a:ext uri="{FF2B5EF4-FFF2-40B4-BE49-F238E27FC236}">
                <a16:creationId xmlns:a16="http://schemas.microsoft.com/office/drawing/2014/main" id="{C866C56B-3930-A668-1995-738B254B86E4}"/>
              </a:ext>
            </a:extLst>
          </p:cNvPr>
          <p:cNvSpPr>
            <a:spLocks noGrp="1"/>
          </p:cNvSpPr>
          <p:nvPr>
            <p:ph type="body" sz="quarter" idx="16" hasCustomPrompt="1"/>
          </p:nvPr>
        </p:nvSpPr>
        <p:spPr>
          <a:xfrm>
            <a:off x="609600" y="1735040"/>
            <a:ext cx="10972800" cy="4437159"/>
          </a:xfrm>
          <a:prstGeom prst="rect">
            <a:avLst/>
          </a:prstGeom>
          <a:ln w="12700">
            <a:noFill/>
            <a:miter lim="800000"/>
          </a:ln>
        </p:spPr>
        <p:txBody>
          <a:bodyPr/>
          <a:lstStyle>
            <a:lvl1pPr>
              <a:defRPr/>
            </a:lvl1pPr>
          </a:lstStyle>
          <a:p>
            <a:pPr lvl="0"/>
            <a:r>
              <a:rPr lang="en-US"/>
              <a:t>Include bucketed ideas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7">
            <a:extLst>
              <a:ext uri="{FF2B5EF4-FFF2-40B4-BE49-F238E27FC236}">
                <a16:creationId xmlns:a16="http://schemas.microsoft.com/office/drawing/2014/main" id="{717D385A-31EE-9E77-4953-D5BDD12EC017}"/>
              </a:ext>
            </a:extLst>
          </p:cNvPr>
          <p:cNvSpPr>
            <a:spLocks noGrp="1"/>
          </p:cNvSpPr>
          <p:nvPr>
            <p:ph sz="quarter" idx="18" hasCustomPrompt="1"/>
          </p:nvPr>
        </p:nvSpPr>
        <p:spPr>
          <a:xfrm>
            <a:off x="609600" y="1454024"/>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8" name="Content Placeholder 27">
            <a:extLst>
              <a:ext uri="{FF2B5EF4-FFF2-40B4-BE49-F238E27FC236}">
                <a16:creationId xmlns:a16="http://schemas.microsoft.com/office/drawing/2014/main" id="{04C1303A-C906-A574-DF5C-AB77F8047006}"/>
              </a:ext>
            </a:extLst>
          </p:cNvPr>
          <p:cNvSpPr>
            <a:spLocks noGrp="1"/>
          </p:cNvSpPr>
          <p:nvPr>
            <p:ph sz="quarter" idx="19"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Tree>
    <p:extLst>
      <p:ext uri="{BB962C8B-B14F-4D97-AF65-F5344CB8AC3E}">
        <p14:creationId xmlns:p14="http://schemas.microsoft.com/office/powerpoint/2010/main" val="34831338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ainstorm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Brainstorming</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18" name="Text Placeholder 8">
            <a:extLst>
              <a:ext uri="{FF2B5EF4-FFF2-40B4-BE49-F238E27FC236}">
                <a16:creationId xmlns:a16="http://schemas.microsoft.com/office/drawing/2014/main" id="{C866C56B-3930-A668-1995-738B254B86E4}"/>
              </a:ext>
            </a:extLst>
          </p:cNvPr>
          <p:cNvSpPr>
            <a:spLocks noGrp="1"/>
          </p:cNvSpPr>
          <p:nvPr>
            <p:ph type="body" sz="quarter" idx="16" hasCustomPrompt="1"/>
          </p:nvPr>
        </p:nvSpPr>
        <p:spPr>
          <a:xfrm>
            <a:off x="609600" y="1911038"/>
            <a:ext cx="10972800" cy="1517962"/>
          </a:xfrm>
          <a:prstGeom prst="rect">
            <a:avLst/>
          </a:prstGeom>
          <a:ln w="12700">
            <a:noFill/>
            <a:miter lim="800000"/>
          </a:ln>
        </p:spPr>
        <p:txBody>
          <a:bodyPr/>
          <a:lstStyle>
            <a:lvl1pPr>
              <a:defRPr/>
            </a:lvl1pPr>
          </a:lstStyle>
          <a:p>
            <a:pPr lvl="0"/>
            <a:r>
              <a:rPr lang="en-US"/>
              <a:t>Include possible ideas</a:t>
            </a:r>
          </a:p>
          <a:p>
            <a:pPr lvl="1"/>
            <a:r>
              <a:rPr lang="en-US"/>
              <a:t>Second level</a:t>
            </a:r>
          </a:p>
          <a:p>
            <a:pPr lvl="2"/>
            <a:r>
              <a:rPr lang="en-US"/>
              <a:t>Third level</a:t>
            </a:r>
          </a:p>
          <a:p>
            <a:pPr lvl="3"/>
            <a:r>
              <a:rPr lang="en-US"/>
              <a:t>Fourth level</a:t>
            </a:r>
          </a:p>
          <a:p>
            <a:pPr lvl="4"/>
            <a:r>
              <a:rPr lang="en-US"/>
              <a:t>Fifth level</a:t>
            </a:r>
          </a:p>
        </p:txBody>
      </p:sp>
      <p:sp>
        <p:nvSpPr>
          <p:cNvPr id="5" name="Content Placeholder 13">
            <a:extLst>
              <a:ext uri="{FF2B5EF4-FFF2-40B4-BE49-F238E27FC236}">
                <a16:creationId xmlns:a16="http://schemas.microsoft.com/office/drawing/2014/main" id="{3605513F-A1BA-201C-F88A-DF2988FA523F}"/>
              </a:ext>
            </a:extLst>
          </p:cNvPr>
          <p:cNvSpPr>
            <a:spLocks noGrp="1"/>
          </p:cNvSpPr>
          <p:nvPr>
            <p:ph sz="quarter" idx="14" hasCustomPrompt="1"/>
          </p:nvPr>
        </p:nvSpPr>
        <p:spPr>
          <a:xfrm>
            <a:off x="596662" y="1093467"/>
            <a:ext cx="10985740" cy="641633"/>
          </a:xfrm>
          <a:prstGeom prst="rect">
            <a:avLst/>
          </a:prstGeom>
          <a:solidFill>
            <a:srgbClr val="13256B"/>
          </a:solidFill>
        </p:spPr>
        <p:txBody>
          <a:bodyPr/>
          <a:lstStyle>
            <a:lvl1pPr>
              <a:defRPr>
                <a:solidFill>
                  <a:schemeClr val="bg1"/>
                </a:solidFill>
              </a:defRPr>
            </a:lvl1pPr>
            <a:lvl2pPr>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Interviewer Notes</a:t>
            </a:r>
          </a:p>
        </p:txBody>
      </p:sp>
      <p:sp>
        <p:nvSpPr>
          <p:cNvPr id="7" name="Text Placeholder 8">
            <a:extLst>
              <a:ext uri="{FF2B5EF4-FFF2-40B4-BE49-F238E27FC236}">
                <a16:creationId xmlns:a16="http://schemas.microsoft.com/office/drawing/2014/main" id="{D005C7F3-57ED-82E3-60A5-EC0FA6AB2B98}"/>
              </a:ext>
            </a:extLst>
          </p:cNvPr>
          <p:cNvSpPr>
            <a:spLocks noGrp="1"/>
          </p:cNvSpPr>
          <p:nvPr>
            <p:ph type="body" sz="quarter" idx="17" hasCustomPrompt="1"/>
          </p:nvPr>
        </p:nvSpPr>
        <p:spPr>
          <a:xfrm>
            <a:off x="615613" y="4465021"/>
            <a:ext cx="10972800" cy="1517962"/>
          </a:xfrm>
          <a:prstGeom prst="rect">
            <a:avLst/>
          </a:prstGeom>
          <a:ln w="12700">
            <a:noFill/>
            <a:miter lim="800000"/>
          </a:ln>
        </p:spPr>
        <p:txBody>
          <a:bodyPr/>
          <a:lstStyle>
            <a:lvl1pPr>
              <a:defRPr/>
            </a:lvl1pPr>
          </a:lstStyle>
          <a:p>
            <a:pPr lvl="0"/>
            <a:r>
              <a:rPr lang="en-US"/>
              <a:t>Include possible ideas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3">
            <a:extLst>
              <a:ext uri="{FF2B5EF4-FFF2-40B4-BE49-F238E27FC236}">
                <a16:creationId xmlns:a16="http://schemas.microsoft.com/office/drawing/2014/main" id="{27FE2E2B-70E9-FBC5-8567-C6105E2AAD49}"/>
              </a:ext>
            </a:extLst>
          </p:cNvPr>
          <p:cNvSpPr>
            <a:spLocks noGrp="1"/>
          </p:cNvSpPr>
          <p:nvPr>
            <p:ph sz="quarter" idx="18" hasCustomPrompt="1"/>
          </p:nvPr>
        </p:nvSpPr>
        <p:spPr>
          <a:xfrm>
            <a:off x="602675" y="3647446"/>
            <a:ext cx="10985740" cy="641633"/>
          </a:xfrm>
          <a:prstGeom prst="rect">
            <a:avLst/>
          </a:prstGeom>
          <a:solidFill>
            <a:srgbClr val="13256B"/>
          </a:solidFill>
        </p:spPr>
        <p:txBody>
          <a:bodyPr/>
          <a:lstStyle>
            <a:lvl1pPr>
              <a:defRPr>
                <a:solidFill>
                  <a:schemeClr val="bg1"/>
                </a:solidFill>
              </a:defRPr>
            </a:lvl1pPr>
            <a:lvl2pPr>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Interviewer Notes</a:t>
            </a:r>
          </a:p>
        </p:txBody>
      </p:sp>
      <p:sp>
        <p:nvSpPr>
          <p:cNvPr id="10" name="Content Placeholder 27">
            <a:extLst>
              <a:ext uri="{FF2B5EF4-FFF2-40B4-BE49-F238E27FC236}">
                <a16:creationId xmlns:a16="http://schemas.microsoft.com/office/drawing/2014/main" id="{F5E969B6-549F-2F38-B428-55859E41FA9E}"/>
              </a:ext>
            </a:extLst>
          </p:cNvPr>
          <p:cNvSpPr>
            <a:spLocks noGrp="1"/>
          </p:cNvSpPr>
          <p:nvPr>
            <p:ph sz="quarter" idx="19"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Tree>
    <p:extLst>
      <p:ext uri="{BB962C8B-B14F-4D97-AF65-F5344CB8AC3E}">
        <p14:creationId xmlns:p14="http://schemas.microsoft.com/office/powerpoint/2010/main" val="20847257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roblem Structur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Problem Solving</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6" name="Content Placeholder 5">
            <a:extLst>
              <a:ext uri="{FF2B5EF4-FFF2-40B4-BE49-F238E27FC236}">
                <a16:creationId xmlns:a16="http://schemas.microsoft.com/office/drawing/2014/main" id="{26105ED6-2BB2-C125-BED6-80370BA7864A}"/>
              </a:ext>
            </a:extLst>
          </p:cNvPr>
          <p:cNvSpPr>
            <a:spLocks noGrp="1"/>
          </p:cNvSpPr>
          <p:nvPr>
            <p:ph sz="quarter" idx="12" hasCustomPrompt="1"/>
          </p:nvPr>
        </p:nvSpPr>
        <p:spPr>
          <a:xfrm>
            <a:off x="609600" y="1228726"/>
            <a:ext cx="10985740" cy="365125"/>
          </a:xfrm>
          <a:prstGeom prst="rect">
            <a:avLst/>
          </a:prstGeom>
          <a:ln w="12700">
            <a:solidFill>
              <a:srgbClr val="13256B"/>
            </a:solidFill>
          </a:ln>
        </p:spPr>
        <p:txBody>
          <a:bodyPr anchor="ctr"/>
          <a:lstStyle>
            <a:lvl1pPr>
              <a:defRPr b="0" i="0">
                <a:latin typeface="Helvetica Neue Light" panose="02000403000000020004" pitchFamily="2" charset="0"/>
                <a:ea typeface="Helvetica Neue Light" panose="02000403000000020004" pitchFamily="2" charset="0"/>
              </a:defRPr>
            </a:lvl1pPr>
          </a:lstStyle>
          <a:p>
            <a:pPr lvl="0"/>
            <a:r>
              <a:rPr lang="en-US"/>
              <a:t>Problem statement (sometimes stated in the case start)</a:t>
            </a:r>
          </a:p>
        </p:txBody>
      </p:sp>
      <p:sp>
        <p:nvSpPr>
          <p:cNvPr id="9" name="Table Placeholder 8">
            <a:extLst>
              <a:ext uri="{FF2B5EF4-FFF2-40B4-BE49-F238E27FC236}">
                <a16:creationId xmlns:a16="http://schemas.microsoft.com/office/drawing/2014/main" id="{655F8F35-96BF-0EF9-3B49-391D8C72B49D}"/>
              </a:ext>
            </a:extLst>
          </p:cNvPr>
          <p:cNvSpPr>
            <a:spLocks noGrp="1"/>
          </p:cNvSpPr>
          <p:nvPr>
            <p:ph type="tbl" sz="quarter" idx="13" hasCustomPrompt="1"/>
          </p:nvPr>
        </p:nvSpPr>
        <p:spPr>
          <a:xfrm>
            <a:off x="622540" y="1610659"/>
            <a:ext cx="10972800" cy="2286000"/>
          </a:xfrm>
          <a:prstGeom prst="rect">
            <a:avLst/>
          </a:prstGeom>
        </p:spPr>
        <p:txBody>
          <a:bodyPr/>
          <a:lstStyle>
            <a:lvl1pPr>
              <a:defRPr/>
            </a:lvl1pPr>
          </a:lstStyle>
          <a:p>
            <a:r>
              <a:rPr lang="en-US"/>
              <a:t>Insert table 2 rows tall, and as many columns as buckets for a possible response. The top row consists of bucket titles. It should be Hamilton blue like the borders and lines on this slide, the font should be white, 16pt font, and Helvetica Nue Light. The second row consists of drivers. This row should be transparent, and text should be Helvetica Nue, regular, 12pt. Indent sub-drivers. Outside borders should be turned on with the top border off.</a:t>
            </a:r>
          </a:p>
        </p:txBody>
      </p:sp>
      <p:sp>
        <p:nvSpPr>
          <p:cNvPr id="14" name="Content Placeholder 13">
            <a:extLst>
              <a:ext uri="{FF2B5EF4-FFF2-40B4-BE49-F238E27FC236}">
                <a16:creationId xmlns:a16="http://schemas.microsoft.com/office/drawing/2014/main" id="{4AA98608-BB9A-5DF5-6522-8DBFE5F50E3D}"/>
              </a:ext>
            </a:extLst>
          </p:cNvPr>
          <p:cNvSpPr>
            <a:spLocks noGrp="1"/>
          </p:cNvSpPr>
          <p:nvPr>
            <p:ph sz="quarter" idx="14" hasCustomPrompt="1"/>
          </p:nvPr>
        </p:nvSpPr>
        <p:spPr>
          <a:xfrm>
            <a:off x="609602" y="4354517"/>
            <a:ext cx="10985740" cy="1817687"/>
          </a:xfrm>
          <a:prstGeom prst="rect">
            <a:avLst/>
          </a:prstGeom>
          <a:solidFill>
            <a:srgbClr val="13256B"/>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Instructions for moving forward</a:t>
            </a:r>
          </a:p>
          <a:p>
            <a:pPr lvl="1"/>
            <a:r>
              <a:rPr lang="en-US"/>
              <a:t>Second level</a:t>
            </a:r>
          </a:p>
          <a:p>
            <a:pPr lvl="2"/>
            <a:r>
              <a:rPr lang="en-US"/>
              <a:t>Third level</a:t>
            </a:r>
          </a:p>
          <a:p>
            <a:pPr lvl="3"/>
            <a:r>
              <a:rPr lang="en-US"/>
              <a:t>Fourth level</a:t>
            </a:r>
          </a:p>
          <a:p>
            <a:pPr lvl="4"/>
            <a:r>
              <a:rPr lang="en-US"/>
              <a:t>Fifth level</a:t>
            </a:r>
          </a:p>
        </p:txBody>
      </p:sp>
      <p:sp>
        <p:nvSpPr>
          <p:cNvPr id="5" name="Content Placeholder 27">
            <a:extLst>
              <a:ext uri="{FF2B5EF4-FFF2-40B4-BE49-F238E27FC236}">
                <a16:creationId xmlns:a16="http://schemas.microsoft.com/office/drawing/2014/main" id="{4677483C-0D36-ED64-CD99-8966BDFE4809}"/>
              </a:ext>
            </a:extLst>
          </p:cNvPr>
          <p:cNvSpPr>
            <a:spLocks noGrp="1"/>
          </p:cNvSpPr>
          <p:nvPr>
            <p:ph sz="quarter" idx="18" hasCustomPrompt="1"/>
          </p:nvPr>
        </p:nvSpPr>
        <p:spPr>
          <a:xfrm>
            <a:off x="622540" y="943339"/>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7" name="Content Placeholder 27">
            <a:extLst>
              <a:ext uri="{FF2B5EF4-FFF2-40B4-BE49-F238E27FC236}">
                <a16:creationId xmlns:a16="http://schemas.microsoft.com/office/drawing/2014/main" id="{C25AC993-F0A2-801C-17E4-110BB5700AE5}"/>
              </a:ext>
            </a:extLst>
          </p:cNvPr>
          <p:cNvSpPr>
            <a:spLocks noGrp="1"/>
          </p:cNvSpPr>
          <p:nvPr>
            <p:ph sz="quarter" idx="19" hasCustomPrompt="1"/>
          </p:nvPr>
        </p:nvSpPr>
        <p:spPr>
          <a:xfrm>
            <a:off x="622540" y="4062926"/>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10" name="Content Placeholder 27">
            <a:extLst>
              <a:ext uri="{FF2B5EF4-FFF2-40B4-BE49-F238E27FC236}">
                <a16:creationId xmlns:a16="http://schemas.microsoft.com/office/drawing/2014/main" id="{33E5BFEB-ECBE-5EEB-675F-A635205DA0D8}"/>
              </a:ext>
            </a:extLst>
          </p:cNvPr>
          <p:cNvSpPr>
            <a:spLocks noGrp="1"/>
          </p:cNvSpPr>
          <p:nvPr>
            <p:ph sz="quarter" idx="20"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Tree>
    <p:extLst>
      <p:ext uri="{BB962C8B-B14F-4D97-AF65-F5344CB8AC3E}">
        <p14:creationId xmlns:p14="http://schemas.microsoft.com/office/powerpoint/2010/main" val="17857494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xhibit Analysi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1411-AB71-A83D-5007-B331077CBD4C}"/>
              </a:ext>
            </a:extLst>
          </p:cNvPr>
          <p:cNvSpPr>
            <a:spLocks noGrp="1"/>
          </p:cNvSpPr>
          <p:nvPr>
            <p:ph type="title" hasCustomPrompt="1"/>
          </p:nvPr>
        </p:nvSpPr>
        <p:spPr/>
        <p:txBody>
          <a:bodyPr>
            <a:noAutofit/>
          </a:bodyPr>
          <a:lstStyle>
            <a:lvl1pPr>
              <a:defRPr sz="1600" b="1" i="1">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Exhibit Analysis</a:t>
            </a:r>
          </a:p>
        </p:txBody>
      </p:sp>
      <p:sp>
        <p:nvSpPr>
          <p:cNvPr id="3" name="Footer Placeholder 2">
            <a:extLst>
              <a:ext uri="{FF2B5EF4-FFF2-40B4-BE49-F238E27FC236}">
                <a16:creationId xmlns:a16="http://schemas.microsoft.com/office/drawing/2014/main" id="{E15888C6-2732-5DE7-F26B-6744E752D0E8}"/>
              </a:ext>
            </a:extLst>
          </p:cNvPr>
          <p:cNvSpPr>
            <a:spLocks noGrp="1"/>
          </p:cNvSpPr>
          <p:nvPr>
            <p:ph type="ftr" sz="quarter" idx="10"/>
          </p:nvPr>
        </p:nvSpPr>
        <p:spPr/>
        <p:txBody>
          <a:bodyPr/>
          <a:lstStyle>
            <a:lvl1pPr>
              <a:defRPr>
                <a:solidFill>
                  <a:schemeClr val="tx1"/>
                </a:solidFill>
              </a:defRPr>
            </a:lvl1pPr>
          </a:lstStyle>
          <a:p>
            <a:r>
              <a:rPr lang="en-US"/>
              <a:t>Hamilton Consulting Group</a:t>
            </a:r>
          </a:p>
        </p:txBody>
      </p:sp>
      <p:sp>
        <p:nvSpPr>
          <p:cNvPr id="4" name="Slide Number Placeholder 3">
            <a:extLst>
              <a:ext uri="{FF2B5EF4-FFF2-40B4-BE49-F238E27FC236}">
                <a16:creationId xmlns:a16="http://schemas.microsoft.com/office/drawing/2014/main" id="{60D66A68-8B3A-485D-E597-9D64F84DB683}"/>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14" name="Content Placeholder 13">
            <a:extLst>
              <a:ext uri="{FF2B5EF4-FFF2-40B4-BE49-F238E27FC236}">
                <a16:creationId xmlns:a16="http://schemas.microsoft.com/office/drawing/2014/main" id="{4AA98608-BB9A-5DF5-6522-8DBFE5F50E3D}"/>
              </a:ext>
            </a:extLst>
          </p:cNvPr>
          <p:cNvSpPr>
            <a:spLocks noGrp="1"/>
          </p:cNvSpPr>
          <p:nvPr>
            <p:ph sz="quarter" idx="14" hasCustomPrompt="1"/>
          </p:nvPr>
        </p:nvSpPr>
        <p:spPr>
          <a:xfrm>
            <a:off x="609602" y="3975464"/>
            <a:ext cx="10985740" cy="1282336"/>
          </a:xfrm>
          <a:prstGeom prst="rect">
            <a:avLst/>
          </a:prstGeom>
          <a:solidFill>
            <a:srgbClr val="13256B"/>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buNone/>
              <a:defRPr>
                <a:solidFill>
                  <a:schemeClr val="bg1"/>
                </a:solidFill>
              </a:defRPr>
            </a:lvl5pPr>
          </a:lstStyle>
          <a:p>
            <a:pPr lvl="0"/>
            <a:r>
              <a:rPr lang="en-US"/>
              <a:t>Instructions for moving forward</a:t>
            </a:r>
          </a:p>
          <a:p>
            <a:pPr lvl="1"/>
            <a:r>
              <a:rPr lang="en-US"/>
              <a:t>Second level</a:t>
            </a:r>
          </a:p>
          <a:p>
            <a:pPr lvl="2"/>
            <a:r>
              <a:rPr lang="en-US"/>
              <a:t>Third level</a:t>
            </a:r>
          </a:p>
        </p:txBody>
      </p:sp>
      <p:sp>
        <p:nvSpPr>
          <p:cNvPr id="7" name="Content Placeholder 6">
            <a:extLst>
              <a:ext uri="{FF2B5EF4-FFF2-40B4-BE49-F238E27FC236}">
                <a16:creationId xmlns:a16="http://schemas.microsoft.com/office/drawing/2014/main" id="{825FD6C7-0B00-2F54-E330-19D96FABFBC6}"/>
              </a:ext>
            </a:extLst>
          </p:cNvPr>
          <p:cNvSpPr>
            <a:spLocks noGrp="1"/>
          </p:cNvSpPr>
          <p:nvPr>
            <p:ph sz="quarter" idx="15"/>
          </p:nvPr>
        </p:nvSpPr>
        <p:spPr>
          <a:xfrm>
            <a:off x="609600" y="1575927"/>
            <a:ext cx="10972800" cy="209242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3">
            <a:extLst>
              <a:ext uri="{FF2B5EF4-FFF2-40B4-BE49-F238E27FC236}">
                <a16:creationId xmlns:a16="http://schemas.microsoft.com/office/drawing/2014/main" id="{DD83DF8D-490C-F256-078A-3FB60C81E18A}"/>
              </a:ext>
            </a:extLst>
          </p:cNvPr>
          <p:cNvSpPr>
            <a:spLocks noGrp="1"/>
          </p:cNvSpPr>
          <p:nvPr>
            <p:ph sz="quarter" idx="16" hasCustomPrompt="1"/>
          </p:nvPr>
        </p:nvSpPr>
        <p:spPr>
          <a:xfrm>
            <a:off x="609602" y="5579151"/>
            <a:ext cx="10985740" cy="599257"/>
          </a:xfrm>
          <a:prstGeom prst="rect">
            <a:avLst/>
          </a:prstGeom>
          <a:solidFill>
            <a:srgbClr val="13256B"/>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Instructions for moving forward</a:t>
            </a:r>
          </a:p>
        </p:txBody>
      </p:sp>
      <p:sp>
        <p:nvSpPr>
          <p:cNvPr id="18" name="Content Placeholder 27">
            <a:extLst>
              <a:ext uri="{FF2B5EF4-FFF2-40B4-BE49-F238E27FC236}">
                <a16:creationId xmlns:a16="http://schemas.microsoft.com/office/drawing/2014/main" id="{EB653821-A3FC-6EA2-5523-70B010B5BC4C}"/>
              </a:ext>
            </a:extLst>
          </p:cNvPr>
          <p:cNvSpPr>
            <a:spLocks noGrp="1"/>
          </p:cNvSpPr>
          <p:nvPr>
            <p:ph sz="quarter" idx="18" hasCustomPrompt="1"/>
          </p:nvPr>
        </p:nvSpPr>
        <p:spPr>
          <a:xfrm>
            <a:off x="609600" y="3690241"/>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20" name="Content Placeholder 27">
            <a:extLst>
              <a:ext uri="{FF2B5EF4-FFF2-40B4-BE49-F238E27FC236}">
                <a16:creationId xmlns:a16="http://schemas.microsoft.com/office/drawing/2014/main" id="{4A9A83F8-346E-A026-E763-DEA6590ED0D5}"/>
              </a:ext>
            </a:extLst>
          </p:cNvPr>
          <p:cNvSpPr>
            <a:spLocks noGrp="1"/>
          </p:cNvSpPr>
          <p:nvPr>
            <p:ph sz="quarter" idx="19" hasCustomPrompt="1"/>
          </p:nvPr>
        </p:nvSpPr>
        <p:spPr>
          <a:xfrm>
            <a:off x="609600" y="5268961"/>
            <a:ext cx="2770632" cy="281002"/>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
        <p:nvSpPr>
          <p:cNvPr id="22" name="Content Placeholder 27">
            <a:extLst>
              <a:ext uri="{FF2B5EF4-FFF2-40B4-BE49-F238E27FC236}">
                <a16:creationId xmlns:a16="http://schemas.microsoft.com/office/drawing/2014/main" id="{407E1A77-A46A-403F-6F7D-DFB6F317FBFF}"/>
              </a:ext>
            </a:extLst>
          </p:cNvPr>
          <p:cNvSpPr>
            <a:spLocks noGrp="1"/>
          </p:cNvSpPr>
          <p:nvPr>
            <p:ph sz="quarter" idx="20"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
        <p:nvSpPr>
          <p:cNvPr id="5" name="Content Placeholder 5">
            <a:extLst>
              <a:ext uri="{FF2B5EF4-FFF2-40B4-BE49-F238E27FC236}">
                <a16:creationId xmlns:a16="http://schemas.microsoft.com/office/drawing/2014/main" id="{6E157042-255F-E92F-5A02-C40C081BF85A}"/>
              </a:ext>
            </a:extLst>
          </p:cNvPr>
          <p:cNvSpPr>
            <a:spLocks noGrp="1"/>
          </p:cNvSpPr>
          <p:nvPr>
            <p:ph sz="quarter" idx="12" hasCustomPrompt="1"/>
          </p:nvPr>
        </p:nvSpPr>
        <p:spPr>
          <a:xfrm>
            <a:off x="622542" y="1065919"/>
            <a:ext cx="10972800" cy="365125"/>
          </a:xfrm>
          <a:prstGeom prst="rect">
            <a:avLst/>
          </a:prstGeom>
          <a:ln w="12700">
            <a:solidFill>
              <a:srgbClr val="13256B"/>
            </a:solidFill>
          </a:ln>
        </p:spPr>
        <p:txBody>
          <a:bodyPr anchor="ctr"/>
          <a:lstStyle>
            <a:lvl1pPr>
              <a:defRPr b="0" i="0">
                <a:latin typeface="Helvetica Neue Light" panose="02000403000000020004" pitchFamily="2" charset="0"/>
                <a:ea typeface="Helvetica Neue Light" panose="02000403000000020004" pitchFamily="2" charset="0"/>
              </a:defRPr>
            </a:lvl1pPr>
          </a:lstStyle>
          <a:p>
            <a:pPr lvl="0"/>
            <a:r>
              <a:rPr lang="en-US"/>
              <a:t>Question</a:t>
            </a:r>
          </a:p>
        </p:txBody>
      </p:sp>
    </p:spTree>
    <p:extLst>
      <p:ext uri="{BB962C8B-B14F-4D97-AF65-F5344CB8AC3E}">
        <p14:creationId xmlns:p14="http://schemas.microsoft.com/office/powerpoint/2010/main" val="1375571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art - Interviewer-fac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24C44-940E-FE04-D4AB-3AC88D26794E}"/>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03E8B0D9-B409-6701-0D4B-C7C534717FA3}"/>
              </a:ext>
            </a:extLst>
          </p:cNvPr>
          <p:cNvSpPr>
            <a:spLocks noGrp="1"/>
          </p:cNvSpPr>
          <p:nvPr>
            <p:ph type="ftr" sz="quarter" idx="10"/>
          </p:nvPr>
        </p:nvSpPr>
        <p:spPr/>
        <p:txBody>
          <a:bodyPr/>
          <a:lstStyle/>
          <a:p>
            <a:r>
              <a:rPr lang="en-US"/>
              <a:t>Hamilton Consulting Group</a:t>
            </a:r>
            <a:endParaRPr lang="en-US" sz="1000"/>
          </a:p>
        </p:txBody>
      </p:sp>
      <p:sp>
        <p:nvSpPr>
          <p:cNvPr id="4" name="Slide Number Placeholder 3">
            <a:extLst>
              <a:ext uri="{FF2B5EF4-FFF2-40B4-BE49-F238E27FC236}">
                <a16:creationId xmlns:a16="http://schemas.microsoft.com/office/drawing/2014/main" id="{67F2FC46-7CDE-0F00-E48E-A3A7B81FBF92}"/>
              </a:ext>
            </a:extLst>
          </p:cNvPr>
          <p:cNvSpPr>
            <a:spLocks noGrp="1"/>
          </p:cNvSpPr>
          <p:nvPr>
            <p:ph type="sldNum" sz="quarter" idx="11"/>
          </p:nvPr>
        </p:nvSpPr>
        <p:spPr/>
        <p:txBody>
          <a:bodyPr/>
          <a:lstStyle/>
          <a:p>
            <a:fld id="{279A6EAB-3BBA-974F-9837-08D667468856}" type="slidenum">
              <a:rPr lang="en-US" smtClean="0"/>
              <a:pPr/>
              <a:t>‹#›</a:t>
            </a:fld>
            <a:endParaRPr lang="en-US"/>
          </a:p>
        </p:txBody>
      </p:sp>
      <p:sp>
        <p:nvSpPr>
          <p:cNvPr id="9" name="Text Placeholder 8">
            <a:extLst>
              <a:ext uri="{FF2B5EF4-FFF2-40B4-BE49-F238E27FC236}">
                <a16:creationId xmlns:a16="http://schemas.microsoft.com/office/drawing/2014/main" id="{31191C61-53EC-3184-CF5B-FFEC5333FD95}"/>
              </a:ext>
            </a:extLst>
          </p:cNvPr>
          <p:cNvSpPr>
            <a:spLocks noGrp="1"/>
          </p:cNvSpPr>
          <p:nvPr>
            <p:ph type="body" sz="quarter" idx="12"/>
          </p:nvPr>
        </p:nvSpPr>
        <p:spPr>
          <a:xfrm>
            <a:off x="609600" y="1600202"/>
            <a:ext cx="6858000" cy="4119087"/>
          </a:xfrm>
          <a:prstGeom prst="rect">
            <a:avLst/>
          </a:prstGeom>
          <a:ln w="12700">
            <a:solidFill>
              <a:srgbClr val="13256B"/>
            </a:solidFill>
            <a:miter lim="800000"/>
          </a:ln>
        </p:spPr>
        <p:txBody>
          <a:bodyPr anchor="ctr"/>
          <a:lstStyle>
            <a:lvl1pPr>
              <a:defRPr b="0" i="0">
                <a:latin typeface="Helvetica Neue Light" panose="02000403000000020004" pitchFamily="2" charset="0"/>
                <a:ea typeface="Helvetica Neue Light" panose="02000403000000020004" pitchFamily="2" charset="0"/>
              </a:defRPr>
            </a:lvl1pPr>
            <a:lvl2pPr>
              <a:defRPr b="0" i="0">
                <a:latin typeface="Helvetica Neue Light" panose="02000403000000020004" pitchFamily="2" charset="0"/>
                <a:ea typeface="Helvetica Neue Light" panose="02000403000000020004" pitchFamily="2" charset="0"/>
              </a:defRPr>
            </a:lvl2pPr>
            <a:lvl3pPr>
              <a:defRPr b="0" i="0">
                <a:latin typeface="Helvetica Neue Light" panose="02000403000000020004" pitchFamily="2" charset="0"/>
                <a:ea typeface="Helvetica Neue Light" panose="02000403000000020004" pitchFamily="2" charset="0"/>
              </a:defRPr>
            </a:lvl3pPr>
            <a:lvl4pPr>
              <a:defRPr b="0" i="0">
                <a:latin typeface="Helvetica Neue Light" panose="02000403000000020004" pitchFamily="2" charset="0"/>
                <a:ea typeface="Helvetica Neue Light" panose="02000403000000020004" pitchFamily="2" charset="0"/>
              </a:defRPr>
            </a:lvl4pPr>
            <a:lvl5pPr>
              <a:defRPr b="0" i="0">
                <a:latin typeface="Helvetica Neue Light" panose="02000403000000020004" pitchFamily="2" charset="0"/>
                <a:ea typeface="Helvetica Neue Light" panose="0200040300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01A0894E-C08C-7845-E9D6-67ACBBE6B996}"/>
              </a:ext>
            </a:extLst>
          </p:cNvPr>
          <p:cNvSpPr txBox="1"/>
          <p:nvPr userDrawn="1"/>
        </p:nvSpPr>
        <p:spPr>
          <a:xfrm>
            <a:off x="605121" y="1292425"/>
            <a:ext cx="755335" cy="307777"/>
          </a:xfrm>
          <a:prstGeom prst="rect">
            <a:avLst/>
          </a:prstGeom>
          <a:noFill/>
        </p:spPr>
        <p:txBody>
          <a:bodyPr wrap="none" rtlCol="0">
            <a:spAutoFit/>
          </a:bodyPr>
          <a:lstStyle/>
          <a:p>
            <a:r>
              <a:rPr lang="en-US" sz="1400" b="1" i="1">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rPr>
              <a:t>Prompt</a:t>
            </a:r>
          </a:p>
        </p:txBody>
      </p:sp>
      <p:sp>
        <p:nvSpPr>
          <p:cNvPr id="11" name="Text Placeholder 8">
            <a:extLst>
              <a:ext uri="{FF2B5EF4-FFF2-40B4-BE49-F238E27FC236}">
                <a16:creationId xmlns:a16="http://schemas.microsoft.com/office/drawing/2014/main" id="{70DE59A8-5D73-1551-09DA-028F8FF99843}"/>
              </a:ext>
            </a:extLst>
          </p:cNvPr>
          <p:cNvSpPr>
            <a:spLocks noGrp="1"/>
          </p:cNvSpPr>
          <p:nvPr>
            <p:ph type="body" sz="quarter" idx="13"/>
          </p:nvPr>
        </p:nvSpPr>
        <p:spPr>
          <a:xfrm>
            <a:off x="7924800" y="1600200"/>
            <a:ext cx="3657600" cy="4114794"/>
          </a:xfrm>
          <a:prstGeom prst="rect">
            <a:avLst/>
          </a:prstGeom>
          <a:noFill/>
          <a:ln w="19050">
            <a:noFill/>
            <a:miter lim="800000"/>
          </a:ln>
        </p:spPr>
        <p:txBody>
          <a:bodyPr/>
          <a:lstStyle>
            <a:lvl1pPr>
              <a:defRPr b="1">
                <a:solidFill>
                  <a:schemeClr val="tx1"/>
                </a:solidFill>
              </a:defRPr>
            </a:lvl1pPr>
            <a:lvl2pPr>
              <a:buNone/>
              <a:defRPr b="0">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7" name="Straight Connector 16">
            <a:extLst>
              <a:ext uri="{FF2B5EF4-FFF2-40B4-BE49-F238E27FC236}">
                <a16:creationId xmlns:a16="http://schemas.microsoft.com/office/drawing/2014/main" id="{E940B0A7-B4F5-760D-B179-42953AD65B68}"/>
              </a:ext>
            </a:extLst>
          </p:cNvPr>
          <p:cNvCxnSpPr>
            <a:cxnSpLocks/>
          </p:cNvCxnSpPr>
          <p:nvPr userDrawn="1"/>
        </p:nvCxnSpPr>
        <p:spPr>
          <a:xfrm>
            <a:off x="7924800" y="1600200"/>
            <a:ext cx="3657600" cy="0"/>
          </a:xfrm>
          <a:prstGeom prst="line">
            <a:avLst/>
          </a:prstGeom>
          <a:ln w="12700">
            <a:solidFill>
              <a:srgbClr val="13256B"/>
            </a:solidFill>
          </a:ln>
        </p:spPr>
        <p:style>
          <a:lnRef idx="2">
            <a:schemeClr val="accent1"/>
          </a:lnRef>
          <a:fillRef idx="0">
            <a:schemeClr val="accent1"/>
          </a:fillRef>
          <a:effectRef idx="1">
            <a:schemeClr val="accent1"/>
          </a:effectRef>
          <a:fontRef idx="minor">
            <a:schemeClr val="tx1"/>
          </a:fontRef>
        </p:style>
      </p:cxnSp>
      <p:sp>
        <p:nvSpPr>
          <p:cNvPr id="24" name="Content Placeholder 23">
            <a:extLst>
              <a:ext uri="{FF2B5EF4-FFF2-40B4-BE49-F238E27FC236}">
                <a16:creationId xmlns:a16="http://schemas.microsoft.com/office/drawing/2014/main" id="{B4EC5F6E-61E1-9071-5525-753CECE91FF7}"/>
              </a:ext>
            </a:extLst>
          </p:cNvPr>
          <p:cNvSpPr>
            <a:spLocks noGrp="1"/>
          </p:cNvSpPr>
          <p:nvPr>
            <p:ph sz="quarter" idx="16" hasCustomPrompt="1"/>
          </p:nvPr>
        </p:nvSpPr>
        <p:spPr>
          <a:xfrm>
            <a:off x="604839" y="5867404"/>
            <a:ext cx="10972800" cy="307773"/>
          </a:xfrm>
          <a:prstGeom prst="rect">
            <a:avLst/>
          </a:prstGeom>
          <a:solidFill>
            <a:srgbClr val="13256B"/>
          </a:solidFill>
        </p:spPr>
        <p:txBody>
          <a:bodyPr/>
          <a:lstStyle>
            <a:lvl1pPr>
              <a:defRPr>
                <a:solidFill>
                  <a:schemeClr val="bg1"/>
                </a:solidFill>
              </a:defRPr>
            </a:lvl1pPr>
          </a:lstStyle>
          <a:p>
            <a:pPr lvl="0"/>
            <a:r>
              <a:rPr lang="en-US"/>
              <a:t>Interviewer instructions</a:t>
            </a:r>
          </a:p>
        </p:txBody>
      </p:sp>
      <p:sp>
        <p:nvSpPr>
          <p:cNvPr id="27" name="Content Placeholder 27">
            <a:extLst>
              <a:ext uri="{FF2B5EF4-FFF2-40B4-BE49-F238E27FC236}">
                <a16:creationId xmlns:a16="http://schemas.microsoft.com/office/drawing/2014/main" id="{795E7C87-54B7-639C-228F-3A4D283C7B67}"/>
              </a:ext>
            </a:extLst>
          </p:cNvPr>
          <p:cNvSpPr>
            <a:spLocks noGrp="1"/>
          </p:cNvSpPr>
          <p:nvPr>
            <p:ph sz="quarter" idx="19" hasCustomPrompt="1"/>
          </p:nvPr>
        </p:nvSpPr>
        <p:spPr>
          <a:xfrm>
            <a:off x="9421368" y="29088"/>
            <a:ext cx="2770632" cy="281002"/>
          </a:xfrm>
          <a:prstGeom prst="rect">
            <a:avLst/>
          </a:prstGeom>
        </p:spPr>
        <p:txBody>
          <a:bodyPr/>
          <a:lstStyle>
            <a:lvl1pPr algn="r">
              <a:defRPr b="0" i="1">
                <a:latin typeface="Helvetica Neue Light" panose="02000403000000020004" pitchFamily="2" charset="0"/>
                <a:ea typeface="Helvetica Neue Light" panose="02000403000000020004" pitchFamily="2" charset="0"/>
              </a:defRPr>
            </a:lvl1pPr>
          </a:lstStyle>
          <a:p>
            <a:pPr lvl="0"/>
            <a:r>
              <a:rPr lang="en-US"/>
              <a:t>Header</a:t>
            </a:r>
          </a:p>
        </p:txBody>
      </p:sp>
      <p:sp>
        <p:nvSpPr>
          <p:cNvPr id="28" name="Content Placeholder 27">
            <a:extLst>
              <a:ext uri="{FF2B5EF4-FFF2-40B4-BE49-F238E27FC236}">
                <a16:creationId xmlns:a16="http://schemas.microsoft.com/office/drawing/2014/main" id="{75D2C077-97E0-C2CE-B25B-6FF0696B67F2}"/>
              </a:ext>
            </a:extLst>
          </p:cNvPr>
          <p:cNvSpPr>
            <a:spLocks noGrp="1"/>
          </p:cNvSpPr>
          <p:nvPr>
            <p:ph sz="quarter" idx="17" hasCustomPrompt="1"/>
          </p:nvPr>
        </p:nvSpPr>
        <p:spPr>
          <a:xfrm>
            <a:off x="7924800" y="1292427"/>
            <a:ext cx="2743200" cy="307769"/>
          </a:xfrm>
          <a:prstGeom prst="rect">
            <a:avLst/>
          </a:prstGeom>
        </p:spPr>
        <p:txBody>
          <a:bodyPr/>
          <a:lstStyle>
            <a:lvl1pPr>
              <a:defRPr b="1" i="1">
                <a:latin typeface="Helvetica Neue Light" panose="02000403000000020004" pitchFamily="2" charset="0"/>
                <a:ea typeface="Helvetica Neue Light" panose="02000403000000020004" pitchFamily="2" charset="0"/>
              </a:defRPr>
            </a:lvl1pPr>
          </a:lstStyle>
          <a:p>
            <a:pPr lvl="0"/>
            <a:r>
              <a:rPr lang="en-US"/>
              <a:t>Header</a:t>
            </a:r>
          </a:p>
        </p:txBody>
      </p:sp>
    </p:spTree>
    <p:extLst>
      <p:ext uri="{BB962C8B-B14F-4D97-AF65-F5344CB8AC3E}">
        <p14:creationId xmlns:p14="http://schemas.microsoft.com/office/powerpoint/2010/main" val="313627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342AF-67CF-86F9-8D1F-06164B047A98}"/>
              </a:ext>
            </a:extLst>
          </p:cNvPr>
          <p:cNvSpPr>
            <a:spLocks noGrp="1"/>
          </p:cNvSpPr>
          <p:nvPr>
            <p:ph type="title"/>
          </p:nvPr>
        </p:nvSpPr>
        <p:spPr>
          <a:xfrm>
            <a:off x="609600" y="681037"/>
            <a:ext cx="10972800" cy="919163"/>
          </a:xfrm>
          <a:prstGeom prst="rect">
            <a:avLst/>
          </a:prstGeom>
          <a:ln>
            <a:noFill/>
          </a:ln>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24FAFF9-D90B-01C8-FA01-6F8FFE91FE39}"/>
              </a:ext>
            </a:extLst>
          </p:cNvPr>
          <p:cNvSpPr>
            <a:spLocks noGrp="1"/>
          </p:cNvSpPr>
          <p:nvPr>
            <p:ph type="body" idx="1"/>
          </p:nvPr>
        </p:nvSpPr>
        <p:spPr>
          <a:xfrm>
            <a:off x="609600" y="1825625"/>
            <a:ext cx="10972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a:extLst>
              <a:ext uri="{FF2B5EF4-FFF2-40B4-BE49-F238E27FC236}">
                <a16:creationId xmlns:a16="http://schemas.microsoft.com/office/drawing/2014/main" id="{D8953D5D-0FEA-0E93-4FF0-AE0EAB0B9D40}"/>
              </a:ext>
            </a:extLst>
          </p:cNvPr>
          <p:cNvSpPr/>
          <p:nvPr userDrawn="1"/>
        </p:nvSpPr>
        <p:spPr>
          <a:xfrm>
            <a:off x="0" y="6199982"/>
            <a:ext cx="12192000" cy="658018"/>
          </a:xfrm>
          <a:prstGeom prst="rect">
            <a:avLst/>
          </a:prstGeom>
          <a:solidFill>
            <a:srgbClr val="0C2670"/>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dirty="0">
              <a:latin typeface="Helvetica Neue Thin" panose="020B0403020202020204" pitchFamily="34" charset="0"/>
              <a:ea typeface="Helvetica Neue Thin" panose="020B0403020202020204" pitchFamily="34" charset="0"/>
            </a:endParaRPr>
          </a:p>
        </p:txBody>
      </p:sp>
      <p:sp>
        <p:nvSpPr>
          <p:cNvPr id="6" name="Slide Number Placeholder 5">
            <a:extLst>
              <a:ext uri="{FF2B5EF4-FFF2-40B4-BE49-F238E27FC236}">
                <a16:creationId xmlns:a16="http://schemas.microsoft.com/office/drawing/2014/main" id="{9DE5930D-FD29-F8F9-B9C2-E83A46BEE193}"/>
              </a:ext>
            </a:extLst>
          </p:cNvPr>
          <p:cNvSpPr>
            <a:spLocks noGrp="1"/>
          </p:cNvSpPr>
          <p:nvPr>
            <p:ph type="sldNum" sz="quarter" idx="4"/>
          </p:nvPr>
        </p:nvSpPr>
        <p:spPr>
          <a:xfrm>
            <a:off x="8839200" y="6458267"/>
            <a:ext cx="2743200" cy="365125"/>
          </a:xfrm>
          <a:prstGeom prst="rect">
            <a:avLst/>
          </a:prstGeom>
        </p:spPr>
        <p:txBody>
          <a:bodyPr vert="horz" lIns="91440" tIns="45720" rIns="91440" bIns="45720" rtlCol="0" anchor="ctr"/>
          <a:lstStyle>
            <a:lvl1pPr algn="r">
              <a:defRPr sz="1200" b="0" i="0">
                <a:solidFill>
                  <a:schemeClr val="bg1"/>
                </a:solidFill>
                <a:latin typeface="Helvetica Neue Thin" panose="020B0403020202020204" pitchFamily="34" charset="0"/>
                <a:ea typeface="Helvetica Neue Thin" panose="020B0403020202020204" pitchFamily="34" charset="0"/>
                <a:cs typeface="Arial" panose="020B0604020202020204" pitchFamily="34" charset="0"/>
              </a:defRPr>
            </a:lvl1pPr>
          </a:lstStyle>
          <a:p>
            <a:fld id="{48250191-BDAE-F64A-A841-E235618397AC}" type="slidenum">
              <a:rPr lang="en-US" smtClean="0"/>
              <a:pPr/>
              <a:t>‹#›</a:t>
            </a:fld>
            <a:endParaRPr lang="en-US" dirty="0">
              <a:latin typeface="Helvetica Neue Thin" panose="020B0403020202020204" pitchFamily="34" charset="0"/>
              <a:ea typeface="Helvetica Neue Thin" panose="020B0403020202020204" pitchFamily="34" charset="0"/>
            </a:endParaRPr>
          </a:p>
        </p:txBody>
      </p:sp>
      <p:cxnSp>
        <p:nvCxnSpPr>
          <p:cNvPr id="9" name="Straight Connector 8">
            <a:extLst>
              <a:ext uri="{FF2B5EF4-FFF2-40B4-BE49-F238E27FC236}">
                <a16:creationId xmlns:a16="http://schemas.microsoft.com/office/drawing/2014/main" id="{D7E9CA60-157E-75AA-90AE-2717234F1678}"/>
              </a:ext>
            </a:extLst>
          </p:cNvPr>
          <p:cNvCxnSpPr>
            <a:cxnSpLocks/>
          </p:cNvCxnSpPr>
          <p:nvPr userDrawn="1"/>
        </p:nvCxnSpPr>
        <p:spPr>
          <a:xfrm>
            <a:off x="0" y="6405306"/>
            <a:ext cx="121920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6" name="Footer Placeholder 15">
            <a:extLst>
              <a:ext uri="{FF2B5EF4-FFF2-40B4-BE49-F238E27FC236}">
                <a16:creationId xmlns:a16="http://schemas.microsoft.com/office/drawing/2014/main" id="{0BE6D6F7-5753-97C0-9D25-1DC89499EC0D}"/>
              </a:ext>
            </a:extLst>
          </p:cNvPr>
          <p:cNvSpPr>
            <a:spLocks noGrp="1"/>
          </p:cNvSpPr>
          <p:nvPr>
            <p:ph type="ftr" sz="quarter" idx="3"/>
          </p:nvPr>
        </p:nvSpPr>
        <p:spPr>
          <a:xfrm>
            <a:off x="609600" y="6458267"/>
            <a:ext cx="3048000" cy="365124"/>
          </a:xfrm>
          <a:prstGeom prst="rect">
            <a:avLst/>
          </a:prstGeom>
        </p:spPr>
        <p:txBody>
          <a:bodyPr vert="horz" lIns="91440" tIns="45720" rIns="91440" bIns="45720" rtlCol="0" anchor="ctr"/>
          <a:lstStyle>
            <a:lvl1pPr algn="ctr">
              <a:defRPr sz="1200" b="0" i="0">
                <a:solidFill>
                  <a:schemeClr val="bg1"/>
                </a:solidFill>
                <a:latin typeface="Helvetica Neue Light" panose="02000403000000020004" pitchFamily="2" charset="0"/>
                <a:ea typeface="Helvetica Neue Light" panose="02000403000000020004" pitchFamily="2" charset="0"/>
              </a:defRPr>
            </a:lvl1pPr>
          </a:lstStyle>
          <a:p>
            <a:r>
              <a:rPr lang="en-US">
                <a:solidFill>
                  <a:schemeClr val="bg1"/>
                </a:solidFill>
                <a:latin typeface="Helvetica Neue Light" panose="02000403000000020004" pitchFamily="2" charset="0"/>
                <a:ea typeface="Helvetica Neue Light" panose="02000403000000020004" pitchFamily="2" charset="0"/>
              </a:rPr>
              <a:t>Hamilton Consulting Group</a:t>
            </a:r>
            <a:endParaRPr lang="en-US" dirty="0">
              <a:solidFill>
                <a:schemeClr val="bg1"/>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98193245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l" defTabSz="914400" rtl="0" eaLnBrk="1" latinLnBrk="0" hangingPunct="1">
        <a:lnSpc>
          <a:spcPct val="90000"/>
        </a:lnSpc>
        <a:spcBef>
          <a:spcPct val="0"/>
        </a:spcBef>
        <a:buNone/>
        <a:defRPr sz="4400" b="1" i="0" kern="1200">
          <a:solidFill>
            <a:schemeClr val="tx1"/>
          </a:solidFill>
          <a:latin typeface="Baskerville SemiBold" panose="02020502070401020303" pitchFamily="18" charset="0"/>
          <a:ea typeface="Baskerville SemiBold" panose="02020502070401020303" pitchFamily="18"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Light" panose="02000403000000020004" pitchFamily="2" charset="0"/>
          <a:ea typeface="Helvetica Neue Light" panose="020004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13256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652776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Lst>
  <p:hf hdr="0" dt="0"/>
  <p:txStyles>
    <p:titleStyle>
      <a:lvl1pPr algn="l" defTabSz="914354" rtl="0" eaLnBrk="1" latinLnBrk="0" hangingPunct="1">
        <a:lnSpc>
          <a:spcPct val="90000"/>
        </a:lnSpc>
        <a:spcBef>
          <a:spcPct val="0"/>
        </a:spcBef>
        <a:spcAft>
          <a:spcPts val="600"/>
        </a:spcAft>
        <a:buNone/>
        <a:defRPr sz="3600" b="1" i="0" kern="1200">
          <a:solidFill>
            <a:schemeClr val="bg1"/>
          </a:solidFill>
          <a:latin typeface="Baskerville SemiBold" panose="02020502070401020303" pitchFamily="18" charset="0"/>
          <a:ea typeface="Baskerville SemiBold" panose="02020502070401020303" pitchFamily="18" charset="0"/>
          <a:cs typeface="+mj-cs"/>
        </a:defRPr>
      </a:lvl1pPr>
    </p:titleStyle>
    <p:bodyStyle>
      <a:lvl1pPr marL="0" indent="0" algn="l" defTabSz="914354" rtl="0" eaLnBrk="1" latinLnBrk="0" hangingPunct="1">
        <a:lnSpc>
          <a:spcPct val="100000"/>
        </a:lnSpc>
        <a:spcBef>
          <a:spcPts val="0"/>
        </a:spcBef>
        <a:spcAft>
          <a:spcPts val="600"/>
        </a:spcAft>
        <a:buFont typeface="Arial" panose="020B0604020202020204" pitchFamily="34" charset="0"/>
        <a:buNone/>
        <a:defRPr sz="14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vl2pPr marL="685766"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2pPr>
      <a:lvl3pPr marL="1142942"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3pPr>
      <a:lvl4pPr marL="1600120"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4pPr>
      <a:lvl5pPr marL="2057298"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9F3A93-8774-F9C2-9A9E-EEFB33DBE934}"/>
              </a:ext>
            </a:extLst>
          </p:cNvPr>
          <p:cNvSpPr>
            <a:spLocks noGrp="1"/>
          </p:cNvSpPr>
          <p:nvPr>
            <p:ph type="title"/>
          </p:nvPr>
        </p:nvSpPr>
        <p:spPr>
          <a:xfrm>
            <a:off x="609600" y="444501"/>
            <a:ext cx="10972800" cy="4730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33D903-6799-EA55-248F-5D1BD975D70B}"/>
              </a:ext>
            </a:extLst>
          </p:cNvPr>
          <p:cNvSpPr>
            <a:spLocks noGrp="1"/>
          </p:cNvSpPr>
          <p:nvPr>
            <p:ph type="body" idx="1"/>
          </p:nvPr>
        </p:nvSpPr>
        <p:spPr>
          <a:xfrm>
            <a:off x="609600" y="1085079"/>
            <a:ext cx="10972800" cy="508710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12A21A5-7B2A-C2BC-0ADB-31FD665493C8}"/>
              </a:ext>
            </a:extLst>
          </p:cNvPr>
          <p:cNvSpPr>
            <a:spLocks noGrp="1"/>
          </p:cNvSpPr>
          <p:nvPr>
            <p:ph type="ftr" sz="quarter" idx="3"/>
          </p:nvPr>
        </p:nvSpPr>
        <p:spPr>
          <a:xfrm>
            <a:off x="609600" y="6348093"/>
            <a:ext cx="1828800" cy="365125"/>
          </a:xfrm>
          <a:prstGeom prst="rect">
            <a:avLst/>
          </a:prstGeom>
        </p:spPr>
        <p:txBody>
          <a:bodyPr vert="horz" lIns="91440" tIns="45720" rIns="91440" bIns="45720" rtlCol="0" anchor="ctr"/>
          <a:lstStyle>
            <a:lvl1pPr algn="l">
              <a:defRPr sz="10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Hamilton Consulting Group</a:t>
            </a:r>
          </a:p>
        </p:txBody>
      </p:sp>
      <p:sp>
        <p:nvSpPr>
          <p:cNvPr id="6" name="Slide Number Placeholder 5">
            <a:extLst>
              <a:ext uri="{FF2B5EF4-FFF2-40B4-BE49-F238E27FC236}">
                <a16:creationId xmlns:a16="http://schemas.microsoft.com/office/drawing/2014/main" id="{C98045BF-8899-743F-45F8-FC440F41CF08}"/>
              </a:ext>
            </a:extLst>
          </p:cNvPr>
          <p:cNvSpPr>
            <a:spLocks noGrp="1"/>
          </p:cNvSpPr>
          <p:nvPr>
            <p:ph type="sldNum" sz="quarter" idx="4"/>
          </p:nvPr>
        </p:nvSpPr>
        <p:spPr>
          <a:xfrm>
            <a:off x="8839200" y="6323290"/>
            <a:ext cx="2743200" cy="365125"/>
          </a:xfrm>
          <a:prstGeom prst="rect">
            <a:avLst/>
          </a:prstGeom>
        </p:spPr>
        <p:txBody>
          <a:bodyPr vert="horz" lIns="91440" tIns="45720" rIns="91440" bIns="45720" rtlCol="0" anchor="ctr"/>
          <a:lstStyle>
            <a:lvl1pPr algn="r">
              <a:defRPr sz="10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79A6EAB-3BBA-974F-9837-08D667468856}" type="slidenum">
              <a:rPr lang="en-US" smtClean="0"/>
              <a:pPr/>
              <a:t>‹#›</a:t>
            </a:fld>
            <a:endParaRPr lang="en-US"/>
          </a:p>
        </p:txBody>
      </p:sp>
      <p:cxnSp>
        <p:nvCxnSpPr>
          <p:cNvPr id="14" name="Straight Connector 13">
            <a:extLst>
              <a:ext uri="{FF2B5EF4-FFF2-40B4-BE49-F238E27FC236}">
                <a16:creationId xmlns:a16="http://schemas.microsoft.com/office/drawing/2014/main" id="{617495CF-B15A-502A-9C53-DE3D9C630D37}"/>
              </a:ext>
            </a:extLst>
          </p:cNvPr>
          <p:cNvCxnSpPr>
            <a:cxnSpLocks/>
          </p:cNvCxnSpPr>
          <p:nvPr userDrawn="1"/>
        </p:nvCxnSpPr>
        <p:spPr>
          <a:xfrm flipV="1">
            <a:off x="609600" y="6323286"/>
            <a:ext cx="10972800" cy="1308"/>
          </a:xfrm>
          <a:prstGeom prst="line">
            <a:avLst/>
          </a:prstGeom>
          <a:ln>
            <a:solidFill>
              <a:srgbClr val="13256B"/>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3DEDF07-7C56-C9CB-9F27-E6ACEC14DF87}"/>
              </a:ext>
            </a:extLst>
          </p:cNvPr>
          <p:cNvSpPr txBox="1"/>
          <p:nvPr userDrawn="1"/>
        </p:nvSpPr>
        <p:spPr>
          <a:xfrm>
            <a:off x="0" y="0"/>
            <a:ext cx="1579278" cy="307777"/>
          </a:xfrm>
          <a:prstGeom prst="rect">
            <a:avLst/>
          </a:prstGeom>
          <a:noFill/>
          <a:ln w="19050">
            <a:noFill/>
          </a:ln>
        </p:spPr>
        <p:txBody>
          <a:bodyPr wrap="none" rtlCol="0">
            <a:spAutoFit/>
          </a:bodyPr>
          <a:lstStyle/>
          <a:p>
            <a:r>
              <a:rPr lang="en-US" sz="1400" b="0" i="1" u="none">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Interviewee-facing</a:t>
            </a:r>
            <a:endParaRPr lang="en-US" sz="1200" b="0" i="1" u="none">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p:txBody>
      </p:sp>
    </p:spTree>
    <p:extLst>
      <p:ext uri="{BB962C8B-B14F-4D97-AF65-F5344CB8AC3E}">
        <p14:creationId xmlns:p14="http://schemas.microsoft.com/office/powerpoint/2010/main" val="1850879998"/>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l" defTabSz="914354" rtl="0" eaLnBrk="1" latinLnBrk="0" hangingPunct="1">
        <a:lnSpc>
          <a:spcPct val="90000"/>
        </a:lnSpc>
        <a:spcBef>
          <a:spcPct val="0"/>
        </a:spcBef>
        <a:spcAft>
          <a:spcPts val="600"/>
        </a:spcAft>
        <a:buNone/>
        <a:defRPr sz="3600" b="1" i="0" kern="1200">
          <a:solidFill>
            <a:schemeClr val="tx1"/>
          </a:solidFill>
          <a:latin typeface="Baskerville SemiBold" panose="02020502070401020303" pitchFamily="18" charset="0"/>
          <a:ea typeface="Baskerville SemiBold" panose="02020502070401020303" pitchFamily="18" charset="0"/>
          <a:cs typeface="+mj-cs"/>
        </a:defRPr>
      </a:lvl1pPr>
    </p:titleStyle>
    <p:bodyStyle>
      <a:lvl1pPr marL="0" indent="0" algn="l" defTabSz="914354" rtl="0" eaLnBrk="1" latinLnBrk="0" hangingPunct="1">
        <a:lnSpc>
          <a:spcPct val="100000"/>
        </a:lnSpc>
        <a:spcBef>
          <a:spcPts val="0"/>
        </a:spcBef>
        <a:spcAft>
          <a:spcPts val="600"/>
        </a:spcAft>
        <a:buFont typeface="Arial" panose="020B0604020202020204" pitchFamily="34" charset="0"/>
        <a:buNone/>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766"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2942"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120"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298"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9F3A93-8774-F9C2-9A9E-EEFB33DBE934}"/>
              </a:ext>
            </a:extLst>
          </p:cNvPr>
          <p:cNvSpPr>
            <a:spLocks noGrp="1"/>
          </p:cNvSpPr>
          <p:nvPr>
            <p:ph type="title"/>
          </p:nvPr>
        </p:nvSpPr>
        <p:spPr>
          <a:xfrm>
            <a:off x="609600" y="444501"/>
            <a:ext cx="10972800" cy="473072"/>
          </a:xfrm>
          <a:prstGeom prst="rect">
            <a:avLst/>
          </a:prstGeom>
        </p:spPr>
        <p:txBody>
          <a:bodyPr vert="horz" lIns="91440" tIns="45720" rIns="91440" bIns="45720" rtlCol="0" anchor="ctr">
            <a:normAutofit/>
          </a:bodyPr>
          <a:lstStyle/>
          <a:p>
            <a:r>
              <a:rPr lang="en-US"/>
              <a:t>Case Name</a:t>
            </a:r>
          </a:p>
        </p:txBody>
      </p:sp>
      <p:sp>
        <p:nvSpPr>
          <p:cNvPr id="3" name="Text Placeholder 2">
            <a:extLst>
              <a:ext uri="{FF2B5EF4-FFF2-40B4-BE49-F238E27FC236}">
                <a16:creationId xmlns:a16="http://schemas.microsoft.com/office/drawing/2014/main" id="{BA33D903-6799-EA55-248F-5D1BD975D70B}"/>
              </a:ext>
            </a:extLst>
          </p:cNvPr>
          <p:cNvSpPr>
            <a:spLocks noGrp="1"/>
          </p:cNvSpPr>
          <p:nvPr>
            <p:ph type="body" idx="1"/>
          </p:nvPr>
        </p:nvSpPr>
        <p:spPr>
          <a:xfrm>
            <a:off x="609600" y="1085079"/>
            <a:ext cx="10972800" cy="508710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12A21A5-7B2A-C2BC-0ADB-31FD665493C8}"/>
              </a:ext>
            </a:extLst>
          </p:cNvPr>
          <p:cNvSpPr>
            <a:spLocks noGrp="1"/>
          </p:cNvSpPr>
          <p:nvPr>
            <p:ph type="ftr" sz="quarter" idx="3"/>
          </p:nvPr>
        </p:nvSpPr>
        <p:spPr>
          <a:xfrm>
            <a:off x="609600" y="6348093"/>
            <a:ext cx="1828800" cy="365125"/>
          </a:xfrm>
          <a:prstGeom prst="rect">
            <a:avLst/>
          </a:prstGeom>
        </p:spPr>
        <p:txBody>
          <a:bodyPr vert="horz" lIns="91440" tIns="45720" rIns="91440" bIns="45720" rtlCol="0" anchor="ctr"/>
          <a:lstStyle>
            <a:lvl1pPr algn="l">
              <a:defRPr sz="10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Hamilton Consulting Group</a:t>
            </a:r>
          </a:p>
        </p:txBody>
      </p:sp>
      <p:sp>
        <p:nvSpPr>
          <p:cNvPr id="6" name="Slide Number Placeholder 5">
            <a:extLst>
              <a:ext uri="{FF2B5EF4-FFF2-40B4-BE49-F238E27FC236}">
                <a16:creationId xmlns:a16="http://schemas.microsoft.com/office/drawing/2014/main" id="{C98045BF-8899-743F-45F8-FC440F41CF08}"/>
              </a:ext>
            </a:extLst>
          </p:cNvPr>
          <p:cNvSpPr>
            <a:spLocks noGrp="1"/>
          </p:cNvSpPr>
          <p:nvPr>
            <p:ph type="sldNum" sz="quarter" idx="4"/>
          </p:nvPr>
        </p:nvSpPr>
        <p:spPr>
          <a:xfrm>
            <a:off x="8839200" y="6323290"/>
            <a:ext cx="2743200" cy="365125"/>
          </a:xfrm>
          <a:prstGeom prst="rect">
            <a:avLst/>
          </a:prstGeom>
        </p:spPr>
        <p:txBody>
          <a:bodyPr vert="horz" lIns="91440" tIns="45720" rIns="91440" bIns="45720" rtlCol="0" anchor="ctr"/>
          <a:lstStyle>
            <a:lvl1pPr algn="r">
              <a:defRPr sz="10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79A6EAB-3BBA-974F-9837-08D667468856}" type="slidenum">
              <a:rPr lang="en-US" smtClean="0"/>
              <a:pPr/>
              <a:t>‹#›</a:t>
            </a:fld>
            <a:endParaRPr lang="en-US"/>
          </a:p>
        </p:txBody>
      </p:sp>
      <p:cxnSp>
        <p:nvCxnSpPr>
          <p:cNvPr id="14" name="Straight Connector 13">
            <a:extLst>
              <a:ext uri="{FF2B5EF4-FFF2-40B4-BE49-F238E27FC236}">
                <a16:creationId xmlns:a16="http://schemas.microsoft.com/office/drawing/2014/main" id="{617495CF-B15A-502A-9C53-DE3D9C630D37}"/>
              </a:ext>
            </a:extLst>
          </p:cNvPr>
          <p:cNvCxnSpPr>
            <a:cxnSpLocks/>
          </p:cNvCxnSpPr>
          <p:nvPr userDrawn="1"/>
        </p:nvCxnSpPr>
        <p:spPr>
          <a:xfrm flipV="1">
            <a:off x="609600" y="6323286"/>
            <a:ext cx="10972800" cy="1308"/>
          </a:xfrm>
          <a:prstGeom prst="line">
            <a:avLst/>
          </a:prstGeom>
          <a:ln>
            <a:solidFill>
              <a:srgbClr val="13256B"/>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540D8ED-0A87-4C70-FBF8-F39A7493A2E0}"/>
              </a:ext>
            </a:extLst>
          </p:cNvPr>
          <p:cNvCxnSpPr>
            <a:cxnSpLocks/>
          </p:cNvCxnSpPr>
          <p:nvPr userDrawn="1"/>
        </p:nvCxnSpPr>
        <p:spPr>
          <a:xfrm>
            <a:off x="609600" y="933970"/>
            <a:ext cx="11582400" cy="0"/>
          </a:xfrm>
          <a:prstGeom prst="line">
            <a:avLst/>
          </a:prstGeom>
          <a:ln>
            <a:solidFill>
              <a:srgbClr val="13256B"/>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78682EFB-ACAB-A932-8CBF-DACA05C357E8}"/>
              </a:ext>
            </a:extLst>
          </p:cNvPr>
          <p:cNvSpPr txBox="1"/>
          <p:nvPr userDrawn="1"/>
        </p:nvSpPr>
        <p:spPr>
          <a:xfrm>
            <a:off x="2" y="0"/>
            <a:ext cx="1532535" cy="307777"/>
          </a:xfrm>
          <a:prstGeom prst="rect">
            <a:avLst/>
          </a:prstGeom>
          <a:noFill/>
          <a:ln w="19050">
            <a:noFill/>
          </a:ln>
        </p:spPr>
        <p:txBody>
          <a:bodyPr wrap="none" rtlCol="0">
            <a:spAutoFit/>
          </a:bodyPr>
          <a:lstStyle/>
          <a:p>
            <a:r>
              <a:rPr lang="en-US" sz="1400" b="0" i="1" u="none">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Interviewer-facing</a:t>
            </a:r>
            <a:endParaRPr lang="en-US" sz="1200" b="0" i="1" u="none">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p:txBody>
      </p:sp>
    </p:spTree>
    <p:extLst>
      <p:ext uri="{BB962C8B-B14F-4D97-AF65-F5344CB8AC3E}">
        <p14:creationId xmlns:p14="http://schemas.microsoft.com/office/powerpoint/2010/main" val="393631368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Lst>
  <p:hf hdr="0" dt="0"/>
  <p:txStyles>
    <p:titleStyle>
      <a:lvl1pPr algn="l" defTabSz="914354" rtl="0" eaLnBrk="1" latinLnBrk="0" hangingPunct="1">
        <a:lnSpc>
          <a:spcPct val="90000"/>
        </a:lnSpc>
        <a:spcBef>
          <a:spcPct val="0"/>
        </a:spcBef>
        <a:spcAft>
          <a:spcPts val="600"/>
        </a:spcAft>
        <a:buNone/>
        <a:defRPr sz="3600" b="1" i="0" kern="1200">
          <a:solidFill>
            <a:schemeClr val="tx1"/>
          </a:solidFill>
          <a:latin typeface="Baskerville SemiBold" panose="02020502070401020303" pitchFamily="18" charset="0"/>
          <a:ea typeface="Baskerville SemiBold" panose="02020502070401020303" pitchFamily="18" charset="0"/>
          <a:cs typeface="+mj-cs"/>
        </a:defRPr>
      </a:lvl1pPr>
    </p:titleStyle>
    <p:bodyStyle>
      <a:lvl1pPr marL="0" indent="0" algn="l" defTabSz="914354" rtl="0" eaLnBrk="1" latinLnBrk="0" hangingPunct="1">
        <a:lnSpc>
          <a:spcPct val="100000"/>
        </a:lnSpc>
        <a:spcBef>
          <a:spcPts val="0"/>
        </a:spcBef>
        <a:spcAft>
          <a:spcPts val="600"/>
        </a:spcAft>
        <a:buFont typeface="Arial" panose="020B0604020202020204" pitchFamily="34" charset="0"/>
        <a:buNone/>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766"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2942"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120"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298" indent="-228589" algn="l" defTabSz="914354" rtl="0" eaLnBrk="1" latinLnBrk="0" hangingPunct="1">
        <a:lnSpc>
          <a:spcPct val="100000"/>
        </a:lnSpc>
        <a:spcBef>
          <a:spcPts val="0"/>
        </a:spcBef>
        <a:spcAft>
          <a:spcPts val="600"/>
        </a:spcAft>
        <a:buFont typeface="Arial" panose="020B0604020202020204" pitchFamily="34" charset="0"/>
        <a:buChar char="•"/>
        <a:defRPr sz="1400" b="0" i="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B079-FAC8-2095-DEC4-03CEF566D93F}"/>
              </a:ext>
            </a:extLst>
          </p:cNvPr>
          <p:cNvSpPr>
            <a:spLocks noGrp="1"/>
          </p:cNvSpPr>
          <p:nvPr>
            <p:ph type="ctrTitle"/>
          </p:nvPr>
        </p:nvSpPr>
        <p:spPr/>
        <p:txBody>
          <a:bodyPr/>
          <a:lstStyle/>
          <a:p>
            <a:r>
              <a:rPr lang="en-US" dirty="0"/>
              <a:t>Case Interview Crash Course</a:t>
            </a:r>
          </a:p>
        </p:txBody>
      </p:sp>
      <p:sp>
        <p:nvSpPr>
          <p:cNvPr id="3" name="Subtitle 2">
            <a:extLst>
              <a:ext uri="{FF2B5EF4-FFF2-40B4-BE49-F238E27FC236}">
                <a16:creationId xmlns:a16="http://schemas.microsoft.com/office/drawing/2014/main" id="{D2A8037D-854B-35FF-258F-334A084BB29D}"/>
              </a:ext>
            </a:extLst>
          </p:cNvPr>
          <p:cNvSpPr>
            <a:spLocks noGrp="1"/>
          </p:cNvSpPr>
          <p:nvPr>
            <p:ph type="subTitle" idx="1"/>
          </p:nvPr>
        </p:nvSpPr>
        <p:spPr>
          <a:xfrm>
            <a:off x="609600" y="4026730"/>
            <a:ext cx="5105400" cy="2145470"/>
          </a:xfrm>
        </p:spPr>
        <p:txBody>
          <a:bodyPr>
            <a:normAutofit/>
          </a:bodyPr>
          <a:lstStyle/>
          <a:p>
            <a:r>
              <a:rPr lang="en-US" dirty="0"/>
              <a:t>March 8</a:t>
            </a:r>
            <a:r>
              <a:rPr lang="en-US" baseline="30000" dirty="0"/>
              <a:t>th</a:t>
            </a:r>
            <a:r>
              <a:rPr lang="en-US" dirty="0"/>
              <a:t>, 2026, 5:30 pm</a:t>
            </a:r>
          </a:p>
          <a:p>
            <a:r>
              <a:rPr lang="en-US" dirty="0"/>
              <a:t>KJ 127</a:t>
            </a:r>
          </a:p>
        </p:txBody>
      </p:sp>
    </p:spTree>
    <p:extLst>
      <p:ext uri="{BB962C8B-B14F-4D97-AF65-F5344CB8AC3E}">
        <p14:creationId xmlns:p14="http://schemas.microsoft.com/office/powerpoint/2010/main" val="3834458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CAF4BA-CAE0-AEDB-89F7-4FB3AFEEA920}"/>
              </a:ext>
            </a:extLst>
          </p:cNvPr>
          <p:cNvSpPr>
            <a:spLocks noGrp="1"/>
          </p:cNvSpPr>
          <p:nvPr>
            <p:ph idx="1"/>
          </p:nvPr>
        </p:nvSpPr>
        <p:spPr/>
        <p:txBody>
          <a:bodyPr/>
          <a:lstStyle/>
          <a:p>
            <a:pPr marL="0" indent="0">
              <a:buNone/>
            </a:pPr>
            <a:r>
              <a:rPr lang="en-US" b="1" dirty="0"/>
              <a:t>Consultants are external advisors helping organizations make high-stakes decisions under uncertainty</a:t>
            </a:r>
          </a:p>
          <a:p>
            <a:pPr marL="0" indent="0">
              <a:buNone/>
            </a:pPr>
            <a:endParaRPr lang="en-US" b="1" dirty="0"/>
          </a:p>
          <a:p>
            <a:r>
              <a:rPr lang="en-US" dirty="0"/>
              <a:t>Firms face ambiguous problems (declining margins, market entry, strategy)</a:t>
            </a:r>
          </a:p>
          <a:p>
            <a:r>
              <a:rPr lang="en-US" dirty="0"/>
              <a:t>Consultants structure the problem and analyze options</a:t>
            </a:r>
          </a:p>
          <a:p>
            <a:r>
              <a:rPr lang="en-US" dirty="0"/>
              <a:t>They deliver a clear recommendation with risks and implementation path</a:t>
            </a:r>
          </a:p>
          <a:p>
            <a:pPr marL="0" indent="0">
              <a:buNone/>
            </a:pPr>
            <a:endParaRPr lang="en-US" dirty="0"/>
          </a:p>
          <a:p>
            <a:pPr marL="0" indent="0">
              <a:buNone/>
            </a:pPr>
            <a:r>
              <a:rPr lang="en-US" b="1" dirty="0"/>
              <a:t>Management decides; consultants advise</a:t>
            </a:r>
          </a:p>
        </p:txBody>
      </p:sp>
      <p:sp>
        <p:nvSpPr>
          <p:cNvPr id="3" name="Title 2">
            <a:extLst>
              <a:ext uri="{FF2B5EF4-FFF2-40B4-BE49-F238E27FC236}">
                <a16:creationId xmlns:a16="http://schemas.microsoft.com/office/drawing/2014/main" id="{81E3DE32-D7D1-153C-3BC0-BF18F8DAC531}"/>
              </a:ext>
            </a:extLst>
          </p:cNvPr>
          <p:cNvSpPr>
            <a:spLocks noGrp="1"/>
          </p:cNvSpPr>
          <p:nvPr>
            <p:ph type="title"/>
          </p:nvPr>
        </p:nvSpPr>
        <p:spPr/>
        <p:txBody>
          <a:bodyPr/>
          <a:lstStyle/>
          <a:p>
            <a:r>
              <a:rPr lang="en-US"/>
              <a:t>External Business Decision Advisors</a:t>
            </a:r>
            <a:endParaRPr lang="en-US" dirty="0"/>
          </a:p>
        </p:txBody>
      </p:sp>
      <p:sp>
        <p:nvSpPr>
          <p:cNvPr id="4" name="Footer Placeholder 3">
            <a:extLst>
              <a:ext uri="{FF2B5EF4-FFF2-40B4-BE49-F238E27FC236}">
                <a16:creationId xmlns:a16="http://schemas.microsoft.com/office/drawing/2014/main" id="{4A780C3D-1876-A4D8-E4F3-C712849CE872}"/>
              </a:ext>
            </a:extLst>
          </p:cNvPr>
          <p:cNvSpPr>
            <a:spLocks noGrp="1"/>
          </p:cNvSpPr>
          <p:nvPr>
            <p:ph type="ftr" sz="quarter" idx="3"/>
          </p:nvPr>
        </p:nvSpPr>
        <p:spPr/>
        <p:txBody>
          <a:bodyPr/>
          <a:lstStyle/>
          <a:p>
            <a:r>
              <a:rPr lang="en-US">
                <a:latin typeface="Helvetica Neue Thin" panose="020B0403020202020204" pitchFamily="34" charset="0"/>
                <a:ea typeface="Helvetica Neue Thin" panose="020B0403020202020204" pitchFamily="34" charset="0"/>
              </a:rPr>
              <a:t>Hamilton Consulting Group</a:t>
            </a:r>
            <a:endParaRPr lang="en-US" dirty="0">
              <a:latin typeface="Helvetica Neue Thin" panose="020B0403020202020204" pitchFamily="34" charset="0"/>
              <a:ea typeface="Helvetica Neue Thin" panose="020B0403020202020204" pitchFamily="34" charset="0"/>
            </a:endParaRPr>
          </a:p>
        </p:txBody>
      </p:sp>
      <p:sp>
        <p:nvSpPr>
          <p:cNvPr id="5" name="Slide Number Placeholder 4">
            <a:extLst>
              <a:ext uri="{FF2B5EF4-FFF2-40B4-BE49-F238E27FC236}">
                <a16:creationId xmlns:a16="http://schemas.microsoft.com/office/drawing/2014/main" id="{55322597-48D2-DA4D-2EE7-BDAED84EBFC3}"/>
              </a:ext>
            </a:extLst>
          </p:cNvPr>
          <p:cNvSpPr>
            <a:spLocks noGrp="1"/>
          </p:cNvSpPr>
          <p:nvPr>
            <p:ph type="sldNum" sz="quarter" idx="4"/>
          </p:nvPr>
        </p:nvSpPr>
        <p:spPr/>
        <p:txBody>
          <a:bodyPr/>
          <a:lstStyle/>
          <a:p>
            <a:fld id="{48250191-BDAE-F64A-A841-E235618397AC}" type="slidenum">
              <a:rPr lang="en-US" smtClean="0"/>
              <a:pPr/>
              <a:t>2</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2190171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C52748-F9E5-DEF3-F942-7C716380792D}"/>
              </a:ext>
            </a:extLst>
          </p:cNvPr>
          <p:cNvSpPr>
            <a:spLocks noGrp="1"/>
          </p:cNvSpPr>
          <p:nvPr>
            <p:ph sz="half" idx="1"/>
          </p:nvPr>
        </p:nvSpPr>
        <p:spPr>
          <a:xfrm>
            <a:off x="621957" y="1636937"/>
            <a:ext cx="5245443" cy="4230962"/>
          </a:xfrm>
        </p:spPr>
        <p:txBody>
          <a:bodyPr>
            <a:normAutofit/>
          </a:bodyPr>
          <a:lstStyle/>
          <a:p>
            <a:pPr marL="0" indent="0">
              <a:buNone/>
            </a:pPr>
            <a:r>
              <a:rPr lang="en-US" dirty="0">
                <a:latin typeface="Helvetica Neue" panose="02000503000000020004" pitchFamily="2" charset="0"/>
                <a:ea typeface="Helvetica Neue" panose="02000503000000020004" pitchFamily="2" charset="0"/>
                <a:cs typeface="Helvetica Neue" panose="02000503000000020004" pitchFamily="2" charset="0"/>
              </a:rPr>
              <a:t>Typical engagement characteristics:</a:t>
            </a:r>
          </a:p>
          <a:p>
            <a:r>
              <a:rPr lang="en-US" dirty="0">
                <a:latin typeface="Helvetica Neue" panose="02000503000000020004" pitchFamily="2" charset="0"/>
                <a:ea typeface="Helvetica Neue" panose="02000503000000020004" pitchFamily="2" charset="0"/>
                <a:cs typeface="Helvetica Neue" panose="02000503000000020004" pitchFamily="2" charset="0"/>
              </a:rPr>
              <a:t>Defined scope: clear problem and deliverables</a:t>
            </a:r>
          </a:p>
          <a:p>
            <a:r>
              <a:rPr lang="en-US" dirty="0">
                <a:latin typeface="Helvetica Neue" panose="02000503000000020004" pitchFamily="2" charset="0"/>
                <a:ea typeface="Helvetica Neue" panose="02000503000000020004" pitchFamily="2" charset="0"/>
                <a:cs typeface="Helvetica Neue" panose="02000503000000020004" pitchFamily="2" charset="0"/>
              </a:rPr>
              <a:t>Timeline: weeks to months</a:t>
            </a:r>
          </a:p>
          <a:p>
            <a:r>
              <a:rPr lang="en-US" dirty="0">
                <a:latin typeface="Helvetica Neue" panose="02000503000000020004" pitchFamily="2" charset="0"/>
                <a:ea typeface="Helvetica Neue" panose="02000503000000020004" pitchFamily="2" charset="0"/>
                <a:cs typeface="Helvetica Neue" panose="02000503000000020004" pitchFamily="2" charset="0"/>
              </a:rPr>
              <a:t>Small teams: 2-6 consultants</a:t>
            </a:r>
          </a:p>
          <a:p>
            <a:r>
              <a:rPr lang="en-US" dirty="0">
                <a:latin typeface="Helvetica Neue" panose="02000503000000020004" pitchFamily="2" charset="0"/>
                <a:ea typeface="Helvetica Neue" panose="02000503000000020004" pitchFamily="2" charset="0"/>
                <a:cs typeface="Helvetica Neue" panose="02000503000000020004" pitchFamily="2" charset="0"/>
              </a:rPr>
              <a:t>Executive deliverables: recommendations presented to leadership</a:t>
            </a:r>
          </a:p>
          <a:p>
            <a:pPr lvl="1"/>
            <a:endParaRPr lang="en-US" dirty="0"/>
          </a:p>
          <a:p>
            <a:endParaRPr lang="en-US" dirty="0"/>
          </a:p>
        </p:txBody>
      </p:sp>
      <p:sp>
        <p:nvSpPr>
          <p:cNvPr id="7" name="Content Placeholder 6">
            <a:extLst>
              <a:ext uri="{FF2B5EF4-FFF2-40B4-BE49-F238E27FC236}">
                <a16:creationId xmlns:a16="http://schemas.microsoft.com/office/drawing/2014/main" id="{C06AEF21-637A-A10B-1635-8089AE1D3E7F}"/>
              </a:ext>
            </a:extLst>
          </p:cNvPr>
          <p:cNvSpPr>
            <a:spLocks noGrp="1"/>
          </p:cNvSpPr>
          <p:nvPr>
            <p:ph sz="half" idx="2"/>
          </p:nvPr>
        </p:nvSpPr>
        <p:spPr>
          <a:xfrm>
            <a:off x="6323012" y="1633894"/>
            <a:ext cx="5245446" cy="4230962"/>
          </a:xfrm>
        </p:spPr>
        <p:txBody>
          <a:bodyPr/>
          <a:lstStyle/>
          <a:p>
            <a:pPr marL="0" indent="0">
              <a:buNone/>
            </a:pPr>
            <a:r>
              <a:rPr lang="en-US" dirty="0">
                <a:latin typeface="Helvetica Neue" panose="02000503000000020004" pitchFamily="2" charset="0"/>
                <a:ea typeface="Helvetica Neue" panose="02000503000000020004" pitchFamily="2" charset="0"/>
                <a:cs typeface="Helvetica Neue" panose="02000503000000020004" pitchFamily="2" charset="0"/>
              </a:rPr>
              <a:t>Common work types:</a:t>
            </a:r>
          </a:p>
          <a:p>
            <a:r>
              <a:rPr lang="en-US" dirty="0">
                <a:latin typeface="Helvetica Neue" panose="02000503000000020004" pitchFamily="2" charset="0"/>
                <a:ea typeface="Helvetica Neue" panose="02000503000000020004" pitchFamily="2" charset="0"/>
                <a:cs typeface="Helvetica Neue" panose="02000503000000020004" pitchFamily="2" charset="0"/>
              </a:rPr>
              <a:t>Strategy (market entry, growth)</a:t>
            </a:r>
          </a:p>
          <a:p>
            <a:r>
              <a:rPr lang="en-US" dirty="0">
                <a:latin typeface="Helvetica Neue" panose="02000503000000020004" pitchFamily="2" charset="0"/>
                <a:ea typeface="Helvetica Neue" panose="02000503000000020004" pitchFamily="2" charset="0"/>
                <a:cs typeface="Helvetica Neue" panose="02000503000000020004" pitchFamily="2" charset="0"/>
              </a:rPr>
              <a:t>Operations (pricing, cost reduction)</a:t>
            </a:r>
          </a:p>
          <a:p>
            <a:r>
              <a:rPr lang="en-US" dirty="0">
                <a:latin typeface="Helvetica Neue" panose="02000503000000020004" pitchFamily="2" charset="0"/>
                <a:ea typeface="Helvetica Neue" panose="02000503000000020004" pitchFamily="2" charset="0"/>
                <a:cs typeface="Helvetica Neue" panose="02000503000000020004" pitchFamily="2" charset="0"/>
              </a:rPr>
              <a:t>Transformation (redesign, digital)</a:t>
            </a:r>
          </a:p>
          <a:p>
            <a:r>
              <a:rPr lang="en-US" dirty="0">
                <a:latin typeface="Helvetica Neue" panose="02000503000000020004" pitchFamily="2" charset="0"/>
                <a:ea typeface="Helvetica Neue" panose="02000503000000020004" pitchFamily="2" charset="0"/>
                <a:cs typeface="Helvetica Neue" panose="02000503000000020004" pitchFamily="2" charset="0"/>
              </a:rPr>
              <a:t>Due Diligence (investment analysis)</a:t>
            </a:r>
          </a:p>
        </p:txBody>
      </p:sp>
      <p:sp>
        <p:nvSpPr>
          <p:cNvPr id="3" name="Title 2">
            <a:extLst>
              <a:ext uri="{FF2B5EF4-FFF2-40B4-BE49-F238E27FC236}">
                <a16:creationId xmlns:a16="http://schemas.microsoft.com/office/drawing/2014/main" id="{F9CC0517-BB40-C518-7E12-1C2A62C7935E}"/>
              </a:ext>
            </a:extLst>
          </p:cNvPr>
          <p:cNvSpPr>
            <a:spLocks noGrp="1"/>
          </p:cNvSpPr>
          <p:nvPr>
            <p:ph type="title"/>
          </p:nvPr>
        </p:nvSpPr>
        <p:spPr/>
        <p:txBody>
          <a:bodyPr/>
          <a:lstStyle/>
          <a:p>
            <a:r>
              <a:rPr lang="en-US" dirty="0"/>
              <a:t>Solving Defined Business Problems in Time</a:t>
            </a:r>
          </a:p>
        </p:txBody>
      </p:sp>
      <p:sp>
        <p:nvSpPr>
          <p:cNvPr id="4" name="Footer Placeholder 3">
            <a:extLst>
              <a:ext uri="{FF2B5EF4-FFF2-40B4-BE49-F238E27FC236}">
                <a16:creationId xmlns:a16="http://schemas.microsoft.com/office/drawing/2014/main" id="{AE27E5C2-54E7-2F9E-8ED8-D9D153404DAD}"/>
              </a:ext>
            </a:extLst>
          </p:cNvPr>
          <p:cNvSpPr>
            <a:spLocks noGrp="1"/>
          </p:cNvSpPr>
          <p:nvPr>
            <p:ph type="ftr" sz="quarter" idx="10"/>
          </p:nvPr>
        </p:nvSpPr>
        <p:spPr/>
        <p:txBody>
          <a:bodyPr/>
          <a:lstStyle/>
          <a:p>
            <a:r>
              <a:rPr lang="en-US">
                <a:latin typeface="Helvetica Neue Thin" panose="020B0403020202020204" pitchFamily="34" charset="0"/>
                <a:ea typeface="Helvetica Neue Thin" panose="020B0403020202020204" pitchFamily="34" charset="0"/>
              </a:rPr>
              <a:t>Hamilton Consulting Group</a:t>
            </a:r>
            <a:endParaRPr lang="en-US" dirty="0">
              <a:latin typeface="Helvetica Neue Thin" panose="020B0403020202020204" pitchFamily="34" charset="0"/>
              <a:ea typeface="Helvetica Neue Thin" panose="020B0403020202020204" pitchFamily="34" charset="0"/>
            </a:endParaRPr>
          </a:p>
        </p:txBody>
      </p:sp>
      <p:sp>
        <p:nvSpPr>
          <p:cNvPr id="5" name="Slide Number Placeholder 4">
            <a:extLst>
              <a:ext uri="{FF2B5EF4-FFF2-40B4-BE49-F238E27FC236}">
                <a16:creationId xmlns:a16="http://schemas.microsoft.com/office/drawing/2014/main" id="{A7DD377E-32BF-685C-EAB9-B1E2D66616C0}"/>
              </a:ext>
            </a:extLst>
          </p:cNvPr>
          <p:cNvSpPr>
            <a:spLocks noGrp="1"/>
          </p:cNvSpPr>
          <p:nvPr>
            <p:ph type="sldNum" sz="quarter" idx="11"/>
          </p:nvPr>
        </p:nvSpPr>
        <p:spPr/>
        <p:txBody>
          <a:bodyPr/>
          <a:lstStyle/>
          <a:p>
            <a:fld id="{48250191-BDAE-F64A-A841-E235618397AC}" type="slidenum">
              <a:rPr lang="en-US" smtClean="0"/>
              <a:pPr/>
              <a:t>3</a:t>
            </a:fld>
            <a:endParaRPr lang="en-US" dirty="0">
              <a:latin typeface="Helvetica Neue Thin" panose="020B0403020202020204" pitchFamily="34" charset="0"/>
              <a:ea typeface="Helvetica Neue Thin" panose="020B0403020202020204" pitchFamily="34" charset="0"/>
            </a:endParaRPr>
          </a:p>
        </p:txBody>
      </p:sp>
      <p:sp>
        <p:nvSpPr>
          <p:cNvPr id="6" name="TextBox 5">
            <a:extLst>
              <a:ext uri="{FF2B5EF4-FFF2-40B4-BE49-F238E27FC236}">
                <a16:creationId xmlns:a16="http://schemas.microsoft.com/office/drawing/2014/main" id="{1C1E9638-6C9F-62C3-F18D-C40844F87617}"/>
              </a:ext>
            </a:extLst>
          </p:cNvPr>
          <p:cNvSpPr txBox="1"/>
          <p:nvPr/>
        </p:nvSpPr>
        <p:spPr>
          <a:xfrm>
            <a:off x="595658" y="1099268"/>
            <a:ext cx="10972800" cy="424732"/>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Projects are time-bound engagements solving a defined business problem</a:t>
            </a:r>
          </a:p>
        </p:txBody>
      </p:sp>
    </p:spTree>
    <p:extLst>
      <p:ext uri="{BB962C8B-B14F-4D97-AF65-F5344CB8AC3E}">
        <p14:creationId xmlns:p14="http://schemas.microsoft.com/office/powerpoint/2010/main" val="1532985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8089D3BF-E4D6-F743-F0D4-7CC96EF0F9F2}"/>
              </a:ext>
            </a:extLst>
          </p:cNvPr>
          <p:cNvGraphicFramePr>
            <a:graphicFrameLocks noGrp="1"/>
          </p:cNvGraphicFramePr>
          <p:nvPr>
            <p:ph idx="1"/>
            <p:extLst>
              <p:ext uri="{D42A27DB-BD31-4B8C-83A1-F6EECF244321}">
                <p14:modId xmlns:p14="http://schemas.microsoft.com/office/powerpoint/2010/main" val="3318463047"/>
              </p:ext>
            </p:extLst>
          </p:nvPr>
        </p:nvGraphicFramePr>
        <p:xfrm>
          <a:off x="609600" y="1600200"/>
          <a:ext cx="10972800" cy="426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F48A249F-45C5-8EBF-3F85-34E03EB3914C}"/>
              </a:ext>
            </a:extLst>
          </p:cNvPr>
          <p:cNvSpPr>
            <a:spLocks noGrp="1"/>
          </p:cNvSpPr>
          <p:nvPr>
            <p:ph type="title"/>
          </p:nvPr>
        </p:nvSpPr>
        <p:spPr/>
        <p:txBody>
          <a:bodyPr/>
          <a:lstStyle/>
          <a:p>
            <a:r>
              <a:rPr lang="en-US" dirty="0"/>
              <a:t>Consulting: Structured Problem-solving </a:t>
            </a:r>
          </a:p>
        </p:txBody>
      </p:sp>
      <p:sp>
        <p:nvSpPr>
          <p:cNvPr id="4" name="Footer Placeholder 3">
            <a:extLst>
              <a:ext uri="{FF2B5EF4-FFF2-40B4-BE49-F238E27FC236}">
                <a16:creationId xmlns:a16="http://schemas.microsoft.com/office/drawing/2014/main" id="{0A5FE838-9555-E412-D249-E95F1FBC964D}"/>
              </a:ext>
            </a:extLst>
          </p:cNvPr>
          <p:cNvSpPr>
            <a:spLocks noGrp="1"/>
          </p:cNvSpPr>
          <p:nvPr>
            <p:ph type="ftr" sz="quarter" idx="3"/>
          </p:nvPr>
        </p:nvSpPr>
        <p:spPr/>
        <p:txBody>
          <a:bodyPr/>
          <a:lstStyle/>
          <a:p>
            <a:r>
              <a:rPr lang="en-US">
                <a:latin typeface="Helvetica Neue Thin" panose="020B0403020202020204" pitchFamily="34" charset="0"/>
                <a:ea typeface="Helvetica Neue Thin" panose="020B0403020202020204" pitchFamily="34" charset="0"/>
              </a:rPr>
              <a:t>Hamilton Consulting Group</a:t>
            </a:r>
            <a:endParaRPr lang="en-US" dirty="0">
              <a:latin typeface="Helvetica Neue Thin" panose="020B0403020202020204" pitchFamily="34" charset="0"/>
              <a:ea typeface="Helvetica Neue Thin" panose="020B0403020202020204" pitchFamily="34" charset="0"/>
            </a:endParaRPr>
          </a:p>
        </p:txBody>
      </p:sp>
      <p:sp>
        <p:nvSpPr>
          <p:cNvPr id="5" name="Slide Number Placeholder 4">
            <a:extLst>
              <a:ext uri="{FF2B5EF4-FFF2-40B4-BE49-F238E27FC236}">
                <a16:creationId xmlns:a16="http://schemas.microsoft.com/office/drawing/2014/main" id="{F9989BEB-0698-CD74-AAFA-92A2A31A4D3F}"/>
              </a:ext>
            </a:extLst>
          </p:cNvPr>
          <p:cNvSpPr>
            <a:spLocks noGrp="1"/>
          </p:cNvSpPr>
          <p:nvPr>
            <p:ph type="sldNum" sz="quarter" idx="4"/>
          </p:nvPr>
        </p:nvSpPr>
        <p:spPr/>
        <p:txBody>
          <a:bodyPr/>
          <a:lstStyle/>
          <a:p>
            <a:fld id="{48250191-BDAE-F64A-A841-E235618397AC}" type="slidenum">
              <a:rPr lang="en-US" smtClean="0"/>
              <a:pPr/>
              <a:t>4</a:t>
            </a:fld>
            <a:endParaRPr lang="en-US"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364664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F1652E1F-FB18-7F53-E2FA-871803CA23EE}"/>
              </a:ext>
            </a:extLst>
          </p:cNvPr>
          <p:cNvGraphicFramePr>
            <a:graphicFrameLocks noGrp="1"/>
          </p:cNvGraphicFramePr>
          <p:nvPr>
            <p:ph idx="1"/>
            <p:extLst>
              <p:ext uri="{D42A27DB-BD31-4B8C-83A1-F6EECF244321}">
                <p14:modId xmlns:p14="http://schemas.microsoft.com/office/powerpoint/2010/main" val="3054254423"/>
              </p:ext>
            </p:extLst>
          </p:nvPr>
        </p:nvGraphicFramePr>
        <p:xfrm>
          <a:off x="609600" y="1600200"/>
          <a:ext cx="109728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101E6D5D-9AF5-2031-36B1-10E761C74EFA}"/>
              </a:ext>
            </a:extLst>
          </p:cNvPr>
          <p:cNvSpPr>
            <a:spLocks noGrp="1"/>
          </p:cNvSpPr>
          <p:nvPr>
            <p:ph type="title"/>
          </p:nvPr>
        </p:nvSpPr>
        <p:spPr/>
        <p:txBody>
          <a:bodyPr/>
          <a:lstStyle/>
          <a:p>
            <a:r>
              <a:rPr lang="en-US" dirty="0"/>
              <a:t>Three Traits That Thrive in Consulting</a:t>
            </a:r>
          </a:p>
        </p:txBody>
      </p:sp>
      <p:sp>
        <p:nvSpPr>
          <p:cNvPr id="4" name="Footer Placeholder 3">
            <a:extLst>
              <a:ext uri="{FF2B5EF4-FFF2-40B4-BE49-F238E27FC236}">
                <a16:creationId xmlns:a16="http://schemas.microsoft.com/office/drawing/2014/main" id="{B7218218-4825-0BC1-006E-46550A22E2D9}"/>
              </a:ext>
            </a:extLst>
          </p:cNvPr>
          <p:cNvSpPr>
            <a:spLocks noGrp="1"/>
          </p:cNvSpPr>
          <p:nvPr>
            <p:ph type="ftr" sz="quarter" idx="3"/>
          </p:nvPr>
        </p:nvSpPr>
        <p:spPr/>
        <p:txBody>
          <a:bodyPr/>
          <a:lstStyle/>
          <a:p>
            <a:r>
              <a:rPr lang="en-US">
                <a:latin typeface="Helvetica Neue Thin" panose="020B0403020202020204" pitchFamily="34" charset="0"/>
                <a:ea typeface="Helvetica Neue Thin" panose="020B0403020202020204" pitchFamily="34" charset="0"/>
              </a:rPr>
              <a:t>Hamilton Consulting Group</a:t>
            </a:r>
            <a:endParaRPr lang="en-US" dirty="0">
              <a:latin typeface="Helvetica Neue Thin" panose="020B0403020202020204" pitchFamily="34" charset="0"/>
              <a:ea typeface="Helvetica Neue Thin" panose="020B0403020202020204" pitchFamily="34" charset="0"/>
            </a:endParaRPr>
          </a:p>
        </p:txBody>
      </p:sp>
      <p:sp>
        <p:nvSpPr>
          <p:cNvPr id="5" name="Slide Number Placeholder 4">
            <a:extLst>
              <a:ext uri="{FF2B5EF4-FFF2-40B4-BE49-F238E27FC236}">
                <a16:creationId xmlns:a16="http://schemas.microsoft.com/office/drawing/2014/main" id="{38436DAB-9881-11BA-39D7-218C72484E8A}"/>
              </a:ext>
            </a:extLst>
          </p:cNvPr>
          <p:cNvSpPr>
            <a:spLocks noGrp="1"/>
          </p:cNvSpPr>
          <p:nvPr>
            <p:ph type="sldNum" sz="quarter" idx="4"/>
          </p:nvPr>
        </p:nvSpPr>
        <p:spPr/>
        <p:txBody>
          <a:bodyPr/>
          <a:lstStyle/>
          <a:p>
            <a:fld id="{48250191-BDAE-F64A-A841-E235618397AC}" type="slidenum">
              <a:rPr lang="en-US" smtClean="0"/>
              <a:pPr/>
              <a:t>5</a:t>
            </a:fld>
            <a:endParaRPr lang="en-US" dirty="0">
              <a:latin typeface="Helvetica Neue Thin" panose="020B0403020202020204" pitchFamily="34" charset="0"/>
              <a:ea typeface="Helvetica Neue Thin" panose="020B0403020202020204" pitchFamily="34" charset="0"/>
            </a:endParaRPr>
          </a:p>
        </p:txBody>
      </p:sp>
      <p:sp>
        <p:nvSpPr>
          <p:cNvPr id="8" name="TextBox 7">
            <a:extLst>
              <a:ext uri="{FF2B5EF4-FFF2-40B4-BE49-F238E27FC236}">
                <a16:creationId xmlns:a16="http://schemas.microsoft.com/office/drawing/2014/main" id="{E2F7BFEF-7576-B611-89D5-4B33DED3752D}"/>
              </a:ext>
            </a:extLst>
          </p:cNvPr>
          <p:cNvSpPr txBox="1"/>
          <p:nvPr/>
        </p:nvSpPr>
        <p:spPr>
          <a:xfrm>
            <a:off x="609600" y="5336138"/>
            <a:ext cx="10972800" cy="757130"/>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Liberal-arts advantage: </a:t>
            </a:r>
            <a:r>
              <a:rPr kumimoji="0" lang="en-US" sz="240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novel thinking, broad intellectual background, creativity in problem solving</a:t>
            </a:r>
          </a:p>
        </p:txBody>
      </p:sp>
    </p:spTree>
    <p:extLst>
      <p:ext uri="{BB962C8B-B14F-4D97-AF65-F5344CB8AC3E}">
        <p14:creationId xmlns:p14="http://schemas.microsoft.com/office/powerpoint/2010/main" val="771144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1DD27D-710F-A9C3-05EC-D8F7136A119A}"/>
              </a:ext>
            </a:extLst>
          </p:cNvPr>
          <p:cNvSpPr>
            <a:spLocks noGrp="1"/>
          </p:cNvSpPr>
          <p:nvPr>
            <p:ph type="title"/>
          </p:nvPr>
        </p:nvSpPr>
        <p:spPr/>
        <p:txBody>
          <a:bodyPr/>
          <a:lstStyle/>
          <a:p>
            <a:r>
              <a:rPr lang="en-US" dirty="0"/>
              <a:t>Breaking-in: Explore, Prepare, Convert</a:t>
            </a:r>
          </a:p>
        </p:txBody>
      </p:sp>
      <p:sp>
        <p:nvSpPr>
          <p:cNvPr id="4" name="Footer Placeholder 3">
            <a:extLst>
              <a:ext uri="{FF2B5EF4-FFF2-40B4-BE49-F238E27FC236}">
                <a16:creationId xmlns:a16="http://schemas.microsoft.com/office/drawing/2014/main" id="{553E452A-1462-76A4-8591-A90E7B888690}"/>
              </a:ext>
            </a:extLst>
          </p:cNvPr>
          <p:cNvSpPr>
            <a:spLocks noGrp="1"/>
          </p:cNvSpPr>
          <p:nvPr>
            <p:ph type="ftr" sz="quarter" idx="3"/>
          </p:nvPr>
        </p:nvSpPr>
        <p:spPr/>
        <p:txBody>
          <a:bodyPr/>
          <a:lstStyle/>
          <a:p>
            <a:r>
              <a:rPr lang="en-US">
                <a:latin typeface="Helvetica Neue Thin" panose="020B0403020202020204" pitchFamily="34" charset="0"/>
                <a:ea typeface="Helvetica Neue Thin" panose="020B0403020202020204" pitchFamily="34" charset="0"/>
              </a:rPr>
              <a:t>Hamilton Consulting Group</a:t>
            </a:r>
            <a:endParaRPr lang="en-US" dirty="0">
              <a:latin typeface="Helvetica Neue Thin" panose="020B0403020202020204" pitchFamily="34" charset="0"/>
              <a:ea typeface="Helvetica Neue Thin" panose="020B0403020202020204" pitchFamily="34" charset="0"/>
            </a:endParaRPr>
          </a:p>
        </p:txBody>
      </p:sp>
      <p:sp>
        <p:nvSpPr>
          <p:cNvPr id="5" name="Slide Number Placeholder 4">
            <a:extLst>
              <a:ext uri="{FF2B5EF4-FFF2-40B4-BE49-F238E27FC236}">
                <a16:creationId xmlns:a16="http://schemas.microsoft.com/office/drawing/2014/main" id="{CDCFFC6B-2CFB-85D0-693B-69390BCD6B00}"/>
              </a:ext>
            </a:extLst>
          </p:cNvPr>
          <p:cNvSpPr>
            <a:spLocks noGrp="1"/>
          </p:cNvSpPr>
          <p:nvPr>
            <p:ph type="sldNum" sz="quarter" idx="4"/>
          </p:nvPr>
        </p:nvSpPr>
        <p:spPr/>
        <p:txBody>
          <a:bodyPr/>
          <a:lstStyle/>
          <a:p>
            <a:fld id="{48250191-BDAE-F64A-A841-E235618397AC}" type="slidenum">
              <a:rPr lang="en-US" smtClean="0"/>
              <a:pPr/>
              <a:t>6</a:t>
            </a:fld>
            <a:endParaRPr lang="en-US" dirty="0">
              <a:latin typeface="Helvetica Neue Thin" panose="020B0403020202020204" pitchFamily="34" charset="0"/>
              <a:ea typeface="Helvetica Neue Thin" panose="020B0403020202020204" pitchFamily="34" charset="0"/>
            </a:endParaRPr>
          </a:p>
        </p:txBody>
      </p:sp>
      <p:graphicFrame>
        <p:nvGraphicFramePr>
          <p:cNvPr id="9" name="Content Placeholder 5">
            <a:extLst>
              <a:ext uri="{FF2B5EF4-FFF2-40B4-BE49-F238E27FC236}">
                <a16:creationId xmlns:a16="http://schemas.microsoft.com/office/drawing/2014/main" id="{EC4A229A-2308-F043-FF02-D5969E86D3D4}"/>
              </a:ext>
            </a:extLst>
          </p:cNvPr>
          <p:cNvGraphicFramePr>
            <a:graphicFrameLocks/>
          </p:cNvGraphicFramePr>
          <p:nvPr>
            <p:extLst>
              <p:ext uri="{D42A27DB-BD31-4B8C-83A1-F6EECF244321}">
                <p14:modId xmlns:p14="http://schemas.microsoft.com/office/powerpoint/2010/main" val="2732083717"/>
              </p:ext>
            </p:extLst>
          </p:nvPr>
        </p:nvGraphicFramePr>
        <p:xfrm>
          <a:off x="609600" y="1600200"/>
          <a:ext cx="10972800" cy="426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0528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42E79-BEB2-5365-5EE0-54CC169D9D48}"/>
              </a:ext>
            </a:extLst>
          </p:cNvPr>
          <p:cNvSpPr>
            <a:spLocks noGrp="1"/>
          </p:cNvSpPr>
          <p:nvPr>
            <p:ph type="title"/>
          </p:nvPr>
        </p:nvSpPr>
        <p:spPr/>
        <p:txBody>
          <a:bodyPr/>
          <a:lstStyle/>
          <a:p>
            <a:r>
              <a:rPr lang="en-US" dirty="0"/>
              <a:t>Royal Cinemas (Stern)</a:t>
            </a:r>
          </a:p>
        </p:txBody>
      </p:sp>
      <p:sp>
        <p:nvSpPr>
          <p:cNvPr id="3" name="Text Placeholder 2">
            <a:extLst>
              <a:ext uri="{FF2B5EF4-FFF2-40B4-BE49-F238E27FC236}">
                <a16:creationId xmlns:a16="http://schemas.microsoft.com/office/drawing/2014/main" id="{244A74E2-FC6B-F06B-839F-8642AF58B4D6}"/>
              </a:ext>
            </a:extLst>
          </p:cNvPr>
          <p:cNvSpPr>
            <a:spLocks noGrp="1"/>
          </p:cNvSpPr>
          <p:nvPr>
            <p:ph type="body" sz="quarter" idx="11"/>
          </p:nvPr>
        </p:nvSpPr>
        <p:spPr/>
        <p:txBody>
          <a:bodyPr/>
          <a:lstStyle/>
          <a:p>
            <a:r>
              <a:rPr lang="en-US"/>
              <a:t>Entertainment</a:t>
            </a:r>
          </a:p>
          <a:p>
            <a:r>
              <a:rPr lang="en-US"/>
              <a:t>Market entry</a:t>
            </a:r>
          </a:p>
          <a:p>
            <a:r>
              <a:rPr lang="en-US"/>
              <a:t>Revenue calculation</a:t>
            </a:r>
          </a:p>
          <a:p>
            <a:r>
              <a:rPr lang="en-US"/>
              <a:t>Chart reading</a:t>
            </a:r>
          </a:p>
          <a:p>
            <a:r>
              <a:rPr lang="en-US"/>
              <a:t>Breakeven calculation</a:t>
            </a:r>
          </a:p>
          <a:p>
            <a:r>
              <a:rPr lang="en-US"/>
              <a:t>Creative brainstorming</a:t>
            </a:r>
          </a:p>
        </p:txBody>
      </p:sp>
      <p:sp>
        <p:nvSpPr>
          <p:cNvPr id="4" name="Text Placeholder 3">
            <a:extLst>
              <a:ext uri="{FF2B5EF4-FFF2-40B4-BE49-F238E27FC236}">
                <a16:creationId xmlns:a16="http://schemas.microsoft.com/office/drawing/2014/main" id="{85C989FC-9FAE-9C20-D92A-E46F55A7C20D}"/>
              </a:ext>
            </a:extLst>
          </p:cNvPr>
          <p:cNvSpPr>
            <a:spLocks noGrp="1"/>
          </p:cNvSpPr>
          <p:nvPr>
            <p:ph type="body" sz="quarter" idx="12"/>
          </p:nvPr>
        </p:nvSpPr>
        <p:spPr/>
        <p:txBody>
          <a:bodyPr/>
          <a:lstStyle/>
          <a:p>
            <a:r>
              <a:rPr lang="en-US"/>
              <a:t>Key case steps: evaluate luxury cinema market opportunities, breakeven calculation, discussion of entry strategy, recommendation (yes/no, risks, next steps).</a:t>
            </a:r>
          </a:p>
          <a:p>
            <a:r>
              <a:rPr lang="en-US"/>
              <a:t>Exhibit 1: Show when the candidate asks about luxury market size/growth.</a:t>
            </a:r>
          </a:p>
          <a:p>
            <a:r>
              <a:rPr lang="en-US"/>
              <a:t>Exhibit 2: Show when candidate asks about financial implications of entry into luxury market.</a:t>
            </a:r>
          </a:p>
        </p:txBody>
      </p:sp>
    </p:spTree>
    <p:extLst>
      <p:ext uri="{BB962C8B-B14F-4D97-AF65-F5344CB8AC3E}">
        <p14:creationId xmlns:p14="http://schemas.microsoft.com/office/powerpoint/2010/main" val="3030410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86F8C-CFCF-0399-C911-B056AA2802D0}"/>
              </a:ext>
            </a:extLst>
          </p:cNvPr>
          <p:cNvSpPr>
            <a:spLocks noGrp="1"/>
          </p:cNvSpPr>
          <p:nvPr>
            <p:ph type="title"/>
          </p:nvPr>
        </p:nvSpPr>
        <p:spPr/>
        <p:txBody>
          <a:bodyPr/>
          <a:lstStyle/>
          <a:p>
            <a:r>
              <a:rPr lang="en-US"/>
              <a:t>Exhibit 1</a:t>
            </a:r>
          </a:p>
        </p:txBody>
      </p:sp>
      <p:sp>
        <p:nvSpPr>
          <p:cNvPr id="3" name="Footer Placeholder 2">
            <a:extLst>
              <a:ext uri="{FF2B5EF4-FFF2-40B4-BE49-F238E27FC236}">
                <a16:creationId xmlns:a16="http://schemas.microsoft.com/office/drawing/2014/main" id="{D20F3850-F564-8C2E-D3A1-2738E7C8583D}"/>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84F9A4ED-5EF9-F5CA-4162-8EAC3496F116}"/>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10" name="Content Placeholder 9">
            <a:extLst>
              <a:ext uri="{FF2B5EF4-FFF2-40B4-BE49-F238E27FC236}">
                <a16:creationId xmlns:a16="http://schemas.microsoft.com/office/drawing/2014/main" id="{51799864-7589-5082-B336-6DE2D8734FD6}"/>
              </a:ext>
            </a:extLst>
          </p:cNvPr>
          <p:cNvGraphicFramePr>
            <a:graphicFrameLocks noGrp="1"/>
          </p:cNvGraphicFramePr>
          <p:nvPr>
            <p:ph sz="quarter" idx="15"/>
          </p:nvPr>
        </p:nvGraphicFramePr>
        <p:xfrm>
          <a:off x="609600" y="1143602"/>
          <a:ext cx="10972800" cy="4723802"/>
        </p:xfrm>
        <a:graphic>
          <a:graphicData uri="http://schemas.openxmlformats.org/drawingml/2006/chart">
            <c:chart xmlns:c="http://schemas.openxmlformats.org/drawingml/2006/chart" xmlns:r="http://schemas.openxmlformats.org/officeDocument/2006/relationships" r:id="rId3"/>
          </a:graphicData>
        </a:graphic>
      </p:graphicFrame>
      <p:sp>
        <p:nvSpPr>
          <p:cNvPr id="6" name="Content Placeholder 5">
            <a:extLst>
              <a:ext uri="{FF2B5EF4-FFF2-40B4-BE49-F238E27FC236}">
                <a16:creationId xmlns:a16="http://schemas.microsoft.com/office/drawing/2014/main" id="{4B5A291E-BCD7-CA99-F9C2-018638565C86}"/>
              </a:ext>
            </a:extLst>
          </p:cNvPr>
          <p:cNvSpPr>
            <a:spLocks noGrp="1"/>
          </p:cNvSpPr>
          <p:nvPr>
            <p:ph sz="quarter" idx="12"/>
          </p:nvPr>
        </p:nvSpPr>
        <p:spPr/>
        <p:txBody>
          <a:bodyPr>
            <a:normAutofit lnSpcReduction="10000"/>
          </a:bodyPr>
          <a:lstStyle/>
          <a:p>
            <a:r>
              <a:rPr lang="en-US"/>
              <a:t>Annual Revenue Trends, U.S. Cinemas (in $ millions)</a:t>
            </a:r>
          </a:p>
        </p:txBody>
      </p:sp>
      <p:sp>
        <p:nvSpPr>
          <p:cNvPr id="7" name="Content Placeholder 6">
            <a:extLst>
              <a:ext uri="{FF2B5EF4-FFF2-40B4-BE49-F238E27FC236}">
                <a16:creationId xmlns:a16="http://schemas.microsoft.com/office/drawing/2014/main" id="{87860837-9EA5-842B-4670-F370C3D5AFB8}"/>
              </a:ext>
            </a:extLst>
          </p:cNvPr>
          <p:cNvSpPr>
            <a:spLocks noGrp="1"/>
          </p:cNvSpPr>
          <p:nvPr>
            <p:ph sz="quarter" idx="16"/>
          </p:nvPr>
        </p:nvSpPr>
        <p:spPr/>
        <p:txBody>
          <a:bodyPr/>
          <a:lstStyle/>
          <a:p>
            <a:endParaRPr lang="en-US"/>
          </a:p>
        </p:txBody>
      </p:sp>
    </p:spTree>
    <p:extLst>
      <p:ext uri="{BB962C8B-B14F-4D97-AF65-F5344CB8AC3E}">
        <p14:creationId xmlns:p14="http://schemas.microsoft.com/office/powerpoint/2010/main" val="2535214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6E48-12FA-6BF3-7E9B-7EFAE9BA28D1}"/>
              </a:ext>
            </a:extLst>
          </p:cNvPr>
          <p:cNvSpPr>
            <a:spLocks noGrp="1"/>
          </p:cNvSpPr>
          <p:nvPr>
            <p:ph type="title"/>
          </p:nvPr>
        </p:nvSpPr>
        <p:spPr/>
        <p:txBody>
          <a:bodyPr/>
          <a:lstStyle/>
          <a:p>
            <a:r>
              <a:rPr lang="en-US"/>
              <a:t>Exhibit 2</a:t>
            </a:r>
          </a:p>
        </p:txBody>
      </p:sp>
      <p:sp>
        <p:nvSpPr>
          <p:cNvPr id="3" name="Footer Placeholder 2">
            <a:extLst>
              <a:ext uri="{FF2B5EF4-FFF2-40B4-BE49-F238E27FC236}">
                <a16:creationId xmlns:a16="http://schemas.microsoft.com/office/drawing/2014/main" id="{196B1723-DA0A-3476-5FCC-86132C8585C8}"/>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AE13E2B1-4D6E-D900-866E-EB5DDC80ABBD}"/>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8" name="Content Placeholder 7">
            <a:extLst>
              <a:ext uri="{FF2B5EF4-FFF2-40B4-BE49-F238E27FC236}">
                <a16:creationId xmlns:a16="http://schemas.microsoft.com/office/drawing/2014/main" id="{A70D7D44-B025-1867-42F1-D3687B84BB8D}"/>
              </a:ext>
            </a:extLst>
          </p:cNvPr>
          <p:cNvGraphicFramePr>
            <a:graphicFrameLocks noGrp="1"/>
          </p:cNvGraphicFramePr>
          <p:nvPr>
            <p:ph sz="quarter" idx="15"/>
          </p:nvPr>
        </p:nvGraphicFramePr>
        <p:xfrm>
          <a:off x="609600" y="1320800"/>
          <a:ext cx="10972797" cy="3688080"/>
        </p:xfrm>
        <a:graphic>
          <a:graphicData uri="http://schemas.openxmlformats.org/drawingml/2006/table">
            <a:tbl>
              <a:tblPr firstRow="1" bandRow="1">
                <a:tableStyleId>{5C22544A-7EE6-4342-B048-85BDC9FD1C3A}</a:tableStyleId>
              </a:tblPr>
              <a:tblGrid>
                <a:gridCol w="3657599">
                  <a:extLst>
                    <a:ext uri="{9D8B030D-6E8A-4147-A177-3AD203B41FA5}">
                      <a16:colId xmlns:a16="http://schemas.microsoft.com/office/drawing/2014/main" val="3849572805"/>
                    </a:ext>
                  </a:extLst>
                </a:gridCol>
                <a:gridCol w="3657599">
                  <a:extLst>
                    <a:ext uri="{9D8B030D-6E8A-4147-A177-3AD203B41FA5}">
                      <a16:colId xmlns:a16="http://schemas.microsoft.com/office/drawing/2014/main" val="2975665391"/>
                    </a:ext>
                  </a:extLst>
                </a:gridCol>
                <a:gridCol w="3657599">
                  <a:extLst>
                    <a:ext uri="{9D8B030D-6E8A-4147-A177-3AD203B41FA5}">
                      <a16:colId xmlns:a16="http://schemas.microsoft.com/office/drawing/2014/main" val="3746167146"/>
                    </a:ext>
                  </a:extLst>
                </a:gridCol>
              </a:tblGrid>
              <a:tr h="370840">
                <a:tc>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tc>
                  <a:txBody>
                    <a:bodyPr/>
                    <a:lstStyle/>
                    <a:p>
                      <a:r>
                        <a:rPr lang="en-US">
                          <a:latin typeface="Helvetica Neue" panose="02000503000000020004" pitchFamily="2" charset="0"/>
                          <a:ea typeface="Helvetica Neue" panose="02000503000000020004" pitchFamily="2" charset="0"/>
                          <a:cs typeface="Helvetica Neue" panose="02000503000000020004" pitchFamily="2" charset="0"/>
                        </a:rPr>
                        <a:t>Current “Standard” State</a:t>
                      </a: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tc>
                  <a:txBody>
                    <a:bodyPr/>
                    <a:lstStyle/>
                    <a:p>
                      <a:r>
                        <a:rPr lang="en-US">
                          <a:latin typeface="Helvetica Neue" panose="02000503000000020004" pitchFamily="2" charset="0"/>
                          <a:ea typeface="Helvetica Neue" panose="02000503000000020004" pitchFamily="2" charset="0"/>
                          <a:cs typeface="Helvetica Neue" panose="02000503000000020004" pitchFamily="2" charset="0"/>
                        </a:rPr>
                        <a:t>Luxury State</a:t>
                      </a: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extLst>
                  <a:ext uri="{0D108BD9-81ED-4DB2-BD59-A6C34878D82A}">
                    <a16:rowId xmlns:a16="http://schemas.microsoft.com/office/drawing/2014/main" val="3031005680"/>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 of Theatre Locations</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432437798"/>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 of Screens/theatre</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703868409"/>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 of Seats/screen</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150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65</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2096074934"/>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 of Showings/week</a:t>
                      </a:r>
                    </a:p>
                    <a:p>
                      <a:pPr algn="r"/>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Peak</a:t>
                      </a:r>
                    </a:p>
                    <a:p>
                      <a:pPr algn="r"/>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Off-Peak</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40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40</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761869134"/>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Ticket Price</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$15</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2215349482"/>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Avg Concession Spend/person</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$35</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103624052"/>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Capacity</a:t>
                      </a:r>
                    </a:p>
                    <a:p>
                      <a:pPr algn="r"/>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Peak</a:t>
                      </a:r>
                    </a:p>
                    <a:p>
                      <a:pPr algn="r"/>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Off-Peak</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80%</a:t>
                      </a: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90%</a:t>
                      </a:r>
                    </a:p>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30%</a:t>
                      </a:r>
                    </a:p>
                  </a:txBody>
                  <a:tcP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604227114"/>
                  </a:ext>
                </a:extLst>
              </a:tr>
            </a:tbl>
          </a:graphicData>
        </a:graphic>
      </p:graphicFrame>
      <p:sp>
        <p:nvSpPr>
          <p:cNvPr id="6" name="Content Placeholder 5">
            <a:extLst>
              <a:ext uri="{FF2B5EF4-FFF2-40B4-BE49-F238E27FC236}">
                <a16:creationId xmlns:a16="http://schemas.microsoft.com/office/drawing/2014/main" id="{AC683B2E-928B-8165-F26A-6CF1B8DE3A7E}"/>
              </a:ext>
            </a:extLst>
          </p:cNvPr>
          <p:cNvSpPr>
            <a:spLocks noGrp="1"/>
          </p:cNvSpPr>
          <p:nvPr>
            <p:ph sz="quarter" idx="12"/>
          </p:nvPr>
        </p:nvSpPr>
        <p:spPr/>
        <p:txBody>
          <a:bodyPr>
            <a:normAutofit lnSpcReduction="10000"/>
          </a:bodyPr>
          <a:lstStyle/>
          <a:p>
            <a:r>
              <a:rPr lang="en-US"/>
              <a:t>Standard vs Luxury State Cinemas</a:t>
            </a:r>
          </a:p>
        </p:txBody>
      </p:sp>
      <p:sp>
        <p:nvSpPr>
          <p:cNvPr id="7" name="Content Placeholder 6">
            <a:extLst>
              <a:ext uri="{FF2B5EF4-FFF2-40B4-BE49-F238E27FC236}">
                <a16:creationId xmlns:a16="http://schemas.microsoft.com/office/drawing/2014/main" id="{F3600105-6959-5ABD-F9B8-481FC9A8A7B7}"/>
              </a:ext>
            </a:extLst>
          </p:cNvPr>
          <p:cNvSpPr>
            <a:spLocks noGrp="1"/>
          </p:cNvSpPr>
          <p:nvPr>
            <p:ph sz="quarter" idx="16"/>
          </p:nvPr>
        </p:nvSpPr>
        <p:spPr/>
        <p:txBody>
          <a:bodyPr/>
          <a:lstStyle/>
          <a:p>
            <a:endParaRPr lang="en-US"/>
          </a:p>
        </p:txBody>
      </p:sp>
    </p:spTree>
    <p:extLst>
      <p:ext uri="{BB962C8B-B14F-4D97-AF65-F5344CB8AC3E}">
        <p14:creationId xmlns:p14="http://schemas.microsoft.com/office/powerpoint/2010/main" val="1459429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3AB2D-1DC8-8882-1C94-E8DC3CCB88D8}"/>
              </a:ext>
            </a:extLst>
          </p:cNvPr>
          <p:cNvSpPr>
            <a:spLocks noGrp="1"/>
          </p:cNvSpPr>
          <p:nvPr>
            <p:ph type="title"/>
          </p:nvPr>
        </p:nvSpPr>
        <p:spPr/>
        <p:txBody>
          <a:bodyPr>
            <a:normAutofit fontScale="90000"/>
          </a:bodyPr>
          <a:lstStyle/>
          <a:p>
            <a:r>
              <a:rPr lang="en-US"/>
              <a:t>Royal Cinemas</a:t>
            </a:r>
          </a:p>
        </p:txBody>
      </p:sp>
      <p:sp>
        <p:nvSpPr>
          <p:cNvPr id="3" name="Footer Placeholder 2">
            <a:extLst>
              <a:ext uri="{FF2B5EF4-FFF2-40B4-BE49-F238E27FC236}">
                <a16:creationId xmlns:a16="http://schemas.microsoft.com/office/drawing/2014/main" id="{ADBCF4C2-2AB0-F8BA-922B-63A560C71C38}"/>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47100BE3-6044-AE56-058E-43DC624964C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 Placeholder 4">
            <a:extLst>
              <a:ext uri="{FF2B5EF4-FFF2-40B4-BE49-F238E27FC236}">
                <a16:creationId xmlns:a16="http://schemas.microsoft.com/office/drawing/2014/main" id="{DE3145A8-28D7-4C3A-3082-E1C9B09CD17B}"/>
              </a:ext>
            </a:extLst>
          </p:cNvPr>
          <p:cNvSpPr>
            <a:spLocks noGrp="1"/>
          </p:cNvSpPr>
          <p:nvPr>
            <p:ph type="body" sz="quarter" idx="12"/>
          </p:nvPr>
        </p:nvSpPr>
        <p:spPr/>
        <p:txBody>
          <a:bodyPr/>
          <a:lstStyle/>
          <a:p>
            <a:r>
              <a:rPr lang="en-US"/>
              <a:t>Your client is Royal Cinemas, a NYC theatre chain. Their revenue has been badly hurt by decreasing ticket sales, which are at their lowest point since 1996 for both the chain and the industry at large. Royal Cinemas is interested in converting their theatres into luxury cinemas, should they do it?</a:t>
            </a:r>
          </a:p>
        </p:txBody>
      </p:sp>
      <p:sp>
        <p:nvSpPr>
          <p:cNvPr id="6" name="Text Placeholder 5">
            <a:extLst>
              <a:ext uri="{FF2B5EF4-FFF2-40B4-BE49-F238E27FC236}">
                <a16:creationId xmlns:a16="http://schemas.microsoft.com/office/drawing/2014/main" id="{4D9A3C3E-AD1E-EE37-84CF-7E789E942186}"/>
              </a:ext>
            </a:extLst>
          </p:cNvPr>
          <p:cNvSpPr>
            <a:spLocks noGrp="1"/>
          </p:cNvSpPr>
          <p:nvPr>
            <p:ph type="body" sz="quarter" idx="13"/>
          </p:nvPr>
        </p:nvSpPr>
        <p:spPr/>
        <p:txBody>
          <a:bodyPr>
            <a:normAutofit/>
          </a:bodyPr>
          <a:lstStyle/>
          <a:p>
            <a:r>
              <a:rPr lang="en-US"/>
              <a:t>Timeframe: </a:t>
            </a:r>
            <a:r>
              <a:rPr lang="en-US" b="0"/>
              <a:t>if they choose to enter the market, they intend to enter immediately.</a:t>
            </a:r>
          </a:p>
          <a:p>
            <a:r>
              <a:rPr lang="en-US"/>
              <a:t>Pricing: </a:t>
            </a:r>
            <a:r>
              <a:rPr lang="en-US" b="0"/>
              <a:t>RC currently prices tickets and concessions the same as competitors.</a:t>
            </a:r>
          </a:p>
          <a:p>
            <a:r>
              <a:rPr lang="en-US"/>
              <a:t>Competitors: </a:t>
            </a:r>
            <a:r>
              <a:rPr lang="en-US" b="0"/>
              <a:t>5 major players in NYC.</a:t>
            </a:r>
          </a:p>
          <a:p>
            <a:r>
              <a:rPr lang="en-US"/>
              <a:t>Financials:</a:t>
            </a:r>
            <a:r>
              <a:rPr lang="en-US" b="0"/>
              <a:t> Revenue has been steadily declining for 5 years. </a:t>
            </a:r>
          </a:p>
          <a:p>
            <a:r>
              <a:rPr lang="en-US"/>
              <a:t>Luxury Market Growth:</a:t>
            </a:r>
            <a:r>
              <a:rPr lang="en-US" b="0"/>
              <a:t> Should candidate ask, tell them you do have this information, and would be glad to share after you see how they will approach the problem.</a:t>
            </a:r>
          </a:p>
          <a:p>
            <a:r>
              <a:rPr lang="en-US"/>
              <a:t>Locations: </a:t>
            </a:r>
            <a:r>
              <a:rPr lang="en-US" b="0"/>
              <a:t>Currently 10 locations in NYC.</a:t>
            </a:r>
          </a:p>
          <a:p>
            <a:r>
              <a:rPr lang="en-US"/>
              <a:t>Other: </a:t>
            </a:r>
            <a:r>
              <a:rPr lang="en-US" b="0"/>
              <a:t>They have not previously attempted to enter the luxury space.</a:t>
            </a:r>
          </a:p>
          <a:p>
            <a:r>
              <a:rPr lang="en-US"/>
              <a:t>What is a Luxury Cinema: </a:t>
            </a:r>
            <a:r>
              <a:rPr lang="en-US" b="0"/>
              <a:t>Think recliners, order meals from your seat, drinks, etc.</a:t>
            </a:r>
            <a:endParaRPr lang="en-US"/>
          </a:p>
        </p:txBody>
      </p:sp>
      <p:sp>
        <p:nvSpPr>
          <p:cNvPr id="7" name="Content Placeholder 6">
            <a:extLst>
              <a:ext uri="{FF2B5EF4-FFF2-40B4-BE49-F238E27FC236}">
                <a16:creationId xmlns:a16="http://schemas.microsoft.com/office/drawing/2014/main" id="{74D79ACC-669D-3D2B-9C15-67D59EA50F0A}"/>
              </a:ext>
            </a:extLst>
          </p:cNvPr>
          <p:cNvSpPr>
            <a:spLocks noGrp="1"/>
          </p:cNvSpPr>
          <p:nvPr>
            <p:ph sz="quarter" idx="16"/>
          </p:nvPr>
        </p:nvSpPr>
        <p:spPr/>
        <p:txBody>
          <a:bodyPr/>
          <a:lstStyle/>
          <a:p>
            <a:r>
              <a:rPr lang="en-US"/>
              <a:t>Continue to next page once candidate states that they will take time to structure the problem.</a:t>
            </a:r>
          </a:p>
        </p:txBody>
      </p:sp>
      <p:sp>
        <p:nvSpPr>
          <p:cNvPr id="8" name="Content Placeholder 7">
            <a:extLst>
              <a:ext uri="{FF2B5EF4-FFF2-40B4-BE49-F238E27FC236}">
                <a16:creationId xmlns:a16="http://schemas.microsoft.com/office/drawing/2014/main" id="{C4BDFE7F-EE18-FD1C-C4AE-4CFBEAADDEF8}"/>
              </a:ext>
            </a:extLst>
          </p:cNvPr>
          <p:cNvSpPr>
            <a:spLocks noGrp="1"/>
          </p:cNvSpPr>
          <p:nvPr>
            <p:ph sz="quarter" idx="19"/>
          </p:nvPr>
        </p:nvSpPr>
        <p:spPr/>
        <p:txBody>
          <a:bodyPr>
            <a:normAutofit fontScale="92500" lnSpcReduction="10000"/>
          </a:bodyPr>
          <a:lstStyle/>
          <a:p>
            <a:endParaRPr lang="en-US"/>
          </a:p>
        </p:txBody>
      </p:sp>
      <p:sp>
        <p:nvSpPr>
          <p:cNvPr id="9" name="Content Placeholder 8">
            <a:extLst>
              <a:ext uri="{FF2B5EF4-FFF2-40B4-BE49-F238E27FC236}">
                <a16:creationId xmlns:a16="http://schemas.microsoft.com/office/drawing/2014/main" id="{C933A82D-DF81-36F4-8F2A-DD166E0EB22C}"/>
              </a:ext>
            </a:extLst>
          </p:cNvPr>
          <p:cNvSpPr>
            <a:spLocks noGrp="1"/>
          </p:cNvSpPr>
          <p:nvPr>
            <p:ph sz="quarter" idx="17"/>
          </p:nvPr>
        </p:nvSpPr>
        <p:spPr>
          <a:xfrm>
            <a:off x="7924799" y="1292427"/>
            <a:ext cx="3652839" cy="307769"/>
          </a:xfrm>
        </p:spPr>
        <p:txBody>
          <a:bodyPr>
            <a:normAutofit/>
          </a:bodyPr>
          <a:lstStyle/>
          <a:p>
            <a:r>
              <a:rPr lang="en-US"/>
              <a:t>Clarifying Information (provide if asked)</a:t>
            </a:r>
          </a:p>
        </p:txBody>
      </p:sp>
    </p:spTree>
    <p:extLst>
      <p:ext uri="{BB962C8B-B14F-4D97-AF65-F5344CB8AC3E}">
        <p14:creationId xmlns:p14="http://schemas.microsoft.com/office/powerpoint/2010/main" val="3521199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9A60-C491-E431-DAE3-D941352B448F}"/>
              </a:ext>
            </a:extLst>
          </p:cNvPr>
          <p:cNvSpPr>
            <a:spLocks noGrp="1"/>
          </p:cNvSpPr>
          <p:nvPr>
            <p:ph type="title"/>
          </p:nvPr>
        </p:nvSpPr>
        <p:spPr/>
        <p:txBody>
          <a:bodyPr/>
          <a:lstStyle/>
          <a:p>
            <a:r>
              <a:rPr lang="en-US"/>
              <a:t>Brainstorming</a:t>
            </a:r>
          </a:p>
        </p:txBody>
      </p:sp>
      <p:sp>
        <p:nvSpPr>
          <p:cNvPr id="3" name="Footer Placeholder 2">
            <a:extLst>
              <a:ext uri="{FF2B5EF4-FFF2-40B4-BE49-F238E27FC236}">
                <a16:creationId xmlns:a16="http://schemas.microsoft.com/office/drawing/2014/main" id="{43D81DD8-D712-C53B-B4F4-A777BB78FA68}"/>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E0D38C28-DFDB-82B4-38D1-F9D59ED43604}"/>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Content Placeholder 4">
            <a:extLst>
              <a:ext uri="{FF2B5EF4-FFF2-40B4-BE49-F238E27FC236}">
                <a16:creationId xmlns:a16="http://schemas.microsoft.com/office/drawing/2014/main" id="{935F89B8-857D-D954-DE25-741ADFB8D345}"/>
              </a:ext>
            </a:extLst>
          </p:cNvPr>
          <p:cNvSpPr>
            <a:spLocks noGrp="1"/>
          </p:cNvSpPr>
          <p:nvPr>
            <p:ph sz="quarter" idx="12"/>
          </p:nvPr>
        </p:nvSpPr>
        <p:spPr>
          <a:xfrm>
            <a:off x="609600" y="1220647"/>
            <a:ext cx="10985740" cy="383793"/>
          </a:xfrm>
        </p:spPr>
        <p:txBody>
          <a:bodyPr/>
          <a:lstStyle/>
          <a:p>
            <a:pPr algn="ctr"/>
            <a:r>
              <a:rPr lang="en-US"/>
              <a:t>Should Royal Cinemas convert their theatres into luxury cinemas?</a:t>
            </a:r>
          </a:p>
        </p:txBody>
      </p:sp>
      <p:graphicFrame>
        <p:nvGraphicFramePr>
          <p:cNvPr id="11" name="Table Placeholder 10">
            <a:extLst>
              <a:ext uri="{FF2B5EF4-FFF2-40B4-BE49-F238E27FC236}">
                <a16:creationId xmlns:a16="http://schemas.microsoft.com/office/drawing/2014/main" id="{D2F71EC0-2445-C213-833A-CF68FA95838D}"/>
              </a:ext>
            </a:extLst>
          </p:cNvPr>
          <p:cNvGraphicFramePr>
            <a:graphicFrameLocks noGrp="1"/>
          </p:cNvGraphicFramePr>
          <p:nvPr>
            <p:ph type="tbl" sz="quarter" idx="13"/>
          </p:nvPr>
        </p:nvGraphicFramePr>
        <p:xfrm>
          <a:off x="609601" y="1604440"/>
          <a:ext cx="10985739" cy="1925320"/>
        </p:xfrm>
        <a:graphic>
          <a:graphicData uri="http://schemas.openxmlformats.org/drawingml/2006/table">
            <a:tbl>
              <a:tblPr firstRow="1" bandRow="1">
                <a:tableStyleId>{5C22544A-7EE6-4342-B048-85BDC9FD1C3A}</a:tableStyleId>
              </a:tblPr>
              <a:tblGrid>
                <a:gridCol w="3661913">
                  <a:extLst>
                    <a:ext uri="{9D8B030D-6E8A-4147-A177-3AD203B41FA5}">
                      <a16:colId xmlns:a16="http://schemas.microsoft.com/office/drawing/2014/main" val="3252411911"/>
                    </a:ext>
                  </a:extLst>
                </a:gridCol>
                <a:gridCol w="3661913">
                  <a:extLst>
                    <a:ext uri="{9D8B030D-6E8A-4147-A177-3AD203B41FA5}">
                      <a16:colId xmlns:a16="http://schemas.microsoft.com/office/drawing/2014/main" val="3587690836"/>
                    </a:ext>
                  </a:extLst>
                </a:gridCol>
                <a:gridCol w="3661913">
                  <a:extLst>
                    <a:ext uri="{9D8B030D-6E8A-4147-A177-3AD203B41FA5}">
                      <a16:colId xmlns:a16="http://schemas.microsoft.com/office/drawing/2014/main" val="3087376600"/>
                    </a:ext>
                  </a:extLst>
                </a:gridCol>
              </a:tblGrid>
              <a:tr h="370840">
                <a:tc>
                  <a:txBody>
                    <a:bodyPr/>
                    <a:lstStyle/>
                    <a:p>
                      <a:r>
                        <a:rPr lang="en-US" sz="1400" b="1" i="0">
                          <a:latin typeface="Helvetica Neue" panose="02000503000000020004" pitchFamily="2" charset="0"/>
                          <a:ea typeface="Helvetica Neue" panose="02000503000000020004" pitchFamily="2" charset="0"/>
                          <a:cs typeface="Helvetica Neue" panose="02000503000000020004" pitchFamily="2" charset="0"/>
                        </a:rPr>
                        <a:t>Financial Implications</a:t>
                      </a:r>
                    </a:p>
                  </a:txBody>
                  <a:tcPr>
                    <a:lnL w="12700" cap="flat" cmpd="sng" algn="ctr">
                      <a:solidFill>
                        <a:srgbClr val="13256B"/>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r>
                        <a:rPr lang="en-US" sz="1400" b="1" i="0">
                          <a:latin typeface="Helvetica Neue" panose="02000503000000020004" pitchFamily="2" charset="0"/>
                          <a:ea typeface="Helvetica Neue" panose="02000503000000020004" pitchFamily="2" charset="0"/>
                          <a:cs typeface="Helvetica Neue" panose="02000503000000020004" pitchFamily="2" charset="0"/>
                        </a:rPr>
                        <a:t>Market Attractiveness</a:t>
                      </a:r>
                    </a:p>
                  </a:txBody>
                  <a:tcPr>
                    <a:lnT w="12700" cap="flat" cmpd="sng" algn="ctr">
                      <a:noFill/>
                      <a:prstDash val="solid"/>
                      <a:round/>
                      <a:headEnd type="none" w="med" len="med"/>
                      <a:tailEnd type="none" w="med" len="med"/>
                    </a:lnT>
                  </a:tcPr>
                </a:tc>
                <a:tc>
                  <a:txBody>
                    <a:bodyPr/>
                    <a:lstStyle/>
                    <a:p>
                      <a:r>
                        <a:rPr lang="en-US" sz="1400" b="1" i="0">
                          <a:latin typeface="Helvetica Neue" panose="02000503000000020004" pitchFamily="2" charset="0"/>
                          <a:ea typeface="Helvetica Neue" panose="02000503000000020004" pitchFamily="2" charset="0"/>
                          <a:cs typeface="Helvetica Neue" panose="02000503000000020004" pitchFamily="2" charset="0"/>
                        </a:rPr>
                        <a:t>Competitive Analysis</a:t>
                      </a:r>
                    </a:p>
                  </a:txBody>
                  <a:tcPr>
                    <a:lnR w="12700" cap="flat" cmpd="sng" algn="ctr">
                      <a:solidFill>
                        <a:srgbClr val="13256B"/>
                      </a:solid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861681192"/>
                  </a:ext>
                </a:extLst>
              </a:tr>
              <a:tr h="370840">
                <a:tc>
                  <a:txBody>
                    <a:bodyPr/>
                    <a:lstStyle/>
                    <a:p>
                      <a:r>
                        <a:rPr lang="en-US" sz="1200" b="0" i="0">
                          <a:latin typeface="Helvetica Neue" panose="02000503000000020004" pitchFamily="2" charset="0"/>
                          <a:ea typeface="Helvetica Neue" panose="02000503000000020004" pitchFamily="2" charset="0"/>
                          <a:cs typeface="Helvetica Neue" panose="02000503000000020004" pitchFamily="2" charset="0"/>
                        </a:rPr>
                        <a:t>Costs</a:t>
                      </a:r>
                    </a:p>
                    <a:p>
                      <a:pPr marL="285750" indent="-2857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Renovations</a:t>
                      </a:r>
                    </a:p>
                    <a:p>
                      <a:pPr marL="285750" indent="-2857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Shutdown costs if location not profitable</a:t>
                      </a:r>
                    </a:p>
                    <a:p>
                      <a:pPr marL="285750" indent="-2857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Equipment</a:t>
                      </a:r>
                    </a:p>
                    <a:p>
                      <a:pPr marL="0" indent="0">
                        <a:buFont typeface="Arial" panose="020B0604020202020204" pitchFamily="34" charset="0"/>
                        <a:buNone/>
                      </a:pPr>
                      <a:r>
                        <a:rPr lang="en-US" sz="1200" b="0" i="0">
                          <a:latin typeface="Helvetica Neue" panose="02000503000000020004" pitchFamily="2" charset="0"/>
                          <a:ea typeface="Helvetica Neue" panose="02000503000000020004" pitchFamily="2" charset="0"/>
                          <a:cs typeface="Helvetica Neue" panose="02000503000000020004" pitchFamily="2" charset="0"/>
                        </a:rPr>
                        <a:t>Revenue</a:t>
                      </a:r>
                    </a:p>
                    <a:p>
                      <a:pPr marL="285750" indent="-2857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Pricing (tickets, concessions)</a:t>
                      </a:r>
                    </a:p>
                    <a:p>
                      <a:pPr marL="285750" indent="-2857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Quantity (# of customers, # of purchases)</a:t>
                      </a:r>
                    </a:p>
                    <a:p>
                      <a:pPr marL="0" indent="0">
                        <a:buFont typeface="Arial" panose="020B0604020202020204" pitchFamily="34" charset="0"/>
                        <a:buNone/>
                      </a:pPr>
                      <a:r>
                        <a:rPr lang="en-US" sz="1200" b="0" i="0">
                          <a:latin typeface="Helvetica Neue" panose="02000503000000020004" pitchFamily="2" charset="0"/>
                          <a:ea typeface="Helvetica Neue" panose="02000503000000020004" pitchFamily="2" charset="0"/>
                          <a:cs typeface="Helvetica Neue" panose="02000503000000020004" pitchFamily="2" charset="0"/>
                        </a:rPr>
                        <a:t>Breakeven point</a:t>
                      </a:r>
                    </a:p>
                  </a:txBody>
                  <a:tcPr>
                    <a:lnL w="12700" cap="flat" cmpd="sng" algn="ctr">
                      <a:solidFill>
                        <a:srgbClr val="13256B"/>
                      </a:solidFill>
                      <a:prstDash val="solid"/>
                      <a:round/>
                      <a:headEnd type="none" w="med" len="med"/>
                      <a:tailEnd type="none" w="med" len="med"/>
                    </a:lnL>
                    <a:lnB w="12700" cap="flat" cmpd="sng" algn="ctr">
                      <a:solidFill>
                        <a:srgbClr val="13256B"/>
                      </a:solidFill>
                      <a:prstDash val="solid"/>
                      <a:round/>
                      <a:headEnd type="none" w="med" len="med"/>
                      <a:tailEnd type="none" w="med" len="med"/>
                    </a:lnB>
                    <a:noFill/>
                  </a:tcPr>
                </a:tc>
                <a:tc>
                  <a:txBody>
                    <a:bodyPr/>
                    <a:lstStyle/>
                    <a:p>
                      <a:r>
                        <a:rPr lang="en-US" sz="1200" b="0" i="0">
                          <a:latin typeface="Helvetica Neue" panose="02000503000000020004" pitchFamily="2" charset="0"/>
                          <a:ea typeface="Helvetica Neue" panose="02000503000000020004" pitchFamily="2" charset="0"/>
                          <a:cs typeface="Helvetica Neue" panose="02000503000000020004" pitchFamily="2" charset="0"/>
                        </a:rPr>
                        <a:t>Growth &amp; size of luxury market</a:t>
                      </a:r>
                    </a:p>
                    <a:p>
                      <a:r>
                        <a:rPr lang="en-US" sz="1200" b="0" i="0">
                          <a:latin typeface="Helvetica Neue" panose="02000503000000020004" pitchFamily="2" charset="0"/>
                          <a:ea typeface="Helvetica Neue" panose="02000503000000020004" pitchFamily="2" charset="0"/>
                          <a:cs typeface="Helvetica Neue" panose="02000503000000020004" pitchFamily="2" charset="0"/>
                        </a:rPr>
                        <a:t>Consumers</a:t>
                      </a:r>
                    </a:p>
                    <a:p>
                      <a:pPr marL="171450" indent="-1714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Tastes/preferences</a:t>
                      </a:r>
                    </a:p>
                    <a:p>
                      <a:pPr marL="171450" indent="-171450">
                        <a:buFont typeface="Arial" panose="020B0604020202020204" pitchFamily="34" charset="0"/>
                        <a:buChar char="•"/>
                      </a:pPr>
                      <a:r>
                        <a:rPr lang="en-US" sz="1200" b="0" i="0">
                          <a:latin typeface="Helvetica Neue" panose="02000503000000020004" pitchFamily="2" charset="0"/>
                          <a:ea typeface="Helvetica Neue" panose="02000503000000020004" pitchFamily="2" charset="0"/>
                          <a:cs typeface="Helvetica Neue" panose="02000503000000020004" pitchFamily="2" charset="0"/>
                        </a:rPr>
                        <a:t>Same consumers as before or new segment?</a:t>
                      </a:r>
                    </a:p>
                  </a:txBody>
                  <a:tcPr>
                    <a:lnB w="12700" cap="flat" cmpd="sng" algn="ctr">
                      <a:solidFill>
                        <a:srgbClr val="13256B"/>
                      </a:solidFill>
                      <a:prstDash val="solid"/>
                      <a:round/>
                      <a:headEnd type="none" w="med" len="med"/>
                      <a:tailEnd type="none" w="med" len="med"/>
                    </a:lnB>
                    <a:noFill/>
                  </a:tcPr>
                </a:tc>
                <a:tc>
                  <a:txBody>
                    <a:bodyPr/>
                    <a:lstStyle/>
                    <a:p>
                      <a:r>
                        <a:rPr lang="en-US" sz="1200" b="0" i="0">
                          <a:latin typeface="Helvetica Neue" panose="02000503000000020004" pitchFamily="2" charset="0"/>
                          <a:ea typeface="Helvetica Neue" panose="02000503000000020004" pitchFamily="2" charset="0"/>
                          <a:cs typeface="Helvetica Neue" panose="02000503000000020004" pitchFamily="2" charset="0"/>
                        </a:rPr>
                        <a:t>Key players</a:t>
                      </a:r>
                    </a:p>
                    <a:p>
                      <a:r>
                        <a:rPr lang="en-US" sz="1200" b="0" i="0">
                          <a:latin typeface="Helvetica Neue" panose="02000503000000020004" pitchFamily="2" charset="0"/>
                          <a:ea typeface="Helvetica Neue" panose="02000503000000020004" pitchFamily="2" charset="0"/>
                          <a:cs typeface="Helvetica Neue" panose="02000503000000020004" pitchFamily="2" charset="0"/>
                        </a:rPr>
                        <a:t>Market share</a:t>
                      </a:r>
                    </a:p>
                    <a:p>
                      <a:r>
                        <a:rPr lang="en-US" sz="1200" b="0" i="0">
                          <a:latin typeface="Helvetica Neue" panose="02000503000000020004" pitchFamily="2" charset="0"/>
                          <a:ea typeface="Helvetica Neue" panose="02000503000000020004" pitchFamily="2" charset="0"/>
                          <a:cs typeface="Helvetica Neue" panose="02000503000000020004" pitchFamily="2" charset="0"/>
                        </a:rPr>
                        <a:t>Change over time</a:t>
                      </a:r>
                    </a:p>
                    <a:p>
                      <a:r>
                        <a:rPr lang="en-US" sz="1200" b="0" i="0">
                          <a:latin typeface="Helvetica Neue" panose="02000503000000020004" pitchFamily="2" charset="0"/>
                          <a:ea typeface="Helvetica Neue" panose="02000503000000020004" pitchFamily="2" charset="0"/>
                          <a:cs typeface="Helvetica Neue" panose="02000503000000020004" pitchFamily="2" charset="0"/>
                        </a:rPr>
                        <a:t>Differentiating factors</a:t>
                      </a:r>
                    </a:p>
                    <a:p>
                      <a:r>
                        <a:rPr lang="en-US" sz="1200" b="0" i="0">
                          <a:latin typeface="Helvetica Neue" panose="02000503000000020004" pitchFamily="2" charset="0"/>
                          <a:ea typeface="Helvetica Neue" panose="02000503000000020004" pitchFamily="2" charset="0"/>
                          <a:cs typeface="Helvetica Neue" panose="02000503000000020004" pitchFamily="2" charset="0"/>
                        </a:rPr>
                        <a:t>Competitor response to our entry</a:t>
                      </a:r>
                    </a:p>
                  </a:txBody>
                  <a:tcPr>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801951879"/>
                  </a:ext>
                </a:extLst>
              </a:tr>
            </a:tbl>
          </a:graphicData>
        </a:graphic>
      </p:graphicFrame>
      <p:sp>
        <p:nvSpPr>
          <p:cNvPr id="7" name="Content Placeholder 6">
            <a:extLst>
              <a:ext uri="{FF2B5EF4-FFF2-40B4-BE49-F238E27FC236}">
                <a16:creationId xmlns:a16="http://schemas.microsoft.com/office/drawing/2014/main" id="{00F7986D-3B9D-D2EC-32C7-2337B40CD81A}"/>
              </a:ext>
            </a:extLst>
          </p:cNvPr>
          <p:cNvSpPr>
            <a:spLocks noGrp="1"/>
          </p:cNvSpPr>
          <p:nvPr>
            <p:ph sz="quarter" idx="14"/>
          </p:nvPr>
        </p:nvSpPr>
        <p:spPr/>
        <p:txBody>
          <a:bodyPr/>
          <a:lstStyle/>
          <a:p>
            <a:r>
              <a:rPr lang="en-US"/>
              <a:t>The candidate should present a preliminary hypothesis about the problem. They should then ask about the market, which is presented on Exhibit 1</a:t>
            </a:r>
          </a:p>
        </p:txBody>
      </p:sp>
      <p:sp>
        <p:nvSpPr>
          <p:cNvPr id="8" name="Content Placeholder 7">
            <a:extLst>
              <a:ext uri="{FF2B5EF4-FFF2-40B4-BE49-F238E27FC236}">
                <a16:creationId xmlns:a16="http://schemas.microsoft.com/office/drawing/2014/main" id="{3C665F62-70C6-3EE5-BD94-A548053960A5}"/>
              </a:ext>
            </a:extLst>
          </p:cNvPr>
          <p:cNvSpPr>
            <a:spLocks noGrp="1"/>
          </p:cNvSpPr>
          <p:nvPr>
            <p:ph sz="quarter" idx="18"/>
          </p:nvPr>
        </p:nvSpPr>
        <p:spPr/>
        <p:txBody>
          <a:bodyPr>
            <a:normAutofit fontScale="92500" lnSpcReduction="10000"/>
          </a:bodyPr>
          <a:lstStyle/>
          <a:p>
            <a:r>
              <a:rPr lang="en-US"/>
              <a:t>Possible Framework</a:t>
            </a:r>
          </a:p>
        </p:txBody>
      </p:sp>
      <p:sp>
        <p:nvSpPr>
          <p:cNvPr id="9" name="Content Placeholder 8">
            <a:extLst>
              <a:ext uri="{FF2B5EF4-FFF2-40B4-BE49-F238E27FC236}">
                <a16:creationId xmlns:a16="http://schemas.microsoft.com/office/drawing/2014/main" id="{3B637661-1B63-1E43-DF19-CB648A6D9841}"/>
              </a:ext>
            </a:extLst>
          </p:cNvPr>
          <p:cNvSpPr>
            <a:spLocks noGrp="1"/>
          </p:cNvSpPr>
          <p:nvPr>
            <p:ph sz="quarter" idx="19"/>
          </p:nvPr>
        </p:nvSpPr>
        <p:spPr/>
        <p:txBody>
          <a:bodyPr>
            <a:normAutofit fontScale="92500" lnSpcReduction="10000"/>
          </a:bodyPr>
          <a:lstStyle/>
          <a:p>
            <a:r>
              <a:rPr lang="en-US"/>
              <a:t>Moving Forward</a:t>
            </a:r>
          </a:p>
        </p:txBody>
      </p:sp>
      <p:sp>
        <p:nvSpPr>
          <p:cNvPr id="10" name="Content Placeholder 9">
            <a:extLst>
              <a:ext uri="{FF2B5EF4-FFF2-40B4-BE49-F238E27FC236}">
                <a16:creationId xmlns:a16="http://schemas.microsoft.com/office/drawing/2014/main" id="{F0668023-77C0-D7C3-1FE2-2B3B23C75C17}"/>
              </a:ext>
            </a:extLst>
          </p:cNvPr>
          <p:cNvSpPr>
            <a:spLocks noGrp="1"/>
          </p:cNvSpPr>
          <p:nvPr>
            <p:ph sz="quarter" idx="20"/>
          </p:nvPr>
        </p:nvSpPr>
        <p:spPr/>
        <p:txBody>
          <a:bodyPr>
            <a:normAutofit fontScale="92500" lnSpcReduction="10000"/>
          </a:bodyPr>
          <a:lstStyle/>
          <a:p>
            <a:endParaRPr lang="en-US"/>
          </a:p>
        </p:txBody>
      </p:sp>
    </p:spTree>
    <p:extLst>
      <p:ext uri="{BB962C8B-B14F-4D97-AF65-F5344CB8AC3E}">
        <p14:creationId xmlns:p14="http://schemas.microsoft.com/office/powerpoint/2010/main" val="3000734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850E0-4816-7819-3D71-06BB847E6A0C}"/>
              </a:ext>
            </a:extLst>
          </p:cNvPr>
          <p:cNvSpPr>
            <a:spLocks noGrp="1"/>
          </p:cNvSpPr>
          <p:nvPr>
            <p:ph type="title"/>
          </p:nvPr>
        </p:nvSpPr>
        <p:spPr/>
        <p:txBody>
          <a:bodyPr/>
          <a:lstStyle/>
          <a:p>
            <a:r>
              <a:rPr lang="en-US"/>
              <a:t>Question 1 – Present Exhibit 1</a:t>
            </a:r>
          </a:p>
        </p:txBody>
      </p:sp>
      <p:sp>
        <p:nvSpPr>
          <p:cNvPr id="3" name="Footer Placeholder 2">
            <a:extLst>
              <a:ext uri="{FF2B5EF4-FFF2-40B4-BE49-F238E27FC236}">
                <a16:creationId xmlns:a16="http://schemas.microsoft.com/office/drawing/2014/main" id="{9F25E56A-574E-5450-7A38-87CCCB7FCB1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3644CB70-F719-8BEE-50D6-09D8DB5E5920}"/>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Content Placeholder 4">
            <a:extLst>
              <a:ext uri="{FF2B5EF4-FFF2-40B4-BE49-F238E27FC236}">
                <a16:creationId xmlns:a16="http://schemas.microsoft.com/office/drawing/2014/main" id="{38DFC577-6A6A-57B2-FD84-C239CD3AAA2B}"/>
              </a:ext>
            </a:extLst>
          </p:cNvPr>
          <p:cNvSpPr>
            <a:spLocks noGrp="1"/>
          </p:cNvSpPr>
          <p:nvPr>
            <p:ph sz="quarter" idx="14"/>
          </p:nvPr>
        </p:nvSpPr>
        <p:spPr>
          <a:xfrm>
            <a:off x="609602" y="4326708"/>
            <a:ext cx="10985740" cy="931091"/>
          </a:xfrm>
        </p:spPr>
        <p:txBody>
          <a:bodyPr>
            <a:normAutofit lnSpcReduction="10000"/>
          </a:bodyPr>
          <a:lstStyle/>
          <a:p>
            <a:r>
              <a:rPr lang="en-US"/>
              <a:t>The goal of this exhibit is for the candidate to demonstrate their understanding of the general trend. An excellent candidate will quantify their response, but this is not necessary to move the case forward. Luxury theatres are seen here to gain market share as standard theatres lose market share. This should lead the candidate to infer that luxury market is a promising prospect. Excellent candidates should recognize that the U.S. market may not be representative of the NYC market.</a:t>
            </a:r>
          </a:p>
        </p:txBody>
      </p:sp>
      <p:sp>
        <p:nvSpPr>
          <p:cNvPr id="7" name="Content Placeholder 6">
            <a:extLst>
              <a:ext uri="{FF2B5EF4-FFF2-40B4-BE49-F238E27FC236}">
                <a16:creationId xmlns:a16="http://schemas.microsoft.com/office/drawing/2014/main" id="{7DA95B67-5D17-9D2B-01F1-64118ED3BB6A}"/>
              </a:ext>
            </a:extLst>
          </p:cNvPr>
          <p:cNvSpPr>
            <a:spLocks noGrp="1"/>
          </p:cNvSpPr>
          <p:nvPr>
            <p:ph sz="quarter" idx="16"/>
          </p:nvPr>
        </p:nvSpPr>
        <p:spPr/>
        <p:txBody>
          <a:bodyPr/>
          <a:lstStyle/>
          <a:p>
            <a:r>
              <a:rPr lang="en-US"/>
              <a:t>The candidate should express the significance of the trend, and how it adjusts their hypothesis. From there they should ask for any financial information on undergoing the transformation. If they do not do so, nudge them in that direction. Next page.</a:t>
            </a:r>
          </a:p>
        </p:txBody>
      </p:sp>
      <p:sp>
        <p:nvSpPr>
          <p:cNvPr id="8" name="Content Placeholder 7">
            <a:extLst>
              <a:ext uri="{FF2B5EF4-FFF2-40B4-BE49-F238E27FC236}">
                <a16:creationId xmlns:a16="http://schemas.microsoft.com/office/drawing/2014/main" id="{45F3194D-BB09-DDA6-1FAA-797532470498}"/>
              </a:ext>
            </a:extLst>
          </p:cNvPr>
          <p:cNvSpPr>
            <a:spLocks noGrp="1"/>
          </p:cNvSpPr>
          <p:nvPr>
            <p:ph sz="quarter" idx="18"/>
          </p:nvPr>
        </p:nvSpPr>
        <p:spPr>
          <a:xfrm>
            <a:off x="622542" y="4034544"/>
            <a:ext cx="2770632" cy="281002"/>
          </a:xfrm>
        </p:spPr>
        <p:txBody>
          <a:bodyPr>
            <a:normAutofit fontScale="92500" lnSpcReduction="10000"/>
          </a:bodyPr>
          <a:lstStyle/>
          <a:p>
            <a:r>
              <a:rPr lang="en-US"/>
              <a:t>Insights</a:t>
            </a:r>
          </a:p>
        </p:txBody>
      </p:sp>
      <p:sp>
        <p:nvSpPr>
          <p:cNvPr id="9" name="Content Placeholder 8">
            <a:extLst>
              <a:ext uri="{FF2B5EF4-FFF2-40B4-BE49-F238E27FC236}">
                <a16:creationId xmlns:a16="http://schemas.microsoft.com/office/drawing/2014/main" id="{C7315054-F310-17A1-6276-2CA06613C096}"/>
              </a:ext>
            </a:extLst>
          </p:cNvPr>
          <p:cNvSpPr>
            <a:spLocks noGrp="1"/>
          </p:cNvSpPr>
          <p:nvPr>
            <p:ph sz="quarter" idx="19"/>
          </p:nvPr>
        </p:nvSpPr>
        <p:spPr/>
        <p:txBody>
          <a:bodyPr>
            <a:normAutofit fontScale="92500" lnSpcReduction="10000"/>
          </a:bodyPr>
          <a:lstStyle/>
          <a:p>
            <a:r>
              <a:rPr lang="en-US"/>
              <a:t>Moving Forward</a:t>
            </a:r>
          </a:p>
        </p:txBody>
      </p:sp>
      <p:sp>
        <p:nvSpPr>
          <p:cNvPr id="10" name="Content Placeholder 9">
            <a:extLst>
              <a:ext uri="{FF2B5EF4-FFF2-40B4-BE49-F238E27FC236}">
                <a16:creationId xmlns:a16="http://schemas.microsoft.com/office/drawing/2014/main" id="{2CA65D92-E993-BD4A-EC97-66926BF2DCD6}"/>
              </a:ext>
            </a:extLst>
          </p:cNvPr>
          <p:cNvSpPr>
            <a:spLocks noGrp="1"/>
          </p:cNvSpPr>
          <p:nvPr>
            <p:ph sz="quarter" idx="20"/>
          </p:nvPr>
        </p:nvSpPr>
        <p:spPr/>
        <p:txBody>
          <a:bodyPr>
            <a:normAutofit fontScale="92500" lnSpcReduction="10000"/>
          </a:bodyPr>
          <a:lstStyle/>
          <a:p>
            <a:endParaRPr lang="en-US"/>
          </a:p>
        </p:txBody>
      </p:sp>
      <p:sp>
        <p:nvSpPr>
          <p:cNvPr id="11" name="Content Placeholder 10">
            <a:extLst>
              <a:ext uri="{FF2B5EF4-FFF2-40B4-BE49-F238E27FC236}">
                <a16:creationId xmlns:a16="http://schemas.microsoft.com/office/drawing/2014/main" id="{B1E83EFB-1F7B-0295-8D4E-9369F44F06E7}"/>
              </a:ext>
            </a:extLst>
          </p:cNvPr>
          <p:cNvSpPr>
            <a:spLocks noGrp="1"/>
          </p:cNvSpPr>
          <p:nvPr>
            <p:ph sz="quarter" idx="12"/>
          </p:nvPr>
        </p:nvSpPr>
        <p:spPr/>
        <p:txBody>
          <a:bodyPr/>
          <a:lstStyle/>
          <a:p>
            <a:r>
              <a:rPr lang="en-US"/>
              <a:t>What does this exhibit tell you?</a:t>
            </a:r>
          </a:p>
        </p:txBody>
      </p:sp>
      <p:graphicFrame>
        <p:nvGraphicFramePr>
          <p:cNvPr id="15" name="Content Placeholder 9">
            <a:extLst>
              <a:ext uri="{FF2B5EF4-FFF2-40B4-BE49-F238E27FC236}">
                <a16:creationId xmlns:a16="http://schemas.microsoft.com/office/drawing/2014/main" id="{7FB407D0-358B-3E88-4A66-C9C0C07BC614}"/>
              </a:ext>
            </a:extLst>
          </p:cNvPr>
          <p:cNvGraphicFramePr>
            <a:graphicFrameLocks noGrp="1"/>
          </p:cNvGraphicFramePr>
          <p:nvPr>
            <p:ph sz="quarter" idx="15"/>
          </p:nvPr>
        </p:nvGraphicFramePr>
        <p:xfrm>
          <a:off x="609600" y="1576388"/>
          <a:ext cx="10972800" cy="24463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10845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9EE4F-6260-CC11-FD47-A500B3D170D3}"/>
              </a:ext>
            </a:extLst>
          </p:cNvPr>
          <p:cNvSpPr>
            <a:spLocks noGrp="1"/>
          </p:cNvSpPr>
          <p:nvPr>
            <p:ph type="title"/>
          </p:nvPr>
        </p:nvSpPr>
        <p:spPr/>
        <p:txBody>
          <a:bodyPr/>
          <a:lstStyle/>
          <a:p>
            <a:r>
              <a:rPr lang="en-US"/>
              <a:t>Question 2 – Expected Total Revenue Per State (Present Exhibit 2)</a:t>
            </a:r>
          </a:p>
        </p:txBody>
      </p:sp>
      <p:sp>
        <p:nvSpPr>
          <p:cNvPr id="3" name="Footer Placeholder 2">
            <a:extLst>
              <a:ext uri="{FF2B5EF4-FFF2-40B4-BE49-F238E27FC236}">
                <a16:creationId xmlns:a16="http://schemas.microsoft.com/office/drawing/2014/main" id="{90BCDCD8-2AB9-4A30-0117-3AC16D5B52E1}"/>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3A298011-60D2-7328-36F5-28B2090B06F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Content Placeholder 4">
            <a:extLst>
              <a:ext uri="{FF2B5EF4-FFF2-40B4-BE49-F238E27FC236}">
                <a16:creationId xmlns:a16="http://schemas.microsoft.com/office/drawing/2014/main" id="{51EBDDBE-2A08-7E86-AFA7-0D88B9690F56}"/>
              </a:ext>
            </a:extLst>
          </p:cNvPr>
          <p:cNvSpPr>
            <a:spLocks noGrp="1"/>
          </p:cNvSpPr>
          <p:nvPr>
            <p:ph sz="quarter" idx="14"/>
          </p:nvPr>
        </p:nvSpPr>
        <p:spPr>
          <a:xfrm>
            <a:off x="609602" y="2539359"/>
            <a:ext cx="10985740" cy="3104239"/>
          </a:xfrm>
        </p:spPr>
        <p:txBody>
          <a:bodyPr>
            <a:normAutofit/>
          </a:bodyPr>
          <a:lstStyle/>
          <a:p>
            <a:r>
              <a:rPr lang="en-US" dirty="0"/>
              <a:t>A good</a:t>
            </a:r>
            <a:r>
              <a:rPr lang="en-US" b="1" dirty="0"/>
              <a:t> </a:t>
            </a:r>
            <a:r>
              <a:rPr lang="en-US" dirty="0"/>
              <a:t>candidate will calculate expected revenue for current vs. luxury state, correctly identifying that the revenue potential for luxury cinemas supports the argument for entering this market. An </a:t>
            </a:r>
            <a:r>
              <a:rPr lang="en-US" b="1" dirty="0"/>
              <a:t>excellent</a:t>
            </a:r>
            <a:r>
              <a:rPr lang="en-US" dirty="0"/>
              <a:t> candidate may offer reasons why this is the case (increased “actual capacity” and higher prices appear to offset the decrease in number of seats per theater).</a:t>
            </a:r>
          </a:p>
          <a:p>
            <a:r>
              <a:rPr lang="en-US" dirty="0"/>
              <a:t>An excellent candidate might also reference some qualitative details, such as:</a:t>
            </a:r>
          </a:p>
          <a:p>
            <a:pPr marL="285750" indent="-285750">
              <a:buFont typeface="Arial" panose="020B0604020202020204" pitchFamily="34" charset="0"/>
              <a:buChar char="•"/>
            </a:pPr>
            <a:r>
              <a:rPr lang="en-US" dirty="0"/>
              <a:t>Current (“Standard”) State</a:t>
            </a:r>
          </a:p>
          <a:p>
            <a:pPr marL="971516" lvl="1" indent="-285750"/>
            <a:r>
              <a:rPr lang="en-US" dirty="0"/>
              <a:t>Pros: Consumers are familiar with the existing brand and quality of cinema</a:t>
            </a:r>
          </a:p>
          <a:p>
            <a:pPr marL="971516" lvl="1" indent="-285750"/>
            <a:r>
              <a:rPr lang="en-US" dirty="0"/>
              <a:t>Cons: Current state may not be a convincing enough draw with growing competition from streaming services, etc.</a:t>
            </a:r>
          </a:p>
          <a:p>
            <a:pPr marL="285750" indent="-285750">
              <a:buFont typeface="Arial" panose="020B0604020202020204" pitchFamily="34" charset="0"/>
              <a:buChar char="•"/>
            </a:pPr>
            <a:r>
              <a:rPr lang="en-US" dirty="0"/>
              <a:t>Luxury State</a:t>
            </a:r>
          </a:p>
          <a:p>
            <a:pPr marL="971516" lvl="1" indent="-285750"/>
            <a:r>
              <a:rPr lang="en-US" dirty="0"/>
              <a:t>Pros: Higher quality in viewing experience and concession offerings</a:t>
            </a:r>
          </a:p>
          <a:p>
            <a:pPr marL="971516" lvl="1" indent="-285750"/>
            <a:r>
              <a:rPr lang="en-US" dirty="0"/>
              <a:t>Cons: Actual capacity projections are assumptions that are not yet proven - risk overstating opportunity.</a:t>
            </a:r>
          </a:p>
        </p:txBody>
      </p:sp>
      <p:sp>
        <p:nvSpPr>
          <p:cNvPr id="7" name="Content Placeholder 6">
            <a:extLst>
              <a:ext uri="{FF2B5EF4-FFF2-40B4-BE49-F238E27FC236}">
                <a16:creationId xmlns:a16="http://schemas.microsoft.com/office/drawing/2014/main" id="{74EBD40C-5E95-AA55-F400-E460EEFC2DC8}"/>
              </a:ext>
            </a:extLst>
          </p:cNvPr>
          <p:cNvSpPr>
            <a:spLocks noGrp="1"/>
          </p:cNvSpPr>
          <p:nvPr>
            <p:ph sz="quarter" idx="16"/>
          </p:nvPr>
        </p:nvSpPr>
        <p:spPr>
          <a:xfrm>
            <a:off x="609602" y="5813283"/>
            <a:ext cx="10985740" cy="365125"/>
          </a:xfrm>
        </p:spPr>
        <p:txBody>
          <a:bodyPr/>
          <a:lstStyle/>
          <a:p>
            <a:r>
              <a:rPr lang="en-US"/>
              <a:t>Move onto question 3, following the solutions for question 2.</a:t>
            </a:r>
          </a:p>
        </p:txBody>
      </p:sp>
      <p:sp>
        <p:nvSpPr>
          <p:cNvPr id="8" name="Content Placeholder 7">
            <a:extLst>
              <a:ext uri="{FF2B5EF4-FFF2-40B4-BE49-F238E27FC236}">
                <a16:creationId xmlns:a16="http://schemas.microsoft.com/office/drawing/2014/main" id="{395A8A54-6288-B774-37B7-6F320810552E}"/>
              </a:ext>
            </a:extLst>
          </p:cNvPr>
          <p:cNvSpPr>
            <a:spLocks noGrp="1"/>
          </p:cNvSpPr>
          <p:nvPr>
            <p:ph sz="quarter" idx="18"/>
          </p:nvPr>
        </p:nvSpPr>
        <p:spPr>
          <a:xfrm>
            <a:off x="609600" y="2253976"/>
            <a:ext cx="2770632" cy="281002"/>
          </a:xfrm>
        </p:spPr>
        <p:txBody>
          <a:bodyPr>
            <a:noAutofit/>
          </a:bodyPr>
          <a:lstStyle/>
          <a:p>
            <a:r>
              <a:rPr lang="en-US"/>
              <a:t>Notes to Interviewer</a:t>
            </a:r>
          </a:p>
        </p:txBody>
      </p:sp>
      <p:sp>
        <p:nvSpPr>
          <p:cNvPr id="10" name="Content Placeholder 9">
            <a:extLst>
              <a:ext uri="{FF2B5EF4-FFF2-40B4-BE49-F238E27FC236}">
                <a16:creationId xmlns:a16="http://schemas.microsoft.com/office/drawing/2014/main" id="{8FDE9E64-0630-5FDA-B9A9-B4ADEA230D3A}"/>
              </a:ext>
            </a:extLst>
          </p:cNvPr>
          <p:cNvSpPr>
            <a:spLocks noGrp="1"/>
          </p:cNvSpPr>
          <p:nvPr>
            <p:ph sz="quarter" idx="20"/>
          </p:nvPr>
        </p:nvSpPr>
        <p:spPr/>
        <p:txBody>
          <a:bodyPr>
            <a:normAutofit fontScale="92500" lnSpcReduction="10000"/>
          </a:bodyPr>
          <a:lstStyle/>
          <a:p>
            <a:endParaRPr lang="en-US"/>
          </a:p>
        </p:txBody>
      </p:sp>
      <p:sp>
        <p:nvSpPr>
          <p:cNvPr id="11" name="Content Placeholder 10">
            <a:extLst>
              <a:ext uri="{FF2B5EF4-FFF2-40B4-BE49-F238E27FC236}">
                <a16:creationId xmlns:a16="http://schemas.microsoft.com/office/drawing/2014/main" id="{A57E31A3-79FA-3951-0A51-D5F7D118DC19}"/>
              </a:ext>
            </a:extLst>
          </p:cNvPr>
          <p:cNvSpPr>
            <a:spLocks noGrp="1"/>
          </p:cNvSpPr>
          <p:nvPr>
            <p:ph sz="quarter" idx="12"/>
          </p:nvPr>
        </p:nvSpPr>
        <p:spPr/>
        <p:txBody>
          <a:bodyPr/>
          <a:lstStyle/>
          <a:p>
            <a:r>
              <a:rPr lang="en-US"/>
              <a:t>RC continues to explore luxury cinema. They created the following exhibit to detail the impacts of conversion, what can you make of it?</a:t>
            </a:r>
          </a:p>
        </p:txBody>
      </p:sp>
      <p:sp>
        <p:nvSpPr>
          <p:cNvPr id="15" name="Content Placeholder 14">
            <a:extLst>
              <a:ext uri="{FF2B5EF4-FFF2-40B4-BE49-F238E27FC236}">
                <a16:creationId xmlns:a16="http://schemas.microsoft.com/office/drawing/2014/main" id="{7CB16EBD-71B5-5DDC-6516-D5926BFACA4D}"/>
              </a:ext>
            </a:extLst>
          </p:cNvPr>
          <p:cNvSpPr>
            <a:spLocks noGrp="1"/>
          </p:cNvSpPr>
          <p:nvPr>
            <p:ph sz="quarter" idx="15"/>
          </p:nvPr>
        </p:nvSpPr>
        <p:spPr>
          <a:xfrm>
            <a:off x="646703" y="1626211"/>
            <a:ext cx="10972800" cy="613364"/>
          </a:xfrm>
        </p:spPr>
        <p:txBody>
          <a:bodyPr>
            <a:normAutofit/>
          </a:bodyPr>
          <a:lstStyle/>
          <a:p>
            <a:r>
              <a:rPr lang="en-US"/>
              <a:t>Additional information to help candidate: operational costs stay the same in either scenario, Population of the NYC metro area is 19.5M (not necessary for calculation) Exhibit 2 solutions are on the following page.</a:t>
            </a:r>
          </a:p>
        </p:txBody>
      </p:sp>
    </p:spTree>
    <p:extLst>
      <p:ext uri="{BB962C8B-B14F-4D97-AF65-F5344CB8AC3E}">
        <p14:creationId xmlns:p14="http://schemas.microsoft.com/office/powerpoint/2010/main" val="1457905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56B4-B9BB-8D82-7196-01A296E97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722C1-0284-7EB9-F059-86FCB954EC6A}"/>
              </a:ext>
            </a:extLst>
          </p:cNvPr>
          <p:cNvSpPr>
            <a:spLocks noGrp="1"/>
          </p:cNvSpPr>
          <p:nvPr>
            <p:ph type="title"/>
          </p:nvPr>
        </p:nvSpPr>
        <p:spPr/>
        <p:txBody>
          <a:bodyPr/>
          <a:lstStyle/>
          <a:p>
            <a:r>
              <a:rPr lang="en-US"/>
              <a:t>Exhibit 2 - Solution</a:t>
            </a:r>
          </a:p>
        </p:txBody>
      </p:sp>
      <p:sp>
        <p:nvSpPr>
          <p:cNvPr id="3" name="Footer Placeholder 2">
            <a:extLst>
              <a:ext uri="{FF2B5EF4-FFF2-40B4-BE49-F238E27FC236}">
                <a16:creationId xmlns:a16="http://schemas.microsoft.com/office/drawing/2014/main" id="{E7CBFC3F-46A7-6B68-96E2-DC4C7131CF09}"/>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EC98DCA2-F272-4850-E055-FF1A103AD070}"/>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8" name="Content Placeholder 7">
            <a:extLst>
              <a:ext uri="{FF2B5EF4-FFF2-40B4-BE49-F238E27FC236}">
                <a16:creationId xmlns:a16="http://schemas.microsoft.com/office/drawing/2014/main" id="{65C39D92-893A-CCEA-06A3-A363D605A90F}"/>
              </a:ext>
            </a:extLst>
          </p:cNvPr>
          <p:cNvGraphicFramePr>
            <a:graphicFrameLocks noGrp="1"/>
          </p:cNvGraphicFramePr>
          <p:nvPr>
            <p:ph sz="quarter" idx="15"/>
          </p:nvPr>
        </p:nvGraphicFramePr>
        <p:xfrm>
          <a:off x="609600" y="1320800"/>
          <a:ext cx="10972795" cy="407924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3849572805"/>
                    </a:ext>
                  </a:extLst>
                </a:gridCol>
                <a:gridCol w="1828800">
                  <a:extLst>
                    <a:ext uri="{9D8B030D-6E8A-4147-A177-3AD203B41FA5}">
                      <a16:colId xmlns:a16="http://schemas.microsoft.com/office/drawing/2014/main" val="2975665391"/>
                    </a:ext>
                  </a:extLst>
                </a:gridCol>
                <a:gridCol w="2057400">
                  <a:extLst>
                    <a:ext uri="{9D8B030D-6E8A-4147-A177-3AD203B41FA5}">
                      <a16:colId xmlns:a16="http://schemas.microsoft.com/office/drawing/2014/main" val="2770154302"/>
                    </a:ext>
                  </a:extLst>
                </a:gridCol>
                <a:gridCol w="1828800">
                  <a:extLst>
                    <a:ext uri="{9D8B030D-6E8A-4147-A177-3AD203B41FA5}">
                      <a16:colId xmlns:a16="http://schemas.microsoft.com/office/drawing/2014/main" val="3746167146"/>
                    </a:ext>
                  </a:extLst>
                </a:gridCol>
                <a:gridCol w="1371595">
                  <a:extLst>
                    <a:ext uri="{9D8B030D-6E8A-4147-A177-3AD203B41FA5}">
                      <a16:colId xmlns:a16="http://schemas.microsoft.com/office/drawing/2014/main" val="1372934981"/>
                    </a:ext>
                  </a:extLst>
                </a:gridCol>
              </a:tblGrid>
              <a:tr h="370840">
                <a:tc>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tc gridSpan="2">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atin typeface="Helvetica Neue" panose="02000503000000020004" pitchFamily="2" charset="0"/>
                          <a:ea typeface="Helvetica Neue" panose="02000503000000020004" pitchFamily="2" charset="0"/>
                          <a:cs typeface="Helvetica Neue" panose="02000503000000020004" pitchFamily="2" charset="0"/>
                        </a:rPr>
                        <a:t>Current “Standard” State</a:t>
                      </a: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tc gridSpan="2">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atin typeface="Helvetica Neue" panose="02000503000000020004" pitchFamily="2" charset="0"/>
                          <a:ea typeface="Helvetica Neue" panose="02000503000000020004" pitchFamily="2" charset="0"/>
                          <a:cs typeface="Helvetica Neue" panose="02000503000000020004" pitchFamily="2" charset="0"/>
                        </a:rPr>
                        <a:t>Luxury State</a:t>
                      </a: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tc hMerge="1">
                  <a:txBody>
                    <a:bodyPr/>
                    <a:lstStyle/>
                    <a:p>
                      <a:endParaRPr lang="en-US">
                        <a:latin typeface="Helvetica Neue" panose="02000503000000020004" pitchFamily="2" charset="0"/>
                        <a:ea typeface="Helvetica Neue" panose="02000503000000020004" pitchFamily="2" charset="0"/>
                        <a:cs typeface="Helvetica Neue" panose="02000503000000020004" pitchFamily="2" charset="0"/>
                      </a:endParaRP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B w="12700" cap="flat" cmpd="sng" algn="ctr">
                      <a:solidFill>
                        <a:srgbClr val="13256B"/>
                      </a:solidFill>
                      <a:prstDash val="solid"/>
                      <a:round/>
                      <a:headEnd type="none" w="med" len="med"/>
                      <a:tailEnd type="none" w="med" len="med"/>
                    </a:lnB>
                  </a:tcPr>
                </a:tc>
                <a:extLst>
                  <a:ext uri="{0D108BD9-81ED-4DB2-BD59-A6C34878D82A}">
                    <a16:rowId xmlns:a16="http://schemas.microsoft.com/office/drawing/2014/main" val="386293270"/>
                  </a:ext>
                </a:extLst>
              </a:tr>
              <a:tr h="370840">
                <a:tc>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Peak</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Off-Peak</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Peak</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Off-Peak</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77583674"/>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 of Theatre Locations</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432437798"/>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X </a:t>
                      </a:r>
                      <a:r>
                        <a:rPr lang="en-US" sz="1400" b="0" i="1">
                          <a:latin typeface="Helvetica Neue Light" panose="02000403000000020004" pitchFamily="2" charset="0"/>
                          <a:ea typeface="Helvetica Neue Light" panose="02000403000000020004" pitchFamily="2" charset="0"/>
                          <a:cs typeface="Helvetica Neue" panose="02000503000000020004" pitchFamily="2" charset="0"/>
                        </a:rPr>
                        <a:t>(# of Screens/theatre)</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703868409"/>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X </a:t>
                      </a:r>
                      <a:r>
                        <a:rPr lang="en-US" sz="1400" b="0" i="1">
                          <a:latin typeface="Helvetica Neue Light" panose="02000403000000020004" pitchFamily="2" charset="0"/>
                          <a:ea typeface="Helvetica Neue Light" panose="02000403000000020004" pitchFamily="2" charset="0"/>
                          <a:cs typeface="Helvetica Neue" panose="02000503000000020004" pitchFamily="2" charset="0"/>
                        </a:rPr>
                        <a:t>(# of Seats/screen)</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150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150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65</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65</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2096074934"/>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X </a:t>
                      </a:r>
                      <a:r>
                        <a:rPr lang="en-US" sz="1400" b="0" i="1">
                          <a:latin typeface="Helvetica Neue Light" panose="02000403000000020004" pitchFamily="2" charset="0"/>
                          <a:ea typeface="Helvetica Neue Light" panose="02000403000000020004" pitchFamily="2" charset="0"/>
                          <a:cs typeface="Helvetica Neue" panose="02000503000000020004" pitchFamily="2" charset="0"/>
                        </a:rPr>
                        <a:t>(# of Showings/week)</a:t>
                      </a:r>
                      <a:endParaRPr lang="en-US" sz="1400" b="1" i="1">
                        <a:latin typeface="Helvetica Neue Light" panose="02000403000000020004" pitchFamily="2" charset="0"/>
                        <a:ea typeface="Helvetica Neue Light" panose="02000403000000020004" pitchFamily="2" charset="0"/>
                        <a:cs typeface="Helvetica Neue" panose="02000503000000020004" pitchFamily="2" charset="0"/>
                      </a:endParaRP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40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40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761869134"/>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X</a:t>
                      </a:r>
                      <a:r>
                        <a:rPr lang="en-US" sz="1400" b="0" i="1">
                          <a:latin typeface="Helvetica Neue Light" panose="02000403000000020004" pitchFamily="2" charset="0"/>
                          <a:ea typeface="Helvetica Neue Light" panose="02000403000000020004" pitchFamily="2" charset="0"/>
                          <a:cs typeface="Helvetica Neue" panose="02000503000000020004" pitchFamily="2" charset="0"/>
                        </a:rPr>
                        <a:t> (Ticket Price + Concessions)</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$50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$50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2215349482"/>
                  </a:ext>
                </a:extLst>
              </a:tr>
              <a:tr h="370840">
                <a:tc>
                  <a:txBody>
                    <a:bodyPr/>
                    <a:lstStyle/>
                    <a:p>
                      <a:pPr algn="r"/>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 Potential Revenue/week</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$6,000,000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$12,000,000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$6,500,000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$13,000,000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103624052"/>
                  </a:ext>
                </a:extLst>
              </a:tr>
              <a:tr h="370840">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X </a:t>
                      </a:r>
                      <a:r>
                        <a:rPr lang="en-US" sz="1400" b="0" i="1">
                          <a:latin typeface="Helvetica Neue Light" panose="02000403000000020004" pitchFamily="2" charset="0"/>
                          <a:ea typeface="Helvetica Neue Light" panose="02000403000000020004" pitchFamily="2" charset="0"/>
                          <a:cs typeface="Helvetica Neue" panose="02000503000000020004" pitchFamily="2" charset="0"/>
                        </a:rPr>
                        <a:t>(Theatre Capacity, avg % of seats filled)</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80%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20%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90%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0" i="0">
                          <a:latin typeface="Helvetica Neue Light" panose="02000403000000020004" pitchFamily="2" charset="0"/>
                          <a:ea typeface="Helvetica Neue Light" panose="02000403000000020004" pitchFamily="2" charset="0"/>
                          <a:cs typeface="Helvetica Neue" panose="02000503000000020004" pitchFamily="2" charset="0"/>
                        </a:rPr>
                        <a:t>30%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3604227114"/>
                  </a:ext>
                </a:extLst>
              </a:tr>
              <a:tr h="370840">
                <a:tc>
                  <a:txBody>
                    <a:bodyPr/>
                    <a:lstStyle/>
                    <a:p>
                      <a:pPr algn="r"/>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 Expected Revenue</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$4,800,000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$2,400,000</a:t>
                      </a: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$5,850,000</a:t>
                      </a:r>
                    </a:p>
                  </a:txBody>
                  <a:tcPr>
                    <a:lnL w="12700" cap="flat" cmpd="sng" algn="ctr">
                      <a:solidFill>
                        <a:srgbClr val="13256B"/>
                      </a:solidFill>
                      <a:prstDash val="solid"/>
                      <a:round/>
                      <a:headEnd type="none" w="med" len="med"/>
                      <a:tailEnd type="none" w="med" len="med"/>
                    </a:lnL>
                    <a:lnR w="635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a:txBody>
                    <a:bodyPr/>
                    <a:lstStyle/>
                    <a:p>
                      <a:r>
                        <a:rPr lang="en-US" sz="1400" b="1" i="0">
                          <a:latin typeface="Helvetica Neue Light" panose="02000403000000020004" pitchFamily="2" charset="0"/>
                          <a:ea typeface="Helvetica Neue Light" panose="02000403000000020004" pitchFamily="2" charset="0"/>
                          <a:cs typeface="Helvetica Neue" panose="02000503000000020004" pitchFamily="2" charset="0"/>
                        </a:rPr>
                        <a:t>$3,900,000</a:t>
                      </a: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2745169362"/>
                  </a:ext>
                </a:extLst>
              </a:tr>
              <a:tr h="370840">
                <a:tc>
                  <a:txBody>
                    <a:bodyPr/>
                    <a:lstStyle/>
                    <a:p>
                      <a:pPr algn="r"/>
                      <a:r>
                        <a:rPr lang="en-US" sz="1400" b="1" i="0" u="sng">
                          <a:latin typeface="Helvetica Neue Light" panose="02000403000000020004" pitchFamily="2" charset="0"/>
                          <a:ea typeface="Helvetica Neue Light" panose="02000403000000020004" pitchFamily="2" charset="0"/>
                          <a:cs typeface="Helvetica Neue" panose="02000503000000020004" pitchFamily="2" charset="0"/>
                        </a:rPr>
                        <a:t>Combined Weekly Revenue</a:t>
                      </a:r>
                    </a:p>
                  </a:txBody>
                  <a:tcPr>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gridSpan="2">
                  <a:txBody>
                    <a:bodyPr/>
                    <a:lstStyle/>
                    <a:p>
                      <a:pPr algn="ctr"/>
                      <a:r>
                        <a:rPr lang="en-US" sz="1400" b="1" i="0" u="sng">
                          <a:latin typeface="Helvetica Neue Light" panose="02000403000000020004" pitchFamily="2" charset="0"/>
                          <a:ea typeface="Helvetica Neue Light" panose="02000403000000020004" pitchFamily="2" charset="0"/>
                          <a:cs typeface="Helvetica Neue" panose="02000503000000020004" pitchFamily="2" charset="0"/>
                        </a:rPr>
                        <a:t>$7,200,000</a:t>
                      </a:r>
                    </a:p>
                  </a:txBody>
                  <a:tcPr>
                    <a:lnL w="1270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hMerge="1">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txBody>
                  <a:tcPr>
                    <a:lnL w="6350" cap="flat" cmpd="sng" algn="ctr">
                      <a:solidFill>
                        <a:srgbClr val="13256B"/>
                      </a:solidFill>
                      <a:prstDash val="solid"/>
                      <a:round/>
                      <a:headEnd type="none" w="med" len="med"/>
                      <a:tailEnd type="none" w="med" len="med"/>
                    </a:lnL>
                    <a:lnR w="12700" cap="flat" cmpd="sng" algn="ctr">
                      <a:solidFill>
                        <a:srgbClr val="13256B"/>
                      </a:solidFill>
                      <a:prstDash val="solid"/>
                      <a:round/>
                      <a:headEnd type="none" w="med" len="med"/>
                      <a:tailEnd type="none" w="med" len="med"/>
                    </a:lnR>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gridSpan="2">
                  <a:txBody>
                    <a:bodyPr/>
                    <a:lstStyle/>
                    <a:p>
                      <a:pPr algn="ctr"/>
                      <a:r>
                        <a:rPr lang="en-US" sz="1400" b="1" i="0" u="sng">
                          <a:latin typeface="Helvetica Neue Light" panose="02000403000000020004" pitchFamily="2" charset="0"/>
                          <a:ea typeface="Helvetica Neue Light" panose="02000403000000020004" pitchFamily="2" charset="0"/>
                          <a:cs typeface="Helvetica Neue" panose="02000503000000020004" pitchFamily="2" charset="0"/>
                        </a:rPr>
                        <a:t>$9,750,000</a:t>
                      </a:r>
                    </a:p>
                  </a:txBody>
                  <a:tcPr>
                    <a:lnL w="1270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tc hMerge="1">
                  <a:txBody>
                    <a:bodyPr/>
                    <a:lstStyle/>
                    <a:p>
                      <a:endParaRPr lang="en-US" sz="1400" b="0" i="0">
                        <a:latin typeface="Helvetica Neue Light" panose="02000403000000020004" pitchFamily="2" charset="0"/>
                        <a:ea typeface="Helvetica Neue Light" panose="02000403000000020004" pitchFamily="2" charset="0"/>
                        <a:cs typeface="Helvetica Neue" panose="02000503000000020004" pitchFamily="2" charset="0"/>
                      </a:endParaRPr>
                    </a:p>
                  </a:txBody>
                  <a:tcPr>
                    <a:lnL w="6350" cap="flat" cmpd="sng" algn="ctr">
                      <a:solidFill>
                        <a:srgbClr val="13256B"/>
                      </a:solidFill>
                      <a:prstDash val="solid"/>
                      <a:round/>
                      <a:headEnd type="none" w="med" len="med"/>
                      <a:tailEnd type="none" w="med" len="med"/>
                    </a:lnL>
                    <a:lnT w="12700" cap="flat" cmpd="sng" algn="ctr">
                      <a:solidFill>
                        <a:srgbClr val="13256B"/>
                      </a:solidFill>
                      <a:prstDash val="solid"/>
                      <a:round/>
                      <a:headEnd type="none" w="med" len="med"/>
                      <a:tailEnd type="none" w="med" len="med"/>
                    </a:lnT>
                    <a:lnB w="12700" cap="flat" cmpd="sng" algn="ctr">
                      <a:solidFill>
                        <a:srgbClr val="13256B"/>
                      </a:solidFill>
                      <a:prstDash val="solid"/>
                      <a:round/>
                      <a:headEnd type="none" w="med" len="med"/>
                      <a:tailEnd type="none" w="med" len="med"/>
                    </a:lnB>
                    <a:noFill/>
                  </a:tcPr>
                </a:tc>
                <a:extLst>
                  <a:ext uri="{0D108BD9-81ED-4DB2-BD59-A6C34878D82A}">
                    <a16:rowId xmlns:a16="http://schemas.microsoft.com/office/drawing/2014/main" val="1491484902"/>
                  </a:ext>
                </a:extLst>
              </a:tr>
            </a:tbl>
          </a:graphicData>
        </a:graphic>
      </p:graphicFrame>
      <p:sp>
        <p:nvSpPr>
          <p:cNvPr id="6" name="Content Placeholder 5">
            <a:extLst>
              <a:ext uri="{FF2B5EF4-FFF2-40B4-BE49-F238E27FC236}">
                <a16:creationId xmlns:a16="http://schemas.microsoft.com/office/drawing/2014/main" id="{0F8785C2-6F49-77FB-713A-3B79CCA08868}"/>
              </a:ext>
            </a:extLst>
          </p:cNvPr>
          <p:cNvSpPr>
            <a:spLocks noGrp="1"/>
          </p:cNvSpPr>
          <p:nvPr>
            <p:ph sz="quarter" idx="12"/>
          </p:nvPr>
        </p:nvSpPr>
        <p:spPr/>
        <p:txBody>
          <a:bodyPr>
            <a:normAutofit lnSpcReduction="10000"/>
          </a:bodyPr>
          <a:lstStyle/>
          <a:p>
            <a:r>
              <a:rPr lang="en-US"/>
              <a:t>Standard vs Luxury State Cinemas</a:t>
            </a:r>
          </a:p>
        </p:txBody>
      </p:sp>
      <p:sp>
        <p:nvSpPr>
          <p:cNvPr id="7" name="Content Placeholder 6">
            <a:extLst>
              <a:ext uri="{FF2B5EF4-FFF2-40B4-BE49-F238E27FC236}">
                <a16:creationId xmlns:a16="http://schemas.microsoft.com/office/drawing/2014/main" id="{16D5B680-950F-0753-5E48-9121FAFA83F4}"/>
              </a:ext>
            </a:extLst>
          </p:cNvPr>
          <p:cNvSpPr>
            <a:spLocks noGrp="1"/>
          </p:cNvSpPr>
          <p:nvPr>
            <p:ph sz="quarter" idx="16"/>
          </p:nvPr>
        </p:nvSpPr>
        <p:spPr/>
        <p:txBody>
          <a:bodyPr/>
          <a:lstStyle/>
          <a:p>
            <a:endParaRPr lang="en-US"/>
          </a:p>
        </p:txBody>
      </p:sp>
      <p:sp>
        <p:nvSpPr>
          <p:cNvPr id="5" name="TextBox 4">
            <a:extLst>
              <a:ext uri="{FF2B5EF4-FFF2-40B4-BE49-F238E27FC236}">
                <a16:creationId xmlns:a16="http://schemas.microsoft.com/office/drawing/2014/main" id="{5EC6063A-A094-8C07-5A5A-A1515C3740F6}"/>
              </a:ext>
            </a:extLst>
          </p:cNvPr>
          <p:cNvSpPr txBox="1"/>
          <p:nvPr/>
        </p:nvSpPr>
        <p:spPr>
          <a:xfrm>
            <a:off x="2" y="0"/>
            <a:ext cx="1532535" cy="307777"/>
          </a:xfrm>
          <a:prstGeom prst="rect">
            <a:avLst/>
          </a:prstGeom>
          <a:solidFill>
            <a:schemeClr val="bg1"/>
          </a:solidFill>
          <a:ln w="1905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rPr>
              <a:t>Interviewer-facing</a:t>
            </a:r>
            <a:endParaRPr kumimoji="0" lang="en-US" sz="1200" b="0" i="1" u="none" strike="noStrike" kern="1200" cap="none" spc="0" normalizeH="0" baseline="0" noProof="0">
              <a:ln>
                <a:noFill/>
              </a:ln>
              <a:solidFill>
                <a:srgbClr val="000000"/>
              </a:solidFill>
              <a:effectLst/>
              <a:uLnTx/>
              <a:uFillTx/>
              <a:latin typeface="Helvetica Neue Light" panose="02000403000000020004" pitchFamily="2" charset="0"/>
              <a:ea typeface="Helvetica Neue Light" panose="02000403000000020004" pitchFamily="2" charset="0"/>
              <a:cs typeface="Helvetica Neue" panose="02000503000000020004" pitchFamily="2" charset="0"/>
            </a:endParaRPr>
          </a:p>
        </p:txBody>
      </p:sp>
    </p:spTree>
    <p:extLst>
      <p:ext uri="{BB962C8B-B14F-4D97-AF65-F5344CB8AC3E}">
        <p14:creationId xmlns:p14="http://schemas.microsoft.com/office/powerpoint/2010/main" val="2389986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EBD2-C4EC-E922-5EE5-686C4B8A0403}"/>
              </a:ext>
            </a:extLst>
          </p:cNvPr>
          <p:cNvSpPr>
            <a:spLocks noGrp="1"/>
          </p:cNvSpPr>
          <p:nvPr>
            <p:ph type="title"/>
          </p:nvPr>
        </p:nvSpPr>
        <p:spPr/>
        <p:txBody>
          <a:bodyPr/>
          <a:lstStyle/>
          <a:p>
            <a:r>
              <a:rPr lang="en-US"/>
              <a:t>Question 3 – Payback Period</a:t>
            </a:r>
          </a:p>
        </p:txBody>
      </p:sp>
      <p:sp>
        <p:nvSpPr>
          <p:cNvPr id="3" name="Footer Placeholder 2">
            <a:extLst>
              <a:ext uri="{FF2B5EF4-FFF2-40B4-BE49-F238E27FC236}">
                <a16:creationId xmlns:a16="http://schemas.microsoft.com/office/drawing/2014/main" id="{4C1989D1-1369-FF17-7156-A4F6A5099815}"/>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6E11CE7D-AD31-22DB-5B2E-A702C685FE2B}"/>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Content Placeholder 4">
            <a:extLst>
              <a:ext uri="{FF2B5EF4-FFF2-40B4-BE49-F238E27FC236}">
                <a16:creationId xmlns:a16="http://schemas.microsoft.com/office/drawing/2014/main" id="{70116DF2-C273-67CF-5F41-58EF3F6FBDCD}"/>
              </a:ext>
            </a:extLst>
          </p:cNvPr>
          <p:cNvSpPr>
            <a:spLocks noGrp="1"/>
          </p:cNvSpPr>
          <p:nvPr>
            <p:ph sz="quarter" idx="12"/>
          </p:nvPr>
        </p:nvSpPr>
        <p:spPr/>
        <p:txBody>
          <a:bodyPr/>
          <a:lstStyle/>
          <a:p>
            <a:r>
              <a:rPr lang="en-US"/>
              <a:t>Royal Cinemas would like to know how long it will take to recoup their conversion/renovation costs.</a:t>
            </a:r>
          </a:p>
        </p:txBody>
      </p:sp>
      <p:sp>
        <p:nvSpPr>
          <p:cNvPr id="6" name="Text Placeholder 5">
            <a:extLst>
              <a:ext uri="{FF2B5EF4-FFF2-40B4-BE49-F238E27FC236}">
                <a16:creationId xmlns:a16="http://schemas.microsoft.com/office/drawing/2014/main" id="{ABCE977A-F7A4-845A-034C-026FDB038A75}"/>
              </a:ext>
            </a:extLst>
          </p:cNvPr>
          <p:cNvSpPr>
            <a:spLocks noGrp="1"/>
          </p:cNvSpPr>
          <p:nvPr>
            <p:ph type="body" sz="quarter" idx="16"/>
          </p:nvPr>
        </p:nvSpPr>
        <p:spPr/>
        <p:txBody>
          <a:bodyPr/>
          <a:lstStyle/>
          <a:p>
            <a:r>
              <a:rPr lang="en-US" b="1"/>
              <a:t>Payback period</a:t>
            </a:r>
          </a:p>
          <a:p>
            <a:r>
              <a:rPr lang="en-US"/>
              <a:t>100M / (9.75M x 0.5) = 20.51 weeks or ~5 months</a:t>
            </a:r>
          </a:p>
          <a:p>
            <a:endParaRPr lang="en-US"/>
          </a:p>
          <a:p>
            <a:r>
              <a:rPr lang="en-US" b="1"/>
              <a:t>Good interviewee should</a:t>
            </a:r>
          </a:p>
          <a:p>
            <a:pPr marL="285750" indent="-285750">
              <a:buFont typeface="Arial" panose="020B0604020202020204" pitchFamily="34" charset="0"/>
              <a:buChar char="•"/>
            </a:pPr>
            <a:r>
              <a:rPr lang="en-US"/>
              <a:t>Calculate payback period.</a:t>
            </a:r>
          </a:p>
          <a:p>
            <a:pPr marL="285750" indent="-285750">
              <a:buFont typeface="Arial" panose="020B0604020202020204" pitchFamily="34" charset="0"/>
              <a:buChar char="•"/>
            </a:pPr>
            <a:r>
              <a:rPr lang="en-US"/>
              <a:t>Note that payback period is quite short—candidate may question whether this time frame is too good to be realistic.</a:t>
            </a:r>
          </a:p>
          <a:p>
            <a:pPr marL="285750" indent="-285750">
              <a:buFont typeface="Arial" panose="020B0604020202020204" pitchFamily="34" charset="0"/>
              <a:buChar char="•"/>
            </a:pPr>
            <a:endParaRPr lang="en-US"/>
          </a:p>
          <a:p>
            <a:r>
              <a:rPr lang="en-US" b="1"/>
              <a:t>Great interviewee will</a:t>
            </a:r>
          </a:p>
          <a:p>
            <a:pPr marL="285750" indent="-285750">
              <a:buFont typeface="Arial" panose="020B0604020202020204" pitchFamily="34" charset="0"/>
              <a:buChar char="•"/>
            </a:pPr>
            <a:r>
              <a:rPr lang="en-US"/>
              <a:t>Discuss potential reasons that this payback period may be too optimistic</a:t>
            </a:r>
          </a:p>
          <a:p>
            <a:pPr marL="285750" indent="-285750">
              <a:buFont typeface="Arial" panose="020B0604020202020204" pitchFamily="34" charset="0"/>
              <a:buChar char="•"/>
            </a:pPr>
            <a:endParaRPr lang="en-US"/>
          </a:p>
          <a:p>
            <a:r>
              <a:rPr lang="en-US" b="1"/>
              <a:t>Additional Notes:</a:t>
            </a:r>
          </a:p>
          <a:p>
            <a:pPr marL="285750" indent="-285750">
              <a:buFont typeface="Arial" panose="020B0604020202020204" pitchFamily="34" charset="0"/>
              <a:buChar char="•"/>
            </a:pPr>
            <a:r>
              <a:rPr lang="en-US"/>
              <a:t>Assume RC has sufficient financing to invest the $100M</a:t>
            </a:r>
          </a:p>
          <a:p>
            <a:pPr marL="285750" indent="-285750">
              <a:buFont typeface="Arial" panose="020B0604020202020204" pitchFamily="34" charset="0"/>
              <a:buChar char="•"/>
            </a:pPr>
            <a:r>
              <a:rPr lang="en-US"/>
              <a:t>Candidate may ask whether the theatre will need to be closed for the renovations, because that would be additional revenue loss. Interviewer can share that this will not have meaningful impact on financials.</a:t>
            </a:r>
          </a:p>
        </p:txBody>
      </p:sp>
      <p:sp>
        <p:nvSpPr>
          <p:cNvPr id="7" name="Text Placeholder 6">
            <a:extLst>
              <a:ext uri="{FF2B5EF4-FFF2-40B4-BE49-F238E27FC236}">
                <a16:creationId xmlns:a16="http://schemas.microsoft.com/office/drawing/2014/main" id="{F9CED738-FDA9-931D-5341-6D23E14F8EFD}"/>
              </a:ext>
            </a:extLst>
          </p:cNvPr>
          <p:cNvSpPr>
            <a:spLocks noGrp="1"/>
          </p:cNvSpPr>
          <p:nvPr>
            <p:ph type="body" sz="quarter" idx="13"/>
          </p:nvPr>
        </p:nvSpPr>
        <p:spPr/>
        <p:txBody>
          <a:bodyPr/>
          <a:lstStyle/>
          <a:p>
            <a:r>
              <a:rPr lang="en-US"/>
              <a:t>Initial conversion/renovation costs: $100M</a:t>
            </a:r>
          </a:p>
          <a:p>
            <a:r>
              <a:rPr lang="en-US"/>
              <a:t>Projected Luxury weekly variable costs: 50% of weekly revenue (~5M for interviewer reference)</a:t>
            </a:r>
          </a:p>
          <a:p>
            <a:endParaRPr lang="en-US"/>
          </a:p>
          <a:p>
            <a:r>
              <a:rPr lang="en-US"/>
              <a:t>Calculated from Exhibit 2</a:t>
            </a:r>
          </a:p>
          <a:p>
            <a:r>
              <a:rPr lang="en-US"/>
              <a:t>Projected Luxury revenue per week: $9.75M</a:t>
            </a:r>
          </a:p>
        </p:txBody>
      </p:sp>
      <p:sp>
        <p:nvSpPr>
          <p:cNvPr id="8" name="Content Placeholder 7">
            <a:extLst>
              <a:ext uri="{FF2B5EF4-FFF2-40B4-BE49-F238E27FC236}">
                <a16:creationId xmlns:a16="http://schemas.microsoft.com/office/drawing/2014/main" id="{252CD22C-DFD5-6210-916F-713F0AE6D468}"/>
              </a:ext>
            </a:extLst>
          </p:cNvPr>
          <p:cNvSpPr>
            <a:spLocks noGrp="1"/>
          </p:cNvSpPr>
          <p:nvPr>
            <p:ph sz="quarter" idx="17"/>
          </p:nvPr>
        </p:nvSpPr>
        <p:spPr/>
        <p:txBody>
          <a:bodyPr>
            <a:normAutofit/>
          </a:bodyPr>
          <a:lstStyle/>
          <a:p>
            <a:r>
              <a:rPr lang="en-US"/>
              <a:t>Information (provide if asked)</a:t>
            </a:r>
          </a:p>
        </p:txBody>
      </p:sp>
      <p:sp>
        <p:nvSpPr>
          <p:cNvPr id="9" name="Content Placeholder 8">
            <a:extLst>
              <a:ext uri="{FF2B5EF4-FFF2-40B4-BE49-F238E27FC236}">
                <a16:creationId xmlns:a16="http://schemas.microsoft.com/office/drawing/2014/main" id="{A0A628B6-72CD-236C-4AA4-6E159F2BF139}"/>
              </a:ext>
            </a:extLst>
          </p:cNvPr>
          <p:cNvSpPr>
            <a:spLocks noGrp="1"/>
          </p:cNvSpPr>
          <p:nvPr>
            <p:ph sz="quarter" idx="18"/>
          </p:nvPr>
        </p:nvSpPr>
        <p:spPr/>
        <p:txBody>
          <a:bodyPr>
            <a:normAutofit fontScale="92500" lnSpcReduction="10000"/>
          </a:bodyPr>
          <a:lstStyle/>
          <a:p>
            <a:r>
              <a:rPr lang="en-US"/>
              <a:t>Math Solution</a:t>
            </a:r>
          </a:p>
        </p:txBody>
      </p:sp>
      <p:sp>
        <p:nvSpPr>
          <p:cNvPr id="10" name="Content Placeholder 9">
            <a:extLst>
              <a:ext uri="{FF2B5EF4-FFF2-40B4-BE49-F238E27FC236}">
                <a16:creationId xmlns:a16="http://schemas.microsoft.com/office/drawing/2014/main" id="{F12D0270-6FC4-78CC-10E9-EC0F89A9950E}"/>
              </a:ext>
            </a:extLst>
          </p:cNvPr>
          <p:cNvSpPr>
            <a:spLocks noGrp="1"/>
          </p:cNvSpPr>
          <p:nvPr>
            <p:ph sz="quarter" idx="19"/>
          </p:nvPr>
        </p:nvSpPr>
        <p:spPr/>
        <p:txBody>
          <a:bodyPr>
            <a:normAutofit fontScale="92500" lnSpcReduction="10000"/>
          </a:bodyPr>
          <a:lstStyle/>
          <a:p>
            <a:endParaRPr lang="en-US"/>
          </a:p>
        </p:txBody>
      </p:sp>
    </p:spTree>
    <p:extLst>
      <p:ext uri="{BB962C8B-B14F-4D97-AF65-F5344CB8AC3E}">
        <p14:creationId xmlns:p14="http://schemas.microsoft.com/office/powerpoint/2010/main" val="2560234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550F2-8A19-D6D5-C3AF-5D7D58232C6B}"/>
              </a:ext>
            </a:extLst>
          </p:cNvPr>
          <p:cNvSpPr>
            <a:spLocks noGrp="1"/>
          </p:cNvSpPr>
          <p:nvPr>
            <p:ph type="title"/>
          </p:nvPr>
        </p:nvSpPr>
        <p:spPr/>
        <p:txBody>
          <a:bodyPr/>
          <a:lstStyle/>
          <a:p>
            <a:r>
              <a:rPr lang="en-US"/>
              <a:t>Question 4 – Brainstorming </a:t>
            </a:r>
          </a:p>
        </p:txBody>
      </p:sp>
      <p:sp>
        <p:nvSpPr>
          <p:cNvPr id="3" name="Footer Placeholder 2">
            <a:extLst>
              <a:ext uri="{FF2B5EF4-FFF2-40B4-BE49-F238E27FC236}">
                <a16:creationId xmlns:a16="http://schemas.microsoft.com/office/drawing/2014/main" id="{19B1AE5A-A118-B7F3-0DAC-F1CCFD18E6E6}"/>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C337268C-6BC0-834E-B994-ED0D9B13BBA3}"/>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Content Placeholder 4">
            <a:extLst>
              <a:ext uri="{FF2B5EF4-FFF2-40B4-BE49-F238E27FC236}">
                <a16:creationId xmlns:a16="http://schemas.microsoft.com/office/drawing/2014/main" id="{835F58E8-9D18-954C-263B-DA30DEDA6A71}"/>
              </a:ext>
            </a:extLst>
          </p:cNvPr>
          <p:cNvSpPr>
            <a:spLocks noGrp="1"/>
          </p:cNvSpPr>
          <p:nvPr>
            <p:ph sz="quarter" idx="12"/>
          </p:nvPr>
        </p:nvSpPr>
        <p:spPr>
          <a:xfrm>
            <a:off x="609600" y="1066805"/>
            <a:ext cx="10972800" cy="489448"/>
          </a:xfrm>
        </p:spPr>
        <p:txBody>
          <a:bodyPr>
            <a:normAutofit lnSpcReduction="10000"/>
          </a:bodyPr>
          <a:lstStyle/>
          <a:p>
            <a:r>
              <a:rPr lang="en-US"/>
              <a:t>RC is aware that it will need to compete with other successful luxury cinemas in NYC. It would like your help to brainstorm ways to differentiate itself in this space</a:t>
            </a:r>
          </a:p>
        </p:txBody>
      </p:sp>
      <p:sp>
        <p:nvSpPr>
          <p:cNvPr id="6" name="Text Placeholder 5">
            <a:extLst>
              <a:ext uri="{FF2B5EF4-FFF2-40B4-BE49-F238E27FC236}">
                <a16:creationId xmlns:a16="http://schemas.microsoft.com/office/drawing/2014/main" id="{5997F83D-5230-97E8-50CC-9B0F65FF9310}"/>
              </a:ext>
            </a:extLst>
          </p:cNvPr>
          <p:cNvSpPr>
            <a:spLocks noGrp="1"/>
          </p:cNvSpPr>
          <p:nvPr>
            <p:ph type="body" sz="quarter" idx="16"/>
          </p:nvPr>
        </p:nvSpPr>
        <p:spPr>
          <a:xfrm>
            <a:off x="609599" y="1908042"/>
            <a:ext cx="10972801" cy="4264158"/>
          </a:xfrm>
        </p:spPr>
        <p:txBody>
          <a:bodyPr>
            <a:normAutofit lnSpcReduction="10000"/>
          </a:bodyPr>
          <a:lstStyle/>
          <a:p>
            <a:r>
              <a:rPr lang="en-US"/>
              <a:t>There are many directions that candidates could take. The goal of this question is to see how creative and specific they can be while remaining structured in their thinking.</a:t>
            </a:r>
          </a:p>
          <a:p>
            <a:r>
              <a:rPr lang="en-US" b="1"/>
              <a:t>Possible examples (push candidate to reach every bucket)</a:t>
            </a:r>
          </a:p>
          <a:p>
            <a:r>
              <a:rPr lang="en-US"/>
              <a:t>Concessions</a:t>
            </a:r>
          </a:p>
          <a:p>
            <a:pPr marL="285750" indent="-285750">
              <a:buFont typeface="Arial" panose="020B0604020202020204" pitchFamily="34" charset="0"/>
              <a:buChar char="•"/>
            </a:pPr>
            <a:r>
              <a:rPr lang="en-US"/>
              <a:t>Partnership with well-known food market or restaurant? Celebrity chef?</a:t>
            </a:r>
          </a:p>
          <a:p>
            <a:pPr marL="285750" indent="-285750">
              <a:buFont typeface="Arial" panose="020B0604020202020204" pitchFamily="34" charset="0"/>
              <a:buChar char="•"/>
            </a:pPr>
            <a:r>
              <a:rPr lang="en-US"/>
              <a:t>In-theater wait service (consider food/drink minimum to ensure revenue captured from concessions) or digital ordering from seat.</a:t>
            </a:r>
          </a:p>
          <a:p>
            <a:pPr marL="285750" indent="-285750">
              <a:buFont typeface="Arial" panose="020B0604020202020204" pitchFamily="34" charset="0"/>
              <a:buChar char="•"/>
            </a:pPr>
            <a:r>
              <a:rPr lang="en-US"/>
              <a:t>Full bar with signature cocktails? Best in class wine bar.</a:t>
            </a:r>
          </a:p>
          <a:p>
            <a:r>
              <a:rPr lang="en-US"/>
              <a:t>Environment</a:t>
            </a:r>
          </a:p>
          <a:p>
            <a:pPr marL="285750" indent="-285750">
              <a:buFont typeface="Arial" panose="020B0604020202020204" pitchFamily="34" charset="0"/>
              <a:buChar char="•"/>
            </a:pPr>
            <a:r>
              <a:rPr lang="en-US"/>
              <a:t>Premium, comfortable seating. Luxurious, clean restrooms</a:t>
            </a:r>
          </a:p>
          <a:p>
            <a:pPr marL="285750" indent="-285750">
              <a:buFont typeface="Arial" panose="020B0604020202020204" pitchFamily="34" charset="0"/>
              <a:buChar char="•"/>
            </a:pPr>
            <a:r>
              <a:rPr lang="en-US"/>
              <a:t>Work café with </a:t>
            </a:r>
            <a:r>
              <a:rPr lang="en-US" err="1"/>
              <a:t>WiFi</a:t>
            </a:r>
            <a:r>
              <a:rPr lang="en-US"/>
              <a:t> outside theater (gets people to hang out + spend money)</a:t>
            </a:r>
          </a:p>
          <a:p>
            <a:r>
              <a:rPr lang="en-US"/>
              <a:t>Added content</a:t>
            </a:r>
          </a:p>
          <a:p>
            <a:pPr marL="285750" indent="-285750">
              <a:buFont typeface="Arial" panose="020B0604020202020204" pitchFamily="34" charset="0"/>
              <a:buChar char="•"/>
            </a:pPr>
            <a:r>
              <a:rPr lang="en-US"/>
              <a:t>Regular talk backs with film crew or special film shorts before each film. Documentaries.</a:t>
            </a:r>
          </a:p>
          <a:p>
            <a:pPr marL="285750" indent="-285750">
              <a:buFont typeface="Arial" panose="020B0604020202020204" pitchFamily="34" charset="0"/>
              <a:buChar char="•"/>
            </a:pPr>
            <a:r>
              <a:rPr lang="en-US"/>
              <a:t>Stream major sporting events, video game competitions, host film festivals indoors, movie premieres, sports betting</a:t>
            </a:r>
          </a:p>
          <a:p>
            <a:r>
              <a:rPr lang="en-US"/>
              <a:t>Other</a:t>
            </a:r>
          </a:p>
          <a:p>
            <a:pPr marL="285750" indent="-285750">
              <a:buFont typeface="Arial" panose="020B0604020202020204" pitchFamily="34" charset="0"/>
              <a:buChar char="•"/>
            </a:pPr>
            <a:r>
              <a:rPr lang="en-US"/>
              <a:t>Partnerships: luxury hotel chains, gyms, lean into the “Royal” experience, red carpet—make theaters a destination</a:t>
            </a:r>
          </a:p>
          <a:p>
            <a:pPr marL="285750" indent="-285750">
              <a:buFont typeface="Arial" panose="020B0604020202020204" pitchFamily="34" charset="0"/>
              <a:buChar char="•"/>
            </a:pPr>
            <a:r>
              <a:rPr lang="en-US"/>
              <a:t>Individualize each theater</a:t>
            </a:r>
          </a:p>
        </p:txBody>
      </p:sp>
      <p:sp>
        <p:nvSpPr>
          <p:cNvPr id="7" name="Content Placeholder 6">
            <a:extLst>
              <a:ext uri="{FF2B5EF4-FFF2-40B4-BE49-F238E27FC236}">
                <a16:creationId xmlns:a16="http://schemas.microsoft.com/office/drawing/2014/main" id="{302188BE-9BE9-DDE8-D876-B98AFAF1F2CC}"/>
              </a:ext>
            </a:extLst>
          </p:cNvPr>
          <p:cNvSpPr>
            <a:spLocks noGrp="1"/>
          </p:cNvSpPr>
          <p:nvPr>
            <p:ph sz="quarter" idx="18"/>
          </p:nvPr>
        </p:nvSpPr>
        <p:spPr>
          <a:xfrm>
            <a:off x="609599" y="1679595"/>
            <a:ext cx="2770632" cy="281002"/>
          </a:xfrm>
        </p:spPr>
        <p:txBody>
          <a:bodyPr>
            <a:normAutofit fontScale="92500" lnSpcReduction="10000"/>
          </a:bodyPr>
          <a:lstStyle/>
          <a:p>
            <a:r>
              <a:rPr lang="en-US" u="sng"/>
              <a:t>Notes and Possible Ideas</a:t>
            </a:r>
          </a:p>
        </p:txBody>
      </p:sp>
      <p:sp>
        <p:nvSpPr>
          <p:cNvPr id="8" name="Content Placeholder 7">
            <a:extLst>
              <a:ext uri="{FF2B5EF4-FFF2-40B4-BE49-F238E27FC236}">
                <a16:creationId xmlns:a16="http://schemas.microsoft.com/office/drawing/2014/main" id="{3AAF6236-AFA1-7F9C-7DE8-6F0EAF6630B7}"/>
              </a:ext>
            </a:extLst>
          </p:cNvPr>
          <p:cNvSpPr>
            <a:spLocks noGrp="1"/>
          </p:cNvSpPr>
          <p:nvPr>
            <p:ph sz="quarter" idx="19"/>
          </p:nvPr>
        </p:nvSpPr>
        <p:spPr/>
        <p:txBody>
          <a:bodyPr>
            <a:normAutofit fontScale="92500" lnSpcReduction="10000"/>
          </a:bodyPr>
          <a:lstStyle/>
          <a:p>
            <a:endParaRPr lang="en-US"/>
          </a:p>
        </p:txBody>
      </p:sp>
    </p:spTree>
    <p:extLst>
      <p:ext uri="{BB962C8B-B14F-4D97-AF65-F5344CB8AC3E}">
        <p14:creationId xmlns:p14="http://schemas.microsoft.com/office/powerpoint/2010/main" val="3912056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AA57C-DFD8-B1A1-9940-1AE0EC6F7182}"/>
              </a:ext>
            </a:extLst>
          </p:cNvPr>
          <p:cNvSpPr>
            <a:spLocks noGrp="1"/>
          </p:cNvSpPr>
          <p:nvPr>
            <p:ph type="title"/>
          </p:nvPr>
        </p:nvSpPr>
        <p:spPr/>
        <p:txBody>
          <a:bodyPr/>
          <a:lstStyle/>
          <a:p>
            <a:r>
              <a:rPr lang="en-US"/>
              <a:t>Recommendation</a:t>
            </a:r>
          </a:p>
        </p:txBody>
      </p:sp>
      <p:sp>
        <p:nvSpPr>
          <p:cNvPr id="3" name="Footer Placeholder 2">
            <a:extLst>
              <a:ext uri="{FF2B5EF4-FFF2-40B4-BE49-F238E27FC236}">
                <a16:creationId xmlns:a16="http://schemas.microsoft.com/office/drawing/2014/main" id="{59350944-0FB5-786B-08D2-02F8A7D84655}"/>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Hamilton Consulting Group</a:t>
            </a:r>
          </a:p>
        </p:txBody>
      </p:sp>
      <p:sp>
        <p:nvSpPr>
          <p:cNvPr id="4" name="Slide Number Placeholder 3">
            <a:extLst>
              <a:ext uri="{FF2B5EF4-FFF2-40B4-BE49-F238E27FC236}">
                <a16:creationId xmlns:a16="http://schemas.microsoft.com/office/drawing/2014/main" id="{4A299AA5-CAFB-DDE5-2057-5F9EC30D4536}"/>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9A6EAB-3BBA-974F-9837-08D667468856}" type="slidenum">
              <a:rPr kumimoji="0" lang="en-US" sz="1000" b="0" i="0" u="none" strike="noStrike" kern="1200" cap="none" spc="0" normalizeH="0" baseline="0" noProof="0" smtClean="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a:ln>
                <a:noFill/>
              </a:ln>
              <a:solidFill>
                <a:srgbClr val="000000"/>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Content Placeholder 4">
            <a:extLst>
              <a:ext uri="{FF2B5EF4-FFF2-40B4-BE49-F238E27FC236}">
                <a16:creationId xmlns:a16="http://schemas.microsoft.com/office/drawing/2014/main" id="{CD9EF458-53A2-A4EA-DE0B-E661AEEA2560}"/>
              </a:ext>
            </a:extLst>
          </p:cNvPr>
          <p:cNvSpPr>
            <a:spLocks noGrp="1"/>
          </p:cNvSpPr>
          <p:nvPr>
            <p:ph sz="quarter" idx="12"/>
          </p:nvPr>
        </p:nvSpPr>
        <p:spPr/>
        <p:txBody>
          <a:bodyPr/>
          <a:lstStyle/>
          <a:p>
            <a:r>
              <a:rPr lang="en-US"/>
              <a:t>The CEO of Royal Cinemas is about to walk in the room, what are you going to tell them?</a:t>
            </a:r>
          </a:p>
        </p:txBody>
      </p:sp>
      <p:sp>
        <p:nvSpPr>
          <p:cNvPr id="6" name="Text Placeholder 5">
            <a:extLst>
              <a:ext uri="{FF2B5EF4-FFF2-40B4-BE49-F238E27FC236}">
                <a16:creationId xmlns:a16="http://schemas.microsoft.com/office/drawing/2014/main" id="{DF33C1E4-1C81-CA82-9D3D-CD99F457611A}"/>
              </a:ext>
            </a:extLst>
          </p:cNvPr>
          <p:cNvSpPr>
            <a:spLocks noGrp="1"/>
          </p:cNvSpPr>
          <p:nvPr>
            <p:ph type="body" sz="quarter" idx="16"/>
          </p:nvPr>
        </p:nvSpPr>
        <p:spPr/>
        <p:txBody>
          <a:bodyPr>
            <a:normAutofit lnSpcReduction="10000"/>
          </a:bodyPr>
          <a:lstStyle/>
          <a:p>
            <a:r>
              <a:rPr lang="en-US" b="1"/>
              <a:t>Recommendation</a:t>
            </a:r>
          </a:p>
          <a:p>
            <a:r>
              <a:rPr lang="en-US"/>
              <a:t>Royal Cinemas should proceed with plans to convert their non-luxury cinemas into luxury cinemas for reasons such as:</a:t>
            </a:r>
          </a:p>
          <a:p>
            <a:pPr marL="285750" indent="-285750">
              <a:buFont typeface="Arial" panose="020B0604020202020204" pitchFamily="34" charset="0"/>
              <a:buChar char="•"/>
            </a:pPr>
            <a:r>
              <a:rPr lang="en-US"/>
              <a:t>Luxury cinema market is projected to steadily increase.</a:t>
            </a:r>
          </a:p>
          <a:p>
            <a:pPr marL="285750" indent="-285750">
              <a:buFont typeface="Arial" panose="020B0604020202020204" pitchFamily="34" charset="0"/>
              <a:buChar char="•"/>
            </a:pPr>
            <a:r>
              <a:rPr lang="en-US"/>
              <a:t>Luxury cinemas would result in higher revenues without significant increases to variable costs.</a:t>
            </a:r>
          </a:p>
          <a:p>
            <a:pPr marL="285750" indent="-285750">
              <a:buFont typeface="Arial" panose="020B0604020202020204" pitchFamily="34" charset="0"/>
              <a:buChar char="•"/>
            </a:pPr>
            <a:r>
              <a:rPr lang="en-US"/>
              <a:t>There is plentiful opportunity for Royal Cinemas to differentiate itself in the space.</a:t>
            </a:r>
          </a:p>
          <a:p>
            <a:r>
              <a:rPr lang="en-US" b="1"/>
              <a:t>Risks</a:t>
            </a:r>
          </a:p>
          <a:p>
            <a:pPr marL="285750" indent="-285750">
              <a:buFont typeface="Arial" panose="020B0604020202020204" pitchFamily="34" charset="0"/>
              <a:buChar char="•"/>
            </a:pPr>
            <a:r>
              <a:rPr lang="en-US"/>
              <a:t>Competition with other NYC luxury cinemas, and the cannibalization associated with a classic theater </a:t>
            </a:r>
            <a:br>
              <a:rPr lang="en-US"/>
            </a:br>
            <a:r>
              <a:rPr lang="en-US"/>
              <a:t>experience. Further, the new threat of streaming services and the slow return to theaters following Covid.</a:t>
            </a:r>
          </a:p>
          <a:p>
            <a:pPr marL="285750" indent="-285750">
              <a:buFont typeface="Arial" panose="020B0604020202020204" pitchFamily="34" charset="0"/>
              <a:buChar char="•"/>
            </a:pPr>
            <a:r>
              <a:rPr lang="en-US"/>
              <a:t>Hits to revenue due to closed cinemas/screens for renovations. </a:t>
            </a:r>
          </a:p>
          <a:p>
            <a:pPr marL="285750" indent="-285750">
              <a:buFont typeface="Arial" panose="020B0604020202020204" pitchFamily="34" charset="0"/>
              <a:buChar char="•"/>
            </a:pPr>
            <a:r>
              <a:rPr lang="en-US"/>
              <a:t>Actual capacity projections are assumptions, if they are incorrect revenue increases may be overblown.</a:t>
            </a:r>
          </a:p>
          <a:p>
            <a:pPr marL="285750" indent="-285750">
              <a:buFont typeface="Arial" panose="020B0604020202020204" pitchFamily="34" charset="0"/>
              <a:buChar char="•"/>
            </a:pPr>
            <a:r>
              <a:rPr lang="en-US"/>
              <a:t>Reliance on concessions for revenue: consider minimum spend/purchase?</a:t>
            </a:r>
          </a:p>
          <a:p>
            <a:pPr marL="285750" indent="-285750">
              <a:buFont typeface="Arial" panose="020B0604020202020204" pitchFamily="34" charset="0"/>
              <a:buChar char="•"/>
            </a:pPr>
            <a:r>
              <a:rPr lang="en-US"/>
              <a:t>Brand confusion if they keep some regular cinemas and some convert to luxury.</a:t>
            </a:r>
          </a:p>
          <a:p>
            <a:r>
              <a:rPr lang="en-US" b="1"/>
              <a:t>Next Steps</a:t>
            </a:r>
          </a:p>
          <a:p>
            <a:pPr marL="285750" indent="-285750">
              <a:buFont typeface="Arial" panose="020B0604020202020204" pitchFamily="34" charset="0"/>
              <a:buChar char="•"/>
            </a:pPr>
            <a:r>
              <a:rPr lang="en-US"/>
              <a:t>Ensure the organizational structure is sound and that RC is well equipped for the venture. </a:t>
            </a:r>
          </a:p>
          <a:p>
            <a:pPr marL="285750" indent="-285750">
              <a:buFont typeface="Arial" panose="020B0604020202020204" pitchFamily="34" charset="0"/>
              <a:buChar char="•"/>
            </a:pPr>
            <a:r>
              <a:rPr lang="en-US"/>
              <a:t>Devise marketing strategy to attract luxury consumers and maintain loyal customers.</a:t>
            </a:r>
          </a:p>
          <a:p>
            <a:pPr marL="285750" indent="-285750">
              <a:buFont typeface="Arial" panose="020B0604020202020204" pitchFamily="34" charset="0"/>
              <a:buChar char="•"/>
            </a:pPr>
            <a:r>
              <a:rPr lang="en-US"/>
              <a:t>Evaluate cost-effective and on-brand partnerships for concessions, etc.</a:t>
            </a:r>
          </a:p>
        </p:txBody>
      </p:sp>
      <p:sp>
        <p:nvSpPr>
          <p:cNvPr id="7" name="Content Placeholder 6">
            <a:extLst>
              <a:ext uri="{FF2B5EF4-FFF2-40B4-BE49-F238E27FC236}">
                <a16:creationId xmlns:a16="http://schemas.microsoft.com/office/drawing/2014/main" id="{FD1E932C-1A8C-79E8-3E7D-572B5B7E9FBC}"/>
              </a:ext>
            </a:extLst>
          </p:cNvPr>
          <p:cNvSpPr>
            <a:spLocks noGrp="1"/>
          </p:cNvSpPr>
          <p:nvPr>
            <p:ph sz="quarter" idx="18"/>
          </p:nvPr>
        </p:nvSpPr>
        <p:spPr>
          <a:xfrm>
            <a:off x="609600" y="1512420"/>
            <a:ext cx="2770632" cy="281002"/>
          </a:xfrm>
        </p:spPr>
        <p:txBody>
          <a:bodyPr>
            <a:normAutofit fontScale="92500" lnSpcReduction="10000"/>
          </a:bodyPr>
          <a:lstStyle/>
          <a:p>
            <a:r>
              <a:rPr lang="en-US" u="sng"/>
              <a:t>Synthesis</a:t>
            </a:r>
          </a:p>
        </p:txBody>
      </p:sp>
      <p:sp>
        <p:nvSpPr>
          <p:cNvPr id="8" name="Content Placeholder 7">
            <a:extLst>
              <a:ext uri="{FF2B5EF4-FFF2-40B4-BE49-F238E27FC236}">
                <a16:creationId xmlns:a16="http://schemas.microsoft.com/office/drawing/2014/main" id="{095C4184-5DA5-C456-3399-41AC6B3F1E45}"/>
              </a:ext>
            </a:extLst>
          </p:cNvPr>
          <p:cNvSpPr>
            <a:spLocks noGrp="1"/>
          </p:cNvSpPr>
          <p:nvPr>
            <p:ph sz="quarter" idx="19"/>
          </p:nvPr>
        </p:nvSpPr>
        <p:spPr/>
        <p:txBody>
          <a:bodyPr>
            <a:normAutofit fontScale="92500" lnSpcReduction="10000"/>
          </a:bodyPr>
          <a:lstStyle/>
          <a:p>
            <a:endParaRPr lang="en-US"/>
          </a:p>
        </p:txBody>
      </p:sp>
    </p:spTree>
    <p:extLst>
      <p:ext uri="{BB962C8B-B14F-4D97-AF65-F5344CB8AC3E}">
        <p14:creationId xmlns:p14="http://schemas.microsoft.com/office/powerpoint/2010/main" val="1717285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CG Template" id="{19BDA070-560B-EE40-96B1-70B07D97E8B4}" vid="{357F68F2-8320-AA44-869E-1785ABBA3B82}"/>
    </a:ext>
  </a:extLst>
</a:theme>
</file>

<file path=ppt/theme/theme2.xml><?xml version="1.0" encoding="utf-8"?>
<a:theme xmlns:a="http://schemas.openxmlformats.org/drawingml/2006/main" name="Title &amp; Section Headers">
  <a:themeElements>
    <a:clrScheme name="Custom 1">
      <a:dk1>
        <a:srgbClr val="000000"/>
      </a:dk1>
      <a:lt1>
        <a:srgbClr val="FFFFFF"/>
      </a:lt1>
      <a:dk2>
        <a:srgbClr val="0E2841"/>
      </a:dk2>
      <a:lt2>
        <a:srgbClr val="E8E8E8"/>
      </a:lt2>
      <a:accent1>
        <a:srgbClr val="12246A"/>
      </a:accent1>
      <a:accent2>
        <a:srgbClr val="FFFFFF"/>
      </a:accent2>
      <a:accent3>
        <a:srgbClr val="49606B"/>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ases: Interviewee">
  <a:themeElements>
    <a:clrScheme name="Custom 1">
      <a:dk1>
        <a:srgbClr val="000000"/>
      </a:dk1>
      <a:lt1>
        <a:srgbClr val="FFFFFF"/>
      </a:lt1>
      <a:dk2>
        <a:srgbClr val="0E2841"/>
      </a:dk2>
      <a:lt2>
        <a:srgbClr val="E8E8E8"/>
      </a:lt2>
      <a:accent1>
        <a:srgbClr val="12246A"/>
      </a:accent1>
      <a:accent2>
        <a:srgbClr val="FFFFFF"/>
      </a:accent2>
      <a:accent3>
        <a:srgbClr val="49606B"/>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Cases: Interviewer">
  <a:themeElements>
    <a:clrScheme name="Custom 1">
      <a:dk1>
        <a:srgbClr val="000000"/>
      </a:dk1>
      <a:lt1>
        <a:srgbClr val="FFFFFF"/>
      </a:lt1>
      <a:dk2>
        <a:srgbClr val="0E2841"/>
      </a:dk2>
      <a:lt2>
        <a:srgbClr val="E8E8E8"/>
      </a:lt2>
      <a:accent1>
        <a:srgbClr val="12246A"/>
      </a:accent1>
      <a:accent2>
        <a:srgbClr val="FFFFFF"/>
      </a:accent2>
      <a:accent3>
        <a:srgbClr val="49606B"/>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7FA15C2A657441814D6403A5C3DF90" ma:contentTypeVersion="3" ma:contentTypeDescription="Create a new document." ma:contentTypeScope="" ma:versionID="9a15af172d76d09ad4fe99b144c33fae">
  <xsd:schema xmlns:xsd="http://www.w3.org/2001/XMLSchema" xmlns:xs="http://www.w3.org/2001/XMLSchema" xmlns:p="http://schemas.microsoft.com/office/2006/metadata/properties" xmlns:ns2="1efdc49f-16a7-4d6f-a70f-485156dc5f5f" targetNamespace="http://schemas.microsoft.com/office/2006/metadata/properties" ma:root="true" ma:fieldsID="769d4c18d91d6e2806d5ed685101d859" ns2:_="">
    <xsd:import namespace="1efdc49f-16a7-4d6f-a70f-485156dc5f5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dc49f-16a7-4d6f-a70f-485156dc5f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96398A-D92C-426E-A0E2-82F0EECA1D47}">
  <ds:schemaRefs>
    <ds:schemaRef ds:uri="http://schemas.openxmlformats.org/package/2006/metadata/core-properties"/>
    <ds:schemaRef ds:uri="http://www.w3.org/XML/1998/namespace"/>
    <ds:schemaRef ds:uri="http://purl.org/dc/terms/"/>
    <ds:schemaRef ds:uri="http://schemas.microsoft.com/office/2006/metadata/properties"/>
    <ds:schemaRef ds:uri="http://schemas.microsoft.com/office/2006/documentManagement/types"/>
    <ds:schemaRef ds:uri="1efdc49f-16a7-4d6f-a70f-485156dc5f5f"/>
    <ds:schemaRef ds:uri="http://schemas.microsoft.com/office/infopath/2007/PartnerControls"/>
    <ds:schemaRef ds:uri="http://purl.org/dc/dcmitype/"/>
    <ds:schemaRef ds:uri="http://purl.org/dc/elements/1.1/"/>
  </ds:schemaRefs>
</ds:datastoreItem>
</file>

<file path=customXml/itemProps2.xml><?xml version="1.0" encoding="utf-8"?>
<ds:datastoreItem xmlns:ds="http://schemas.openxmlformats.org/officeDocument/2006/customXml" ds:itemID="{41B0A94B-5909-4A19-BC5A-F036C5BE8AC1}">
  <ds:schemaRefs>
    <ds:schemaRef ds:uri="http://schemas.microsoft.com/sharepoint/v3/contenttype/forms"/>
  </ds:schemaRefs>
</ds:datastoreItem>
</file>

<file path=customXml/itemProps3.xml><?xml version="1.0" encoding="utf-8"?>
<ds:datastoreItem xmlns:ds="http://schemas.openxmlformats.org/officeDocument/2006/customXml" ds:itemID="{FB99E222-31E1-42FD-B3AB-997C055C0A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dc49f-16a7-4d6f-a70f-485156dc5f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3022</TotalTime>
  <Words>1903</Words>
  <Application>Microsoft Macintosh PowerPoint</Application>
  <PresentationFormat>Widescreen</PresentationFormat>
  <Paragraphs>306</Paragraphs>
  <Slides>17</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17</vt:i4>
      </vt:variant>
    </vt:vector>
  </HeadingPairs>
  <TitlesOfParts>
    <vt:vector size="29" baseType="lpstr">
      <vt:lpstr>Aptos</vt:lpstr>
      <vt:lpstr>Arial</vt:lpstr>
      <vt:lpstr>Baskerville SemiBold</vt:lpstr>
      <vt:lpstr>Helvetica Neue</vt:lpstr>
      <vt:lpstr>Helvetica Neue Light</vt:lpstr>
      <vt:lpstr>Helvetica Neue Medium</vt:lpstr>
      <vt:lpstr>Helvetica Neue Thin</vt:lpstr>
      <vt:lpstr>Helvetica Neue UltraLight</vt:lpstr>
      <vt:lpstr>Office Theme</vt:lpstr>
      <vt:lpstr>Title &amp; Section Headers</vt:lpstr>
      <vt:lpstr>Cases: Interviewee</vt:lpstr>
      <vt:lpstr>Cases: Interviewer</vt:lpstr>
      <vt:lpstr>Case Interview Crash Course</vt:lpstr>
      <vt:lpstr>External Business Decision Advisors</vt:lpstr>
      <vt:lpstr>Solving Defined Business Problems in Time</vt:lpstr>
      <vt:lpstr>Consulting: Structured Problem-solving </vt:lpstr>
      <vt:lpstr>Three Structural Traits Thrive in Consulting</vt:lpstr>
      <vt:lpstr>Breaking-in: Explore, Prepare, Convert</vt:lpstr>
      <vt:lpstr>Royal Cinemas (Stern)</vt:lpstr>
      <vt:lpstr>Exhibit 1</vt:lpstr>
      <vt:lpstr>Exhibit 2</vt:lpstr>
      <vt:lpstr>Royal Cinemas</vt:lpstr>
      <vt:lpstr>Brainstorming</vt:lpstr>
      <vt:lpstr>Question 1 – Present Exhibit 1</vt:lpstr>
      <vt:lpstr>Question 2 – Expected Total Revenue Per State (Present Exhibit 2)</vt:lpstr>
      <vt:lpstr>Exhibit 2 - Solution</vt:lpstr>
      <vt:lpstr>Question 3 – Payback Period</vt:lpstr>
      <vt:lpstr>Question 4 – Brainstorming </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Hunter Howard</dc:creator>
  <cp:lastModifiedBy>John Howard</cp:lastModifiedBy>
  <cp:revision>3</cp:revision>
  <dcterms:created xsi:type="dcterms:W3CDTF">2026-03-05T20:10:33Z</dcterms:created>
  <dcterms:modified xsi:type="dcterms:W3CDTF">2026-10-21T00:43:44Z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0x010100D77FA15C2A657441814D6403A5C3DF90</vt:lpwstr>
  </property>
</Properties>
</file>