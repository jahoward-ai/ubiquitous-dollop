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8"/>
  </p:notesMasterIdLst>
  <p:sldIdLst>
    <p:sldId id="256" r:id="rId5"/>
    <p:sldId id="275" r:id="rId6"/>
    <p:sldId id="272" r:id="rId7"/>
    <p:sldId id="257" r:id="rId8"/>
    <p:sldId id="258" r:id="rId9"/>
    <p:sldId id="271" r:id="rId10"/>
    <p:sldId id="259" r:id="rId11"/>
    <p:sldId id="261" r:id="rId12"/>
    <p:sldId id="280" r:id="rId13"/>
    <p:sldId id="260" r:id="rId14"/>
    <p:sldId id="262" r:id="rId15"/>
    <p:sldId id="263" r:id="rId16"/>
    <p:sldId id="277" r:id="rId17"/>
    <p:sldId id="264" r:id="rId18"/>
    <p:sldId id="274" r:id="rId19"/>
    <p:sldId id="278" r:id="rId20"/>
    <p:sldId id="266" r:id="rId21"/>
    <p:sldId id="265" r:id="rId22"/>
    <p:sldId id="267" r:id="rId23"/>
    <p:sldId id="268" r:id="rId24"/>
    <p:sldId id="269" r:id="rId25"/>
    <p:sldId id="270" r:id="rId26"/>
    <p:sldId id="279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236A"/>
    <a:srgbClr val="D6BA8B"/>
    <a:srgbClr val="0C26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3ABE0D-419C-5E43-A03F-94CAED2D8161}" v="263" dt="2026-10-21T00:10:58.3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434"/>
    <p:restoredTop sz="94545"/>
  </p:normalViewPr>
  <p:slideViewPr>
    <p:cSldViewPr>
      <p:cViewPr varScale="1">
        <p:scale>
          <a:sx n="68" d="100"/>
          <a:sy n="68" d="100"/>
        </p:scale>
        <p:origin x="216" y="1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DD17859-07BD-3343-B22A-9454424FCAE2}" type="doc">
      <dgm:prSet loTypeId="urn:microsoft.com/office/officeart/2005/8/layout/process4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AB1B4A7-EB13-9D44-B376-55C181134B63}">
      <dgm:prSet phldrT="[Text]" custT="1"/>
      <dgm:spPr>
        <a:solidFill>
          <a:srgbClr val="0D236A"/>
        </a:solidFill>
      </dgm:spPr>
      <dgm:t>
        <a:bodyPr/>
        <a:lstStyle/>
        <a:p>
          <a:r>
            <a:rPr lang="en-US" sz="18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Uncertainty</a:t>
          </a:r>
        </a:p>
      </dgm:t>
    </dgm:pt>
    <dgm:pt modelId="{4C0127E4-6AEE-7542-8819-70DACF429007}" type="parTrans" cxnId="{39B3000F-2605-B540-9F77-BF3FD94C239A}">
      <dgm:prSet/>
      <dgm:spPr/>
      <dgm:t>
        <a:bodyPr/>
        <a:lstStyle/>
        <a:p>
          <a:endParaRPr lang="en-US"/>
        </a:p>
      </dgm:t>
    </dgm:pt>
    <dgm:pt modelId="{060F73B7-DADD-8E44-8804-CBCB6F78B04B}" type="sibTrans" cxnId="{39B3000F-2605-B540-9F77-BF3FD94C239A}">
      <dgm:prSet/>
      <dgm:spPr/>
      <dgm:t>
        <a:bodyPr/>
        <a:lstStyle/>
        <a:p>
          <a:endParaRPr lang="en-US"/>
        </a:p>
      </dgm:t>
    </dgm:pt>
    <dgm:pt modelId="{00361F64-E935-7841-A144-C4C94017B7EE}">
      <dgm:prSet phldrT="[Text]" custT="1"/>
      <dgm:spPr>
        <a:solidFill>
          <a:schemeClr val="bg1"/>
        </a:solidFill>
        <a:ln>
          <a:noFill/>
        </a:ln>
      </dgm:spPr>
      <dgm:t>
        <a:bodyPr/>
        <a:lstStyle/>
        <a:p>
          <a:r>
            <a:rPr lang="en-US" sz="1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Profits are declining</a:t>
          </a:r>
        </a:p>
      </dgm:t>
    </dgm:pt>
    <dgm:pt modelId="{8C88EAA0-AF77-8E4B-B5EA-A600745AB474}" type="parTrans" cxnId="{40B7B106-5EAF-C64B-90A0-F673D26B231A}">
      <dgm:prSet/>
      <dgm:spPr/>
      <dgm:t>
        <a:bodyPr/>
        <a:lstStyle/>
        <a:p>
          <a:endParaRPr lang="en-US"/>
        </a:p>
      </dgm:t>
    </dgm:pt>
    <dgm:pt modelId="{42B49D1B-4DF2-A042-B951-2D6373E19788}" type="sibTrans" cxnId="{40B7B106-5EAF-C64B-90A0-F673D26B231A}">
      <dgm:prSet/>
      <dgm:spPr/>
      <dgm:t>
        <a:bodyPr/>
        <a:lstStyle/>
        <a:p>
          <a:endParaRPr lang="en-US"/>
        </a:p>
      </dgm:t>
    </dgm:pt>
    <dgm:pt modelId="{9E6A154A-8B7E-8F43-A8CE-65A97F389C78}">
      <dgm:prSet phldrT="[Text]" custT="1"/>
      <dgm:spPr>
        <a:solidFill>
          <a:srgbClr val="0D236A"/>
        </a:solidFill>
      </dgm:spPr>
      <dgm:t>
        <a:bodyPr/>
        <a:lstStyle/>
        <a:p>
          <a:r>
            <a:rPr lang="en-US" sz="18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Structured Analysis</a:t>
          </a:r>
        </a:p>
      </dgm:t>
    </dgm:pt>
    <dgm:pt modelId="{593172B2-CD0E-9949-ADCC-732BAB878A9C}" type="parTrans" cxnId="{1B7C33E5-DF48-A847-9E1D-0D3B32BB08CF}">
      <dgm:prSet/>
      <dgm:spPr/>
      <dgm:t>
        <a:bodyPr/>
        <a:lstStyle/>
        <a:p>
          <a:endParaRPr lang="en-US"/>
        </a:p>
      </dgm:t>
    </dgm:pt>
    <dgm:pt modelId="{BF0BFD73-CCDB-E240-A837-67C0044EE05C}" type="sibTrans" cxnId="{1B7C33E5-DF48-A847-9E1D-0D3B32BB08CF}">
      <dgm:prSet/>
      <dgm:spPr/>
      <dgm:t>
        <a:bodyPr/>
        <a:lstStyle/>
        <a:p>
          <a:endParaRPr lang="en-US"/>
        </a:p>
      </dgm:t>
    </dgm:pt>
    <dgm:pt modelId="{E710D539-7A37-2944-B3DD-E5C6EE6AB443}">
      <dgm:prSet phldrT="[Text]" custT="1"/>
      <dgm:spPr>
        <a:solidFill>
          <a:schemeClr val="bg1"/>
        </a:solidFill>
        <a:ln>
          <a:noFill/>
        </a:ln>
      </dgm:spPr>
      <dgm:t>
        <a:bodyPr/>
        <a:lstStyle/>
        <a:p>
          <a:r>
            <a:rPr lang="en-US" sz="1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Diagnose root cause</a:t>
          </a:r>
        </a:p>
      </dgm:t>
    </dgm:pt>
    <dgm:pt modelId="{A0FFFA4D-C12F-F14B-BFF8-1CDE4DC7C013}" type="parTrans" cxnId="{BC962FAD-3610-DE4F-9D6C-CBFDBEE75087}">
      <dgm:prSet/>
      <dgm:spPr/>
      <dgm:t>
        <a:bodyPr/>
        <a:lstStyle/>
        <a:p>
          <a:endParaRPr lang="en-US"/>
        </a:p>
      </dgm:t>
    </dgm:pt>
    <dgm:pt modelId="{33B59452-EF88-B74A-B772-DF29FB31F61D}" type="sibTrans" cxnId="{BC962FAD-3610-DE4F-9D6C-CBFDBEE75087}">
      <dgm:prSet/>
      <dgm:spPr/>
      <dgm:t>
        <a:bodyPr/>
        <a:lstStyle/>
        <a:p>
          <a:endParaRPr lang="en-US"/>
        </a:p>
      </dgm:t>
    </dgm:pt>
    <dgm:pt modelId="{543711A0-E523-2644-A4BE-6358B293D76D}">
      <dgm:prSet phldrT="[Text]" custT="1"/>
      <dgm:spPr>
        <a:solidFill>
          <a:schemeClr val="bg1"/>
        </a:solidFill>
        <a:ln>
          <a:noFill/>
        </a:ln>
      </dgm:spPr>
      <dgm:t>
        <a:bodyPr/>
        <a:lstStyle/>
        <a:p>
          <a:r>
            <a:rPr lang="en-US" sz="1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Quantify financial impact</a:t>
          </a:r>
        </a:p>
      </dgm:t>
    </dgm:pt>
    <dgm:pt modelId="{AFF2630F-3F0E-2548-95C9-52990274E812}" type="parTrans" cxnId="{F3928339-14EF-A34C-B856-1FA3FD18BE43}">
      <dgm:prSet/>
      <dgm:spPr/>
      <dgm:t>
        <a:bodyPr/>
        <a:lstStyle/>
        <a:p>
          <a:endParaRPr lang="en-US"/>
        </a:p>
      </dgm:t>
    </dgm:pt>
    <dgm:pt modelId="{DE95F3FE-F310-CC43-895F-58A5BA989C49}" type="sibTrans" cxnId="{F3928339-14EF-A34C-B856-1FA3FD18BE43}">
      <dgm:prSet/>
      <dgm:spPr/>
      <dgm:t>
        <a:bodyPr/>
        <a:lstStyle/>
        <a:p>
          <a:endParaRPr lang="en-US"/>
        </a:p>
      </dgm:t>
    </dgm:pt>
    <dgm:pt modelId="{F4D6A4BE-841C-9541-A899-A8288C0157CE}">
      <dgm:prSet phldrT="[Text]" custT="1"/>
      <dgm:spPr>
        <a:solidFill>
          <a:srgbClr val="0D236A"/>
        </a:solidFill>
        <a:ln>
          <a:solidFill>
            <a:schemeClr val="bg1"/>
          </a:solidFill>
        </a:ln>
      </dgm:spPr>
      <dgm:t>
        <a:bodyPr/>
        <a:lstStyle/>
        <a:p>
          <a:r>
            <a:rPr lang="en-US" sz="18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Executive Recommendation</a:t>
          </a:r>
        </a:p>
      </dgm:t>
    </dgm:pt>
    <dgm:pt modelId="{0193D385-DC8D-004B-9B6F-356DDE19C4B0}" type="parTrans" cxnId="{6756E798-B247-DD40-A3AA-4ECB1FC3A01C}">
      <dgm:prSet/>
      <dgm:spPr/>
      <dgm:t>
        <a:bodyPr/>
        <a:lstStyle/>
        <a:p>
          <a:endParaRPr lang="en-US"/>
        </a:p>
      </dgm:t>
    </dgm:pt>
    <dgm:pt modelId="{820ACBC8-2BC5-FD41-B85F-7585A1F00D73}" type="sibTrans" cxnId="{6756E798-B247-DD40-A3AA-4ECB1FC3A01C}">
      <dgm:prSet/>
      <dgm:spPr/>
      <dgm:t>
        <a:bodyPr/>
        <a:lstStyle/>
        <a:p>
          <a:endParaRPr lang="en-US"/>
        </a:p>
      </dgm:t>
    </dgm:pt>
    <dgm:pt modelId="{49CC1DDD-4F5D-9448-BA77-5A94C0D6F2BE}">
      <dgm:prSet phldrT="[Text]" custT="1"/>
      <dgm:spPr>
        <a:solidFill>
          <a:schemeClr val="bg1"/>
        </a:solidFill>
        <a:ln w="31750">
          <a:solidFill>
            <a:schemeClr val="bg1"/>
          </a:solidFill>
        </a:ln>
      </dgm:spPr>
      <dgm:t>
        <a:bodyPr/>
        <a:lstStyle/>
        <a:p>
          <a:r>
            <a:rPr lang="en-US" sz="1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Clear position: “we recommend..."</a:t>
          </a:r>
        </a:p>
      </dgm:t>
    </dgm:pt>
    <dgm:pt modelId="{2FCBE5E8-3EB4-504E-8C3F-7955E872193C}" type="parTrans" cxnId="{FD56367E-553C-064E-9595-A2D85F1B953B}">
      <dgm:prSet/>
      <dgm:spPr/>
      <dgm:t>
        <a:bodyPr/>
        <a:lstStyle/>
        <a:p>
          <a:endParaRPr lang="en-US"/>
        </a:p>
      </dgm:t>
    </dgm:pt>
    <dgm:pt modelId="{5E0CADD5-C6F8-094E-A5FD-6D990AC1A270}" type="sibTrans" cxnId="{FD56367E-553C-064E-9595-A2D85F1B953B}">
      <dgm:prSet/>
      <dgm:spPr/>
      <dgm:t>
        <a:bodyPr/>
        <a:lstStyle/>
        <a:p>
          <a:endParaRPr lang="en-US"/>
        </a:p>
      </dgm:t>
    </dgm:pt>
    <dgm:pt modelId="{E55132BE-F8FD-3249-BF7F-B22A6C997C69}">
      <dgm:prSet phldrT="[Text]" custT="1"/>
      <dgm:spPr>
        <a:solidFill>
          <a:schemeClr val="bg1"/>
        </a:solidFill>
        <a:ln w="31750">
          <a:solidFill>
            <a:schemeClr val="bg1"/>
          </a:solidFill>
        </a:ln>
      </dgm:spPr>
      <dgm:t>
        <a:bodyPr/>
        <a:lstStyle/>
        <a:p>
          <a:r>
            <a:rPr lang="en-US" sz="1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Risks, tradeoffs, implementation path</a:t>
          </a:r>
        </a:p>
      </dgm:t>
    </dgm:pt>
    <dgm:pt modelId="{A9794AB8-D792-0A48-AB09-609ECF3653AD}" type="parTrans" cxnId="{F8D8DDF7-50A5-D749-8009-5D773DD6339A}">
      <dgm:prSet/>
      <dgm:spPr/>
      <dgm:t>
        <a:bodyPr/>
        <a:lstStyle/>
        <a:p>
          <a:endParaRPr lang="en-US"/>
        </a:p>
      </dgm:t>
    </dgm:pt>
    <dgm:pt modelId="{FF52C770-90EA-6E4F-8C6D-896A473D0B48}" type="sibTrans" cxnId="{F8D8DDF7-50A5-D749-8009-5D773DD6339A}">
      <dgm:prSet/>
      <dgm:spPr/>
      <dgm:t>
        <a:bodyPr/>
        <a:lstStyle/>
        <a:p>
          <a:endParaRPr lang="en-US"/>
        </a:p>
      </dgm:t>
    </dgm:pt>
    <dgm:pt modelId="{E7C3184F-6C3B-C64B-B4BD-4EF4B72B10EE}">
      <dgm:prSet phldrT="[Text]" custT="1"/>
      <dgm:spPr>
        <a:solidFill>
          <a:schemeClr val="bg1"/>
        </a:solidFill>
        <a:ln>
          <a:noFill/>
        </a:ln>
      </dgm:spPr>
      <dgm:t>
        <a:bodyPr/>
        <a:lstStyle/>
        <a:p>
          <a:r>
            <a:rPr lang="en-US" sz="1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Respond to a competitive threat</a:t>
          </a:r>
        </a:p>
      </dgm:t>
    </dgm:pt>
    <dgm:pt modelId="{2592574D-20DD-4D49-AEED-95CDAC2D8354}" type="parTrans" cxnId="{B09BDF8B-F117-4041-BBE2-0E9E01A5A7CC}">
      <dgm:prSet/>
      <dgm:spPr/>
      <dgm:t>
        <a:bodyPr/>
        <a:lstStyle/>
        <a:p>
          <a:endParaRPr lang="en-US"/>
        </a:p>
      </dgm:t>
    </dgm:pt>
    <dgm:pt modelId="{6075A415-53A1-594B-ACE7-53A69E0B4061}" type="sibTrans" cxnId="{B09BDF8B-F117-4041-BBE2-0E9E01A5A7CC}">
      <dgm:prSet/>
      <dgm:spPr/>
      <dgm:t>
        <a:bodyPr/>
        <a:lstStyle/>
        <a:p>
          <a:endParaRPr lang="en-US"/>
        </a:p>
      </dgm:t>
    </dgm:pt>
    <dgm:pt modelId="{6AF7A8E9-ADF3-674C-98FA-C1111C4477C9}">
      <dgm:prSet phldrT="[Text]" custT="1"/>
      <dgm:spPr>
        <a:solidFill>
          <a:schemeClr val="bg1"/>
        </a:solidFill>
        <a:ln>
          <a:noFill/>
        </a:ln>
      </dgm:spPr>
      <dgm:t>
        <a:bodyPr/>
        <a:lstStyle/>
        <a:p>
          <a:r>
            <a:rPr lang="en-US" sz="1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How to enter a new market</a:t>
          </a:r>
        </a:p>
      </dgm:t>
    </dgm:pt>
    <dgm:pt modelId="{354CE0C4-E9D1-3942-B9AA-2CF4693C7911}" type="parTrans" cxnId="{994B3FEF-69D8-CA4B-865D-BCC7880C6351}">
      <dgm:prSet/>
      <dgm:spPr/>
      <dgm:t>
        <a:bodyPr/>
        <a:lstStyle/>
        <a:p>
          <a:endParaRPr lang="en-US"/>
        </a:p>
      </dgm:t>
    </dgm:pt>
    <dgm:pt modelId="{65F7A934-D2CE-FB40-92CB-10CDA29925A7}" type="sibTrans" cxnId="{994B3FEF-69D8-CA4B-865D-BCC7880C6351}">
      <dgm:prSet/>
      <dgm:spPr/>
      <dgm:t>
        <a:bodyPr/>
        <a:lstStyle/>
        <a:p>
          <a:endParaRPr lang="en-US"/>
        </a:p>
      </dgm:t>
    </dgm:pt>
    <dgm:pt modelId="{62A97D64-18F7-C745-AEE5-87850D0F0E98}">
      <dgm:prSet phldrT="[Text]" custT="1"/>
      <dgm:spPr>
        <a:solidFill>
          <a:schemeClr val="bg1"/>
        </a:solidFill>
        <a:ln>
          <a:noFill/>
        </a:ln>
      </dgm:spPr>
      <dgm:t>
        <a:bodyPr/>
        <a:lstStyle/>
        <a:p>
          <a:r>
            <a:rPr lang="en-US" sz="1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Test strategic options</a:t>
          </a:r>
        </a:p>
      </dgm:t>
    </dgm:pt>
    <dgm:pt modelId="{8B287539-62E5-4B4E-B12F-E06220A57C7D}" type="parTrans" cxnId="{06DA97E2-C766-AA4D-8B1A-B1D964978C4A}">
      <dgm:prSet/>
      <dgm:spPr/>
      <dgm:t>
        <a:bodyPr/>
        <a:lstStyle/>
        <a:p>
          <a:endParaRPr lang="en-US"/>
        </a:p>
      </dgm:t>
    </dgm:pt>
    <dgm:pt modelId="{ECA5B0E3-2AE8-7D4C-B550-C5C2326A35CB}" type="sibTrans" cxnId="{06DA97E2-C766-AA4D-8B1A-B1D964978C4A}">
      <dgm:prSet/>
      <dgm:spPr/>
      <dgm:t>
        <a:bodyPr/>
        <a:lstStyle/>
        <a:p>
          <a:endParaRPr lang="en-US"/>
        </a:p>
      </dgm:t>
    </dgm:pt>
    <dgm:pt modelId="{3C977647-2B99-FF47-83EC-85B9E16F9FE8}" type="pres">
      <dgm:prSet presAssocID="{6DD17859-07BD-3343-B22A-9454424FCAE2}" presName="Name0" presStyleCnt="0">
        <dgm:presLayoutVars>
          <dgm:dir/>
          <dgm:animLvl val="lvl"/>
          <dgm:resizeHandles val="exact"/>
        </dgm:presLayoutVars>
      </dgm:prSet>
      <dgm:spPr/>
    </dgm:pt>
    <dgm:pt modelId="{6FC4345A-7030-B244-AF98-16B5D3B5D695}" type="pres">
      <dgm:prSet presAssocID="{F4D6A4BE-841C-9541-A899-A8288C0157CE}" presName="boxAndChildren" presStyleCnt="0"/>
      <dgm:spPr/>
    </dgm:pt>
    <dgm:pt modelId="{79A158CD-B817-0048-9E9A-760B376D4693}" type="pres">
      <dgm:prSet presAssocID="{F4D6A4BE-841C-9541-A899-A8288C0157CE}" presName="parentTextBox" presStyleLbl="node1" presStyleIdx="0" presStyleCnt="3"/>
      <dgm:spPr/>
    </dgm:pt>
    <dgm:pt modelId="{3EEDF031-A85E-FB4E-9A04-F7334247CA00}" type="pres">
      <dgm:prSet presAssocID="{F4D6A4BE-841C-9541-A899-A8288C0157CE}" presName="entireBox" presStyleLbl="node1" presStyleIdx="0" presStyleCnt="3"/>
      <dgm:spPr/>
    </dgm:pt>
    <dgm:pt modelId="{BF60D7DE-6C37-8044-9EF8-A28B0488E0FD}" type="pres">
      <dgm:prSet presAssocID="{F4D6A4BE-841C-9541-A899-A8288C0157CE}" presName="descendantBox" presStyleCnt="0"/>
      <dgm:spPr/>
    </dgm:pt>
    <dgm:pt modelId="{958EE0AD-A267-A64A-A8C8-8A0849ED136B}" type="pres">
      <dgm:prSet presAssocID="{49CC1DDD-4F5D-9448-BA77-5A94C0D6F2BE}" presName="childTextBox" presStyleLbl="fgAccFollowNode1" presStyleIdx="0" presStyleCnt="8">
        <dgm:presLayoutVars>
          <dgm:bulletEnabled val="1"/>
        </dgm:presLayoutVars>
      </dgm:prSet>
      <dgm:spPr/>
    </dgm:pt>
    <dgm:pt modelId="{A4F0E485-C539-9D43-A6FA-67944FABA80A}" type="pres">
      <dgm:prSet presAssocID="{E55132BE-F8FD-3249-BF7F-B22A6C997C69}" presName="childTextBox" presStyleLbl="fgAccFollowNode1" presStyleIdx="1" presStyleCnt="8">
        <dgm:presLayoutVars>
          <dgm:bulletEnabled val="1"/>
        </dgm:presLayoutVars>
      </dgm:prSet>
      <dgm:spPr/>
    </dgm:pt>
    <dgm:pt modelId="{9FEDBD9D-B822-7745-974F-74363350D39C}" type="pres">
      <dgm:prSet presAssocID="{BF0BFD73-CCDB-E240-A837-67C0044EE05C}" presName="sp" presStyleCnt="0"/>
      <dgm:spPr/>
    </dgm:pt>
    <dgm:pt modelId="{C850DBBD-40B6-A348-A33C-578D7EA6BC61}" type="pres">
      <dgm:prSet presAssocID="{9E6A154A-8B7E-8F43-A8CE-65A97F389C78}" presName="arrowAndChildren" presStyleCnt="0"/>
      <dgm:spPr/>
    </dgm:pt>
    <dgm:pt modelId="{B47C8A53-820D-E941-AFCC-32CF4B6B8DA1}" type="pres">
      <dgm:prSet presAssocID="{9E6A154A-8B7E-8F43-A8CE-65A97F389C78}" presName="parentTextArrow" presStyleLbl="node1" presStyleIdx="0" presStyleCnt="3"/>
      <dgm:spPr/>
    </dgm:pt>
    <dgm:pt modelId="{00484EFC-E3C1-384F-90C5-47DB0289762D}" type="pres">
      <dgm:prSet presAssocID="{9E6A154A-8B7E-8F43-A8CE-65A97F389C78}" presName="arrow" presStyleLbl="node1" presStyleIdx="1" presStyleCnt="3"/>
      <dgm:spPr/>
    </dgm:pt>
    <dgm:pt modelId="{C7DB8109-227B-9643-82CA-0196CAF62BDA}" type="pres">
      <dgm:prSet presAssocID="{9E6A154A-8B7E-8F43-A8CE-65A97F389C78}" presName="descendantArrow" presStyleCnt="0"/>
      <dgm:spPr/>
    </dgm:pt>
    <dgm:pt modelId="{D29891B4-EA67-9442-A44F-5C19337DDB49}" type="pres">
      <dgm:prSet presAssocID="{E710D539-7A37-2944-B3DD-E5C6EE6AB443}" presName="childTextArrow" presStyleLbl="fgAccFollowNode1" presStyleIdx="2" presStyleCnt="8">
        <dgm:presLayoutVars>
          <dgm:bulletEnabled val="1"/>
        </dgm:presLayoutVars>
      </dgm:prSet>
      <dgm:spPr/>
    </dgm:pt>
    <dgm:pt modelId="{281F0597-B2EE-F549-8357-0BF5916A5BED}" type="pres">
      <dgm:prSet presAssocID="{543711A0-E523-2644-A4BE-6358B293D76D}" presName="childTextArrow" presStyleLbl="fgAccFollowNode1" presStyleIdx="3" presStyleCnt="8">
        <dgm:presLayoutVars>
          <dgm:bulletEnabled val="1"/>
        </dgm:presLayoutVars>
      </dgm:prSet>
      <dgm:spPr/>
    </dgm:pt>
    <dgm:pt modelId="{20701778-16BF-684A-A0D3-927CBB157BA2}" type="pres">
      <dgm:prSet presAssocID="{62A97D64-18F7-C745-AEE5-87850D0F0E98}" presName="childTextArrow" presStyleLbl="fgAccFollowNode1" presStyleIdx="4" presStyleCnt="8">
        <dgm:presLayoutVars>
          <dgm:bulletEnabled val="1"/>
        </dgm:presLayoutVars>
      </dgm:prSet>
      <dgm:spPr/>
    </dgm:pt>
    <dgm:pt modelId="{EF96607F-E7A9-4A4A-A9CC-D0E087059F6F}" type="pres">
      <dgm:prSet presAssocID="{060F73B7-DADD-8E44-8804-CBCB6F78B04B}" presName="sp" presStyleCnt="0"/>
      <dgm:spPr/>
    </dgm:pt>
    <dgm:pt modelId="{A6675D44-86A1-0A4B-BD77-5B4CC6F4F7C2}" type="pres">
      <dgm:prSet presAssocID="{3AB1B4A7-EB13-9D44-B376-55C181134B63}" presName="arrowAndChildren" presStyleCnt="0"/>
      <dgm:spPr/>
    </dgm:pt>
    <dgm:pt modelId="{B3B2353E-3362-1748-BAFE-823E43E2F2D8}" type="pres">
      <dgm:prSet presAssocID="{3AB1B4A7-EB13-9D44-B376-55C181134B63}" presName="parentTextArrow" presStyleLbl="node1" presStyleIdx="1" presStyleCnt="3"/>
      <dgm:spPr/>
    </dgm:pt>
    <dgm:pt modelId="{DEF633CA-DD03-7E4E-9C28-E2DA8AD5A938}" type="pres">
      <dgm:prSet presAssocID="{3AB1B4A7-EB13-9D44-B376-55C181134B63}" presName="arrow" presStyleLbl="node1" presStyleIdx="2" presStyleCnt="3" custLinFactNeighborX="-10021"/>
      <dgm:spPr/>
    </dgm:pt>
    <dgm:pt modelId="{D4D85621-0830-5040-8D45-F591E0DDAFED}" type="pres">
      <dgm:prSet presAssocID="{3AB1B4A7-EB13-9D44-B376-55C181134B63}" presName="descendantArrow" presStyleCnt="0"/>
      <dgm:spPr/>
    </dgm:pt>
    <dgm:pt modelId="{5A83B8CB-4515-2946-984E-1AA5976ECC35}" type="pres">
      <dgm:prSet presAssocID="{00361F64-E935-7841-A144-C4C94017B7EE}" presName="childTextArrow" presStyleLbl="fgAccFollowNode1" presStyleIdx="5" presStyleCnt="8">
        <dgm:presLayoutVars>
          <dgm:bulletEnabled val="1"/>
        </dgm:presLayoutVars>
      </dgm:prSet>
      <dgm:spPr/>
    </dgm:pt>
    <dgm:pt modelId="{203856F2-63BF-734C-94C3-016F7F9D91C3}" type="pres">
      <dgm:prSet presAssocID="{6AF7A8E9-ADF3-674C-98FA-C1111C4477C9}" presName="childTextArrow" presStyleLbl="fgAccFollowNode1" presStyleIdx="6" presStyleCnt="8">
        <dgm:presLayoutVars>
          <dgm:bulletEnabled val="1"/>
        </dgm:presLayoutVars>
      </dgm:prSet>
      <dgm:spPr/>
    </dgm:pt>
    <dgm:pt modelId="{376C74F9-B2C5-2246-BFAE-1D52CF8D666A}" type="pres">
      <dgm:prSet presAssocID="{E7C3184F-6C3B-C64B-B4BD-4EF4B72B10EE}" presName="childTextArrow" presStyleLbl="fgAccFollowNode1" presStyleIdx="7" presStyleCnt="8">
        <dgm:presLayoutVars>
          <dgm:bulletEnabled val="1"/>
        </dgm:presLayoutVars>
      </dgm:prSet>
      <dgm:spPr/>
    </dgm:pt>
  </dgm:ptLst>
  <dgm:cxnLst>
    <dgm:cxn modelId="{40B7B106-5EAF-C64B-90A0-F673D26B231A}" srcId="{3AB1B4A7-EB13-9D44-B376-55C181134B63}" destId="{00361F64-E935-7841-A144-C4C94017B7EE}" srcOrd="0" destOrd="0" parTransId="{8C88EAA0-AF77-8E4B-B5EA-A600745AB474}" sibTransId="{42B49D1B-4DF2-A042-B951-2D6373E19788}"/>
    <dgm:cxn modelId="{39B3000F-2605-B540-9F77-BF3FD94C239A}" srcId="{6DD17859-07BD-3343-B22A-9454424FCAE2}" destId="{3AB1B4A7-EB13-9D44-B376-55C181134B63}" srcOrd="0" destOrd="0" parTransId="{4C0127E4-6AEE-7542-8819-70DACF429007}" sibTransId="{060F73B7-DADD-8E44-8804-CBCB6F78B04B}"/>
    <dgm:cxn modelId="{F3928339-14EF-A34C-B856-1FA3FD18BE43}" srcId="{9E6A154A-8B7E-8F43-A8CE-65A97F389C78}" destId="{543711A0-E523-2644-A4BE-6358B293D76D}" srcOrd="1" destOrd="0" parTransId="{AFF2630F-3F0E-2548-95C9-52990274E812}" sibTransId="{DE95F3FE-F310-CC43-895F-58A5BA989C49}"/>
    <dgm:cxn modelId="{B628C139-7B4F-7C4C-8778-7DB08833846E}" type="presOf" srcId="{3AB1B4A7-EB13-9D44-B376-55C181134B63}" destId="{B3B2353E-3362-1748-BAFE-823E43E2F2D8}" srcOrd="0" destOrd="0" presId="urn:microsoft.com/office/officeart/2005/8/layout/process4"/>
    <dgm:cxn modelId="{63CCF33D-1AF4-7241-ACD8-757151C89811}" type="presOf" srcId="{543711A0-E523-2644-A4BE-6358B293D76D}" destId="{281F0597-B2EE-F549-8357-0BF5916A5BED}" srcOrd="0" destOrd="0" presId="urn:microsoft.com/office/officeart/2005/8/layout/process4"/>
    <dgm:cxn modelId="{E9E41645-C05E-2840-86E4-3CF282D4FD35}" type="presOf" srcId="{00361F64-E935-7841-A144-C4C94017B7EE}" destId="{5A83B8CB-4515-2946-984E-1AA5976ECC35}" srcOrd="0" destOrd="0" presId="urn:microsoft.com/office/officeart/2005/8/layout/process4"/>
    <dgm:cxn modelId="{72AEB44A-A213-C544-BAD8-5DEA310CEAD1}" type="presOf" srcId="{E7C3184F-6C3B-C64B-B4BD-4EF4B72B10EE}" destId="{376C74F9-B2C5-2246-BFAE-1D52CF8D666A}" srcOrd="0" destOrd="0" presId="urn:microsoft.com/office/officeart/2005/8/layout/process4"/>
    <dgm:cxn modelId="{93FFDD4D-30BC-A240-9DE7-340ADE03852C}" type="presOf" srcId="{62A97D64-18F7-C745-AEE5-87850D0F0E98}" destId="{20701778-16BF-684A-A0D3-927CBB157BA2}" srcOrd="0" destOrd="0" presId="urn:microsoft.com/office/officeart/2005/8/layout/process4"/>
    <dgm:cxn modelId="{88216965-31B7-0D46-AD54-A9588BA577FF}" type="presOf" srcId="{6AF7A8E9-ADF3-674C-98FA-C1111C4477C9}" destId="{203856F2-63BF-734C-94C3-016F7F9D91C3}" srcOrd="0" destOrd="0" presId="urn:microsoft.com/office/officeart/2005/8/layout/process4"/>
    <dgm:cxn modelId="{F621587A-75F0-F84A-B25C-E747C47B271A}" type="presOf" srcId="{49CC1DDD-4F5D-9448-BA77-5A94C0D6F2BE}" destId="{958EE0AD-A267-A64A-A8C8-8A0849ED136B}" srcOrd="0" destOrd="0" presId="urn:microsoft.com/office/officeart/2005/8/layout/process4"/>
    <dgm:cxn modelId="{FD56367E-553C-064E-9595-A2D85F1B953B}" srcId="{F4D6A4BE-841C-9541-A899-A8288C0157CE}" destId="{49CC1DDD-4F5D-9448-BA77-5A94C0D6F2BE}" srcOrd="0" destOrd="0" parTransId="{2FCBE5E8-3EB4-504E-8C3F-7955E872193C}" sibTransId="{5E0CADD5-C6F8-094E-A5FD-6D990AC1A270}"/>
    <dgm:cxn modelId="{614C2D8B-15C2-484D-BF1F-2C9CBB70A8EC}" type="presOf" srcId="{F4D6A4BE-841C-9541-A899-A8288C0157CE}" destId="{3EEDF031-A85E-FB4E-9A04-F7334247CA00}" srcOrd="1" destOrd="0" presId="urn:microsoft.com/office/officeart/2005/8/layout/process4"/>
    <dgm:cxn modelId="{B09BDF8B-F117-4041-BBE2-0E9E01A5A7CC}" srcId="{3AB1B4A7-EB13-9D44-B376-55C181134B63}" destId="{E7C3184F-6C3B-C64B-B4BD-4EF4B72B10EE}" srcOrd="2" destOrd="0" parTransId="{2592574D-20DD-4D49-AEED-95CDAC2D8354}" sibTransId="{6075A415-53A1-594B-ACE7-53A69E0B4061}"/>
    <dgm:cxn modelId="{BA8B6D8C-EE64-6A47-9640-3F7255A71395}" type="presOf" srcId="{6DD17859-07BD-3343-B22A-9454424FCAE2}" destId="{3C977647-2B99-FF47-83EC-85B9E16F9FE8}" srcOrd="0" destOrd="0" presId="urn:microsoft.com/office/officeart/2005/8/layout/process4"/>
    <dgm:cxn modelId="{6756E798-B247-DD40-A3AA-4ECB1FC3A01C}" srcId="{6DD17859-07BD-3343-B22A-9454424FCAE2}" destId="{F4D6A4BE-841C-9541-A899-A8288C0157CE}" srcOrd="2" destOrd="0" parTransId="{0193D385-DC8D-004B-9B6F-356DDE19C4B0}" sibTransId="{820ACBC8-2BC5-FD41-B85F-7585A1F00D73}"/>
    <dgm:cxn modelId="{BC962FAD-3610-DE4F-9D6C-CBFDBEE75087}" srcId="{9E6A154A-8B7E-8F43-A8CE-65A97F389C78}" destId="{E710D539-7A37-2944-B3DD-E5C6EE6AB443}" srcOrd="0" destOrd="0" parTransId="{A0FFFA4D-C12F-F14B-BFF8-1CDE4DC7C013}" sibTransId="{33B59452-EF88-B74A-B772-DF29FB31F61D}"/>
    <dgm:cxn modelId="{972745AD-2E1C-B640-BD9C-EC4E8A3B02F4}" type="presOf" srcId="{9E6A154A-8B7E-8F43-A8CE-65A97F389C78}" destId="{00484EFC-E3C1-384F-90C5-47DB0289762D}" srcOrd="1" destOrd="0" presId="urn:microsoft.com/office/officeart/2005/8/layout/process4"/>
    <dgm:cxn modelId="{67DA81B2-EABD-C544-9CF6-C5D991833EBF}" type="presOf" srcId="{9E6A154A-8B7E-8F43-A8CE-65A97F389C78}" destId="{B47C8A53-820D-E941-AFCC-32CF4B6B8DA1}" srcOrd="0" destOrd="0" presId="urn:microsoft.com/office/officeart/2005/8/layout/process4"/>
    <dgm:cxn modelId="{9721C8B4-D0D4-D646-BC02-4B3CB11C4957}" type="presOf" srcId="{E710D539-7A37-2944-B3DD-E5C6EE6AB443}" destId="{D29891B4-EA67-9442-A44F-5C19337DDB49}" srcOrd="0" destOrd="0" presId="urn:microsoft.com/office/officeart/2005/8/layout/process4"/>
    <dgm:cxn modelId="{3E3CD6B5-45C4-8F48-9973-EAB54E988066}" type="presOf" srcId="{E55132BE-F8FD-3249-BF7F-B22A6C997C69}" destId="{A4F0E485-C539-9D43-A6FA-67944FABA80A}" srcOrd="0" destOrd="0" presId="urn:microsoft.com/office/officeart/2005/8/layout/process4"/>
    <dgm:cxn modelId="{285AF5C9-68EE-334B-B7C0-C5988186AEBC}" type="presOf" srcId="{3AB1B4A7-EB13-9D44-B376-55C181134B63}" destId="{DEF633CA-DD03-7E4E-9C28-E2DA8AD5A938}" srcOrd="1" destOrd="0" presId="urn:microsoft.com/office/officeart/2005/8/layout/process4"/>
    <dgm:cxn modelId="{06DA97E2-C766-AA4D-8B1A-B1D964978C4A}" srcId="{9E6A154A-8B7E-8F43-A8CE-65A97F389C78}" destId="{62A97D64-18F7-C745-AEE5-87850D0F0E98}" srcOrd="2" destOrd="0" parTransId="{8B287539-62E5-4B4E-B12F-E06220A57C7D}" sibTransId="{ECA5B0E3-2AE8-7D4C-B550-C5C2326A35CB}"/>
    <dgm:cxn modelId="{1B7C33E5-DF48-A847-9E1D-0D3B32BB08CF}" srcId="{6DD17859-07BD-3343-B22A-9454424FCAE2}" destId="{9E6A154A-8B7E-8F43-A8CE-65A97F389C78}" srcOrd="1" destOrd="0" parTransId="{593172B2-CD0E-9949-ADCC-732BAB878A9C}" sibTransId="{BF0BFD73-CCDB-E240-A837-67C0044EE05C}"/>
    <dgm:cxn modelId="{994B3FEF-69D8-CA4B-865D-BCC7880C6351}" srcId="{3AB1B4A7-EB13-9D44-B376-55C181134B63}" destId="{6AF7A8E9-ADF3-674C-98FA-C1111C4477C9}" srcOrd="1" destOrd="0" parTransId="{354CE0C4-E9D1-3942-B9AA-2CF4693C7911}" sibTransId="{65F7A934-D2CE-FB40-92CB-10CDA29925A7}"/>
    <dgm:cxn modelId="{F8D8DDF7-50A5-D749-8009-5D773DD6339A}" srcId="{F4D6A4BE-841C-9541-A899-A8288C0157CE}" destId="{E55132BE-F8FD-3249-BF7F-B22A6C997C69}" srcOrd="1" destOrd="0" parTransId="{A9794AB8-D792-0A48-AB09-609ECF3653AD}" sibTransId="{FF52C770-90EA-6E4F-8C6D-896A473D0B48}"/>
    <dgm:cxn modelId="{BD8434FA-8235-864B-94EF-8E2E1FB74291}" type="presOf" srcId="{F4D6A4BE-841C-9541-A899-A8288C0157CE}" destId="{79A158CD-B817-0048-9E9A-760B376D4693}" srcOrd="0" destOrd="0" presId="urn:microsoft.com/office/officeart/2005/8/layout/process4"/>
    <dgm:cxn modelId="{A0D63370-8759-2B4A-95A6-1F05F3601300}" type="presParOf" srcId="{3C977647-2B99-FF47-83EC-85B9E16F9FE8}" destId="{6FC4345A-7030-B244-AF98-16B5D3B5D695}" srcOrd="0" destOrd="0" presId="urn:microsoft.com/office/officeart/2005/8/layout/process4"/>
    <dgm:cxn modelId="{5716BEEF-3A2C-A048-B1B9-BD94B1AECA4A}" type="presParOf" srcId="{6FC4345A-7030-B244-AF98-16B5D3B5D695}" destId="{79A158CD-B817-0048-9E9A-760B376D4693}" srcOrd="0" destOrd="0" presId="urn:microsoft.com/office/officeart/2005/8/layout/process4"/>
    <dgm:cxn modelId="{5991D9D3-4CDA-6D41-8B2A-B018E94F4DBF}" type="presParOf" srcId="{6FC4345A-7030-B244-AF98-16B5D3B5D695}" destId="{3EEDF031-A85E-FB4E-9A04-F7334247CA00}" srcOrd="1" destOrd="0" presId="urn:microsoft.com/office/officeart/2005/8/layout/process4"/>
    <dgm:cxn modelId="{6DA600B7-3873-BF4B-8AC3-3300DE5D87C1}" type="presParOf" srcId="{6FC4345A-7030-B244-AF98-16B5D3B5D695}" destId="{BF60D7DE-6C37-8044-9EF8-A28B0488E0FD}" srcOrd="2" destOrd="0" presId="urn:microsoft.com/office/officeart/2005/8/layout/process4"/>
    <dgm:cxn modelId="{5AF942EB-8D2C-2542-A897-DEA48F67BCED}" type="presParOf" srcId="{BF60D7DE-6C37-8044-9EF8-A28B0488E0FD}" destId="{958EE0AD-A267-A64A-A8C8-8A0849ED136B}" srcOrd="0" destOrd="0" presId="urn:microsoft.com/office/officeart/2005/8/layout/process4"/>
    <dgm:cxn modelId="{1B36E25C-49C6-ED48-B7D2-E793DC156D14}" type="presParOf" srcId="{BF60D7DE-6C37-8044-9EF8-A28B0488E0FD}" destId="{A4F0E485-C539-9D43-A6FA-67944FABA80A}" srcOrd="1" destOrd="0" presId="urn:microsoft.com/office/officeart/2005/8/layout/process4"/>
    <dgm:cxn modelId="{20DFD044-A7FF-CD44-8708-C7823007E1ED}" type="presParOf" srcId="{3C977647-2B99-FF47-83EC-85B9E16F9FE8}" destId="{9FEDBD9D-B822-7745-974F-74363350D39C}" srcOrd="1" destOrd="0" presId="urn:microsoft.com/office/officeart/2005/8/layout/process4"/>
    <dgm:cxn modelId="{B7DBEDB4-8B0C-3540-BA5C-6A870F2B28ED}" type="presParOf" srcId="{3C977647-2B99-FF47-83EC-85B9E16F9FE8}" destId="{C850DBBD-40B6-A348-A33C-578D7EA6BC61}" srcOrd="2" destOrd="0" presId="urn:microsoft.com/office/officeart/2005/8/layout/process4"/>
    <dgm:cxn modelId="{2C8EA7DD-33F5-CE48-9058-DCA86F95FB7F}" type="presParOf" srcId="{C850DBBD-40B6-A348-A33C-578D7EA6BC61}" destId="{B47C8A53-820D-E941-AFCC-32CF4B6B8DA1}" srcOrd="0" destOrd="0" presId="urn:microsoft.com/office/officeart/2005/8/layout/process4"/>
    <dgm:cxn modelId="{C32C2AC3-401B-4940-8CDC-5EF6DACAAE29}" type="presParOf" srcId="{C850DBBD-40B6-A348-A33C-578D7EA6BC61}" destId="{00484EFC-E3C1-384F-90C5-47DB0289762D}" srcOrd="1" destOrd="0" presId="urn:microsoft.com/office/officeart/2005/8/layout/process4"/>
    <dgm:cxn modelId="{7D9BDC73-C881-7840-8049-564FBA1CCBD6}" type="presParOf" srcId="{C850DBBD-40B6-A348-A33C-578D7EA6BC61}" destId="{C7DB8109-227B-9643-82CA-0196CAF62BDA}" srcOrd="2" destOrd="0" presId="urn:microsoft.com/office/officeart/2005/8/layout/process4"/>
    <dgm:cxn modelId="{F2D34197-602C-1E4D-8D8A-ACA279706E25}" type="presParOf" srcId="{C7DB8109-227B-9643-82CA-0196CAF62BDA}" destId="{D29891B4-EA67-9442-A44F-5C19337DDB49}" srcOrd="0" destOrd="0" presId="urn:microsoft.com/office/officeart/2005/8/layout/process4"/>
    <dgm:cxn modelId="{A50BD172-82F6-244A-B328-A3BE60EA2664}" type="presParOf" srcId="{C7DB8109-227B-9643-82CA-0196CAF62BDA}" destId="{281F0597-B2EE-F549-8357-0BF5916A5BED}" srcOrd="1" destOrd="0" presId="urn:microsoft.com/office/officeart/2005/8/layout/process4"/>
    <dgm:cxn modelId="{20CD464F-0EA9-8940-ADA2-1381CFBB6835}" type="presParOf" srcId="{C7DB8109-227B-9643-82CA-0196CAF62BDA}" destId="{20701778-16BF-684A-A0D3-927CBB157BA2}" srcOrd="2" destOrd="0" presId="urn:microsoft.com/office/officeart/2005/8/layout/process4"/>
    <dgm:cxn modelId="{5E892053-0B8A-D940-93DC-0FE33B1A3386}" type="presParOf" srcId="{3C977647-2B99-FF47-83EC-85B9E16F9FE8}" destId="{EF96607F-E7A9-4A4A-A9CC-D0E087059F6F}" srcOrd="3" destOrd="0" presId="urn:microsoft.com/office/officeart/2005/8/layout/process4"/>
    <dgm:cxn modelId="{415C8BEA-81F9-7D4B-BC0B-0EE18E7986D4}" type="presParOf" srcId="{3C977647-2B99-FF47-83EC-85B9E16F9FE8}" destId="{A6675D44-86A1-0A4B-BD77-5B4CC6F4F7C2}" srcOrd="4" destOrd="0" presId="urn:microsoft.com/office/officeart/2005/8/layout/process4"/>
    <dgm:cxn modelId="{FC9D7479-3D9D-954F-B50F-E1AC47B52F79}" type="presParOf" srcId="{A6675D44-86A1-0A4B-BD77-5B4CC6F4F7C2}" destId="{B3B2353E-3362-1748-BAFE-823E43E2F2D8}" srcOrd="0" destOrd="0" presId="urn:microsoft.com/office/officeart/2005/8/layout/process4"/>
    <dgm:cxn modelId="{8D164637-0C61-5E48-82CB-CEEBCCBED182}" type="presParOf" srcId="{A6675D44-86A1-0A4B-BD77-5B4CC6F4F7C2}" destId="{DEF633CA-DD03-7E4E-9C28-E2DA8AD5A938}" srcOrd="1" destOrd="0" presId="urn:microsoft.com/office/officeart/2005/8/layout/process4"/>
    <dgm:cxn modelId="{0A6AE0DB-8DCD-3B46-92A0-3BD636B3FF2C}" type="presParOf" srcId="{A6675D44-86A1-0A4B-BD77-5B4CC6F4F7C2}" destId="{D4D85621-0830-5040-8D45-F591E0DDAFED}" srcOrd="2" destOrd="0" presId="urn:microsoft.com/office/officeart/2005/8/layout/process4"/>
    <dgm:cxn modelId="{4F7ADAA4-B0D8-614A-A2EB-2612587A1316}" type="presParOf" srcId="{D4D85621-0830-5040-8D45-F591E0DDAFED}" destId="{5A83B8CB-4515-2946-984E-1AA5976ECC35}" srcOrd="0" destOrd="0" presId="urn:microsoft.com/office/officeart/2005/8/layout/process4"/>
    <dgm:cxn modelId="{25B2B7A6-37DA-814B-BF4A-F3613BA27639}" type="presParOf" srcId="{D4D85621-0830-5040-8D45-F591E0DDAFED}" destId="{203856F2-63BF-734C-94C3-016F7F9D91C3}" srcOrd="1" destOrd="0" presId="urn:microsoft.com/office/officeart/2005/8/layout/process4"/>
    <dgm:cxn modelId="{3534F281-320C-BB44-9C29-7A5E03444B0D}" type="presParOf" srcId="{D4D85621-0830-5040-8D45-F591E0DDAFED}" destId="{376C74F9-B2C5-2246-BFAE-1D52CF8D666A}" srcOrd="2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C734803-A1F8-7041-A098-3AB457210013}" type="doc">
      <dgm:prSet loTypeId="urn:microsoft.com/office/officeart/2005/8/layout/matrix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1FCDC37-F637-7B43-823C-5B001E8B8E87}">
      <dgm:prSet phldrT="[Text]" custT="1"/>
      <dgm:spPr>
        <a:solidFill>
          <a:srgbClr val="0D236A"/>
        </a:solidFill>
        <a:ln>
          <a:solidFill>
            <a:srgbClr val="0D236A"/>
          </a:solidFill>
        </a:ln>
      </dgm:spPr>
      <dgm:t>
        <a:bodyPr/>
        <a:lstStyle/>
        <a:p>
          <a:r>
            <a:rPr lang="en-US" sz="1800" b="0" i="1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Strategy</a:t>
          </a:r>
          <a:endParaRPr lang="en-US" sz="1800" dirty="0"/>
        </a:p>
      </dgm:t>
    </dgm:pt>
    <dgm:pt modelId="{5C73FE43-1487-154B-8B73-8E5908455AB5}" type="sibTrans" cxnId="{64DB1469-A963-2348-9079-C1E4FF21DF44}">
      <dgm:prSet/>
      <dgm:spPr/>
      <dgm:t>
        <a:bodyPr/>
        <a:lstStyle/>
        <a:p>
          <a:endParaRPr lang="en-US"/>
        </a:p>
      </dgm:t>
    </dgm:pt>
    <dgm:pt modelId="{5B769C33-AA96-B74F-AB59-813B73B62111}" type="parTrans" cxnId="{64DB1469-A963-2348-9079-C1E4FF21DF44}">
      <dgm:prSet/>
      <dgm:spPr/>
      <dgm:t>
        <a:bodyPr/>
        <a:lstStyle/>
        <a:p>
          <a:endParaRPr lang="en-US"/>
        </a:p>
      </dgm:t>
    </dgm:pt>
    <dgm:pt modelId="{E4991386-7381-574B-901A-875E927D85CA}">
      <dgm:prSet phldrT="[Text]" custT="1"/>
      <dgm:spPr>
        <a:solidFill>
          <a:srgbClr val="0D236A"/>
        </a:solidFill>
        <a:ln>
          <a:solidFill>
            <a:srgbClr val="0D236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Market entry</a:t>
          </a:r>
        </a:p>
      </dgm:t>
    </dgm:pt>
    <dgm:pt modelId="{0DB33398-68A0-4A4F-BB1A-E20A274507B9}" type="sibTrans" cxnId="{E04389AC-3C81-C54C-8BEB-FFC6B616E1E9}">
      <dgm:prSet/>
      <dgm:spPr/>
      <dgm:t>
        <a:bodyPr/>
        <a:lstStyle/>
        <a:p>
          <a:endParaRPr lang="en-US"/>
        </a:p>
      </dgm:t>
    </dgm:pt>
    <dgm:pt modelId="{2EF3EB7B-C705-6E48-B1A3-AD16323D6203}" type="parTrans" cxnId="{E04389AC-3C81-C54C-8BEB-FFC6B616E1E9}">
      <dgm:prSet/>
      <dgm:spPr/>
      <dgm:t>
        <a:bodyPr/>
        <a:lstStyle/>
        <a:p>
          <a:endParaRPr lang="en-US"/>
        </a:p>
      </dgm:t>
    </dgm:pt>
    <dgm:pt modelId="{CB4B45DC-6FB8-D14A-ADE8-BE6B301F96F9}">
      <dgm:prSet custT="1"/>
      <dgm:spPr>
        <a:solidFill>
          <a:srgbClr val="0D236A"/>
        </a:solidFill>
        <a:ln>
          <a:solidFill>
            <a:srgbClr val="0D236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Growth strategy</a:t>
          </a:r>
        </a:p>
      </dgm:t>
    </dgm:pt>
    <dgm:pt modelId="{640DB307-E64B-7F44-8CAB-8A8BEE9455C4}" type="sibTrans" cxnId="{E3C5B097-0198-0D42-A16D-8651388C1916}">
      <dgm:prSet/>
      <dgm:spPr/>
      <dgm:t>
        <a:bodyPr/>
        <a:lstStyle/>
        <a:p>
          <a:endParaRPr lang="en-US"/>
        </a:p>
      </dgm:t>
    </dgm:pt>
    <dgm:pt modelId="{F3E83BDF-2A3B-1246-8731-0DDBC03C305E}" type="parTrans" cxnId="{E3C5B097-0198-0D42-A16D-8651388C1916}">
      <dgm:prSet/>
      <dgm:spPr/>
      <dgm:t>
        <a:bodyPr/>
        <a:lstStyle/>
        <a:p>
          <a:endParaRPr lang="en-US"/>
        </a:p>
      </dgm:t>
    </dgm:pt>
    <dgm:pt modelId="{4768185B-AA67-254C-991B-5C529C101522}">
      <dgm:prSet custT="1"/>
      <dgm:spPr>
        <a:solidFill>
          <a:srgbClr val="0D236A"/>
        </a:solidFill>
        <a:ln>
          <a:solidFill>
            <a:srgbClr val="0D236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Portfolio decisions</a:t>
          </a:r>
        </a:p>
      </dgm:t>
    </dgm:pt>
    <dgm:pt modelId="{36D820A8-52ED-0047-BD45-AF1CD8FDD60D}" type="sibTrans" cxnId="{A92AE828-00EB-6348-B113-17D2D8AE3458}">
      <dgm:prSet/>
      <dgm:spPr/>
      <dgm:t>
        <a:bodyPr/>
        <a:lstStyle/>
        <a:p>
          <a:endParaRPr lang="en-US"/>
        </a:p>
      </dgm:t>
    </dgm:pt>
    <dgm:pt modelId="{E1EAC973-6035-D147-AE38-37F5D04B8AF3}" type="parTrans" cxnId="{A92AE828-00EB-6348-B113-17D2D8AE3458}">
      <dgm:prSet/>
      <dgm:spPr/>
      <dgm:t>
        <a:bodyPr/>
        <a:lstStyle/>
        <a:p>
          <a:endParaRPr lang="en-US"/>
        </a:p>
      </dgm:t>
    </dgm:pt>
    <dgm:pt modelId="{116D54E0-ACA3-E646-9E2C-0C6E4B9C9186}">
      <dgm:prSet custT="1"/>
      <dgm:spPr>
        <a:solidFill>
          <a:srgbClr val="0D236A"/>
        </a:solidFill>
        <a:ln>
          <a:solidFill>
            <a:srgbClr val="0D236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PE diligence</a:t>
          </a:r>
        </a:p>
      </dgm:t>
    </dgm:pt>
    <dgm:pt modelId="{108C6DA8-A900-6C4F-B8B2-4526E1017FFF}" type="sibTrans" cxnId="{D3B964C5-CA14-2F45-A8EF-9DD93A6AC9CB}">
      <dgm:prSet/>
      <dgm:spPr/>
      <dgm:t>
        <a:bodyPr/>
        <a:lstStyle/>
        <a:p>
          <a:endParaRPr lang="en-US"/>
        </a:p>
      </dgm:t>
    </dgm:pt>
    <dgm:pt modelId="{02B678EA-4E4B-5A44-95C9-9A1A1E0B39BF}" type="parTrans" cxnId="{D3B964C5-CA14-2F45-A8EF-9DD93A6AC9CB}">
      <dgm:prSet/>
      <dgm:spPr/>
      <dgm:t>
        <a:bodyPr/>
        <a:lstStyle/>
        <a:p>
          <a:endParaRPr lang="en-US"/>
        </a:p>
      </dgm:t>
    </dgm:pt>
    <dgm:pt modelId="{66DB0DF7-39E6-4F42-9DC7-18CEFCD3B853}">
      <dgm:prSet phldrT="[Text]" custT="1"/>
      <dgm:spPr>
        <a:solidFill>
          <a:schemeClr val="bg1"/>
        </a:solidFill>
        <a:ln>
          <a:solidFill>
            <a:srgbClr val="0D236A"/>
          </a:solidFill>
        </a:ln>
      </dgm:spPr>
      <dgm:t>
        <a:bodyPr/>
        <a:lstStyle/>
        <a:p>
          <a:r>
            <a:rPr lang="en-US" sz="1800" b="0" i="1" dirty="0">
              <a:solidFill>
                <a:srgbClr val="0D236A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Operation</a:t>
          </a:r>
        </a:p>
      </dgm:t>
    </dgm:pt>
    <dgm:pt modelId="{56D8868D-6F37-F247-988A-694DE254F85C}" type="sibTrans" cxnId="{FE960668-D46D-6C4A-BC29-8F2612EAA86E}">
      <dgm:prSet/>
      <dgm:spPr/>
      <dgm:t>
        <a:bodyPr/>
        <a:lstStyle/>
        <a:p>
          <a:endParaRPr lang="en-US"/>
        </a:p>
      </dgm:t>
    </dgm:pt>
    <dgm:pt modelId="{E62F1F6B-C01E-B840-B2FD-B186AB0D96DC}" type="parTrans" cxnId="{FE960668-D46D-6C4A-BC29-8F2612EAA86E}">
      <dgm:prSet/>
      <dgm:spPr/>
      <dgm:t>
        <a:bodyPr/>
        <a:lstStyle/>
        <a:p>
          <a:endParaRPr lang="en-US"/>
        </a:p>
      </dgm:t>
    </dgm:pt>
    <dgm:pt modelId="{E9CE8564-0195-F640-96CF-8621EB51D722}">
      <dgm:prSet phldrT="[Text]" custT="1"/>
      <dgm:spPr>
        <a:solidFill>
          <a:schemeClr val="bg1"/>
        </a:solidFill>
        <a:ln>
          <a:solidFill>
            <a:srgbClr val="0D236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600" dirty="0">
              <a:solidFill>
                <a:srgbClr val="0D236A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Cost reduction</a:t>
          </a:r>
        </a:p>
      </dgm:t>
    </dgm:pt>
    <dgm:pt modelId="{3A0D7FB2-77E3-F441-852A-D4C42E677995}" type="sibTrans" cxnId="{2A0F4AD8-084E-FB45-9F1A-8A5D8F94A757}">
      <dgm:prSet/>
      <dgm:spPr/>
      <dgm:t>
        <a:bodyPr/>
        <a:lstStyle/>
        <a:p>
          <a:endParaRPr lang="en-US"/>
        </a:p>
      </dgm:t>
    </dgm:pt>
    <dgm:pt modelId="{C74D619A-75EF-6746-9493-E145F64EFACE}" type="parTrans" cxnId="{2A0F4AD8-084E-FB45-9F1A-8A5D8F94A757}">
      <dgm:prSet/>
      <dgm:spPr/>
      <dgm:t>
        <a:bodyPr/>
        <a:lstStyle/>
        <a:p>
          <a:endParaRPr lang="en-US"/>
        </a:p>
      </dgm:t>
    </dgm:pt>
    <dgm:pt modelId="{A80BFA33-02FC-AE42-B6A1-EB61644C0AFF}">
      <dgm:prSet phldrT="[Text]" custT="1"/>
      <dgm:spPr>
        <a:solidFill>
          <a:schemeClr val="bg1"/>
        </a:solidFill>
        <a:ln>
          <a:solidFill>
            <a:srgbClr val="0D236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600" dirty="0">
              <a:solidFill>
                <a:srgbClr val="0D236A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Pricing optimization</a:t>
          </a:r>
        </a:p>
      </dgm:t>
    </dgm:pt>
    <dgm:pt modelId="{EBDFD5C4-2E33-1948-9E36-9E3C8334C48E}" type="sibTrans" cxnId="{796AB6A5-13D8-9447-8CCB-BADF1E859ABB}">
      <dgm:prSet/>
      <dgm:spPr/>
      <dgm:t>
        <a:bodyPr/>
        <a:lstStyle/>
        <a:p>
          <a:endParaRPr lang="en-US"/>
        </a:p>
      </dgm:t>
    </dgm:pt>
    <dgm:pt modelId="{57412A8E-A31F-DF44-A0D6-2861E98F636F}" type="parTrans" cxnId="{796AB6A5-13D8-9447-8CCB-BADF1E859ABB}">
      <dgm:prSet/>
      <dgm:spPr/>
      <dgm:t>
        <a:bodyPr/>
        <a:lstStyle/>
        <a:p>
          <a:endParaRPr lang="en-US"/>
        </a:p>
      </dgm:t>
    </dgm:pt>
    <dgm:pt modelId="{7D7DD7BB-60B4-7F4D-8411-F8FE4FFDD66F}">
      <dgm:prSet phldrT="[Text]" custT="1"/>
      <dgm:spPr>
        <a:solidFill>
          <a:schemeClr val="bg1"/>
        </a:solidFill>
        <a:ln>
          <a:solidFill>
            <a:srgbClr val="0D236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600" dirty="0">
              <a:solidFill>
                <a:srgbClr val="0D236A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Supply chain redesign</a:t>
          </a:r>
        </a:p>
      </dgm:t>
    </dgm:pt>
    <dgm:pt modelId="{5DFB079E-6566-9540-8577-1D216ABFC380}" type="sibTrans" cxnId="{EF77F256-0FCA-9747-A872-C5D4481C4ECC}">
      <dgm:prSet/>
      <dgm:spPr/>
      <dgm:t>
        <a:bodyPr/>
        <a:lstStyle/>
        <a:p>
          <a:endParaRPr lang="en-US"/>
        </a:p>
      </dgm:t>
    </dgm:pt>
    <dgm:pt modelId="{95244AB3-05C8-4C43-9022-139991C74D6B}" type="parTrans" cxnId="{EF77F256-0FCA-9747-A872-C5D4481C4ECC}">
      <dgm:prSet/>
      <dgm:spPr/>
      <dgm:t>
        <a:bodyPr/>
        <a:lstStyle/>
        <a:p>
          <a:endParaRPr lang="en-US"/>
        </a:p>
      </dgm:t>
    </dgm:pt>
    <dgm:pt modelId="{CA24AD42-35C6-6144-9DDF-1C488EEE2B37}">
      <dgm:prSet phldrT="[Text]" custT="1"/>
      <dgm:spPr>
        <a:solidFill>
          <a:schemeClr val="bg1"/>
        </a:solidFill>
        <a:ln>
          <a:solidFill>
            <a:srgbClr val="0D236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600" dirty="0">
              <a:solidFill>
                <a:srgbClr val="0D236A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Margin improvement</a:t>
          </a:r>
        </a:p>
      </dgm:t>
    </dgm:pt>
    <dgm:pt modelId="{EA6302E4-DA41-2C43-83B3-5C6EE9FE56C4}" type="sibTrans" cxnId="{042909A1-C926-D846-BA9A-D9F77F5975D9}">
      <dgm:prSet/>
      <dgm:spPr/>
      <dgm:t>
        <a:bodyPr/>
        <a:lstStyle/>
        <a:p>
          <a:endParaRPr lang="en-US"/>
        </a:p>
      </dgm:t>
    </dgm:pt>
    <dgm:pt modelId="{0B2C9BEF-D4C9-FC4E-9418-30DC3ADEE3B3}" type="parTrans" cxnId="{042909A1-C926-D846-BA9A-D9F77F5975D9}">
      <dgm:prSet/>
      <dgm:spPr/>
      <dgm:t>
        <a:bodyPr/>
        <a:lstStyle/>
        <a:p>
          <a:endParaRPr lang="en-US"/>
        </a:p>
      </dgm:t>
    </dgm:pt>
    <dgm:pt modelId="{94F919BE-8804-E946-9783-CFF90C5C44C7}">
      <dgm:prSet phldrT="[Text]" custT="1"/>
      <dgm:spPr>
        <a:solidFill>
          <a:schemeClr val="bg1"/>
        </a:solidFill>
        <a:ln>
          <a:solidFill>
            <a:srgbClr val="0D236A"/>
          </a:solidFill>
        </a:ln>
      </dgm:spPr>
      <dgm:t>
        <a:bodyPr anchor="b"/>
        <a:lstStyle/>
        <a:p>
          <a:r>
            <a:rPr lang="en-US" sz="1800" b="0" i="1" dirty="0">
              <a:solidFill>
                <a:srgbClr val="0D236A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Transformation</a:t>
          </a:r>
        </a:p>
      </dgm:t>
    </dgm:pt>
    <dgm:pt modelId="{13C6152B-2C9B-8F45-8F24-16253A66DB3A}" type="sibTrans" cxnId="{50752CBB-8844-1943-9767-E8C7B3D152AC}">
      <dgm:prSet/>
      <dgm:spPr/>
      <dgm:t>
        <a:bodyPr/>
        <a:lstStyle/>
        <a:p>
          <a:endParaRPr lang="en-US"/>
        </a:p>
      </dgm:t>
    </dgm:pt>
    <dgm:pt modelId="{E384660C-AD7A-F042-B951-DA7BE3097707}" type="parTrans" cxnId="{50752CBB-8844-1943-9767-E8C7B3D152AC}">
      <dgm:prSet/>
      <dgm:spPr/>
      <dgm:t>
        <a:bodyPr/>
        <a:lstStyle/>
        <a:p>
          <a:endParaRPr lang="en-US"/>
        </a:p>
      </dgm:t>
    </dgm:pt>
    <dgm:pt modelId="{D827B038-FB3A-3642-9FB9-7CB2ED3140EA}">
      <dgm:prSet phldrT="[Text]" custT="1"/>
      <dgm:spPr>
        <a:solidFill>
          <a:schemeClr val="bg1"/>
        </a:solidFill>
        <a:ln>
          <a:solidFill>
            <a:srgbClr val="0D236A"/>
          </a:solidFill>
        </a:ln>
      </dgm:spPr>
      <dgm:t>
        <a:bodyPr anchor="b"/>
        <a:lstStyle/>
        <a:p>
          <a:pPr>
            <a:buFont typeface="Arial" panose="020B0604020202020204" pitchFamily="34" charset="0"/>
            <a:buChar char="•"/>
          </a:pPr>
          <a:r>
            <a:rPr lang="en-US" sz="1600" dirty="0">
              <a:solidFill>
                <a:srgbClr val="0D236A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Org redesign</a:t>
          </a:r>
        </a:p>
      </dgm:t>
    </dgm:pt>
    <dgm:pt modelId="{A320F0F5-AB6A-AC47-8163-52B4522AB4C8}" type="sibTrans" cxnId="{3784979C-C463-ED45-82D2-04C13F5EB4A6}">
      <dgm:prSet/>
      <dgm:spPr/>
      <dgm:t>
        <a:bodyPr/>
        <a:lstStyle/>
        <a:p>
          <a:endParaRPr lang="en-US"/>
        </a:p>
      </dgm:t>
    </dgm:pt>
    <dgm:pt modelId="{AAC3987B-1FB4-4D49-9FD8-D789AA0A3B17}" type="parTrans" cxnId="{3784979C-C463-ED45-82D2-04C13F5EB4A6}">
      <dgm:prSet/>
      <dgm:spPr/>
      <dgm:t>
        <a:bodyPr/>
        <a:lstStyle/>
        <a:p>
          <a:endParaRPr lang="en-US"/>
        </a:p>
      </dgm:t>
    </dgm:pt>
    <dgm:pt modelId="{101C6B87-A91A-7040-8F37-E71DDB81C559}">
      <dgm:prSet custT="1"/>
      <dgm:spPr>
        <a:solidFill>
          <a:schemeClr val="bg1"/>
        </a:solidFill>
        <a:ln>
          <a:solidFill>
            <a:srgbClr val="0D236A"/>
          </a:solidFill>
        </a:ln>
      </dgm:spPr>
      <dgm:t>
        <a:bodyPr anchor="b"/>
        <a:lstStyle/>
        <a:p>
          <a:pPr>
            <a:buFont typeface="Arial" panose="020B0604020202020204" pitchFamily="34" charset="0"/>
            <a:buChar char="•"/>
          </a:pPr>
          <a:r>
            <a:rPr lang="en-US" sz="1600" dirty="0">
              <a:solidFill>
                <a:srgbClr val="0D236A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Digital overhaul</a:t>
          </a:r>
        </a:p>
      </dgm:t>
    </dgm:pt>
    <dgm:pt modelId="{E73199CF-5571-634C-A4D5-9C60677C5FE3}" type="sibTrans" cxnId="{E73D9C84-EB46-6044-BF3F-EEE39D33B6C0}">
      <dgm:prSet/>
      <dgm:spPr/>
      <dgm:t>
        <a:bodyPr/>
        <a:lstStyle/>
        <a:p>
          <a:endParaRPr lang="en-US"/>
        </a:p>
      </dgm:t>
    </dgm:pt>
    <dgm:pt modelId="{F85D9F68-E57D-7B4E-9D61-F9716DAC29A1}" type="parTrans" cxnId="{E73D9C84-EB46-6044-BF3F-EEE39D33B6C0}">
      <dgm:prSet/>
      <dgm:spPr/>
      <dgm:t>
        <a:bodyPr/>
        <a:lstStyle/>
        <a:p>
          <a:endParaRPr lang="en-US"/>
        </a:p>
      </dgm:t>
    </dgm:pt>
    <dgm:pt modelId="{032DF117-A3B3-6E48-A53C-12919760414B}">
      <dgm:prSet custT="1"/>
      <dgm:spPr>
        <a:solidFill>
          <a:schemeClr val="bg1"/>
        </a:solidFill>
        <a:ln>
          <a:solidFill>
            <a:srgbClr val="0D236A"/>
          </a:solidFill>
        </a:ln>
      </dgm:spPr>
      <dgm:t>
        <a:bodyPr anchor="b"/>
        <a:lstStyle/>
        <a:p>
          <a:pPr>
            <a:buFont typeface="Arial" panose="020B0604020202020204" pitchFamily="34" charset="0"/>
            <a:buChar char="•"/>
          </a:pPr>
          <a:r>
            <a:rPr lang="en-US" sz="1600" dirty="0">
              <a:solidFill>
                <a:srgbClr val="0D236A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Turnaround strategy</a:t>
          </a:r>
        </a:p>
      </dgm:t>
    </dgm:pt>
    <dgm:pt modelId="{E4AA1302-3A34-FF4B-8FC4-1A51E38776BD}" type="sibTrans" cxnId="{E744ED33-B7EE-4A45-B73D-22326DCC4B6D}">
      <dgm:prSet/>
      <dgm:spPr/>
      <dgm:t>
        <a:bodyPr/>
        <a:lstStyle/>
        <a:p>
          <a:endParaRPr lang="en-US"/>
        </a:p>
      </dgm:t>
    </dgm:pt>
    <dgm:pt modelId="{244D72DB-DA74-984E-B744-26A32DE19602}" type="parTrans" cxnId="{E744ED33-B7EE-4A45-B73D-22326DCC4B6D}">
      <dgm:prSet/>
      <dgm:spPr/>
      <dgm:t>
        <a:bodyPr/>
        <a:lstStyle/>
        <a:p>
          <a:endParaRPr lang="en-US"/>
        </a:p>
      </dgm:t>
    </dgm:pt>
    <dgm:pt modelId="{BD0A98A1-3036-854F-A802-80AB387B8BE9}">
      <dgm:prSet custT="1"/>
      <dgm:spPr>
        <a:solidFill>
          <a:schemeClr val="bg1"/>
        </a:solidFill>
        <a:ln>
          <a:solidFill>
            <a:srgbClr val="0D236A"/>
          </a:solidFill>
        </a:ln>
      </dgm:spPr>
      <dgm:t>
        <a:bodyPr anchor="b"/>
        <a:lstStyle/>
        <a:p>
          <a:pPr>
            <a:buFont typeface="Arial" panose="020B0604020202020204" pitchFamily="34" charset="0"/>
            <a:buChar char="•"/>
          </a:pPr>
          <a:r>
            <a:rPr lang="en-US" sz="1600" dirty="0">
              <a:solidFill>
                <a:srgbClr val="0D236A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Culture shifts</a:t>
          </a:r>
        </a:p>
      </dgm:t>
    </dgm:pt>
    <dgm:pt modelId="{62C91DE8-849D-D944-BE4C-48221E3BEDDF}" type="sibTrans" cxnId="{7E74B436-F43C-E74D-978B-84683DBC39EA}">
      <dgm:prSet/>
      <dgm:spPr/>
      <dgm:t>
        <a:bodyPr/>
        <a:lstStyle/>
        <a:p>
          <a:endParaRPr lang="en-US"/>
        </a:p>
      </dgm:t>
    </dgm:pt>
    <dgm:pt modelId="{2457C7E1-E7AE-2242-AD87-D190A3D95398}" type="parTrans" cxnId="{7E74B436-F43C-E74D-978B-84683DBC39EA}">
      <dgm:prSet/>
      <dgm:spPr/>
      <dgm:t>
        <a:bodyPr/>
        <a:lstStyle/>
        <a:p>
          <a:endParaRPr lang="en-US"/>
        </a:p>
      </dgm:t>
    </dgm:pt>
    <dgm:pt modelId="{677AA156-4F52-B44B-B80D-03CB4F7160B2}">
      <dgm:prSet phldrT="[Text]" custT="1"/>
      <dgm:spPr>
        <a:solidFill>
          <a:srgbClr val="0D236A"/>
        </a:solidFill>
        <a:ln>
          <a:solidFill>
            <a:srgbClr val="0D236A"/>
          </a:solidFill>
        </a:ln>
      </dgm:spPr>
      <dgm:t>
        <a:bodyPr anchor="b"/>
        <a:lstStyle/>
        <a:p>
          <a:pPr algn="l"/>
          <a:r>
            <a:rPr lang="en-US" sz="1800" b="0" i="1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Due Diligence</a:t>
          </a:r>
        </a:p>
      </dgm:t>
    </dgm:pt>
    <dgm:pt modelId="{60820937-8B60-3248-BBA4-DEDE07CA4C2F}" type="sibTrans" cxnId="{A555BE1B-D970-6E43-BE0C-F9C620571795}">
      <dgm:prSet/>
      <dgm:spPr/>
      <dgm:t>
        <a:bodyPr/>
        <a:lstStyle/>
        <a:p>
          <a:endParaRPr lang="en-US"/>
        </a:p>
      </dgm:t>
    </dgm:pt>
    <dgm:pt modelId="{58CF4358-BC0D-5A4A-B986-AC034383E63A}" type="parTrans" cxnId="{A555BE1B-D970-6E43-BE0C-F9C620571795}">
      <dgm:prSet/>
      <dgm:spPr/>
      <dgm:t>
        <a:bodyPr/>
        <a:lstStyle/>
        <a:p>
          <a:endParaRPr lang="en-US"/>
        </a:p>
      </dgm:t>
    </dgm:pt>
    <dgm:pt modelId="{EE446B99-D372-8149-B022-B987FF99D3E8}">
      <dgm:prSet phldrT="[Text]" custT="1"/>
      <dgm:spPr>
        <a:solidFill>
          <a:srgbClr val="0D236A"/>
        </a:solidFill>
        <a:ln>
          <a:solidFill>
            <a:srgbClr val="0D236A"/>
          </a:solidFill>
        </a:ln>
      </dgm:spPr>
      <dgm:t>
        <a:bodyPr anchor="b"/>
        <a:lstStyle/>
        <a:p>
          <a:pPr algn="l">
            <a:buFont typeface="Arial" panose="020B0604020202020204" pitchFamily="34" charset="0"/>
            <a:buChar char="•"/>
          </a:pPr>
          <a:r>
            <a:rPr lang="en-US" sz="1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Investment recs</a:t>
          </a:r>
        </a:p>
      </dgm:t>
    </dgm:pt>
    <dgm:pt modelId="{F418B02F-85B5-084A-8D0D-758C549189AE}" type="sibTrans" cxnId="{11CA9183-4F84-614F-AC80-F8119A272692}">
      <dgm:prSet/>
      <dgm:spPr/>
      <dgm:t>
        <a:bodyPr/>
        <a:lstStyle/>
        <a:p>
          <a:endParaRPr lang="en-US"/>
        </a:p>
      </dgm:t>
    </dgm:pt>
    <dgm:pt modelId="{80AEFF68-5075-E848-A258-47DCAAB72CEE}" type="parTrans" cxnId="{11CA9183-4F84-614F-AC80-F8119A272692}">
      <dgm:prSet/>
      <dgm:spPr/>
      <dgm:t>
        <a:bodyPr/>
        <a:lstStyle/>
        <a:p>
          <a:endParaRPr lang="en-US"/>
        </a:p>
      </dgm:t>
    </dgm:pt>
    <dgm:pt modelId="{957000D9-7C31-394D-8703-00924537E7FB}">
      <dgm:prSet custT="1"/>
      <dgm:spPr>
        <a:solidFill>
          <a:srgbClr val="0D236A"/>
        </a:solidFill>
        <a:ln>
          <a:solidFill>
            <a:srgbClr val="0D236A"/>
          </a:solidFill>
        </a:ln>
      </dgm:spPr>
      <dgm:t>
        <a:bodyPr anchor="b"/>
        <a:lstStyle/>
        <a:p>
          <a:pPr algn="l">
            <a:buFont typeface="Arial" panose="020B0604020202020204" pitchFamily="34" charset="0"/>
            <a:buChar char="•"/>
          </a:pPr>
          <a:r>
            <a:rPr lang="en-US" sz="1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Operational diligence</a:t>
          </a:r>
        </a:p>
      </dgm:t>
    </dgm:pt>
    <dgm:pt modelId="{F60871B9-32B3-2E47-A582-B7DF013734EC}" type="sibTrans" cxnId="{A2B661DB-87F6-1541-90EB-EE87F2559FB9}">
      <dgm:prSet/>
      <dgm:spPr/>
      <dgm:t>
        <a:bodyPr/>
        <a:lstStyle/>
        <a:p>
          <a:endParaRPr lang="en-US"/>
        </a:p>
      </dgm:t>
    </dgm:pt>
    <dgm:pt modelId="{58947F2F-611B-924D-AA88-52BC3658C06C}" type="parTrans" cxnId="{A2B661DB-87F6-1541-90EB-EE87F2559FB9}">
      <dgm:prSet/>
      <dgm:spPr/>
      <dgm:t>
        <a:bodyPr/>
        <a:lstStyle/>
        <a:p>
          <a:endParaRPr lang="en-US"/>
        </a:p>
      </dgm:t>
    </dgm:pt>
    <dgm:pt modelId="{3DA1F8CE-1827-FF44-9884-908ADB931D9D}">
      <dgm:prSet phldrT="[Text]"/>
      <dgm:spPr>
        <a:solidFill>
          <a:srgbClr val="0D236A"/>
        </a:solidFill>
        <a:ln>
          <a:solidFill>
            <a:srgbClr val="0D236A"/>
          </a:solidFill>
        </a:ln>
      </dgm:spPr>
      <dgm:t>
        <a:bodyPr/>
        <a:lstStyle/>
        <a:p>
          <a:endParaRPr lang="en-US" dirty="0"/>
        </a:p>
      </dgm:t>
    </dgm:pt>
    <dgm:pt modelId="{753E45AF-FC2F-524B-B884-8CCA2953DD38}" type="sibTrans" cxnId="{2DA5534F-B995-2F41-8A60-2F1946980F20}">
      <dgm:prSet/>
      <dgm:spPr/>
      <dgm:t>
        <a:bodyPr/>
        <a:lstStyle/>
        <a:p>
          <a:endParaRPr lang="en-US"/>
        </a:p>
      </dgm:t>
    </dgm:pt>
    <dgm:pt modelId="{2BD9CA36-E6CB-AA4F-83EA-0B7A2CFC13C8}" type="parTrans" cxnId="{2DA5534F-B995-2F41-8A60-2F1946980F20}">
      <dgm:prSet/>
      <dgm:spPr/>
      <dgm:t>
        <a:bodyPr/>
        <a:lstStyle/>
        <a:p>
          <a:endParaRPr lang="en-US"/>
        </a:p>
      </dgm:t>
    </dgm:pt>
    <dgm:pt modelId="{57C917B1-A6F9-E841-9FEA-D4F71C15DAB3}">
      <dgm:prSet custT="1"/>
      <dgm:spPr>
        <a:solidFill>
          <a:srgbClr val="0D236A"/>
        </a:solidFill>
        <a:ln>
          <a:solidFill>
            <a:srgbClr val="0D236A"/>
          </a:solidFill>
        </a:ln>
      </dgm:spPr>
      <dgm:t>
        <a:bodyPr anchor="b"/>
        <a:lstStyle/>
        <a:p>
          <a:pPr algn="l">
            <a:buFont typeface="Arial" panose="020B0604020202020204" pitchFamily="34" charset="0"/>
            <a:buChar char="•"/>
          </a:pPr>
          <a:r>
            <a:rPr lang="en-US" sz="1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Commercial diligence</a:t>
          </a:r>
        </a:p>
      </dgm:t>
    </dgm:pt>
    <dgm:pt modelId="{355BFCC8-7714-5A44-8DE9-5A2481AAF0E4}" type="parTrans" cxnId="{4B7E7975-0D06-5449-9F94-ED8F3D6732B1}">
      <dgm:prSet/>
      <dgm:spPr/>
      <dgm:t>
        <a:bodyPr/>
        <a:lstStyle/>
        <a:p>
          <a:endParaRPr lang="en-US"/>
        </a:p>
      </dgm:t>
    </dgm:pt>
    <dgm:pt modelId="{B7AE3E3A-CC49-3C46-90F0-DD361342B9C0}" type="sibTrans" cxnId="{4B7E7975-0D06-5449-9F94-ED8F3D6732B1}">
      <dgm:prSet/>
      <dgm:spPr/>
      <dgm:t>
        <a:bodyPr/>
        <a:lstStyle/>
        <a:p>
          <a:endParaRPr lang="en-US"/>
        </a:p>
      </dgm:t>
    </dgm:pt>
    <dgm:pt modelId="{01B2DD85-B0DF-FC46-83FE-97A478B83245}">
      <dgm:prSet phldrT="[Text]" custT="1"/>
      <dgm:spPr>
        <a:solidFill>
          <a:srgbClr val="0D236A"/>
        </a:solidFill>
        <a:ln>
          <a:solidFill>
            <a:srgbClr val="0D236A"/>
          </a:solidFill>
        </a:ln>
      </dgm:spPr>
      <dgm:t>
        <a:bodyPr anchor="b"/>
        <a:lstStyle/>
        <a:p>
          <a:pPr algn="l">
            <a:buFont typeface="Arial" panose="020B0604020202020204" pitchFamily="34" charset="0"/>
            <a:buChar char="•"/>
          </a:pPr>
          <a:r>
            <a:rPr lang="en-US" sz="1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Financial investigation</a:t>
          </a:r>
        </a:p>
      </dgm:t>
    </dgm:pt>
    <dgm:pt modelId="{5EF2EB37-0143-4E49-981F-540AD6C142A6}" type="parTrans" cxnId="{E794B3CD-9BA9-F146-995C-CA58397E35F1}">
      <dgm:prSet/>
      <dgm:spPr/>
      <dgm:t>
        <a:bodyPr/>
        <a:lstStyle/>
        <a:p>
          <a:endParaRPr lang="en-US"/>
        </a:p>
      </dgm:t>
    </dgm:pt>
    <dgm:pt modelId="{2117D73C-8CC3-1247-B5DF-41819FCA433A}" type="sibTrans" cxnId="{E794B3CD-9BA9-F146-995C-CA58397E35F1}">
      <dgm:prSet/>
      <dgm:spPr/>
      <dgm:t>
        <a:bodyPr/>
        <a:lstStyle/>
        <a:p>
          <a:endParaRPr lang="en-US"/>
        </a:p>
      </dgm:t>
    </dgm:pt>
    <dgm:pt modelId="{11FDF214-7E4C-2344-9551-9165A6555C4D}" type="pres">
      <dgm:prSet presAssocID="{CC734803-A1F8-7041-A098-3AB457210013}" presName="diagram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BFDDA280-B35A-214E-9C1E-68046CC4EB10}" type="pres">
      <dgm:prSet presAssocID="{CC734803-A1F8-7041-A098-3AB457210013}" presName="matrix" presStyleCnt="0"/>
      <dgm:spPr/>
    </dgm:pt>
    <dgm:pt modelId="{0CD7638A-7788-B146-AD05-D0CB16AD181D}" type="pres">
      <dgm:prSet presAssocID="{CC734803-A1F8-7041-A098-3AB457210013}" presName="tile1" presStyleLbl="node1" presStyleIdx="0" presStyleCnt="4"/>
      <dgm:spPr/>
    </dgm:pt>
    <dgm:pt modelId="{744FF3FD-A86C-1548-9C39-5138A344792C}" type="pres">
      <dgm:prSet presAssocID="{CC734803-A1F8-7041-A098-3AB457210013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32FE7ACD-A1D7-9547-AF0F-94048E2B551B}" type="pres">
      <dgm:prSet presAssocID="{CC734803-A1F8-7041-A098-3AB457210013}" presName="tile2" presStyleLbl="node1" presStyleIdx="1" presStyleCnt="4"/>
      <dgm:spPr/>
    </dgm:pt>
    <dgm:pt modelId="{AF4DF30A-3E2A-2842-9900-36316149A0FB}" type="pres">
      <dgm:prSet presAssocID="{CC734803-A1F8-7041-A098-3AB457210013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827E3B81-4D38-9A4E-8F0C-2BA55983989B}" type="pres">
      <dgm:prSet presAssocID="{CC734803-A1F8-7041-A098-3AB457210013}" presName="tile3" presStyleLbl="node1" presStyleIdx="2" presStyleCnt="4"/>
      <dgm:spPr/>
    </dgm:pt>
    <dgm:pt modelId="{991BDA6A-99DE-8846-859C-9F2C800A566B}" type="pres">
      <dgm:prSet presAssocID="{CC734803-A1F8-7041-A098-3AB457210013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A8EB5AF2-F241-FE43-AA68-B5A0FC9AE059}" type="pres">
      <dgm:prSet presAssocID="{CC734803-A1F8-7041-A098-3AB457210013}" presName="tile4" presStyleLbl="node1" presStyleIdx="3" presStyleCnt="4"/>
      <dgm:spPr/>
    </dgm:pt>
    <dgm:pt modelId="{7CB55EAB-834F-694E-A364-3BE5611AD1A5}" type="pres">
      <dgm:prSet presAssocID="{CC734803-A1F8-7041-A098-3AB457210013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1A2A8B4C-BEDB-EC4D-A42B-4247400B739E}" type="pres">
      <dgm:prSet presAssocID="{CC734803-A1F8-7041-A098-3AB457210013}" presName="centerTile" presStyleLbl="fgShp" presStyleIdx="0" presStyleCnt="1" custFlipVert="1" custFlipHor="1" custScaleX="33950" custScaleY="90000" custLinFactNeighborX="-30247" custLinFactNeighborY="-90714">
        <dgm:presLayoutVars>
          <dgm:chMax val="0"/>
          <dgm:chPref val="0"/>
        </dgm:presLayoutVars>
      </dgm:prSet>
      <dgm:spPr/>
    </dgm:pt>
  </dgm:ptLst>
  <dgm:cxnLst>
    <dgm:cxn modelId="{26369C03-FFA0-9B40-ADBA-0978B56C0B3F}" type="presOf" srcId="{CB4B45DC-6FB8-D14A-ADE8-BE6B301F96F9}" destId="{744FF3FD-A86C-1548-9C39-5138A344792C}" srcOrd="1" destOrd="2" presId="urn:microsoft.com/office/officeart/2005/8/layout/matrix1"/>
    <dgm:cxn modelId="{9CA02204-8317-5E4F-8369-8981A89605A9}" type="presOf" srcId="{677AA156-4F52-B44B-B80D-03CB4F7160B2}" destId="{7CB55EAB-834F-694E-A364-3BE5611AD1A5}" srcOrd="1" destOrd="0" presId="urn:microsoft.com/office/officeart/2005/8/layout/matrix1"/>
    <dgm:cxn modelId="{576A9505-37AF-1C40-9C0D-AC5267A317C7}" type="presOf" srcId="{81FCDC37-F637-7B43-823C-5B001E8B8E87}" destId="{0CD7638A-7788-B146-AD05-D0CB16AD181D}" srcOrd="0" destOrd="0" presId="urn:microsoft.com/office/officeart/2005/8/layout/matrix1"/>
    <dgm:cxn modelId="{AC273E0A-7DE6-FC41-B708-42A49595050A}" type="presOf" srcId="{7D7DD7BB-60B4-7F4D-8411-F8FE4FFDD66F}" destId="{32FE7ACD-A1D7-9547-AF0F-94048E2B551B}" srcOrd="0" destOrd="3" presId="urn:microsoft.com/office/officeart/2005/8/layout/matrix1"/>
    <dgm:cxn modelId="{BE114A10-E472-4641-AA05-CE659F30D23B}" type="presOf" srcId="{CA24AD42-35C6-6144-9DDF-1C488EEE2B37}" destId="{32FE7ACD-A1D7-9547-AF0F-94048E2B551B}" srcOrd="0" destOrd="4" presId="urn:microsoft.com/office/officeart/2005/8/layout/matrix1"/>
    <dgm:cxn modelId="{FF6EA318-1681-D348-9AFD-360AF16E554D}" type="presOf" srcId="{7D7DD7BB-60B4-7F4D-8411-F8FE4FFDD66F}" destId="{AF4DF30A-3E2A-2842-9900-36316149A0FB}" srcOrd="1" destOrd="3" presId="urn:microsoft.com/office/officeart/2005/8/layout/matrix1"/>
    <dgm:cxn modelId="{A555BE1B-D970-6E43-BE0C-F9C620571795}" srcId="{3DA1F8CE-1827-FF44-9884-908ADB931D9D}" destId="{677AA156-4F52-B44B-B80D-03CB4F7160B2}" srcOrd="3" destOrd="0" parTransId="{58CF4358-BC0D-5A4A-B986-AC034383E63A}" sibTransId="{60820937-8B60-3248-BBA4-DEDE07CA4C2F}"/>
    <dgm:cxn modelId="{0B90551C-F69A-714C-BBCA-EA99A00B09D0}" type="presOf" srcId="{032DF117-A3B3-6E48-A53C-12919760414B}" destId="{991BDA6A-99DE-8846-859C-9F2C800A566B}" srcOrd="1" destOrd="3" presId="urn:microsoft.com/office/officeart/2005/8/layout/matrix1"/>
    <dgm:cxn modelId="{A92AE828-00EB-6348-B113-17D2D8AE3458}" srcId="{81FCDC37-F637-7B43-823C-5B001E8B8E87}" destId="{4768185B-AA67-254C-991B-5C529C101522}" srcOrd="2" destOrd="0" parTransId="{E1EAC973-6035-D147-AE38-37F5D04B8AF3}" sibTransId="{36D820A8-52ED-0047-BD45-AF1CD8FDD60D}"/>
    <dgm:cxn modelId="{90D5FB31-4C39-704D-8FD5-E14DA34FAD9A}" type="presOf" srcId="{66DB0DF7-39E6-4F42-9DC7-18CEFCD3B853}" destId="{AF4DF30A-3E2A-2842-9900-36316149A0FB}" srcOrd="1" destOrd="0" presId="urn:microsoft.com/office/officeart/2005/8/layout/matrix1"/>
    <dgm:cxn modelId="{E744ED33-B7EE-4A45-B73D-22326DCC4B6D}" srcId="{94F919BE-8804-E946-9783-CFF90C5C44C7}" destId="{032DF117-A3B3-6E48-A53C-12919760414B}" srcOrd="2" destOrd="0" parTransId="{244D72DB-DA74-984E-B744-26A32DE19602}" sibTransId="{E4AA1302-3A34-FF4B-8FC4-1A51E38776BD}"/>
    <dgm:cxn modelId="{8C021135-69AA-454D-A70B-54A6CF3FEA55}" type="presOf" srcId="{01B2DD85-B0DF-FC46-83FE-97A478B83245}" destId="{A8EB5AF2-F241-FE43-AA68-B5A0FC9AE059}" srcOrd="0" destOrd="1" presId="urn:microsoft.com/office/officeart/2005/8/layout/matrix1"/>
    <dgm:cxn modelId="{7E74B436-F43C-E74D-978B-84683DBC39EA}" srcId="{94F919BE-8804-E946-9783-CFF90C5C44C7}" destId="{BD0A98A1-3036-854F-A802-80AB387B8BE9}" srcOrd="3" destOrd="0" parTransId="{2457C7E1-E7AE-2242-AD87-D190A3D95398}" sibTransId="{62C91DE8-849D-D944-BE4C-48221E3BEDDF}"/>
    <dgm:cxn modelId="{2EFFFA3B-EC2D-A143-BE18-26802BA96AC1}" type="presOf" srcId="{D827B038-FB3A-3642-9FB9-7CB2ED3140EA}" destId="{991BDA6A-99DE-8846-859C-9F2C800A566B}" srcOrd="1" destOrd="1" presId="urn:microsoft.com/office/officeart/2005/8/layout/matrix1"/>
    <dgm:cxn modelId="{7068C140-3B23-304A-BB14-923984A4312D}" type="presOf" srcId="{BD0A98A1-3036-854F-A802-80AB387B8BE9}" destId="{827E3B81-4D38-9A4E-8F0C-2BA55983989B}" srcOrd="0" destOrd="4" presId="urn:microsoft.com/office/officeart/2005/8/layout/matrix1"/>
    <dgm:cxn modelId="{4E53BD45-4D8C-2142-AE29-E94EC75D4FCD}" type="presOf" srcId="{CA24AD42-35C6-6144-9DDF-1C488EEE2B37}" destId="{AF4DF30A-3E2A-2842-9900-36316149A0FB}" srcOrd="1" destOrd="4" presId="urn:microsoft.com/office/officeart/2005/8/layout/matrix1"/>
    <dgm:cxn modelId="{CD561447-49EC-AE43-9DF2-303745D7E528}" type="presOf" srcId="{66DB0DF7-39E6-4F42-9DC7-18CEFCD3B853}" destId="{32FE7ACD-A1D7-9547-AF0F-94048E2B551B}" srcOrd="0" destOrd="0" presId="urn:microsoft.com/office/officeart/2005/8/layout/matrix1"/>
    <dgm:cxn modelId="{51900949-2247-4341-8F2D-CC3F183720CC}" type="presOf" srcId="{101C6B87-A91A-7040-8F37-E71DDB81C559}" destId="{827E3B81-4D38-9A4E-8F0C-2BA55983989B}" srcOrd="0" destOrd="2" presId="urn:microsoft.com/office/officeart/2005/8/layout/matrix1"/>
    <dgm:cxn modelId="{2DA5534F-B995-2F41-8A60-2F1946980F20}" srcId="{CC734803-A1F8-7041-A098-3AB457210013}" destId="{3DA1F8CE-1827-FF44-9884-908ADB931D9D}" srcOrd="0" destOrd="0" parTransId="{2BD9CA36-E6CB-AA4F-83EA-0B7A2CFC13C8}" sibTransId="{753E45AF-FC2F-524B-B884-8CCA2953DD38}"/>
    <dgm:cxn modelId="{E7296956-688E-BE42-9B5A-7B090BC3FC25}" type="presOf" srcId="{81FCDC37-F637-7B43-823C-5B001E8B8E87}" destId="{744FF3FD-A86C-1548-9C39-5138A344792C}" srcOrd="1" destOrd="0" presId="urn:microsoft.com/office/officeart/2005/8/layout/matrix1"/>
    <dgm:cxn modelId="{EF77F256-0FCA-9747-A872-C5D4481C4ECC}" srcId="{66DB0DF7-39E6-4F42-9DC7-18CEFCD3B853}" destId="{7D7DD7BB-60B4-7F4D-8411-F8FE4FFDD66F}" srcOrd="2" destOrd="0" parTransId="{95244AB3-05C8-4C43-9022-139991C74D6B}" sibTransId="{5DFB079E-6566-9540-8577-1D216ABFC380}"/>
    <dgm:cxn modelId="{F027E65A-EF8D-2F47-BFF7-7D45A7BD09D6}" type="presOf" srcId="{677AA156-4F52-B44B-B80D-03CB4F7160B2}" destId="{A8EB5AF2-F241-FE43-AA68-B5A0FC9AE059}" srcOrd="0" destOrd="0" presId="urn:microsoft.com/office/officeart/2005/8/layout/matrix1"/>
    <dgm:cxn modelId="{EC22AC61-2D1E-0942-9164-A98C2394CCFE}" type="presOf" srcId="{EE446B99-D372-8149-B022-B987FF99D3E8}" destId="{A8EB5AF2-F241-FE43-AA68-B5A0FC9AE059}" srcOrd="0" destOrd="2" presId="urn:microsoft.com/office/officeart/2005/8/layout/matrix1"/>
    <dgm:cxn modelId="{3CB52662-A0C2-994B-96E2-A035C8B4DBF6}" type="presOf" srcId="{116D54E0-ACA3-E646-9E2C-0C6E4B9C9186}" destId="{0CD7638A-7788-B146-AD05-D0CB16AD181D}" srcOrd="0" destOrd="4" presId="urn:microsoft.com/office/officeart/2005/8/layout/matrix1"/>
    <dgm:cxn modelId="{FE960668-D46D-6C4A-BC29-8F2612EAA86E}" srcId="{3DA1F8CE-1827-FF44-9884-908ADB931D9D}" destId="{66DB0DF7-39E6-4F42-9DC7-18CEFCD3B853}" srcOrd="1" destOrd="0" parTransId="{E62F1F6B-C01E-B840-B2FD-B186AB0D96DC}" sibTransId="{56D8868D-6F37-F247-988A-694DE254F85C}"/>
    <dgm:cxn modelId="{64DB1469-A963-2348-9079-C1E4FF21DF44}" srcId="{3DA1F8CE-1827-FF44-9884-908ADB931D9D}" destId="{81FCDC37-F637-7B43-823C-5B001E8B8E87}" srcOrd="0" destOrd="0" parTransId="{5B769C33-AA96-B74F-AB59-813B73B62111}" sibTransId="{5C73FE43-1487-154B-8B73-8E5908455AB5}"/>
    <dgm:cxn modelId="{4C88BD6E-D13E-9446-B695-FA00E0D98F1F}" type="presOf" srcId="{A80BFA33-02FC-AE42-B6A1-EB61644C0AFF}" destId="{32FE7ACD-A1D7-9547-AF0F-94048E2B551B}" srcOrd="0" destOrd="2" presId="urn:microsoft.com/office/officeart/2005/8/layout/matrix1"/>
    <dgm:cxn modelId="{92D59773-689F-8548-BCC3-5DA34F0C8B85}" type="presOf" srcId="{4768185B-AA67-254C-991B-5C529C101522}" destId="{744FF3FD-A86C-1548-9C39-5138A344792C}" srcOrd="1" destOrd="3" presId="urn:microsoft.com/office/officeart/2005/8/layout/matrix1"/>
    <dgm:cxn modelId="{4B7E7975-0D06-5449-9F94-ED8F3D6732B1}" srcId="{677AA156-4F52-B44B-B80D-03CB4F7160B2}" destId="{57C917B1-A6F9-E841-9FEA-D4F71C15DAB3}" srcOrd="3" destOrd="0" parTransId="{355BFCC8-7714-5A44-8DE9-5A2481AAF0E4}" sibTransId="{B7AE3E3A-CC49-3C46-90F0-DD361342B9C0}"/>
    <dgm:cxn modelId="{2FD6E07A-360B-6A4A-83D2-91C67F9CBFDE}" type="presOf" srcId="{E9CE8564-0195-F640-96CF-8621EB51D722}" destId="{32FE7ACD-A1D7-9547-AF0F-94048E2B551B}" srcOrd="0" destOrd="1" presId="urn:microsoft.com/office/officeart/2005/8/layout/matrix1"/>
    <dgm:cxn modelId="{39931F82-CF14-2A47-9113-B27E429D6210}" type="presOf" srcId="{57C917B1-A6F9-E841-9FEA-D4F71C15DAB3}" destId="{7CB55EAB-834F-694E-A364-3BE5611AD1A5}" srcOrd="1" destOrd="4" presId="urn:microsoft.com/office/officeart/2005/8/layout/matrix1"/>
    <dgm:cxn modelId="{11CA9183-4F84-614F-AC80-F8119A272692}" srcId="{677AA156-4F52-B44B-B80D-03CB4F7160B2}" destId="{EE446B99-D372-8149-B022-B987FF99D3E8}" srcOrd="1" destOrd="0" parTransId="{80AEFF68-5075-E848-A258-47DCAAB72CEE}" sibTransId="{F418B02F-85B5-084A-8D0D-758C549189AE}"/>
    <dgm:cxn modelId="{E73D9C84-EB46-6044-BF3F-EEE39D33B6C0}" srcId="{94F919BE-8804-E946-9783-CFF90C5C44C7}" destId="{101C6B87-A91A-7040-8F37-E71DDB81C559}" srcOrd="1" destOrd="0" parTransId="{F85D9F68-E57D-7B4E-9D61-F9716DAC29A1}" sibTransId="{E73199CF-5571-634C-A4D5-9C60677C5FE3}"/>
    <dgm:cxn modelId="{325A1D8A-AD91-6047-A7EC-6E05F7FD3427}" type="presOf" srcId="{101C6B87-A91A-7040-8F37-E71DDB81C559}" destId="{991BDA6A-99DE-8846-859C-9F2C800A566B}" srcOrd="1" destOrd="2" presId="urn:microsoft.com/office/officeart/2005/8/layout/matrix1"/>
    <dgm:cxn modelId="{D1B4DE96-E2C6-A544-95D7-43130A23DD19}" type="presOf" srcId="{3DA1F8CE-1827-FF44-9884-908ADB931D9D}" destId="{1A2A8B4C-BEDB-EC4D-A42B-4247400B739E}" srcOrd="0" destOrd="0" presId="urn:microsoft.com/office/officeart/2005/8/layout/matrix1"/>
    <dgm:cxn modelId="{40FA6B97-DF7A-3A4A-A9F5-8BEB0537D389}" type="presOf" srcId="{94F919BE-8804-E946-9783-CFF90C5C44C7}" destId="{991BDA6A-99DE-8846-859C-9F2C800A566B}" srcOrd="1" destOrd="0" presId="urn:microsoft.com/office/officeart/2005/8/layout/matrix1"/>
    <dgm:cxn modelId="{E3C5B097-0198-0D42-A16D-8651388C1916}" srcId="{81FCDC37-F637-7B43-823C-5B001E8B8E87}" destId="{CB4B45DC-6FB8-D14A-ADE8-BE6B301F96F9}" srcOrd="1" destOrd="0" parTransId="{F3E83BDF-2A3B-1246-8731-0DDBC03C305E}" sibTransId="{640DB307-E64B-7F44-8CAB-8A8BEE9455C4}"/>
    <dgm:cxn modelId="{6725539B-EFA2-6848-A859-46BDFC3BE5FB}" type="presOf" srcId="{032DF117-A3B3-6E48-A53C-12919760414B}" destId="{827E3B81-4D38-9A4E-8F0C-2BA55983989B}" srcOrd="0" destOrd="3" presId="urn:microsoft.com/office/officeart/2005/8/layout/matrix1"/>
    <dgm:cxn modelId="{3784979C-C463-ED45-82D2-04C13F5EB4A6}" srcId="{94F919BE-8804-E946-9783-CFF90C5C44C7}" destId="{D827B038-FB3A-3642-9FB9-7CB2ED3140EA}" srcOrd="0" destOrd="0" parTransId="{AAC3987B-1FB4-4D49-9FD8-D789AA0A3B17}" sibTransId="{A320F0F5-AB6A-AC47-8163-52B4522AB4C8}"/>
    <dgm:cxn modelId="{042909A1-C926-D846-BA9A-D9F77F5975D9}" srcId="{66DB0DF7-39E6-4F42-9DC7-18CEFCD3B853}" destId="{CA24AD42-35C6-6144-9DDF-1C488EEE2B37}" srcOrd="3" destOrd="0" parTransId="{0B2C9BEF-D4C9-FC4E-9418-30DC3ADEE3B3}" sibTransId="{EA6302E4-DA41-2C43-83B3-5C6EE9FE56C4}"/>
    <dgm:cxn modelId="{796AB6A5-13D8-9447-8CCB-BADF1E859ABB}" srcId="{66DB0DF7-39E6-4F42-9DC7-18CEFCD3B853}" destId="{A80BFA33-02FC-AE42-B6A1-EB61644C0AFF}" srcOrd="1" destOrd="0" parTransId="{57412A8E-A31F-DF44-A0D6-2861E98F636F}" sibTransId="{EBDFD5C4-2E33-1948-9E36-9E3C8334C48E}"/>
    <dgm:cxn modelId="{563704A8-A7A5-5141-A0A3-C64A444273C3}" type="presOf" srcId="{116D54E0-ACA3-E646-9E2C-0C6E4B9C9186}" destId="{744FF3FD-A86C-1548-9C39-5138A344792C}" srcOrd="1" destOrd="4" presId="urn:microsoft.com/office/officeart/2005/8/layout/matrix1"/>
    <dgm:cxn modelId="{DAB088A8-19AD-F84B-B4F2-0D0418165838}" type="presOf" srcId="{EE446B99-D372-8149-B022-B987FF99D3E8}" destId="{7CB55EAB-834F-694E-A364-3BE5611AD1A5}" srcOrd="1" destOrd="2" presId="urn:microsoft.com/office/officeart/2005/8/layout/matrix1"/>
    <dgm:cxn modelId="{1BD755AC-485F-4B44-B798-84F762AD9C24}" type="presOf" srcId="{A80BFA33-02FC-AE42-B6A1-EB61644C0AFF}" destId="{AF4DF30A-3E2A-2842-9900-36316149A0FB}" srcOrd="1" destOrd="2" presId="urn:microsoft.com/office/officeart/2005/8/layout/matrix1"/>
    <dgm:cxn modelId="{E04389AC-3C81-C54C-8BEB-FFC6B616E1E9}" srcId="{81FCDC37-F637-7B43-823C-5B001E8B8E87}" destId="{E4991386-7381-574B-901A-875E927D85CA}" srcOrd="0" destOrd="0" parTransId="{2EF3EB7B-C705-6E48-B1A3-AD16323D6203}" sibTransId="{0DB33398-68A0-4A4F-BB1A-E20A274507B9}"/>
    <dgm:cxn modelId="{6B7E52B1-4E02-F84F-8AA3-16B1688D5051}" type="presOf" srcId="{57C917B1-A6F9-E841-9FEA-D4F71C15DAB3}" destId="{A8EB5AF2-F241-FE43-AA68-B5A0FC9AE059}" srcOrd="0" destOrd="4" presId="urn:microsoft.com/office/officeart/2005/8/layout/matrix1"/>
    <dgm:cxn modelId="{50752CBB-8844-1943-9767-E8C7B3D152AC}" srcId="{3DA1F8CE-1827-FF44-9884-908ADB931D9D}" destId="{94F919BE-8804-E946-9783-CFF90C5C44C7}" srcOrd="2" destOrd="0" parTransId="{E384660C-AD7A-F042-B951-DA7BE3097707}" sibTransId="{13C6152B-2C9B-8F45-8F24-16253A66DB3A}"/>
    <dgm:cxn modelId="{C7B8D2C0-0565-8442-BBEC-CDEAEEEFD99D}" type="presOf" srcId="{CC734803-A1F8-7041-A098-3AB457210013}" destId="{11FDF214-7E4C-2344-9551-9165A6555C4D}" srcOrd="0" destOrd="0" presId="urn:microsoft.com/office/officeart/2005/8/layout/matrix1"/>
    <dgm:cxn modelId="{D3B964C5-CA14-2F45-A8EF-9DD93A6AC9CB}" srcId="{81FCDC37-F637-7B43-823C-5B001E8B8E87}" destId="{116D54E0-ACA3-E646-9E2C-0C6E4B9C9186}" srcOrd="3" destOrd="0" parTransId="{02B678EA-4E4B-5A44-95C9-9A1A1E0B39BF}" sibTransId="{108C6DA8-A900-6C4F-B8B2-4526E1017FFF}"/>
    <dgm:cxn modelId="{83CECEC5-B96F-0B45-9B7C-F70F8C82B118}" type="presOf" srcId="{01B2DD85-B0DF-FC46-83FE-97A478B83245}" destId="{7CB55EAB-834F-694E-A364-3BE5611AD1A5}" srcOrd="1" destOrd="1" presId="urn:microsoft.com/office/officeart/2005/8/layout/matrix1"/>
    <dgm:cxn modelId="{57F504C6-B627-0F45-97FE-37AFD0305122}" type="presOf" srcId="{BD0A98A1-3036-854F-A802-80AB387B8BE9}" destId="{991BDA6A-99DE-8846-859C-9F2C800A566B}" srcOrd="1" destOrd="4" presId="urn:microsoft.com/office/officeart/2005/8/layout/matrix1"/>
    <dgm:cxn modelId="{7722D9CA-B5C3-604B-91E6-EF6ECB23FAB6}" type="presOf" srcId="{E4991386-7381-574B-901A-875E927D85CA}" destId="{0CD7638A-7788-B146-AD05-D0CB16AD181D}" srcOrd="0" destOrd="1" presId="urn:microsoft.com/office/officeart/2005/8/layout/matrix1"/>
    <dgm:cxn modelId="{E794B3CD-9BA9-F146-995C-CA58397E35F1}" srcId="{677AA156-4F52-B44B-B80D-03CB4F7160B2}" destId="{01B2DD85-B0DF-FC46-83FE-97A478B83245}" srcOrd="0" destOrd="0" parTransId="{5EF2EB37-0143-4E49-981F-540AD6C142A6}" sibTransId="{2117D73C-8CC3-1247-B5DF-41819FCA433A}"/>
    <dgm:cxn modelId="{4B8CE3CF-F517-074F-ADF8-75AB8E4C15B1}" type="presOf" srcId="{957000D9-7C31-394D-8703-00924537E7FB}" destId="{A8EB5AF2-F241-FE43-AA68-B5A0FC9AE059}" srcOrd="0" destOrd="3" presId="urn:microsoft.com/office/officeart/2005/8/layout/matrix1"/>
    <dgm:cxn modelId="{0C59B1D5-F3B2-F741-83E9-AF506E960AD6}" type="presOf" srcId="{94F919BE-8804-E946-9783-CFF90C5C44C7}" destId="{827E3B81-4D38-9A4E-8F0C-2BA55983989B}" srcOrd="0" destOrd="0" presId="urn:microsoft.com/office/officeart/2005/8/layout/matrix1"/>
    <dgm:cxn modelId="{9299FFD7-F502-5A40-AF0E-F2B832CFA0FE}" type="presOf" srcId="{D827B038-FB3A-3642-9FB9-7CB2ED3140EA}" destId="{827E3B81-4D38-9A4E-8F0C-2BA55983989B}" srcOrd="0" destOrd="1" presId="urn:microsoft.com/office/officeart/2005/8/layout/matrix1"/>
    <dgm:cxn modelId="{255D12D8-20DE-6F4E-88C3-A920C22FCDE6}" type="presOf" srcId="{E9CE8564-0195-F640-96CF-8621EB51D722}" destId="{AF4DF30A-3E2A-2842-9900-36316149A0FB}" srcOrd="1" destOrd="1" presId="urn:microsoft.com/office/officeart/2005/8/layout/matrix1"/>
    <dgm:cxn modelId="{2A0F4AD8-084E-FB45-9F1A-8A5D8F94A757}" srcId="{66DB0DF7-39E6-4F42-9DC7-18CEFCD3B853}" destId="{E9CE8564-0195-F640-96CF-8621EB51D722}" srcOrd="0" destOrd="0" parTransId="{C74D619A-75EF-6746-9493-E145F64EFACE}" sibTransId="{3A0D7FB2-77E3-F441-852A-D4C42E677995}"/>
    <dgm:cxn modelId="{A2B661DB-87F6-1541-90EB-EE87F2559FB9}" srcId="{677AA156-4F52-B44B-B80D-03CB4F7160B2}" destId="{957000D9-7C31-394D-8703-00924537E7FB}" srcOrd="2" destOrd="0" parTransId="{58947F2F-611B-924D-AA88-52BC3658C06C}" sibTransId="{F60871B9-32B3-2E47-A582-B7DF013734EC}"/>
    <dgm:cxn modelId="{BE42F8E1-377D-334D-B1FF-E94CEF0F1286}" type="presOf" srcId="{4768185B-AA67-254C-991B-5C529C101522}" destId="{0CD7638A-7788-B146-AD05-D0CB16AD181D}" srcOrd="0" destOrd="3" presId="urn:microsoft.com/office/officeart/2005/8/layout/matrix1"/>
    <dgm:cxn modelId="{4F94EEE6-D8E7-904E-B064-6AF4FD0AAEBC}" type="presOf" srcId="{CB4B45DC-6FB8-D14A-ADE8-BE6B301F96F9}" destId="{0CD7638A-7788-B146-AD05-D0CB16AD181D}" srcOrd="0" destOrd="2" presId="urn:microsoft.com/office/officeart/2005/8/layout/matrix1"/>
    <dgm:cxn modelId="{8D3F61E9-16BB-6E44-98CE-7E2E2B4DBB14}" type="presOf" srcId="{957000D9-7C31-394D-8703-00924537E7FB}" destId="{7CB55EAB-834F-694E-A364-3BE5611AD1A5}" srcOrd="1" destOrd="3" presId="urn:microsoft.com/office/officeart/2005/8/layout/matrix1"/>
    <dgm:cxn modelId="{C5CF3EF1-B387-1344-BDD5-3571E507BAA5}" type="presOf" srcId="{E4991386-7381-574B-901A-875E927D85CA}" destId="{744FF3FD-A86C-1548-9C39-5138A344792C}" srcOrd="1" destOrd="1" presId="urn:microsoft.com/office/officeart/2005/8/layout/matrix1"/>
    <dgm:cxn modelId="{04021114-F062-6F4E-9BD5-3F0CFF39C20C}" type="presParOf" srcId="{11FDF214-7E4C-2344-9551-9165A6555C4D}" destId="{BFDDA280-B35A-214E-9C1E-68046CC4EB10}" srcOrd="0" destOrd="0" presId="urn:microsoft.com/office/officeart/2005/8/layout/matrix1"/>
    <dgm:cxn modelId="{8547B59B-C402-754B-8845-9EB9873D367F}" type="presParOf" srcId="{BFDDA280-B35A-214E-9C1E-68046CC4EB10}" destId="{0CD7638A-7788-B146-AD05-D0CB16AD181D}" srcOrd="0" destOrd="0" presId="urn:microsoft.com/office/officeart/2005/8/layout/matrix1"/>
    <dgm:cxn modelId="{7D6F7C74-9543-4F47-B44F-1163476EBC33}" type="presParOf" srcId="{BFDDA280-B35A-214E-9C1E-68046CC4EB10}" destId="{744FF3FD-A86C-1548-9C39-5138A344792C}" srcOrd="1" destOrd="0" presId="urn:microsoft.com/office/officeart/2005/8/layout/matrix1"/>
    <dgm:cxn modelId="{534D3CC6-380C-1E4D-BA0F-13CAC24077A6}" type="presParOf" srcId="{BFDDA280-B35A-214E-9C1E-68046CC4EB10}" destId="{32FE7ACD-A1D7-9547-AF0F-94048E2B551B}" srcOrd="2" destOrd="0" presId="urn:microsoft.com/office/officeart/2005/8/layout/matrix1"/>
    <dgm:cxn modelId="{5D30AD6B-1D94-8D45-94D4-D671D5AA6615}" type="presParOf" srcId="{BFDDA280-B35A-214E-9C1E-68046CC4EB10}" destId="{AF4DF30A-3E2A-2842-9900-36316149A0FB}" srcOrd="3" destOrd="0" presId="urn:microsoft.com/office/officeart/2005/8/layout/matrix1"/>
    <dgm:cxn modelId="{9E552884-F4BE-DD47-B5C4-4BB845BC54D2}" type="presParOf" srcId="{BFDDA280-B35A-214E-9C1E-68046CC4EB10}" destId="{827E3B81-4D38-9A4E-8F0C-2BA55983989B}" srcOrd="4" destOrd="0" presId="urn:microsoft.com/office/officeart/2005/8/layout/matrix1"/>
    <dgm:cxn modelId="{47BB734A-DA65-6741-83CA-621BB8203354}" type="presParOf" srcId="{BFDDA280-B35A-214E-9C1E-68046CC4EB10}" destId="{991BDA6A-99DE-8846-859C-9F2C800A566B}" srcOrd="5" destOrd="0" presId="urn:microsoft.com/office/officeart/2005/8/layout/matrix1"/>
    <dgm:cxn modelId="{C428D799-B3F1-7E46-93DD-37577FE957A3}" type="presParOf" srcId="{BFDDA280-B35A-214E-9C1E-68046CC4EB10}" destId="{A8EB5AF2-F241-FE43-AA68-B5A0FC9AE059}" srcOrd="6" destOrd="0" presId="urn:microsoft.com/office/officeart/2005/8/layout/matrix1"/>
    <dgm:cxn modelId="{9CEB587D-CDF8-C643-9E44-B9C1FCA13C19}" type="presParOf" srcId="{BFDDA280-B35A-214E-9C1E-68046CC4EB10}" destId="{7CB55EAB-834F-694E-A364-3BE5611AD1A5}" srcOrd="7" destOrd="0" presId="urn:microsoft.com/office/officeart/2005/8/layout/matrix1"/>
    <dgm:cxn modelId="{95D91030-3369-A644-90BE-883B4BCABF32}" type="presParOf" srcId="{11FDF214-7E4C-2344-9551-9165A6555C4D}" destId="{1A2A8B4C-BEDB-EC4D-A42B-4247400B739E}" srcOrd="1" destOrd="0" presId="urn:microsoft.com/office/officeart/2005/8/layout/matrix1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F5C2AB5-854F-DA4A-B7C8-A15C14E75B1E}" type="doc">
      <dgm:prSet loTypeId="urn:microsoft.com/office/officeart/2005/8/layout/lis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9FEF7E9-5A5C-784F-8687-E8C0F95B0991}">
      <dgm:prSet phldrT="[Text]" custT="1"/>
      <dgm:spPr>
        <a:solidFill>
          <a:srgbClr val="0D236A"/>
        </a:solidFill>
      </dgm:spPr>
      <dgm:t>
        <a:bodyPr/>
        <a:lstStyle/>
        <a:p>
          <a:r>
            <a:rPr lang="en-US" sz="1800" b="0" i="1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Defined Scope</a:t>
          </a:r>
        </a:p>
      </dgm:t>
    </dgm:pt>
    <dgm:pt modelId="{7E4CDB3E-84E7-4C4C-A660-25CFBD0AC15F}" type="parTrans" cxnId="{83D1A26D-2CC6-9748-9AF8-0AD3A2C8F063}">
      <dgm:prSet/>
      <dgm:spPr/>
      <dgm:t>
        <a:bodyPr/>
        <a:lstStyle/>
        <a:p>
          <a:endParaRPr lang="en-US"/>
        </a:p>
      </dgm:t>
    </dgm:pt>
    <dgm:pt modelId="{A6F1D226-1482-4B4C-B59C-3EE05917A01A}" type="sibTrans" cxnId="{83D1A26D-2CC6-9748-9AF8-0AD3A2C8F063}">
      <dgm:prSet/>
      <dgm:spPr/>
      <dgm:t>
        <a:bodyPr/>
        <a:lstStyle/>
        <a:p>
          <a:endParaRPr lang="en-US"/>
        </a:p>
      </dgm:t>
    </dgm:pt>
    <dgm:pt modelId="{243BE93D-29FB-5947-9F21-71B7F95A833D}">
      <dgm:prSet phldrT="[Text]" custT="1"/>
      <dgm:spPr>
        <a:solidFill>
          <a:srgbClr val="0D236A"/>
        </a:solidFill>
      </dgm:spPr>
      <dgm:t>
        <a:bodyPr/>
        <a:lstStyle/>
        <a:p>
          <a:r>
            <a:rPr lang="en-US" sz="1800" b="0" i="1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Small Teams</a:t>
          </a:r>
        </a:p>
      </dgm:t>
    </dgm:pt>
    <dgm:pt modelId="{EF102D9F-31CF-5B49-8787-0CD8F9EA4636}" type="parTrans" cxnId="{DA3D3483-A6F0-B746-83B1-D35C38BC3B0C}">
      <dgm:prSet/>
      <dgm:spPr/>
      <dgm:t>
        <a:bodyPr/>
        <a:lstStyle/>
        <a:p>
          <a:endParaRPr lang="en-US"/>
        </a:p>
      </dgm:t>
    </dgm:pt>
    <dgm:pt modelId="{5B10DD95-7B45-DD47-AD87-90B0906C84F9}" type="sibTrans" cxnId="{DA3D3483-A6F0-B746-83B1-D35C38BC3B0C}">
      <dgm:prSet/>
      <dgm:spPr/>
      <dgm:t>
        <a:bodyPr/>
        <a:lstStyle/>
        <a:p>
          <a:endParaRPr lang="en-US"/>
        </a:p>
      </dgm:t>
    </dgm:pt>
    <dgm:pt modelId="{04AB0877-97A0-154D-96C4-DF4F9EC6AFB3}">
      <dgm:prSet phldrT="[Text]" custT="1"/>
      <dgm:spPr>
        <a:solidFill>
          <a:srgbClr val="0D236A"/>
        </a:solidFill>
      </dgm:spPr>
      <dgm:t>
        <a:bodyPr/>
        <a:lstStyle/>
        <a:p>
          <a:r>
            <a:rPr lang="en-US" sz="1800" b="0" i="1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Executive Deliverables</a:t>
          </a:r>
        </a:p>
      </dgm:t>
    </dgm:pt>
    <dgm:pt modelId="{11A5D05E-4154-BA47-9A61-5355C4227F19}" type="parTrans" cxnId="{4870BDCA-9BB1-7749-AF27-2BDEE9421688}">
      <dgm:prSet/>
      <dgm:spPr/>
      <dgm:t>
        <a:bodyPr/>
        <a:lstStyle/>
        <a:p>
          <a:endParaRPr lang="en-US"/>
        </a:p>
      </dgm:t>
    </dgm:pt>
    <dgm:pt modelId="{49CDCDC8-14B1-CF4C-BF8D-177527E5F679}" type="sibTrans" cxnId="{4870BDCA-9BB1-7749-AF27-2BDEE9421688}">
      <dgm:prSet/>
      <dgm:spPr/>
      <dgm:t>
        <a:bodyPr/>
        <a:lstStyle/>
        <a:p>
          <a:endParaRPr lang="en-US"/>
        </a:p>
      </dgm:t>
    </dgm:pt>
    <dgm:pt modelId="{83EF5905-6AA4-A348-9499-4190A79A380A}">
      <dgm:prSet phldrT="[Text]" custT="1"/>
      <dgm:spPr>
        <a:solidFill>
          <a:srgbClr val="0D236A"/>
        </a:solidFill>
      </dgm:spPr>
      <dgm:t>
        <a:bodyPr/>
        <a:lstStyle/>
        <a:p>
          <a:r>
            <a:rPr lang="en-US" sz="1800" b="0" i="1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Fixed Timeline</a:t>
          </a:r>
        </a:p>
      </dgm:t>
    </dgm:pt>
    <dgm:pt modelId="{2F340F32-9D1E-9C46-8420-5703FA891877}" type="parTrans" cxnId="{7B978E15-26C7-9D4F-8EEF-E32E9EB0CD76}">
      <dgm:prSet/>
      <dgm:spPr/>
      <dgm:t>
        <a:bodyPr/>
        <a:lstStyle/>
        <a:p>
          <a:endParaRPr lang="en-US"/>
        </a:p>
      </dgm:t>
    </dgm:pt>
    <dgm:pt modelId="{3796F2CE-5D76-824D-82D0-03BB5B199505}" type="sibTrans" cxnId="{7B978E15-26C7-9D4F-8EEF-E32E9EB0CD76}">
      <dgm:prSet/>
      <dgm:spPr/>
      <dgm:t>
        <a:bodyPr/>
        <a:lstStyle/>
        <a:p>
          <a:endParaRPr lang="en-US"/>
        </a:p>
      </dgm:t>
    </dgm:pt>
    <dgm:pt modelId="{F57AC590-B855-DC4B-8F5A-76FE3EE626F3}">
      <dgm:prSet phldrT="[Text]" custT="1"/>
      <dgm:spPr>
        <a:solidFill>
          <a:schemeClr val="bg1"/>
        </a:solidFill>
        <a:ln>
          <a:solidFill>
            <a:srgbClr val="0D236A"/>
          </a:solidFill>
        </a:ln>
      </dgm:spPr>
      <dgm:t>
        <a:bodyPr/>
        <a:lstStyle/>
        <a:p>
          <a:r>
            <a:rPr lang="en-US" sz="1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Clear problem statement with explicit boundaries and agreed upon deliverables</a:t>
          </a:r>
        </a:p>
      </dgm:t>
    </dgm:pt>
    <dgm:pt modelId="{CC65F624-A0FC-884B-AB67-90648DBE6547}" type="parTrans" cxnId="{A998A744-C4EA-934F-A530-0DBEECCA5E58}">
      <dgm:prSet/>
      <dgm:spPr/>
      <dgm:t>
        <a:bodyPr/>
        <a:lstStyle/>
        <a:p>
          <a:endParaRPr lang="en-US"/>
        </a:p>
      </dgm:t>
    </dgm:pt>
    <dgm:pt modelId="{D3D989FA-75DE-FE4A-AC39-2955D870158B}" type="sibTrans" cxnId="{A998A744-C4EA-934F-A530-0DBEECCA5E58}">
      <dgm:prSet/>
      <dgm:spPr/>
      <dgm:t>
        <a:bodyPr/>
        <a:lstStyle/>
        <a:p>
          <a:endParaRPr lang="en-US"/>
        </a:p>
      </dgm:t>
    </dgm:pt>
    <dgm:pt modelId="{9D531638-00D1-6A40-968C-BCD53CC39A8F}">
      <dgm:prSet phldrT="[Text]" custT="1"/>
      <dgm:spPr>
        <a:solidFill>
          <a:schemeClr val="bg1"/>
        </a:solidFill>
        <a:ln>
          <a:solidFill>
            <a:srgbClr val="0D236A"/>
          </a:solidFill>
        </a:ln>
      </dgm:spPr>
      <dgm:t>
        <a:bodyPr/>
        <a:lstStyle/>
        <a:p>
          <a:r>
            <a:rPr lang="en-US" sz="1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A few weeks to multiple months. Regular milestones and consistent check-ins.</a:t>
          </a:r>
        </a:p>
      </dgm:t>
    </dgm:pt>
    <dgm:pt modelId="{B9326239-D501-D141-9B05-135585B7EC97}" type="parTrans" cxnId="{812D50A0-7690-F145-8125-369BEA2FF091}">
      <dgm:prSet/>
      <dgm:spPr/>
      <dgm:t>
        <a:bodyPr/>
        <a:lstStyle/>
        <a:p>
          <a:endParaRPr lang="en-US"/>
        </a:p>
      </dgm:t>
    </dgm:pt>
    <dgm:pt modelId="{0E86483C-0DC9-9345-8D99-57AAEBBAE85E}" type="sibTrans" cxnId="{812D50A0-7690-F145-8125-369BEA2FF091}">
      <dgm:prSet/>
      <dgm:spPr/>
      <dgm:t>
        <a:bodyPr/>
        <a:lstStyle/>
        <a:p>
          <a:endParaRPr lang="en-US"/>
        </a:p>
      </dgm:t>
    </dgm:pt>
    <dgm:pt modelId="{C3232806-667F-BB4D-9A37-616AADCF6254}">
      <dgm:prSet phldrT="[Text]" custT="1"/>
      <dgm:spPr>
        <a:solidFill>
          <a:schemeClr val="bg1"/>
        </a:solidFill>
        <a:ln>
          <a:solidFill>
            <a:srgbClr val="0D236A"/>
          </a:solidFill>
        </a:ln>
      </dgm:spPr>
      <dgm:t>
        <a:bodyPr/>
        <a:lstStyle/>
        <a:p>
          <a:r>
            <a:rPr lang="en-US" sz="1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2-6 consultants, heavy collaboration and ownership, strong feedback culture.</a:t>
          </a:r>
        </a:p>
      </dgm:t>
    </dgm:pt>
    <dgm:pt modelId="{AE76E223-D3EF-454B-8BC9-2B782C1EE7B8}" type="parTrans" cxnId="{5CBA95FE-4576-F74D-B63C-DDFF87309316}">
      <dgm:prSet/>
      <dgm:spPr/>
      <dgm:t>
        <a:bodyPr/>
        <a:lstStyle/>
        <a:p>
          <a:endParaRPr lang="en-US"/>
        </a:p>
      </dgm:t>
    </dgm:pt>
    <dgm:pt modelId="{43DC14DE-04C0-F94C-9D58-F5CFF56FA71E}" type="sibTrans" cxnId="{5CBA95FE-4576-F74D-B63C-DDFF87309316}">
      <dgm:prSet/>
      <dgm:spPr/>
      <dgm:t>
        <a:bodyPr/>
        <a:lstStyle/>
        <a:p>
          <a:endParaRPr lang="en-US"/>
        </a:p>
      </dgm:t>
    </dgm:pt>
    <dgm:pt modelId="{FDCEB9DF-9678-494A-8C86-9CF3CC3FAB25}">
      <dgm:prSet phldrT="[Text]" custT="1"/>
      <dgm:spPr>
        <a:solidFill>
          <a:schemeClr val="bg1"/>
        </a:solidFill>
        <a:ln>
          <a:solidFill>
            <a:srgbClr val="0D236A"/>
          </a:solidFill>
        </a:ln>
      </dgm:spPr>
      <dgm:t>
        <a:bodyPr/>
        <a:lstStyle/>
        <a:p>
          <a:r>
            <a:rPr lang="en-US" sz="1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Recommendations to executives, presenting findings and way forwards.</a:t>
          </a:r>
        </a:p>
      </dgm:t>
    </dgm:pt>
    <dgm:pt modelId="{A7974FF3-87BD-764D-A28F-02A895830EFA}" type="parTrans" cxnId="{B675A9A4-9D1A-B142-B291-94AEABD72428}">
      <dgm:prSet/>
      <dgm:spPr/>
      <dgm:t>
        <a:bodyPr/>
        <a:lstStyle/>
        <a:p>
          <a:endParaRPr lang="en-US"/>
        </a:p>
      </dgm:t>
    </dgm:pt>
    <dgm:pt modelId="{45BC570A-4D74-E649-A328-7D76AC516562}" type="sibTrans" cxnId="{B675A9A4-9D1A-B142-B291-94AEABD72428}">
      <dgm:prSet/>
      <dgm:spPr/>
      <dgm:t>
        <a:bodyPr/>
        <a:lstStyle/>
        <a:p>
          <a:endParaRPr lang="en-US"/>
        </a:p>
      </dgm:t>
    </dgm:pt>
    <dgm:pt modelId="{3D4BCCD5-9109-BB46-ADF9-1B9E21EDF78C}" type="pres">
      <dgm:prSet presAssocID="{BF5C2AB5-854F-DA4A-B7C8-A15C14E75B1E}" presName="linear" presStyleCnt="0">
        <dgm:presLayoutVars>
          <dgm:dir/>
          <dgm:animLvl val="lvl"/>
          <dgm:resizeHandles val="exact"/>
        </dgm:presLayoutVars>
      </dgm:prSet>
      <dgm:spPr/>
    </dgm:pt>
    <dgm:pt modelId="{157A303B-49CD-2C4F-98D4-87627ED44397}" type="pres">
      <dgm:prSet presAssocID="{29FEF7E9-5A5C-784F-8687-E8C0F95B0991}" presName="parentLin" presStyleCnt="0"/>
      <dgm:spPr/>
    </dgm:pt>
    <dgm:pt modelId="{C4C97FEF-2B97-834A-9389-341175CC487A}" type="pres">
      <dgm:prSet presAssocID="{29FEF7E9-5A5C-784F-8687-E8C0F95B0991}" presName="parentLeftMargin" presStyleLbl="node1" presStyleIdx="0" presStyleCnt="4"/>
      <dgm:spPr/>
    </dgm:pt>
    <dgm:pt modelId="{238D2D44-7B80-F046-AFDC-34B09879665C}" type="pres">
      <dgm:prSet presAssocID="{29FEF7E9-5A5C-784F-8687-E8C0F95B099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9A04C96-5BD6-5344-A353-394FFB98D223}" type="pres">
      <dgm:prSet presAssocID="{29FEF7E9-5A5C-784F-8687-E8C0F95B0991}" presName="negativeSpace" presStyleCnt="0"/>
      <dgm:spPr/>
    </dgm:pt>
    <dgm:pt modelId="{83092D50-D7EA-4244-A0B2-B982084CCB73}" type="pres">
      <dgm:prSet presAssocID="{29FEF7E9-5A5C-784F-8687-E8C0F95B0991}" presName="childText" presStyleLbl="conFgAcc1" presStyleIdx="0" presStyleCnt="4">
        <dgm:presLayoutVars>
          <dgm:bulletEnabled val="1"/>
        </dgm:presLayoutVars>
      </dgm:prSet>
      <dgm:spPr/>
    </dgm:pt>
    <dgm:pt modelId="{62063414-AB53-7345-96EB-92F0509757C2}" type="pres">
      <dgm:prSet presAssocID="{A6F1D226-1482-4B4C-B59C-3EE05917A01A}" presName="spaceBetweenRectangles" presStyleCnt="0"/>
      <dgm:spPr/>
    </dgm:pt>
    <dgm:pt modelId="{64E9E168-9C88-D047-89D2-792F2BF1770A}" type="pres">
      <dgm:prSet presAssocID="{83EF5905-6AA4-A348-9499-4190A79A380A}" presName="parentLin" presStyleCnt="0"/>
      <dgm:spPr/>
    </dgm:pt>
    <dgm:pt modelId="{32CDAADD-9C5B-3743-B2A1-5567AFFF9541}" type="pres">
      <dgm:prSet presAssocID="{83EF5905-6AA4-A348-9499-4190A79A380A}" presName="parentLeftMargin" presStyleLbl="node1" presStyleIdx="0" presStyleCnt="4"/>
      <dgm:spPr/>
    </dgm:pt>
    <dgm:pt modelId="{B6E65A98-003F-694F-A839-7B8E4D30D556}" type="pres">
      <dgm:prSet presAssocID="{83EF5905-6AA4-A348-9499-4190A79A380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806C35E-2840-654C-A63B-CCD78A3F1610}" type="pres">
      <dgm:prSet presAssocID="{83EF5905-6AA4-A348-9499-4190A79A380A}" presName="negativeSpace" presStyleCnt="0"/>
      <dgm:spPr/>
    </dgm:pt>
    <dgm:pt modelId="{49D6A406-D13D-BA43-A11A-DFD16C9B3B64}" type="pres">
      <dgm:prSet presAssocID="{83EF5905-6AA4-A348-9499-4190A79A380A}" presName="childText" presStyleLbl="conFgAcc1" presStyleIdx="1" presStyleCnt="4">
        <dgm:presLayoutVars>
          <dgm:bulletEnabled val="1"/>
        </dgm:presLayoutVars>
      </dgm:prSet>
      <dgm:spPr/>
    </dgm:pt>
    <dgm:pt modelId="{6683429A-FD88-CB47-9CAA-516608B636CD}" type="pres">
      <dgm:prSet presAssocID="{3796F2CE-5D76-824D-82D0-03BB5B199505}" presName="spaceBetweenRectangles" presStyleCnt="0"/>
      <dgm:spPr/>
    </dgm:pt>
    <dgm:pt modelId="{A75BCDE2-8F47-8249-A06E-922A93200F2A}" type="pres">
      <dgm:prSet presAssocID="{243BE93D-29FB-5947-9F21-71B7F95A833D}" presName="parentLin" presStyleCnt="0"/>
      <dgm:spPr/>
    </dgm:pt>
    <dgm:pt modelId="{5D49A8B6-CB95-5C48-A55E-D41ECCACAD79}" type="pres">
      <dgm:prSet presAssocID="{243BE93D-29FB-5947-9F21-71B7F95A833D}" presName="parentLeftMargin" presStyleLbl="node1" presStyleIdx="1" presStyleCnt="4"/>
      <dgm:spPr/>
    </dgm:pt>
    <dgm:pt modelId="{4896B9CF-7167-7647-936C-87AF05CC672F}" type="pres">
      <dgm:prSet presAssocID="{243BE93D-29FB-5947-9F21-71B7F95A833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5783391-74BF-354F-B616-8528CE6C208C}" type="pres">
      <dgm:prSet presAssocID="{243BE93D-29FB-5947-9F21-71B7F95A833D}" presName="negativeSpace" presStyleCnt="0"/>
      <dgm:spPr/>
    </dgm:pt>
    <dgm:pt modelId="{324A4475-AC44-D44D-BFF5-C52A4F33C8CE}" type="pres">
      <dgm:prSet presAssocID="{243BE93D-29FB-5947-9F21-71B7F95A833D}" presName="childText" presStyleLbl="conFgAcc1" presStyleIdx="2" presStyleCnt="4">
        <dgm:presLayoutVars>
          <dgm:bulletEnabled val="1"/>
        </dgm:presLayoutVars>
      </dgm:prSet>
      <dgm:spPr/>
    </dgm:pt>
    <dgm:pt modelId="{8C05187E-43D5-8546-906D-2E57428AFC3F}" type="pres">
      <dgm:prSet presAssocID="{5B10DD95-7B45-DD47-AD87-90B0906C84F9}" presName="spaceBetweenRectangles" presStyleCnt="0"/>
      <dgm:spPr/>
    </dgm:pt>
    <dgm:pt modelId="{18B6E829-B980-FA4B-B015-83B588F7D5F0}" type="pres">
      <dgm:prSet presAssocID="{04AB0877-97A0-154D-96C4-DF4F9EC6AFB3}" presName="parentLin" presStyleCnt="0"/>
      <dgm:spPr/>
    </dgm:pt>
    <dgm:pt modelId="{A33986B1-F84F-5C46-A9BF-C8D033DFADE5}" type="pres">
      <dgm:prSet presAssocID="{04AB0877-97A0-154D-96C4-DF4F9EC6AFB3}" presName="parentLeftMargin" presStyleLbl="node1" presStyleIdx="2" presStyleCnt="4"/>
      <dgm:spPr/>
    </dgm:pt>
    <dgm:pt modelId="{5937BF62-D723-DA48-8B5F-D4323256B468}" type="pres">
      <dgm:prSet presAssocID="{04AB0877-97A0-154D-96C4-DF4F9EC6AFB3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F2822667-6AD0-1947-A85A-FBFC063A8EB4}" type="pres">
      <dgm:prSet presAssocID="{04AB0877-97A0-154D-96C4-DF4F9EC6AFB3}" presName="negativeSpace" presStyleCnt="0"/>
      <dgm:spPr/>
    </dgm:pt>
    <dgm:pt modelId="{454D0EF4-96EC-B344-B88C-CA737DFB32ED}" type="pres">
      <dgm:prSet presAssocID="{04AB0877-97A0-154D-96C4-DF4F9EC6AFB3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612F7911-F8FB-3141-8264-2578846CFA22}" type="presOf" srcId="{04AB0877-97A0-154D-96C4-DF4F9EC6AFB3}" destId="{5937BF62-D723-DA48-8B5F-D4323256B468}" srcOrd="1" destOrd="0" presId="urn:microsoft.com/office/officeart/2005/8/layout/list1"/>
    <dgm:cxn modelId="{7B978E15-26C7-9D4F-8EEF-E32E9EB0CD76}" srcId="{BF5C2AB5-854F-DA4A-B7C8-A15C14E75B1E}" destId="{83EF5905-6AA4-A348-9499-4190A79A380A}" srcOrd="1" destOrd="0" parTransId="{2F340F32-9D1E-9C46-8420-5703FA891877}" sibTransId="{3796F2CE-5D76-824D-82D0-03BB5B199505}"/>
    <dgm:cxn modelId="{C9054D1B-058C-3C46-8F28-7557408164F0}" type="presOf" srcId="{BF5C2AB5-854F-DA4A-B7C8-A15C14E75B1E}" destId="{3D4BCCD5-9109-BB46-ADF9-1B9E21EDF78C}" srcOrd="0" destOrd="0" presId="urn:microsoft.com/office/officeart/2005/8/layout/list1"/>
    <dgm:cxn modelId="{B21E0C40-E408-BC42-A731-FBDCBE07D5D9}" type="presOf" srcId="{29FEF7E9-5A5C-784F-8687-E8C0F95B0991}" destId="{238D2D44-7B80-F046-AFDC-34B09879665C}" srcOrd="1" destOrd="0" presId="urn:microsoft.com/office/officeart/2005/8/layout/list1"/>
    <dgm:cxn modelId="{AE8EEB40-B14E-8B40-AB08-6E3A157ECDB3}" type="presOf" srcId="{04AB0877-97A0-154D-96C4-DF4F9EC6AFB3}" destId="{A33986B1-F84F-5C46-A9BF-C8D033DFADE5}" srcOrd="0" destOrd="0" presId="urn:microsoft.com/office/officeart/2005/8/layout/list1"/>
    <dgm:cxn modelId="{A998A744-C4EA-934F-A530-0DBEECCA5E58}" srcId="{29FEF7E9-5A5C-784F-8687-E8C0F95B0991}" destId="{F57AC590-B855-DC4B-8F5A-76FE3EE626F3}" srcOrd="0" destOrd="0" parTransId="{CC65F624-A0FC-884B-AB67-90648DBE6547}" sibTransId="{D3D989FA-75DE-FE4A-AC39-2955D870158B}"/>
    <dgm:cxn modelId="{C9AEA558-D282-854A-9F45-32BD1FACD304}" type="presOf" srcId="{FDCEB9DF-9678-494A-8C86-9CF3CC3FAB25}" destId="{454D0EF4-96EC-B344-B88C-CA737DFB32ED}" srcOrd="0" destOrd="0" presId="urn:microsoft.com/office/officeart/2005/8/layout/list1"/>
    <dgm:cxn modelId="{83D1A26D-2CC6-9748-9AF8-0AD3A2C8F063}" srcId="{BF5C2AB5-854F-DA4A-B7C8-A15C14E75B1E}" destId="{29FEF7E9-5A5C-784F-8687-E8C0F95B0991}" srcOrd="0" destOrd="0" parTransId="{7E4CDB3E-84E7-4C4C-A660-25CFBD0AC15F}" sibTransId="{A6F1D226-1482-4B4C-B59C-3EE05917A01A}"/>
    <dgm:cxn modelId="{35F33D70-B402-0847-810D-3AF9C999541E}" type="presOf" srcId="{243BE93D-29FB-5947-9F21-71B7F95A833D}" destId="{5D49A8B6-CB95-5C48-A55E-D41ECCACAD79}" srcOrd="0" destOrd="0" presId="urn:microsoft.com/office/officeart/2005/8/layout/list1"/>
    <dgm:cxn modelId="{34431B7B-BF45-2440-976B-D48C34098933}" type="presOf" srcId="{9D531638-00D1-6A40-968C-BCD53CC39A8F}" destId="{49D6A406-D13D-BA43-A11A-DFD16C9B3B64}" srcOrd="0" destOrd="0" presId="urn:microsoft.com/office/officeart/2005/8/layout/list1"/>
    <dgm:cxn modelId="{DA3D3483-A6F0-B746-83B1-D35C38BC3B0C}" srcId="{BF5C2AB5-854F-DA4A-B7C8-A15C14E75B1E}" destId="{243BE93D-29FB-5947-9F21-71B7F95A833D}" srcOrd="2" destOrd="0" parTransId="{EF102D9F-31CF-5B49-8787-0CD8F9EA4636}" sibTransId="{5B10DD95-7B45-DD47-AD87-90B0906C84F9}"/>
    <dgm:cxn modelId="{2230358D-2BD3-8B4F-81A1-867CFD53AAE8}" type="presOf" srcId="{243BE93D-29FB-5947-9F21-71B7F95A833D}" destId="{4896B9CF-7167-7647-936C-87AF05CC672F}" srcOrd="1" destOrd="0" presId="urn:microsoft.com/office/officeart/2005/8/layout/list1"/>
    <dgm:cxn modelId="{812D50A0-7690-F145-8125-369BEA2FF091}" srcId="{83EF5905-6AA4-A348-9499-4190A79A380A}" destId="{9D531638-00D1-6A40-968C-BCD53CC39A8F}" srcOrd="0" destOrd="0" parTransId="{B9326239-D501-D141-9B05-135585B7EC97}" sibTransId="{0E86483C-0DC9-9345-8D99-57AAEBBAE85E}"/>
    <dgm:cxn modelId="{C61B85A1-7E10-1D42-9276-69AD49B1F33D}" type="presOf" srcId="{F57AC590-B855-DC4B-8F5A-76FE3EE626F3}" destId="{83092D50-D7EA-4244-A0B2-B982084CCB73}" srcOrd="0" destOrd="0" presId="urn:microsoft.com/office/officeart/2005/8/layout/list1"/>
    <dgm:cxn modelId="{B675A9A4-9D1A-B142-B291-94AEABD72428}" srcId="{04AB0877-97A0-154D-96C4-DF4F9EC6AFB3}" destId="{FDCEB9DF-9678-494A-8C86-9CF3CC3FAB25}" srcOrd="0" destOrd="0" parTransId="{A7974FF3-87BD-764D-A28F-02A895830EFA}" sibTransId="{45BC570A-4D74-E649-A328-7D76AC516562}"/>
    <dgm:cxn modelId="{4870BDCA-9BB1-7749-AF27-2BDEE9421688}" srcId="{BF5C2AB5-854F-DA4A-B7C8-A15C14E75B1E}" destId="{04AB0877-97A0-154D-96C4-DF4F9EC6AFB3}" srcOrd="3" destOrd="0" parTransId="{11A5D05E-4154-BA47-9A61-5355C4227F19}" sibTransId="{49CDCDC8-14B1-CF4C-BF8D-177527E5F679}"/>
    <dgm:cxn modelId="{11349DCD-8296-5E49-AB12-2FE4A013FC81}" type="presOf" srcId="{83EF5905-6AA4-A348-9499-4190A79A380A}" destId="{32CDAADD-9C5B-3743-B2A1-5567AFFF9541}" srcOrd="0" destOrd="0" presId="urn:microsoft.com/office/officeart/2005/8/layout/list1"/>
    <dgm:cxn modelId="{F1406BCE-3ABF-9448-9D77-5FE3847D7D12}" type="presOf" srcId="{83EF5905-6AA4-A348-9499-4190A79A380A}" destId="{B6E65A98-003F-694F-A839-7B8E4D30D556}" srcOrd="1" destOrd="0" presId="urn:microsoft.com/office/officeart/2005/8/layout/list1"/>
    <dgm:cxn modelId="{AF0AE2DD-3AD9-3041-B4DB-DBF79DC8E7AA}" type="presOf" srcId="{C3232806-667F-BB4D-9A37-616AADCF6254}" destId="{324A4475-AC44-D44D-BFF5-C52A4F33C8CE}" srcOrd="0" destOrd="0" presId="urn:microsoft.com/office/officeart/2005/8/layout/list1"/>
    <dgm:cxn modelId="{711737E0-C36B-5049-9AEA-A59C82FE69E0}" type="presOf" srcId="{29FEF7E9-5A5C-784F-8687-E8C0F95B0991}" destId="{C4C97FEF-2B97-834A-9389-341175CC487A}" srcOrd="0" destOrd="0" presId="urn:microsoft.com/office/officeart/2005/8/layout/list1"/>
    <dgm:cxn modelId="{5CBA95FE-4576-F74D-B63C-DDFF87309316}" srcId="{243BE93D-29FB-5947-9F21-71B7F95A833D}" destId="{C3232806-667F-BB4D-9A37-616AADCF6254}" srcOrd="0" destOrd="0" parTransId="{AE76E223-D3EF-454B-8BC9-2B782C1EE7B8}" sibTransId="{43DC14DE-04C0-F94C-9D58-F5CFF56FA71E}"/>
    <dgm:cxn modelId="{05451D4F-589B-3742-AB59-98D3052EB7CD}" type="presParOf" srcId="{3D4BCCD5-9109-BB46-ADF9-1B9E21EDF78C}" destId="{157A303B-49CD-2C4F-98D4-87627ED44397}" srcOrd="0" destOrd="0" presId="urn:microsoft.com/office/officeart/2005/8/layout/list1"/>
    <dgm:cxn modelId="{9311BD23-32A7-F34F-ACAF-5A3A2124D209}" type="presParOf" srcId="{157A303B-49CD-2C4F-98D4-87627ED44397}" destId="{C4C97FEF-2B97-834A-9389-341175CC487A}" srcOrd="0" destOrd="0" presId="urn:microsoft.com/office/officeart/2005/8/layout/list1"/>
    <dgm:cxn modelId="{D9EFB81F-BFC1-FC4D-9BAE-5D03BFDC7869}" type="presParOf" srcId="{157A303B-49CD-2C4F-98D4-87627ED44397}" destId="{238D2D44-7B80-F046-AFDC-34B09879665C}" srcOrd="1" destOrd="0" presId="urn:microsoft.com/office/officeart/2005/8/layout/list1"/>
    <dgm:cxn modelId="{D06380BE-3091-3C42-8718-58BFFB68E5A7}" type="presParOf" srcId="{3D4BCCD5-9109-BB46-ADF9-1B9E21EDF78C}" destId="{C9A04C96-5BD6-5344-A353-394FFB98D223}" srcOrd="1" destOrd="0" presId="urn:microsoft.com/office/officeart/2005/8/layout/list1"/>
    <dgm:cxn modelId="{B4652CD1-63BB-9840-BA58-B0EE70F9C259}" type="presParOf" srcId="{3D4BCCD5-9109-BB46-ADF9-1B9E21EDF78C}" destId="{83092D50-D7EA-4244-A0B2-B982084CCB73}" srcOrd="2" destOrd="0" presId="urn:microsoft.com/office/officeart/2005/8/layout/list1"/>
    <dgm:cxn modelId="{67C0D100-3DA1-254A-8693-E6663434DBAD}" type="presParOf" srcId="{3D4BCCD5-9109-BB46-ADF9-1B9E21EDF78C}" destId="{62063414-AB53-7345-96EB-92F0509757C2}" srcOrd="3" destOrd="0" presId="urn:microsoft.com/office/officeart/2005/8/layout/list1"/>
    <dgm:cxn modelId="{F8F5B305-C76A-5340-91FE-2487137B4162}" type="presParOf" srcId="{3D4BCCD5-9109-BB46-ADF9-1B9E21EDF78C}" destId="{64E9E168-9C88-D047-89D2-792F2BF1770A}" srcOrd="4" destOrd="0" presId="urn:microsoft.com/office/officeart/2005/8/layout/list1"/>
    <dgm:cxn modelId="{7D25616E-F9A6-0845-A256-D4FAD43DC092}" type="presParOf" srcId="{64E9E168-9C88-D047-89D2-792F2BF1770A}" destId="{32CDAADD-9C5B-3743-B2A1-5567AFFF9541}" srcOrd="0" destOrd="0" presId="urn:microsoft.com/office/officeart/2005/8/layout/list1"/>
    <dgm:cxn modelId="{3FFB4BAC-4E3E-0C4B-8963-7E7DF41F369D}" type="presParOf" srcId="{64E9E168-9C88-D047-89D2-792F2BF1770A}" destId="{B6E65A98-003F-694F-A839-7B8E4D30D556}" srcOrd="1" destOrd="0" presId="urn:microsoft.com/office/officeart/2005/8/layout/list1"/>
    <dgm:cxn modelId="{C92B1CC6-BD3E-1143-B37F-58BC4A3BC101}" type="presParOf" srcId="{3D4BCCD5-9109-BB46-ADF9-1B9E21EDF78C}" destId="{4806C35E-2840-654C-A63B-CCD78A3F1610}" srcOrd="5" destOrd="0" presId="urn:microsoft.com/office/officeart/2005/8/layout/list1"/>
    <dgm:cxn modelId="{3AFBD158-87F3-2A48-84A3-468710285F1E}" type="presParOf" srcId="{3D4BCCD5-9109-BB46-ADF9-1B9E21EDF78C}" destId="{49D6A406-D13D-BA43-A11A-DFD16C9B3B64}" srcOrd="6" destOrd="0" presId="urn:microsoft.com/office/officeart/2005/8/layout/list1"/>
    <dgm:cxn modelId="{0F31E240-5B1B-D848-A1D0-25C648C4C55F}" type="presParOf" srcId="{3D4BCCD5-9109-BB46-ADF9-1B9E21EDF78C}" destId="{6683429A-FD88-CB47-9CAA-516608B636CD}" srcOrd="7" destOrd="0" presId="urn:microsoft.com/office/officeart/2005/8/layout/list1"/>
    <dgm:cxn modelId="{55B52CC0-1CB2-5443-9DDE-348A40EA7CD6}" type="presParOf" srcId="{3D4BCCD5-9109-BB46-ADF9-1B9E21EDF78C}" destId="{A75BCDE2-8F47-8249-A06E-922A93200F2A}" srcOrd="8" destOrd="0" presId="urn:microsoft.com/office/officeart/2005/8/layout/list1"/>
    <dgm:cxn modelId="{46E053CF-9C62-5C42-AA9C-4B4D38864745}" type="presParOf" srcId="{A75BCDE2-8F47-8249-A06E-922A93200F2A}" destId="{5D49A8B6-CB95-5C48-A55E-D41ECCACAD79}" srcOrd="0" destOrd="0" presId="urn:microsoft.com/office/officeart/2005/8/layout/list1"/>
    <dgm:cxn modelId="{BABC11C7-8492-ED43-B111-D95FB62AA978}" type="presParOf" srcId="{A75BCDE2-8F47-8249-A06E-922A93200F2A}" destId="{4896B9CF-7167-7647-936C-87AF05CC672F}" srcOrd="1" destOrd="0" presId="urn:microsoft.com/office/officeart/2005/8/layout/list1"/>
    <dgm:cxn modelId="{5593FF40-C1DD-B741-8B24-A8D0EC202DD6}" type="presParOf" srcId="{3D4BCCD5-9109-BB46-ADF9-1B9E21EDF78C}" destId="{65783391-74BF-354F-B616-8528CE6C208C}" srcOrd="9" destOrd="0" presId="urn:microsoft.com/office/officeart/2005/8/layout/list1"/>
    <dgm:cxn modelId="{1639BCF0-9B02-834E-9180-654D6B1CD80F}" type="presParOf" srcId="{3D4BCCD5-9109-BB46-ADF9-1B9E21EDF78C}" destId="{324A4475-AC44-D44D-BFF5-C52A4F33C8CE}" srcOrd="10" destOrd="0" presId="urn:microsoft.com/office/officeart/2005/8/layout/list1"/>
    <dgm:cxn modelId="{9544452A-73AE-1A41-B234-1C4370345ED1}" type="presParOf" srcId="{3D4BCCD5-9109-BB46-ADF9-1B9E21EDF78C}" destId="{8C05187E-43D5-8546-906D-2E57428AFC3F}" srcOrd="11" destOrd="0" presId="urn:microsoft.com/office/officeart/2005/8/layout/list1"/>
    <dgm:cxn modelId="{84713E1F-BB10-2643-AE7C-B81756C1917B}" type="presParOf" srcId="{3D4BCCD5-9109-BB46-ADF9-1B9E21EDF78C}" destId="{18B6E829-B980-FA4B-B015-83B588F7D5F0}" srcOrd="12" destOrd="0" presId="urn:microsoft.com/office/officeart/2005/8/layout/list1"/>
    <dgm:cxn modelId="{F3B4003B-E631-D748-B059-6CBA6A43BECA}" type="presParOf" srcId="{18B6E829-B980-FA4B-B015-83B588F7D5F0}" destId="{A33986B1-F84F-5C46-A9BF-C8D033DFADE5}" srcOrd="0" destOrd="0" presId="urn:microsoft.com/office/officeart/2005/8/layout/list1"/>
    <dgm:cxn modelId="{F28CCD93-1711-7246-84CD-4ADC804E4772}" type="presParOf" srcId="{18B6E829-B980-FA4B-B015-83B588F7D5F0}" destId="{5937BF62-D723-DA48-8B5F-D4323256B468}" srcOrd="1" destOrd="0" presId="urn:microsoft.com/office/officeart/2005/8/layout/list1"/>
    <dgm:cxn modelId="{E1688870-1AAF-014E-BC32-B40F9A948C28}" type="presParOf" srcId="{3D4BCCD5-9109-BB46-ADF9-1B9E21EDF78C}" destId="{F2822667-6AD0-1947-A85A-FBFC063A8EB4}" srcOrd="13" destOrd="0" presId="urn:microsoft.com/office/officeart/2005/8/layout/list1"/>
    <dgm:cxn modelId="{F26BB5B8-278E-5E47-B19E-2649A68C3C51}" type="presParOf" srcId="{3D4BCCD5-9109-BB46-ADF9-1B9E21EDF78C}" destId="{454D0EF4-96EC-B344-B88C-CA737DFB32ED}" srcOrd="14" destOrd="0" presId="urn:microsoft.com/office/officeart/2005/8/layout/list1"/>
  </dgm:cxnLst>
  <dgm:bg>
    <a:noFill/>
  </dgm:bg>
  <dgm:whole>
    <a:ln>
      <a:noFill/>
    </a:ln>
  </dgm:whole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C232AF0-84C8-F444-8DAC-AFD96FDD1B5A}" type="doc">
      <dgm:prSet loTypeId="urn:microsoft.com/office/officeart/2005/8/layout/process3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81A5E58-68C0-3A4C-AA4C-3E02EB59D7AB}">
      <dgm:prSet phldrT="[Text]" custT="1"/>
      <dgm:spPr>
        <a:solidFill>
          <a:srgbClr val="0D236A"/>
        </a:solidFill>
        <a:ln>
          <a:solidFill>
            <a:srgbClr val="0D236A"/>
          </a:solidFill>
        </a:ln>
      </dgm:spPr>
      <dgm:t>
        <a:bodyPr/>
        <a:lstStyle/>
        <a:p>
          <a:r>
            <a:rPr lang="en-US" sz="2400" b="0" i="0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Diagnose</a:t>
          </a:r>
        </a:p>
      </dgm:t>
    </dgm:pt>
    <dgm:pt modelId="{50250575-06D1-3043-9B70-8D80C38AF21E}" type="parTrans" cxnId="{5DE16B4C-B32A-8F44-BAAA-C5725B9CAF01}">
      <dgm:prSet/>
      <dgm:spPr/>
      <dgm:t>
        <a:bodyPr/>
        <a:lstStyle/>
        <a:p>
          <a:endParaRPr lang="en-US"/>
        </a:p>
      </dgm:t>
    </dgm:pt>
    <dgm:pt modelId="{32D0D9EB-4F5E-D74B-B8E5-ACBE967C9ADB}" type="sibTrans" cxnId="{5DE16B4C-B32A-8F44-BAAA-C5725B9CAF01}">
      <dgm:prSet/>
      <dgm:spPr>
        <a:solidFill>
          <a:schemeClr val="bg1">
            <a:lumMod val="95000"/>
          </a:schemeClr>
        </a:solidFill>
        <a:ln w="19050">
          <a:solidFill>
            <a:srgbClr val="0D236A"/>
          </a:solidFill>
        </a:ln>
      </dgm:spPr>
      <dgm:t>
        <a:bodyPr/>
        <a:lstStyle/>
        <a:p>
          <a:endParaRPr lang="en-US"/>
        </a:p>
      </dgm:t>
    </dgm:pt>
    <dgm:pt modelId="{F6AC8166-A2F2-7549-8619-7515DE03890C}">
      <dgm:prSet phldrT="[Text]" custT="1"/>
      <dgm:spPr>
        <a:solidFill>
          <a:schemeClr val="bg1"/>
        </a:solidFill>
        <a:ln>
          <a:solidFill>
            <a:srgbClr val="0D236A"/>
          </a:solidFill>
        </a:ln>
      </dgm:spPr>
      <dgm:t>
        <a:bodyPr/>
        <a:lstStyle/>
        <a:p>
          <a:r>
            <a:rPr lang="en-US" sz="1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Align on the real decision</a:t>
          </a:r>
        </a:p>
      </dgm:t>
    </dgm:pt>
    <dgm:pt modelId="{36D35ED7-BA11-1B47-B62B-B13AB821FE70}" type="parTrans" cxnId="{BECD8FAE-06B7-3343-A6FF-585FF63FAA69}">
      <dgm:prSet/>
      <dgm:spPr/>
      <dgm:t>
        <a:bodyPr/>
        <a:lstStyle/>
        <a:p>
          <a:endParaRPr lang="en-US"/>
        </a:p>
      </dgm:t>
    </dgm:pt>
    <dgm:pt modelId="{8CE7E926-4151-5F46-998D-E83E644FD44F}" type="sibTrans" cxnId="{BECD8FAE-06B7-3343-A6FF-585FF63FAA69}">
      <dgm:prSet/>
      <dgm:spPr/>
      <dgm:t>
        <a:bodyPr/>
        <a:lstStyle/>
        <a:p>
          <a:endParaRPr lang="en-US"/>
        </a:p>
      </dgm:t>
    </dgm:pt>
    <dgm:pt modelId="{54890F06-FE57-FC45-BB9C-424C3D343589}">
      <dgm:prSet phldrT="[Text]" custT="1"/>
      <dgm:spPr>
        <a:solidFill>
          <a:srgbClr val="0D236A"/>
        </a:solidFill>
        <a:ln>
          <a:solidFill>
            <a:srgbClr val="0D236A"/>
          </a:solidFill>
        </a:ln>
      </dgm:spPr>
      <dgm:t>
        <a:bodyPr/>
        <a:lstStyle/>
        <a:p>
          <a:r>
            <a:rPr lang="en-US" sz="2400" b="0" i="0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Analyze</a:t>
          </a:r>
        </a:p>
      </dgm:t>
    </dgm:pt>
    <dgm:pt modelId="{5FE04343-3AC7-FC4F-BD66-BFE5D4EEC051}" type="parTrans" cxnId="{5D9722E2-3C17-0F47-8A2F-56AC1994996D}">
      <dgm:prSet/>
      <dgm:spPr/>
      <dgm:t>
        <a:bodyPr/>
        <a:lstStyle/>
        <a:p>
          <a:endParaRPr lang="en-US"/>
        </a:p>
      </dgm:t>
    </dgm:pt>
    <dgm:pt modelId="{20A8B21B-CA90-EB45-9DFC-404F9A1DDC17}" type="sibTrans" cxnId="{5D9722E2-3C17-0F47-8A2F-56AC1994996D}">
      <dgm:prSet/>
      <dgm:spPr>
        <a:solidFill>
          <a:schemeClr val="bg1">
            <a:lumMod val="95000"/>
          </a:schemeClr>
        </a:solidFill>
        <a:ln w="19050">
          <a:solidFill>
            <a:srgbClr val="0D236A"/>
          </a:solidFill>
        </a:ln>
      </dgm:spPr>
      <dgm:t>
        <a:bodyPr/>
        <a:lstStyle/>
        <a:p>
          <a:endParaRPr lang="en-US"/>
        </a:p>
      </dgm:t>
    </dgm:pt>
    <dgm:pt modelId="{FF027754-CA09-D84B-8028-D2DDFE4CA90E}">
      <dgm:prSet phldrT="[Text]" custT="1"/>
      <dgm:spPr>
        <a:solidFill>
          <a:schemeClr val="bg1"/>
        </a:solidFill>
        <a:ln>
          <a:solidFill>
            <a:srgbClr val="0D236A"/>
          </a:solidFill>
        </a:ln>
      </dgm:spPr>
      <dgm:t>
        <a:bodyPr/>
        <a:lstStyle/>
        <a:p>
          <a:r>
            <a:rPr lang="en-US" sz="1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Break problems into MECE components</a:t>
          </a:r>
        </a:p>
      </dgm:t>
    </dgm:pt>
    <dgm:pt modelId="{5889266C-CBE2-9D4D-A8FC-3D9FA07282FE}" type="parTrans" cxnId="{ACAA0F26-ABE3-C94E-B97F-CB7A84BFE3F0}">
      <dgm:prSet/>
      <dgm:spPr/>
      <dgm:t>
        <a:bodyPr/>
        <a:lstStyle/>
        <a:p>
          <a:endParaRPr lang="en-US"/>
        </a:p>
      </dgm:t>
    </dgm:pt>
    <dgm:pt modelId="{63C7ACCF-BE7B-924C-BEEF-068646AE2EFC}" type="sibTrans" cxnId="{ACAA0F26-ABE3-C94E-B97F-CB7A84BFE3F0}">
      <dgm:prSet/>
      <dgm:spPr/>
      <dgm:t>
        <a:bodyPr/>
        <a:lstStyle/>
        <a:p>
          <a:endParaRPr lang="en-US"/>
        </a:p>
      </dgm:t>
    </dgm:pt>
    <dgm:pt modelId="{2BF7EF97-2A29-3B4E-9FFC-61A005C1562F}">
      <dgm:prSet phldrT="[Text]" custT="1"/>
      <dgm:spPr>
        <a:solidFill>
          <a:srgbClr val="0D236A"/>
        </a:solidFill>
        <a:ln>
          <a:solidFill>
            <a:srgbClr val="0D236A"/>
          </a:solidFill>
        </a:ln>
      </dgm:spPr>
      <dgm:t>
        <a:bodyPr/>
        <a:lstStyle/>
        <a:p>
          <a:r>
            <a:rPr lang="en-US" sz="2400" b="0" i="0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Recommend</a:t>
          </a:r>
        </a:p>
      </dgm:t>
    </dgm:pt>
    <dgm:pt modelId="{DA023AB1-6B07-A140-A020-5141A4ED7DDD}" type="parTrans" cxnId="{B40F9B5E-72D7-8540-94C8-88A8069220B2}">
      <dgm:prSet/>
      <dgm:spPr/>
      <dgm:t>
        <a:bodyPr/>
        <a:lstStyle/>
        <a:p>
          <a:endParaRPr lang="en-US"/>
        </a:p>
      </dgm:t>
    </dgm:pt>
    <dgm:pt modelId="{DB2BF0B8-0BDC-CD47-9902-DC17E6596DE4}" type="sibTrans" cxnId="{B40F9B5E-72D7-8540-94C8-88A8069220B2}">
      <dgm:prSet/>
      <dgm:spPr/>
      <dgm:t>
        <a:bodyPr/>
        <a:lstStyle/>
        <a:p>
          <a:endParaRPr lang="en-US"/>
        </a:p>
      </dgm:t>
    </dgm:pt>
    <dgm:pt modelId="{72ADA366-C478-CC4A-8572-16168A9D7DEF}">
      <dgm:prSet phldrT="[Text]" custT="1"/>
      <dgm:spPr>
        <a:solidFill>
          <a:schemeClr val="bg1"/>
        </a:solidFill>
        <a:ln>
          <a:solidFill>
            <a:srgbClr val="0D236A"/>
          </a:solidFill>
        </a:ln>
      </dgm:spPr>
      <dgm:t>
        <a:bodyPr/>
        <a:lstStyle/>
        <a:p>
          <a:r>
            <a:rPr lang="en-US" sz="1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Take a clear position</a:t>
          </a:r>
        </a:p>
      </dgm:t>
    </dgm:pt>
    <dgm:pt modelId="{E6017747-1840-C346-9D03-1F297DF08C35}" type="parTrans" cxnId="{95AFB076-0A23-6242-A7AE-9BF4C87F90FF}">
      <dgm:prSet/>
      <dgm:spPr/>
      <dgm:t>
        <a:bodyPr/>
        <a:lstStyle/>
        <a:p>
          <a:endParaRPr lang="en-US"/>
        </a:p>
      </dgm:t>
    </dgm:pt>
    <dgm:pt modelId="{FBD2BEDA-5186-774B-94B1-046004053208}" type="sibTrans" cxnId="{95AFB076-0A23-6242-A7AE-9BF4C87F90FF}">
      <dgm:prSet/>
      <dgm:spPr/>
      <dgm:t>
        <a:bodyPr/>
        <a:lstStyle/>
        <a:p>
          <a:endParaRPr lang="en-US"/>
        </a:p>
      </dgm:t>
    </dgm:pt>
    <dgm:pt modelId="{A11B360B-5341-624E-BC45-C52FC7EDBA32}">
      <dgm:prSet phldrT="[Text]" custT="1"/>
      <dgm:spPr>
        <a:solidFill>
          <a:schemeClr val="bg1"/>
        </a:solidFill>
        <a:ln>
          <a:solidFill>
            <a:srgbClr val="0D236A"/>
          </a:solidFill>
        </a:ln>
      </dgm:spPr>
      <dgm:t>
        <a:bodyPr/>
        <a:lstStyle/>
        <a:p>
          <a:r>
            <a:rPr lang="en-US" sz="1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Define scope + success metrics</a:t>
          </a:r>
        </a:p>
      </dgm:t>
    </dgm:pt>
    <dgm:pt modelId="{810DE1C0-2A23-A54D-8D5A-CA6FE85BD842}" type="parTrans" cxnId="{1F3CCE8E-C753-6B4B-AE82-111403E85862}">
      <dgm:prSet/>
      <dgm:spPr/>
      <dgm:t>
        <a:bodyPr/>
        <a:lstStyle/>
        <a:p>
          <a:endParaRPr lang="en-US"/>
        </a:p>
      </dgm:t>
    </dgm:pt>
    <dgm:pt modelId="{4C8B75BB-DF17-3347-9564-DCA1BDAF2B65}" type="sibTrans" cxnId="{1F3CCE8E-C753-6B4B-AE82-111403E85862}">
      <dgm:prSet/>
      <dgm:spPr/>
      <dgm:t>
        <a:bodyPr/>
        <a:lstStyle/>
        <a:p>
          <a:endParaRPr lang="en-US"/>
        </a:p>
      </dgm:t>
    </dgm:pt>
    <dgm:pt modelId="{BD83031E-7A3C-B145-A627-FC1627AEE922}">
      <dgm:prSet phldrT="[Text]" custT="1"/>
      <dgm:spPr>
        <a:solidFill>
          <a:schemeClr val="bg1"/>
        </a:solidFill>
        <a:ln>
          <a:solidFill>
            <a:srgbClr val="0D236A"/>
          </a:solidFill>
        </a:ln>
      </dgm:spPr>
      <dgm:t>
        <a:bodyPr/>
        <a:lstStyle/>
        <a:p>
          <a:r>
            <a:rPr lang="en-US" sz="1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Form an initial hypothesis</a:t>
          </a:r>
        </a:p>
      </dgm:t>
    </dgm:pt>
    <dgm:pt modelId="{C65BDD75-4977-BF4B-B3D7-82FB91C80FFF}" type="parTrans" cxnId="{80A12F28-2094-5648-9D49-745FAFEF39C0}">
      <dgm:prSet/>
      <dgm:spPr/>
      <dgm:t>
        <a:bodyPr/>
        <a:lstStyle/>
        <a:p>
          <a:endParaRPr lang="en-US"/>
        </a:p>
      </dgm:t>
    </dgm:pt>
    <dgm:pt modelId="{84F4F75D-231F-B44E-B9F1-C14001CEFBA6}" type="sibTrans" cxnId="{80A12F28-2094-5648-9D49-745FAFEF39C0}">
      <dgm:prSet/>
      <dgm:spPr/>
      <dgm:t>
        <a:bodyPr/>
        <a:lstStyle/>
        <a:p>
          <a:endParaRPr lang="en-US"/>
        </a:p>
      </dgm:t>
    </dgm:pt>
    <dgm:pt modelId="{7B5B02E8-CFCA-8545-9AD1-8F3AFC10CABC}">
      <dgm:prSet phldrT="[Text]" custT="1"/>
      <dgm:spPr>
        <a:solidFill>
          <a:schemeClr val="bg1"/>
        </a:solidFill>
        <a:ln>
          <a:solidFill>
            <a:srgbClr val="0D236A"/>
          </a:solidFill>
        </a:ln>
      </dgm:spPr>
      <dgm:t>
        <a:bodyPr/>
        <a:lstStyle/>
        <a:p>
          <a:r>
            <a:rPr lang="en-US" sz="1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Run targeted analyses</a:t>
          </a:r>
        </a:p>
      </dgm:t>
    </dgm:pt>
    <dgm:pt modelId="{9F776AB0-F733-0A48-8DF7-15351474EEA7}" type="parTrans" cxnId="{143694BF-5F8A-7149-812B-E8AFE4423293}">
      <dgm:prSet/>
      <dgm:spPr/>
      <dgm:t>
        <a:bodyPr/>
        <a:lstStyle/>
        <a:p>
          <a:endParaRPr lang="en-US"/>
        </a:p>
      </dgm:t>
    </dgm:pt>
    <dgm:pt modelId="{836A0DAC-9076-B649-A42B-27AC933727F7}" type="sibTrans" cxnId="{143694BF-5F8A-7149-812B-E8AFE4423293}">
      <dgm:prSet/>
      <dgm:spPr/>
      <dgm:t>
        <a:bodyPr/>
        <a:lstStyle/>
        <a:p>
          <a:endParaRPr lang="en-US"/>
        </a:p>
      </dgm:t>
    </dgm:pt>
    <dgm:pt modelId="{02312E18-F538-5C49-A95F-7AC4E40C58C5}">
      <dgm:prSet phldrT="[Text]" custT="1"/>
      <dgm:spPr>
        <a:solidFill>
          <a:schemeClr val="bg1"/>
        </a:solidFill>
        <a:ln>
          <a:solidFill>
            <a:srgbClr val="0D236A"/>
          </a:solidFill>
        </a:ln>
      </dgm:spPr>
      <dgm:t>
        <a:bodyPr/>
        <a:lstStyle/>
        <a:p>
          <a:r>
            <a:rPr lang="en-US" sz="1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Iterate with client feedback</a:t>
          </a:r>
        </a:p>
      </dgm:t>
    </dgm:pt>
    <dgm:pt modelId="{F2AB50D1-94F3-3F42-B61C-E1652256D5F8}" type="parTrans" cxnId="{3C5689C1-F1C9-244B-8869-84D6B9A32730}">
      <dgm:prSet/>
      <dgm:spPr/>
      <dgm:t>
        <a:bodyPr/>
        <a:lstStyle/>
        <a:p>
          <a:endParaRPr lang="en-US"/>
        </a:p>
      </dgm:t>
    </dgm:pt>
    <dgm:pt modelId="{51B609E4-D738-F942-8939-BA17298BB373}" type="sibTrans" cxnId="{3C5689C1-F1C9-244B-8869-84D6B9A32730}">
      <dgm:prSet/>
      <dgm:spPr/>
      <dgm:t>
        <a:bodyPr/>
        <a:lstStyle/>
        <a:p>
          <a:endParaRPr lang="en-US"/>
        </a:p>
      </dgm:t>
    </dgm:pt>
    <dgm:pt modelId="{82345180-5746-8347-BB31-499F7917AF43}">
      <dgm:prSet phldrT="[Text]" custT="1"/>
      <dgm:spPr>
        <a:solidFill>
          <a:schemeClr val="bg1"/>
        </a:solidFill>
        <a:ln>
          <a:solidFill>
            <a:srgbClr val="0D236A"/>
          </a:solidFill>
        </a:ln>
      </dgm:spPr>
      <dgm:t>
        <a:bodyPr/>
        <a:lstStyle/>
        <a:p>
          <a:r>
            <a:rPr lang="en-US" sz="1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Quantify the impact and risks</a:t>
          </a:r>
        </a:p>
      </dgm:t>
    </dgm:pt>
    <dgm:pt modelId="{2298F141-9DEB-5649-9E3C-6E9C2F89F131}" type="parTrans" cxnId="{82C45557-9BAC-0C49-A210-5A81E8D3DE10}">
      <dgm:prSet/>
      <dgm:spPr/>
      <dgm:t>
        <a:bodyPr/>
        <a:lstStyle/>
        <a:p>
          <a:endParaRPr lang="en-US"/>
        </a:p>
      </dgm:t>
    </dgm:pt>
    <dgm:pt modelId="{BBDB0ED6-8786-8F48-BE30-2870D656D575}" type="sibTrans" cxnId="{82C45557-9BAC-0C49-A210-5A81E8D3DE10}">
      <dgm:prSet/>
      <dgm:spPr/>
      <dgm:t>
        <a:bodyPr/>
        <a:lstStyle/>
        <a:p>
          <a:endParaRPr lang="en-US"/>
        </a:p>
      </dgm:t>
    </dgm:pt>
    <dgm:pt modelId="{6DF0B55B-AFC3-CA41-9C07-E282D88847DE}">
      <dgm:prSet phldrT="[Text]" custT="1"/>
      <dgm:spPr>
        <a:solidFill>
          <a:schemeClr val="bg1"/>
        </a:solidFill>
        <a:ln>
          <a:solidFill>
            <a:srgbClr val="0D236A"/>
          </a:solidFill>
        </a:ln>
      </dgm:spPr>
      <dgm:t>
        <a:bodyPr/>
        <a:lstStyle/>
        <a:p>
          <a:r>
            <a:rPr lang="en-US" sz="1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Outline implementation roadmap</a:t>
          </a:r>
        </a:p>
      </dgm:t>
    </dgm:pt>
    <dgm:pt modelId="{1C6268DD-C3DF-E64E-86EC-A4714D135F76}" type="parTrans" cxnId="{BA2618A5-DFFB-1649-A00A-00C492B2C211}">
      <dgm:prSet/>
      <dgm:spPr/>
      <dgm:t>
        <a:bodyPr/>
        <a:lstStyle/>
        <a:p>
          <a:endParaRPr lang="en-US"/>
        </a:p>
      </dgm:t>
    </dgm:pt>
    <dgm:pt modelId="{C31DF8AA-2976-A44B-AA73-0AF209D3997B}" type="sibTrans" cxnId="{BA2618A5-DFFB-1649-A00A-00C492B2C211}">
      <dgm:prSet/>
      <dgm:spPr/>
      <dgm:t>
        <a:bodyPr/>
        <a:lstStyle/>
        <a:p>
          <a:endParaRPr lang="en-US"/>
        </a:p>
      </dgm:t>
    </dgm:pt>
    <dgm:pt modelId="{549140D5-CEE8-B442-8E22-47936B7EE086}" type="pres">
      <dgm:prSet presAssocID="{BC232AF0-84C8-F444-8DAC-AFD96FDD1B5A}" presName="linearFlow" presStyleCnt="0">
        <dgm:presLayoutVars>
          <dgm:dir/>
          <dgm:animLvl val="lvl"/>
          <dgm:resizeHandles val="exact"/>
        </dgm:presLayoutVars>
      </dgm:prSet>
      <dgm:spPr/>
    </dgm:pt>
    <dgm:pt modelId="{EC93A739-95EF-224B-96A0-3049B9545C9D}" type="pres">
      <dgm:prSet presAssocID="{881A5E58-68C0-3A4C-AA4C-3E02EB59D7AB}" presName="composite" presStyleCnt="0"/>
      <dgm:spPr/>
    </dgm:pt>
    <dgm:pt modelId="{D972A26A-B70E-A04B-B668-C835A3CC94D3}" type="pres">
      <dgm:prSet presAssocID="{881A5E58-68C0-3A4C-AA4C-3E02EB59D7AB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C4030EDA-B9D8-0447-B417-607A247BE5F4}" type="pres">
      <dgm:prSet presAssocID="{881A5E58-68C0-3A4C-AA4C-3E02EB59D7AB}" presName="parSh" presStyleLbl="node1" presStyleIdx="0" presStyleCnt="3"/>
      <dgm:spPr/>
    </dgm:pt>
    <dgm:pt modelId="{A0A11D2D-F6A2-264A-AAAE-5535D0B1A57E}" type="pres">
      <dgm:prSet presAssocID="{881A5E58-68C0-3A4C-AA4C-3E02EB59D7AB}" presName="desTx" presStyleLbl="fgAcc1" presStyleIdx="0" presStyleCnt="3">
        <dgm:presLayoutVars>
          <dgm:bulletEnabled val="1"/>
        </dgm:presLayoutVars>
      </dgm:prSet>
      <dgm:spPr/>
    </dgm:pt>
    <dgm:pt modelId="{78A1573D-A502-E84D-B5D1-E8ED69CEA801}" type="pres">
      <dgm:prSet presAssocID="{32D0D9EB-4F5E-D74B-B8E5-ACBE967C9ADB}" presName="sibTrans" presStyleLbl="sibTrans2D1" presStyleIdx="0" presStyleCnt="2"/>
      <dgm:spPr/>
    </dgm:pt>
    <dgm:pt modelId="{6A7674F6-17AC-3642-AB3F-4ABB11E31463}" type="pres">
      <dgm:prSet presAssocID="{32D0D9EB-4F5E-D74B-B8E5-ACBE967C9ADB}" presName="connTx" presStyleLbl="sibTrans2D1" presStyleIdx="0" presStyleCnt="2"/>
      <dgm:spPr/>
    </dgm:pt>
    <dgm:pt modelId="{01BF4DCB-5790-A840-800E-EBEF12F49D10}" type="pres">
      <dgm:prSet presAssocID="{54890F06-FE57-FC45-BB9C-424C3D343589}" presName="composite" presStyleCnt="0"/>
      <dgm:spPr/>
    </dgm:pt>
    <dgm:pt modelId="{9FCB4B82-EC77-1F46-8CE4-2FFF649B9551}" type="pres">
      <dgm:prSet presAssocID="{54890F06-FE57-FC45-BB9C-424C3D343589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4C1ECBDA-BB5A-2944-AFA7-926C0EFC47DC}" type="pres">
      <dgm:prSet presAssocID="{54890F06-FE57-FC45-BB9C-424C3D343589}" presName="parSh" presStyleLbl="node1" presStyleIdx="1" presStyleCnt="3"/>
      <dgm:spPr/>
    </dgm:pt>
    <dgm:pt modelId="{A1EDACB7-C6E8-CB48-A4E2-45D4435657DF}" type="pres">
      <dgm:prSet presAssocID="{54890F06-FE57-FC45-BB9C-424C3D343589}" presName="desTx" presStyleLbl="fgAcc1" presStyleIdx="1" presStyleCnt="3">
        <dgm:presLayoutVars>
          <dgm:bulletEnabled val="1"/>
        </dgm:presLayoutVars>
      </dgm:prSet>
      <dgm:spPr/>
    </dgm:pt>
    <dgm:pt modelId="{ADC65B72-973A-6F46-99A2-E5FA294BB09E}" type="pres">
      <dgm:prSet presAssocID="{20A8B21B-CA90-EB45-9DFC-404F9A1DDC17}" presName="sibTrans" presStyleLbl="sibTrans2D1" presStyleIdx="1" presStyleCnt="2"/>
      <dgm:spPr/>
    </dgm:pt>
    <dgm:pt modelId="{7F5B99EE-A84A-8D49-8C35-962BEB437941}" type="pres">
      <dgm:prSet presAssocID="{20A8B21B-CA90-EB45-9DFC-404F9A1DDC17}" presName="connTx" presStyleLbl="sibTrans2D1" presStyleIdx="1" presStyleCnt="2"/>
      <dgm:spPr/>
    </dgm:pt>
    <dgm:pt modelId="{D8FE6F2F-1287-9A4F-B633-BD9D2F614F0C}" type="pres">
      <dgm:prSet presAssocID="{2BF7EF97-2A29-3B4E-9FFC-61A005C1562F}" presName="composite" presStyleCnt="0"/>
      <dgm:spPr/>
    </dgm:pt>
    <dgm:pt modelId="{29EAA4CD-E60E-3842-8DF2-FF8BF6E35D8A}" type="pres">
      <dgm:prSet presAssocID="{2BF7EF97-2A29-3B4E-9FFC-61A005C1562F}" presName="par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5A876FA6-83D6-0545-898F-7212C714C461}" type="pres">
      <dgm:prSet presAssocID="{2BF7EF97-2A29-3B4E-9FFC-61A005C1562F}" presName="parSh" presStyleLbl="node1" presStyleIdx="2" presStyleCnt="3"/>
      <dgm:spPr/>
    </dgm:pt>
    <dgm:pt modelId="{F773080B-A4E0-394E-A7D0-B65D97F81584}" type="pres">
      <dgm:prSet presAssocID="{2BF7EF97-2A29-3B4E-9FFC-61A005C1562F}" presName="desTx" presStyleLbl="fgAcc1" presStyleIdx="2" presStyleCnt="3">
        <dgm:presLayoutVars>
          <dgm:bulletEnabled val="1"/>
        </dgm:presLayoutVars>
      </dgm:prSet>
      <dgm:spPr/>
    </dgm:pt>
  </dgm:ptLst>
  <dgm:cxnLst>
    <dgm:cxn modelId="{D9D5B807-57A4-6E43-B0B8-819A6A227324}" type="presOf" srcId="{2BF7EF97-2A29-3B4E-9FFC-61A005C1562F}" destId="{5A876FA6-83D6-0545-898F-7212C714C461}" srcOrd="1" destOrd="0" presId="urn:microsoft.com/office/officeart/2005/8/layout/process3"/>
    <dgm:cxn modelId="{05051B21-EE8F-BC48-8E54-FEE6C32C6C98}" type="presOf" srcId="{881A5E58-68C0-3A4C-AA4C-3E02EB59D7AB}" destId="{D972A26A-B70E-A04B-B668-C835A3CC94D3}" srcOrd="0" destOrd="0" presId="urn:microsoft.com/office/officeart/2005/8/layout/process3"/>
    <dgm:cxn modelId="{2C94A023-787D-9C46-A83E-9F5BE736EAE6}" type="presOf" srcId="{FF027754-CA09-D84B-8028-D2DDFE4CA90E}" destId="{A1EDACB7-C6E8-CB48-A4E2-45D4435657DF}" srcOrd="0" destOrd="0" presId="urn:microsoft.com/office/officeart/2005/8/layout/process3"/>
    <dgm:cxn modelId="{ACAA0F26-ABE3-C94E-B97F-CB7A84BFE3F0}" srcId="{54890F06-FE57-FC45-BB9C-424C3D343589}" destId="{FF027754-CA09-D84B-8028-D2DDFE4CA90E}" srcOrd="0" destOrd="0" parTransId="{5889266C-CBE2-9D4D-A8FC-3D9FA07282FE}" sibTransId="{63C7ACCF-BE7B-924C-BEEF-068646AE2EFC}"/>
    <dgm:cxn modelId="{80A12F28-2094-5648-9D49-745FAFEF39C0}" srcId="{881A5E58-68C0-3A4C-AA4C-3E02EB59D7AB}" destId="{BD83031E-7A3C-B145-A627-FC1627AEE922}" srcOrd="2" destOrd="0" parTransId="{C65BDD75-4977-BF4B-B3D7-82FB91C80FFF}" sibTransId="{84F4F75D-231F-B44E-B9F1-C14001CEFBA6}"/>
    <dgm:cxn modelId="{E34FB739-02F6-B84E-ABD4-D898FD760C62}" type="presOf" srcId="{72ADA366-C478-CC4A-8572-16168A9D7DEF}" destId="{F773080B-A4E0-394E-A7D0-B65D97F81584}" srcOrd="0" destOrd="0" presId="urn:microsoft.com/office/officeart/2005/8/layout/process3"/>
    <dgm:cxn modelId="{F23EE23A-BBF3-6E41-8392-2C8E3D1F877D}" type="presOf" srcId="{A11B360B-5341-624E-BC45-C52FC7EDBA32}" destId="{A0A11D2D-F6A2-264A-AAAE-5535D0B1A57E}" srcOrd="0" destOrd="1" presId="urn:microsoft.com/office/officeart/2005/8/layout/process3"/>
    <dgm:cxn modelId="{FFDECD3B-981B-E04A-AB75-FAB50C3547B2}" type="presOf" srcId="{54890F06-FE57-FC45-BB9C-424C3D343589}" destId="{9FCB4B82-EC77-1F46-8CE4-2FFF649B9551}" srcOrd="0" destOrd="0" presId="urn:microsoft.com/office/officeart/2005/8/layout/process3"/>
    <dgm:cxn modelId="{7E617E4A-D2F2-D249-9BC4-B5C5A2C99B87}" type="presOf" srcId="{32D0D9EB-4F5E-D74B-B8E5-ACBE967C9ADB}" destId="{78A1573D-A502-E84D-B5D1-E8ED69CEA801}" srcOrd="0" destOrd="0" presId="urn:microsoft.com/office/officeart/2005/8/layout/process3"/>
    <dgm:cxn modelId="{06ADAA4A-7A36-B54D-A33D-8A0B8C20E1AF}" type="presOf" srcId="{82345180-5746-8347-BB31-499F7917AF43}" destId="{F773080B-A4E0-394E-A7D0-B65D97F81584}" srcOrd="0" destOrd="1" presId="urn:microsoft.com/office/officeart/2005/8/layout/process3"/>
    <dgm:cxn modelId="{5DE16B4C-B32A-8F44-BAAA-C5725B9CAF01}" srcId="{BC232AF0-84C8-F444-8DAC-AFD96FDD1B5A}" destId="{881A5E58-68C0-3A4C-AA4C-3E02EB59D7AB}" srcOrd="0" destOrd="0" parTransId="{50250575-06D1-3043-9B70-8D80C38AF21E}" sibTransId="{32D0D9EB-4F5E-D74B-B8E5-ACBE967C9ADB}"/>
    <dgm:cxn modelId="{06740250-1D44-F543-BBD5-F65A7A205453}" type="presOf" srcId="{54890F06-FE57-FC45-BB9C-424C3D343589}" destId="{4C1ECBDA-BB5A-2944-AFA7-926C0EFC47DC}" srcOrd="1" destOrd="0" presId="urn:microsoft.com/office/officeart/2005/8/layout/process3"/>
    <dgm:cxn modelId="{82C45557-9BAC-0C49-A210-5A81E8D3DE10}" srcId="{2BF7EF97-2A29-3B4E-9FFC-61A005C1562F}" destId="{82345180-5746-8347-BB31-499F7917AF43}" srcOrd="1" destOrd="0" parTransId="{2298F141-9DEB-5649-9E3C-6E9C2F89F131}" sibTransId="{BBDB0ED6-8786-8F48-BE30-2870D656D575}"/>
    <dgm:cxn modelId="{B40F9B5E-72D7-8540-94C8-88A8069220B2}" srcId="{BC232AF0-84C8-F444-8DAC-AFD96FDD1B5A}" destId="{2BF7EF97-2A29-3B4E-9FFC-61A005C1562F}" srcOrd="2" destOrd="0" parTransId="{DA023AB1-6B07-A140-A020-5141A4ED7DDD}" sibTransId="{DB2BF0B8-0BDC-CD47-9902-DC17E6596DE4}"/>
    <dgm:cxn modelId="{95AFB076-0A23-6242-A7AE-9BF4C87F90FF}" srcId="{2BF7EF97-2A29-3B4E-9FFC-61A005C1562F}" destId="{72ADA366-C478-CC4A-8572-16168A9D7DEF}" srcOrd="0" destOrd="0" parTransId="{E6017747-1840-C346-9D03-1F297DF08C35}" sibTransId="{FBD2BEDA-5186-774B-94B1-046004053208}"/>
    <dgm:cxn modelId="{1F3CCE8E-C753-6B4B-AE82-111403E85862}" srcId="{881A5E58-68C0-3A4C-AA4C-3E02EB59D7AB}" destId="{A11B360B-5341-624E-BC45-C52FC7EDBA32}" srcOrd="1" destOrd="0" parTransId="{810DE1C0-2A23-A54D-8D5A-CA6FE85BD842}" sibTransId="{4C8B75BB-DF17-3347-9564-DCA1BDAF2B65}"/>
    <dgm:cxn modelId="{E2C87A90-4891-C34A-9A71-5EB48FF5AF9C}" type="presOf" srcId="{2BF7EF97-2A29-3B4E-9FFC-61A005C1562F}" destId="{29EAA4CD-E60E-3842-8DF2-FF8BF6E35D8A}" srcOrd="0" destOrd="0" presId="urn:microsoft.com/office/officeart/2005/8/layout/process3"/>
    <dgm:cxn modelId="{4BAD44A1-9235-2F4B-8032-7E7B2C9FD88F}" type="presOf" srcId="{BD83031E-7A3C-B145-A627-FC1627AEE922}" destId="{A0A11D2D-F6A2-264A-AAAE-5535D0B1A57E}" srcOrd="0" destOrd="2" presId="urn:microsoft.com/office/officeart/2005/8/layout/process3"/>
    <dgm:cxn modelId="{BA2618A5-DFFB-1649-A00A-00C492B2C211}" srcId="{2BF7EF97-2A29-3B4E-9FFC-61A005C1562F}" destId="{6DF0B55B-AFC3-CA41-9C07-E282D88847DE}" srcOrd="2" destOrd="0" parTransId="{1C6268DD-C3DF-E64E-86EC-A4714D135F76}" sibTransId="{C31DF8AA-2976-A44B-AA73-0AF209D3997B}"/>
    <dgm:cxn modelId="{BECD8FAE-06B7-3343-A6FF-585FF63FAA69}" srcId="{881A5E58-68C0-3A4C-AA4C-3E02EB59D7AB}" destId="{F6AC8166-A2F2-7549-8619-7515DE03890C}" srcOrd="0" destOrd="0" parTransId="{36D35ED7-BA11-1B47-B62B-B13AB821FE70}" sibTransId="{8CE7E926-4151-5F46-998D-E83E644FD44F}"/>
    <dgm:cxn modelId="{379B86AF-6160-EB4B-98D4-C2F28C771A3A}" type="presOf" srcId="{6DF0B55B-AFC3-CA41-9C07-E282D88847DE}" destId="{F773080B-A4E0-394E-A7D0-B65D97F81584}" srcOrd="0" destOrd="2" presId="urn:microsoft.com/office/officeart/2005/8/layout/process3"/>
    <dgm:cxn modelId="{143694BF-5F8A-7149-812B-E8AFE4423293}" srcId="{54890F06-FE57-FC45-BB9C-424C3D343589}" destId="{7B5B02E8-CFCA-8545-9AD1-8F3AFC10CABC}" srcOrd="1" destOrd="0" parTransId="{9F776AB0-F733-0A48-8DF7-15351474EEA7}" sibTransId="{836A0DAC-9076-B649-A42B-27AC933727F7}"/>
    <dgm:cxn modelId="{3C5689C1-F1C9-244B-8869-84D6B9A32730}" srcId="{54890F06-FE57-FC45-BB9C-424C3D343589}" destId="{02312E18-F538-5C49-A95F-7AC4E40C58C5}" srcOrd="2" destOrd="0" parTransId="{F2AB50D1-94F3-3F42-B61C-E1652256D5F8}" sibTransId="{51B609E4-D738-F942-8939-BA17298BB373}"/>
    <dgm:cxn modelId="{B390B0CD-3D60-2843-98D4-494529977800}" type="presOf" srcId="{BC232AF0-84C8-F444-8DAC-AFD96FDD1B5A}" destId="{549140D5-CEE8-B442-8E22-47936B7EE086}" srcOrd="0" destOrd="0" presId="urn:microsoft.com/office/officeart/2005/8/layout/process3"/>
    <dgm:cxn modelId="{1E6376D4-5E01-5E41-8934-2D741C921691}" type="presOf" srcId="{7B5B02E8-CFCA-8545-9AD1-8F3AFC10CABC}" destId="{A1EDACB7-C6E8-CB48-A4E2-45D4435657DF}" srcOrd="0" destOrd="1" presId="urn:microsoft.com/office/officeart/2005/8/layout/process3"/>
    <dgm:cxn modelId="{9DDD09D6-6D2A-1F46-B5FB-2C7C2E2A482D}" type="presOf" srcId="{881A5E58-68C0-3A4C-AA4C-3E02EB59D7AB}" destId="{C4030EDA-B9D8-0447-B417-607A247BE5F4}" srcOrd="1" destOrd="0" presId="urn:microsoft.com/office/officeart/2005/8/layout/process3"/>
    <dgm:cxn modelId="{434EAED7-B5F6-0844-959E-1ED21341C4F0}" type="presOf" srcId="{32D0D9EB-4F5E-D74B-B8E5-ACBE967C9ADB}" destId="{6A7674F6-17AC-3642-AB3F-4ABB11E31463}" srcOrd="1" destOrd="0" presId="urn:microsoft.com/office/officeart/2005/8/layout/process3"/>
    <dgm:cxn modelId="{31DA3ADA-E3FD-274B-9C7A-579D3526F48E}" type="presOf" srcId="{02312E18-F538-5C49-A95F-7AC4E40C58C5}" destId="{A1EDACB7-C6E8-CB48-A4E2-45D4435657DF}" srcOrd="0" destOrd="2" presId="urn:microsoft.com/office/officeart/2005/8/layout/process3"/>
    <dgm:cxn modelId="{5D9722E2-3C17-0F47-8A2F-56AC1994996D}" srcId="{BC232AF0-84C8-F444-8DAC-AFD96FDD1B5A}" destId="{54890F06-FE57-FC45-BB9C-424C3D343589}" srcOrd="1" destOrd="0" parTransId="{5FE04343-3AC7-FC4F-BD66-BFE5D4EEC051}" sibTransId="{20A8B21B-CA90-EB45-9DFC-404F9A1DDC17}"/>
    <dgm:cxn modelId="{B90EBFEF-5766-B14F-89E3-C002B448A2F1}" type="presOf" srcId="{F6AC8166-A2F2-7549-8619-7515DE03890C}" destId="{A0A11D2D-F6A2-264A-AAAE-5535D0B1A57E}" srcOrd="0" destOrd="0" presId="urn:microsoft.com/office/officeart/2005/8/layout/process3"/>
    <dgm:cxn modelId="{338823F2-DFCD-DA4C-AC19-612D27591782}" type="presOf" srcId="{20A8B21B-CA90-EB45-9DFC-404F9A1DDC17}" destId="{ADC65B72-973A-6F46-99A2-E5FA294BB09E}" srcOrd="0" destOrd="0" presId="urn:microsoft.com/office/officeart/2005/8/layout/process3"/>
    <dgm:cxn modelId="{919439F4-DB7D-1742-892D-6CE2470319A9}" type="presOf" srcId="{20A8B21B-CA90-EB45-9DFC-404F9A1DDC17}" destId="{7F5B99EE-A84A-8D49-8C35-962BEB437941}" srcOrd="1" destOrd="0" presId="urn:microsoft.com/office/officeart/2005/8/layout/process3"/>
    <dgm:cxn modelId="{163B806E-8EA8-B744-B2F2-954B53FCD8C4}" type="presParOf" srcId="{549140D5-CEE8-B442-8E22-47936B7EE086}" destId="{EC93A739-95EF-224B-96A0-3049B9545C9D}" srcOrd="0" destOrd="0" presId="urn:microsoft.com/office/officeart/2005/8/layout/process3"/>
    <dgm:cxn modelId="{414E4006-077A-194B-912F-9AB650F551F6}" type="presParOf" srcId="{EC93A739-95EF-224B-96A0-3049B9545C9D}" destId="{D972A26A-B70E-A04B-B668-C835A3CC94D3}" srcOrd="0" destOrd="0" presId="urn:microsoft.com/office/officeart/2005/8/layout/process3"/>
    <dgm:cxn modelId="{2A3860EE-D883-2945-A20D-1E0873D99E03}" type="presParOf" srcId="{EC93A739-95EF-224B-96A0-3049B9545C9D}" destId="{C4030EDA-B9D8-0447-B417-607A247BE5F4}" srcOrd="1" destOrd="0" presId="urn:microsoft.com/office/officeart/2005/8/layout/process3"/>
    <dgm:cxn modelId="{3F9E98EC-B782-C445-89F8-D64B5CFDE54C}" type="presParOf" srcId="{EC93A739-95EF-224B-96A0-3049B9545C9D}" destId="{A0A11D2D-F6A2-264A-AAAE-5535D0B1A57E}" srcOrd="2" destOrd="0" presId="urn:microsoft.com/office/officeart/2005/8/layout/process3"/>
    <dgm:cxn modelId="{9D5B0277-6390-F444-BA25-ABCD60BE94D7}" type="presParOf" srcId="{549140D5-CEE8-B442-8E22-47936B7EE086}" destId="{78A1573D-A502-E84D-B5D1-E8ED69CEA801}" srcOrd="1" destOrd="0" presId="urn:microsoft.com/office/officeart/2005/8/layout/process3"/>
    <dgm:cxn modelId="{AEF75D8C-4A27-D94D-9875-9D4FBC915968}" type="presParOf" srcId="{78A1573D-A502-E84D-B5D1-E8ED69CEA801}" destId="{6A7674F6-17AC-3642-AB3F-4ABB11E31463}" srcOrd="0" destOrd="0" presId="urn:microsoft.com/office/officeart/2005/8/layout/process3"/>
    <dgm:cxn modelId="{7D97116D-0330-494D-A423-127D61715746}" type="presParOf" srcId="{549140D5-CEE8-B442-8E22-47936B7EE086}" destId="{01BF4DCB-5790-A840-800E-EBEF12F49D10}" srcOrd="2" destOrd="0" presId="urn:microsoft.com/office/officeart/2005/8/layout/process3"/>
    <dgm:cxn modelId="{AD9B96C4-A516-C84C-8983-C1FC4ADD5171}" type="presParOf" srcId="{01BF4DCB-5790-A840-800E-EBEF12F49D10}" destId="{9FCB4B82-EC77-1F46-8CE4-2FFF649B9551}" srcOrd="0" destOrd="0" presId="urn:microsoft.com/office/officeart/2005/8/layout/process3"/>
    <dgm:cxn modelId="{7036A450-C711-EE4F-B23E-FC6FC977CA62}" type="presParOf" srcId="{01BF4DCB-5790-A840-800E-EBEF12F49D10}" destId="{4C1ECBDA-BB5A-2944-AFA7-926C0EFC47DC}" srcOrd="1" destOrd="0" presId="urn:microsoft.com/office/officeart/2005/8/layout/process3"/>
    <dgm:cxn modelId="{7FE00B35-23C2-3D40-A497-51353940E5E4}" type="presParOf" srcId="{01BF4DCB-5790-A840-800E-EBEF12F49D10}" destId="{A1EDACB7-C6E8-CB48-A4E2-45D4435657DF}" srcOrd="2" destOrd="0" presId="urn:microsoft.com/office/officeart/2005/8/layout/process3"/>
    <dgm:cxn modelId="{861BBB23-7EE3-124F-9F65-792754904442}" type="presParOf" srcId="{549140D5-CEE8-B442-8E22-47936B7EE086}" destId="{ADC65B72-973A-6F46-99A2-E5FA294BB09E}" srcOrd="3" destOrd="0" presId="urn:microsoft.com/office/officeart/2005/8/layout/process3"/>
    <dgm:cxn modelId="{BE2A047A-FC0A-724A-A0E7-DD004C64A2D7}" type="presParOf" srcId="{ADC65B72-973A-6F46-99A2-E5FA294BB09E}" destId="{7F5B99EE-A84A-8D49-8C35-962BEB437941}" srcOrd="0" destOrd="0" presId="urn:microsoft.com/office/officeart/2005/8/layout/process3"/>
    <dgm:cxn modelId="{DB8CB930-6616-774E-82C2-FAC262EAFC51}" type="presParOf" srcId="{549140D5-CEE8-B442-8E22-47936B7EE086}" destId="{D8FE6F2F-1287-9A4F-B633-BD9D2F614F0C}" srcOrd="4" destOrd="0" presId="urn:microsoft.com/office/officeart/2005/8/layout/process3"/>
    <dgm:cxn modelId="{41DB99FB-01D8-3F4C-AEBD-CE2FC481047A}" type="presParOf" srcId="{D8FE6F2F-1287-9A4F-B633-BD9D2F614F0C}" destId="{29EAA4CD-E60E-3842-8DF2-FF8BF6E35D8A}" srcOrd="0" destOrd="0" presId="urn:microsoft.com/office/officeart/2005/8/layout/process3"/>
    <dgm:cxn modelId="{6699487C-FDDC-A04F-9BD5-DE7EBE0BBFC0}" type="presParOf" srcId="{D8FE6F2F-1287-9A4F-B633-BD9D2F614F0C}" destId="{5A876FA6-83D6-0545-898F-7212C714C461}" srcOrd="1" destOrd="0" presId="urn:microsoft.com/office/officeart/2005/8/layout/process3"/>
    <dgm:cxn modelId="{4BCA8636-2BAF-E844-A936-D12853987294}" type="presParOf" srcId="{D8FE6F2F-1287-9A4F-B633-BD9D2F614F0C}" destId="{F773080B-A4E0-394E-A7D0-B65D97F81584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129FB80-0324-354E-B806-EEA95F7AAE0A}" type="doc">
      <dgm:prSet loTypeId="urn:microsoft.com/office/officeart/2005/8/layout/hLis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921C963-76CB-064B-8D51-AF46102C2DD2}">
      <dgm:prSet phldrT="[Text]" custT="1"/>
      <dgm:spPr>
        <a:solidFill>
          <a:srgbClr val="0D236A"/>
        </a:solidFill>
        <a:ln>
          <a:noFill/>
        </a:ln>
      </dgm:spPr>
      <dgm:t>
        <a:bodyPr/>
        <a:lstStyle/>
        <a:p>
          <a:r>
            <a:rPr lang="en-US" sz="2400" b="0" i="0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Early Responsibility</a:t>
          </a:r>
        </a:p>
      </dgm:t>
    </dgm:pt>
    <dgm:pt modelId="{A06AD0AA-E048-DA40-8791-45E4527D1BB5}" type="parTrans" cxnId="{2BAB8208-70DD-8243-8C9C-73AEDBBEB316}">
      <dgm:prSet/>
      <dgm:spPr/>
      <dgm:t>
        <a:bodyPr/>
        <a:lstStyle/>
        <a:p>
          <a:endParaRPr lang="en-US"/>
        </a:p>
      </dgm:t>
    </dgm:pt>
    <dgm:pt modelId="{3855AA1A-47CD-5C4E-A79A-B799134BDD05}" type="sibTrans" cxnId="{2BAB8208-70DD-8243-8C9C-73AEDBBEB316}">
      <dgm:prSet/>
      <dgm:spPr/>
      <dgm:t>
        <a:bodyPr/>
        <a:lstStyle/>
        <a:p>
          <a:endParaRPr lang="en-US"/>
        </a:p>
      </dgm:t>
    </dgm:pt>
    <dgm:pt modelId="{A3641665-62AB-264B-A053-50DEB83534A8}">
      <dgm:prSet phldrT="[Text]" custT="1"/>
      <dgm:spPr>
        <a:noFill/>
        <a:ln>
          <a:solidFill>
            <a:srgbClr val="0D236A"/>
          </a:solidFill>
        </a:ln>
      </dgm:spPr>
      <dgm:t>
        <a:bodyPr/>
        <a:lstStyle/>
        <a:p>
          <a:pPr>
            <a:lnSpc>
              <a:spcPct val="100000"/>
            </a:lnSpc>
          </a:pPr>
          <a:r>
            <a:rPr lang="en-US" sz="1800" b="0" i="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Y1 Client Exposure </a:t>
          </a:r>
        </a:p>
      </dgm:t>
    </dgm:pt>
    <dgm:pt modelId="{F4B105FA-205D-D443-9C41-FCB1FC6A283E}" type="parTrans" cxnId="{E5994012-D943-1842-A186-0B4FA25C03E1}">
      <dgm:prSet/>
      <dgm:spPr/>
      <dgm:t>
        <a:bodyPr/>
        <a:lstStyle/>
        <a:p>
          <a:endParaRPr lang="en-US"/>
        </a:p>
      </dgm:t>
    </dgm:pt>
    <dgm:pt modelId="{D9F211DB-2A60-EB43-AB50-EB3701324372}" type="sibTrans" cxnId="{E5994012-D943-1842-A186-0B4FA25C03E1}">
      <dgm:prSet/>
      <dgm:spPr/>
      <dgm:t>
        <a:bodyPr/>
        <a:lstStyle/>
        <a:p>
          <a:endParaRPr lang="en-US"/>
        </a:p>
      </dgm:t>
    </dgm:pt>
    <dgm:pt modelId="{B7665E71-18F4-8E4E-BEE8-B45E44FB4DC6}">
      <dgm:prSet phldrT="[Text]" custT="1"/>
      <dgm:spPr>
        <a:solidFill>
          <a:srgbClr val="0D236A"/>
        </a:solidFill>
        <a:ln>
          <a:noFill/>
        </a:ln>
      </dgm:spPr>
      <dgm:t>
        <a:bodyPr/>
        <a:lstStyle/>
        <a:p>
          <a:r>
            <a:rPr lang="en-US" sz="2400" b="0" i="0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Skill Compression</a:t>
          </a:r>
        </a:p>
      </dgm:t>
    </dgm:pt>
    <dgm:pt modelId="{9DF84B06-9917-B447-A4BF-EDE18B903891}" type="parTrans" cxnId="{AF430B60-35AF-1045-ACB8-907D9C06EC32}">
      <dgm:prSet/>
      <dgm:spPr/>
      <dgm:t>
        <a:bodyPr/>
        <a:lstStyle/>
        <a:p>
          <a:endParaRPr lang="en-US"/>
        </a:p>
      </dgm:t>
    </dgm:pt>
    <dgm:pt modelId="{6A57890D-555D-B44B-A6E4-C31231EBA56B}" type="sibTrans" cxnId="{AF430B60-35AF-1045-ACB8-907D9C06EC32}">
      <dgm:prSet/>
      <dgm:spPr/>
      <dgm:t>
        <a:bodyPr/>
        <a:lstStyle/>
        <a:p>
          <a:endParaRPr lang="en-US"/>
        </a:p>
      </dgm:t>
    </dgm:pt>
    <dgm:pt modelId="{E0A0F715-2CED-6E4F-8595-941BE9CAF41C}">
      <dgm:prSet phldrT="[Text]" custT="1"/>
      <dgm:spPr>
        <a:noFill/>
        <a:ln>
          <a:solidFill>
            <a:srgbClr val="0D236A"/>
          </a:solidFill>
        </a:ln>
      </dgm:spPr>
      <dgm:t>
        <a:bodyPr/>
        <a:lstStyle/>
        <a:p>
          <a:pPr>
            <a:lnSpc>
              <a:spcPct val="100000"/>
            </a:lnSpc>
          </a:pPr>
          <a:r>
            <a:rPr lang="en-US" sz="1800" b="0" i="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Hypothesis-driven thinking</a:t>
          </a:r>
        </a:p>
      </dgm:t>
    </dgm:pt>
    <dgm:pt modelId="{F548D6B3-7D1C-5344-9F11-AC72BE6C809E}" type="parTrans" cxnId="{28502311-A605-3242-B4FD-26962F522B9A}">
      <dgm:prSet/>
      <dgm:spPr/>
      <dgm:t>
        <a:bodyPr/>
        <a:lstStyle/>
        <a:p>
          <a:endParaRPr lang="en-US"/>
        </a:p>
      </dgm:t>
    </dgm:pt>
    <dgm:pt modelId="{D05273A8-D6B1-5944-96BC-F6C194BD5838}" type="sibTrans" cxnId="{28502311-A605-3242-B4FD-26962F522B9A}">
      <dgm:prSet/>
      <dgm:spPr/>
      <dgm:t>
        <a:bodyPr/>
        <a:lstStyle/>
        <a:p>
          <a:endParaRPr lang="en-US"/>
        </a:p>
      </dgm:t>
    </dgm:pt>
    <dgm:pt modelId="{B6E96B51-C7AD-964E-BF19-30D063355D31}">
      <dgm:prSet phldrT="[Text]" custT="1"/>
      <dgm:spPr>
        <a:solidFill>
          <a:srgbClr val="0D236A"/>
        </a:solidFill>
        <a:ln>
          <a:noFill/>
        </a:ln>
      </dgm:spPr>
      <dgm:t>
        <a:bodyPr/>
        <a:lstStyle/>
        <a:p>
          <a:r>
            <a:rPr lang="en-US" sz="2400" b="0" i="0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Exit Optionality</a:t>
          </a:r>
        </a:p>
      </dgm:t>
    </dgm:pt>
    <dgm:pt modelId="{D82ECC86-7152-B84B-AFC4-59DFEF488040}" type="parTrans" cxnId="{32AC5BE8-A570-B443-847A-89F32654F5CA}">
      <dgm:prSet/>
      <dgm:spPr/>
      <dgm:t>
        <a:bodyPr/>
        <a:lstStyle/>
        <a:p>
          <a:endParaRPr lang="en-US"/>
        </a:p>
      </dgm:t>
    </dgm:pt>
    <dgm:pt modelId="{428896AF-9DE9-4F46-B2E8-17806E196D40}" type="sibTrans" cxnId="{32AC5BE8-A570-B443-847A-89F32654F5CA}">
      <dgm:prSet/>
      <dgm:spPr/>
      <dgm:t>
        <a:bodyPr/>
        <a:lstStyle/>
        <a:p>
          <a:endParaRPr lang="en-US"/>
        </a:p>
      </dgm:t>
    </dgm:pt>
    <dgm:pt modelId="{433A763B-97A0-624A-A935-B46549DDE6FE}">
      <dgm:prSet phldrT="[Text]" custT="1"/>
      <dgm:spPr>
        <a:noFill/>
        <a:ln>
          <a:solidFill>
            <a:srgbClr val="0D236A"/>
          </a:solidFill>
        </a:ln>
      </dgm:spPr>
      <dgm:t>
        <a:bodyPr/>
        <a:lstStyle/>
        <a:p>
          <a:pPr>
            <a:lnSpc>
              <a:spcPct val="100000"/>
            </a:lnSpc>
          </a:pPr>
          <a:r>
            <a:rPr lang="en-US" sz="1800" b="0" i="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Private equity &amp; investing</a:t>
          </a:r>
        </a:p>
      </dgm:t>
    </dgm:pt>
    <dgm:pt modelId="{CF231AAC-77A3-C546-B944-B2570FF92B4D}" type="parTrans" cxnId="{60F9559E-AA86-EB44-893E-8D96233FD745}">
      <dgm:prSet/>
      <dgm:spPr/>
      <dgm:t>
        <a:bodyPr/>
        <a:lstStyle/>
        <a:p>
          <a:endParaRPr lang="en-US"/>
        </a:p>
      </dgm:t>
    </dgm:pt>
    <dgm:pt modelId="{27FDCDAD-DDD5-EF48-A18D-B93C48972D11}" type="sibTrans" cxnId="{60F9559E-AA86-EB44-893E-8D96233FD745}">
      <dgm:prSet/>
      <dgm:spPr/>
      <dgm:t>
        <a:bodyPr/>
        <a:lstStyle/>
        <a:p>
          <a:endParaRPr lang="en-US"/>
        </a:p>
      </dgm:t>
    </dgm:pt>
    <dgm:pt modelId="{FFBC2DC0-A708-6340-937C-71B74BE94222}">
      <dgm:prSet phldrT="[Text]" custT="1"/>
      <dgm:spPr>
        <a:noFill/>
        <a:ln>
          <a:solidFill>
            <a:srgbClr val="0D236A"/>
          </a:solidFill>
        </a:ln>
      </dgm:spPr>
      <dgm:t>
        <a:bodyPr/>
        <a:lstStyle/>
        <a:p>
          <a:pPr>
            <a:lnSpc>
              <a:spcPct val="100000"/>
            </a:lnSpc>
          </a:pPr>
          <a:r>
            <a:rPr lang="en-US" sz="1800" b="0" i="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Venture / startups</a:t>
          </a:r>
        </a:p>
      </dgm:t>
    </dgm:pt>
    <dgm:pt modelId="{E550FB41-E6DE-624E-A519-F27AA6484778}" type="parTrans" cxnId="{39D06841-523F-3840-98ED-2C5AF932DCAB}">
      <dgm:prSet/>
      <dgm:spPr/>
      <dgm:t>
        <a:bodyPr/>
        <a:lstStyle/>
        <a:p>
          <a:endParaRPr lang="en-US"/>
        </a:p>
      </dgm:t>
    </dgm:pt>
    <dgm:pt modelId="{58058EF2-F0B3-5747-8E31-DE5E0319ADBA}" type="sibTrans" cxnId="{39D06841-523F-3840-98ED-2C5AF932DCAB}">
      <dgm:prSet/>
      <dgm:spPr/>
      <dgm:t>
        <a:bodyPr/>
        <a:lstStyle/>
        <a:p>
          <a:endParaRPr lang="en-US"/>
        </a:p>
      </dgm:t>
    </dgm:pt>
    <dgm:pt modelId="{8BFCB1C5-085B-9842-9746-2AFBFF28FE25}">
      <dgm:prSet phldrT="[Text]" custT="1"/>
      <dgm:spPr>
        <a:noFill/>
        <a:ln>
          <a:solidFill>
            <a:srgbClr val="0D236A"/>
          </a:solidFill>
        </a:ln>
      </dgm:spPr>
      <dgm:t>
        <a:bodyPr/>
        <a:lstStyle/>
        <a:p>
          <a:pPr>
            <a:lnSpc>
              <a:spcPct val="100000"/>
            </a:lnSpc>
          </a:pPr>
          <a:r>
            <a:rPr lang="en-US" sz="1800" b="0" i="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Corporate strategy &amp; leadership</a:t>
          </a:r>
        </a:p>
      </dgm:t>
    </dgm:pt>
    <dgm:pt modelId="{2A1F2C24-DEFF-B642-9CA5-23649B34B2E1}" type="parTrans" cxnId="{5B265891-61D1-0F47-8629-404407641131}">
      <dgm:prSet/>
      <dgm:spPr/>
      <dgm:t>
        <a:bodyPr/>
        <a:lstStyle/>
        <a:p>
          <a:endParaRPr lang="en-US"/>
        </a:p>
      </dgm:t>
    </dgm:pt>
    <dgm:pt modelId="{8D085005-089A-5E45-808F-E8CE943BCE77}" type="sibTrans" cxnId="{5B265891-61D1-0F47-8629-404407641131}">
      <dgm:prSet/>
      <dgm:spPr/>
      <dgm:t>
        <a:bodyPr/>
        <a:lstStyle/>
        <a:p>
          <a:endParaRPr lang="en-US"/>
        </a:p>
      </dgm:t>
    </dgm:pt>
    <dgm:pt modelId="{3DCFBC2B-A841-3746-AC69-F1C1B42BFC05}">
      <dgm:prSet phldrT="[Text]" custT="1"/>
      <dgm:spPr>
        <a:noFill/>
        <a:ln>
          <a:solidFill>
            <a:srgbClr val="0D236A"/>
          </a:solidFill>
        </a:ln>
      </dgm:spPr>
      <dgm:t>
        <a:bodyPr/>
        <a:lstStyle/>
        <a:p>
          <a:pPr>
            <a:lnSpc>
              <a:spcPct val="100000"/>
            </a:lnSpc>
          </a:pPr>
          <a:r>
            <a:rPr lang="en-US" sz="1800" b="0" i="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Public sector / policy</a:t>
          </a:r>
        </a:p>
      </dgm:t>
    </dgm:pt>
    <dgm:pt modelId="{C003E67E-DF4D-BD43-906E-E0BF796A3C30}" type="parTrans" cxnId="{CE526380-AB02-DC4B-BAD2-4A876A6FDA7A}">
      <dgm:prSet/>
      <dgm:spPr/>
      <dgm:t>
        <a:bodyPr/>
        <a:lstStyle/>
        <a:p>
          <a:endParaRPr lang="en-US"/>
        </a:p>
      </dgm:t>
    </dgm:pt>
    <dgm:pt modelId="{ED90CAE4-1A2D-CF43-B5D6-65B68EBD4DE0}" type="sibTrans" cxnId="{CE526380-AB02-DC4B-BAD2-4A876A6FDA7A}">
      <dgm:prSet/>
      <dgm:spPr/>
      <dgm:t>
        <a:bodyPr/>
        <a:lstStyle/>
        <a:p>
          <a:endParaRPr lang="en-US"/>
        </a:p>
      </dgm:t>
    </dgm:pt>
    <dgm:pt modelId="{1E1949B2-C39A-1E43-9343-FF099E71EE76}">
      <dgm:prSet phldrT="[Text]" custT="1"/>
      <dgm:spPr>
        <a:noFill/>
        <a:ln>
          <a:solidFill>
            <a:srgbClr val="0D236A"/>
          </a:solidFill>
        </a:ln>
      </dgm:spPr>
      <dgm:t>
        <a:bodyPr/>
        <a:lstStyle/>
        <a:p>
          <a:pPr>
            <a:lnSpc>
              <a:spcPct val="100000"/>
            </a:lnSpc>
          </a:pPr>
          <a:r>
            <a:rPr lang="en-US" sz="1800" b="0" i="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Grad school / academia</a:t>
          </a:r>
        </a:p>
      </dgm:t>
    </dgm:pt>
    <dgm:pt modelId="{9B674895-0763-074F-9350-3ABE745C3312}" type="parTrans" cxnId="{9617DC32-9FCB-194E-9D7B-B46B4FF9CCF6}">
      <dgm:prSet/>
      <dgm:spPr/>
      <dgm:t>
        <a:bodyPr/>
        <a:lstStyle/>
        <a:p>
          <a:endParaRPr lang="en-US"/>
        </a:p>
      </dgm:t>
    </dgm:pt>
    <dgm:pt modelId="{C333F707-C911-7744-BB96-925682361AF8}" type="sibTrans" cxnId="{9617DC32-9FCB-194E-9D7B-B46B4FF9CCF6}">
      <dgm:prSet/>
      <dgm:spPr/>
      <dgm:t>
        <a:bodyPr/>
        <a:lstStyle/>
        <a:p>
          <a:endParaRPr lang="en-US"/>
        </a:p>
      </dgm:t>
    </dgm:pt>
    <dgm:pt modelId="{BE5E0741-7C1C-9A47-9AE3-13D580A11048}">
      <dgm:prSet phldrT="[Text]" custT="1"/>
      <dgm:spPr>
        <a:noFill/>
        <a:ln>
          <a:solidFill>
            <a:srgbClr val="0D236A"/>
          </a:solidFill>
        </a:ln>
      </dgm:spPr>
      <dgm:t>
        <a:bodyPr/>
        <a:lstStyle/>
        <a:p>
          <a:pPr>
            <a:lnSpc>
              <a:spcPct val="100000"/>
            </a:lnSpc>
          </a:pPr>
          <a:r>
            <a:rPr lang="en-US" sz="1800" b="0" i="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Direct interactions with senior leadership</a:t>
          </a:r>
        </a:p>
      </dgm:t>
    </dgm:pt>
    <dgm:pt modelId="{9074A9B5-A218-584E-B9FC-658A88E0AE65}" type="sibTrans" cxnId="{57B24A90-7290-5546-9066-713A97238E80}">
      <dgm:prSet/>
      <dgm:spPr/>
      <dgm:t>
        <a:bodyPr/>
        <a:lstStyle/>
        <a:p>
          <a:endParaRPr lang="en-US"/>
        </a:p>
      </dgm:t>
    </dgm:pt>
    <dgm:pt modelId="{17588529-CD25-3B43-A7D7-8E5881C626BE}" type="parTrans" cxnId="{57B24A90-7290-5546-9066-713A97238E80}">
      <dgm:prSet/>
      <dgm:spPr/>
      <dgm:t>
        <a:bodyPr/>
        <a:lstStyle/>
        <a:p>
          <a:endParaRPr lang="en-US"/>
        </a:p>
      </dgm:t>
    </dgm:pt>
    <dgm:pt modelId="{DA9D1A3D-F326-B642-98F0-4510AC879904}">
      <dgm:prSet phldrT="[Text]" custT="1"/>
      <dgm:spPr>
        <a:noFill/>
        <a:ln>
          <a:solidFill>
            <a:srgbClr val="0D236A"/>
          </a:solidFill>
        </a:ln>
      </dgm:spPr>
      <dgm:t>
        <a:bodyPr/>
        <a:lstStyle/>
        <a:p>
          <a:pPr>
            <a:lnSpc>
              <a:spcPct val="100000"/>
            </a:lnSpc>
          </a:pPr>
          <a:r>
            <a:rPr lang="en-US" sz="1800" b="0" i="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Ownership of workstreams</a:t>
          </a:r>
        </a:p>
      </dgm:t>
    </dgm:pt>
    <dgm:pt modelId="{21DFFCAF-6FA5-704B-823C-7A70C9576674}" type="parTrans" cxnId="{8C654C75-A4DE-2342-ADEB-AD487F893B6A}">
      <dgm:prSet/>
      <dgm:spPr/>
      <dgm:t>
        <a:bodyPr/>
        <a:lstStyle/>
        <a:p>
          <a:endParaRPr lang="en-US"/>
        </a:p>
      </dgm:t>
    </dgm:pt>
    <dgm:pt modelId="{6881A386-A7A9-294A-9BBC-6202529E9EEF}" type="sibTrans" cxnId="{8C654C75-A4DE-2342-ADEB-AD487F893B6A}">
      <dgm:prSet/>
      <dgm:spPr/>
      <dgm:t>
        <a:bodyPr/>
        <a:lstStyle/>
        <a:p>
          <a:endParaRPr lang="en-US"/>
        </a:p>
      </dgm:t>
    </dgm:pt>
    <dgm:pt modelId="{53BEE7C3-310F-7C4C-9BF4-EAE38E6E2AA6}">
      <dgm:prSet phldrT="[Text]" custT="1"/>
      <dgm:spPr>
        <a:noFill/>
        <a:ln>
          <a:solidFill>
            <a:srgbClr val="0D236A"/>
          </a:solidFill>
        </a:ln>
      </dgm:spPr>
      <dgm:t>
        <a:bodyPr/>
        <a:lstStyle/>
        <a:p>
          <a:pPr>
            <a:lnSpc>
              <a:spcPct val="100000"/>
            </a:lnSpc>
          </a:pPr>
          <a:r>
            <a:rPr lang="en-US" sz="1800" b="0" i="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Small-team accountability</a:t>
          </a:r>
        </a:p>
      </dgm:t>
    </dgm:pt>
    <dgm:pt modelId="{1C935275-3988-7A4A-918A-2AD3F84EC44D}" type="parTrans" cxnId="{E5803B30-47A7-A941-9CF2-9CFED09BCD0E}">
      <dgm:prSet/>
      <dgm:spPr/>
      <dgm:t>
        <a:bodyPr/>
        <a:lstStyle/>
        <a:p>
          <a:endParaRPr lang="en-US"/>
        </a:p>
      </dgm:t>
    </dgm:pt>
    <dgm:pt modelId="{5D0113B6-4AB5-9443-8747-73CEB2D084B1}" type="sibTrans" cxnId="{E5803B30-47A7-A941-9CF2-9CFED09BCD0E}">
      <dgm:prSet/>
      <dgm:spPr/>
      <dgm:t>
        <a:bodyPr/>
        <a:lstStyle/>
        <a:p>
          <a:endParaRPr lang="en-US"/>
        </a:p>
      </dgm:t>
    </dgm:pt>
    <dgm:pt modelId="{5EC92A55-6FE9-A747-9FB3-8EBB8458F30E}">
      <dgm:prSet phldrT="[Text]" custT="1"/>
      <dgm:spPr>
        <a:noFill/>
        <a:ln>
          <a:solidFill>
            <a:srgbClr val="0D236A"/>
          </a:solidFill>
        </a:ln>
      </dgm:spPr>
      <dgm:t>
        <a:bodyPr/>
        <a:lstStyle/>
        <a:p>
          <a:pPr>
            <a:lnSpc>
              <a:spcPct val="100000"/>
            </a:lnSpc>
          </a:pPr>
          <a:r>
            <a:rPr lang="en-US" sz="1800" b="0" i="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MECE approach</a:t>
          </a:r>
        </a:p>
      </dgm:t>
    </dgm:pt>
    <dgm:pt modelId="{D8FFB72B-FC99-804A-8F17-32520EF4B754}" type="parTrans" cxnId="{92A9EE73-4755-5341-8A65-77B2BD65BCA6}">
      <dgm:prSet/>
      <dgm:spPr/>
      <dgm:t>
        <a:bodyPr/>
        <a:lstStyle/>
        <a:p>
          <a:endParaRPr lang="en-US"/>
        </a:p>
      </dgm:t>
    </dgm:pt>
    <dgm:pt modelId="{D67109EC-4612-A240-B89A-E6AA262B77E2}" type="sibTrans" cxnId="{92A9EE73-4755-5341-8A65-77B2BD65BCA6}">
      <dgm:prSet/>
      <dgm:spPr/>
      <dgm:t>
        <a:bodyPr/>
        <a:lstStyle/>
        <a:p>
          <a:endParaRPr lang="en-US"/>
        </a:p>
      </dgm:t>
    </dgm:pt>
    <dgm:pt modelId="{B2745B64-597E-D845-9A5D-99DB9E545761}">
      <dgm:prSet phldrT="[Text]" custT="1"/>
      <dgm:spPr>
        <a:noFill/>
        <a:ln>
          <a:solidFill>
            <a:srgbClr val="0D236A"/>
          </a:solidFill>
        </a:ln>
      </dgm:spPr>
      <dgm:t>
        <a:bodyPr/>
        <a:lstStyle/>
        <a:p>
          <a:pPr>
            <a:lnSpc>
              <a:spcPct val="100000"/>
            </a:lnSpc>
          </a:pPr>
          <a:r>
            <a:rPr lang="en-US" sz="1800" b="0" i="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Professional communication</a:t>
          </a:r>
        </a:p>
      </dgm:t>
    </dgm:pt>
    <dgm:pt modelId="{095E00DC-0258-E342-956C-4B1E07021EE0}" type="parTrans" cxnId="{F308F01D-25B4-BE45-B341-97B20478E32D}">
      <dgm:prSet/>
      <dgm:spPr/>
      <dgm:t>
        <a:bodyPr/>
        <a:lstStyle/>
        <a:p>
          <a:endParaRPr lang="en-US"/>
        </a:p>
      </dgm:t>
    </dgm:pt>
    <dgm:pt modelId="{EBFB3D6B-A9FB-F64B-B688-CE477F154D33}" type="sibTrans" cxnId="{F308F01D-25B4-BE45-B341-97B20478E32D}">
      <dgm:prSet/>
      <dgm:spPr/>
      <dgm:t>
        <a:bodyPr/>
        <a:lstStyle/>
        <a:p>
          <a:endParaRPr lang="en-US"/>
        </a:p>
      </dgm:t>
    </dgm:pt>
    <dgm:pt modelId="{915526EE-70EC-A54B-8A35-3C8763635637}">
      <dgm:prSet phldrT="[Text]" custT="1"/>
      <dgm:spPr>
        <a:noFill/>
        <a:ln>
          <a:solidFill>
            <a:srgbClr val="0D236A"/>
          </a:solidFill>
        </a:ln>
      </dgm:spPr>
      <dgm:t>
        <a:bodyPr/>
        <a:lstStyle/>
        <a:p>
          <a:pPr>
            <a:lnSpc>
              <a:spcPct val="100000"/>
            </a:lnSpc>
          </a:pPr>
          <a:r>
            <a:rPr lang="en-US" sz="1800" b="0" i="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Quantitative rigor</a:t>
          </a:r>
        </a:p>
      </dgm:t>
    </dgm:pt>
    <dgm:pt modelId="{1656E43C-D51B-E24D-AEBB-550F00688CB2}" type="parTrans" cxnId="{A255E22F-9473-0B46-B3B0-DCBEDC359F55}">
      <dgm:prSet/>
      <dgm:spPr/>
      <dgm:t>
        <a:bodyPr/>
        <a:lstStyle/>
        <a:p>
          <a:endParaRPr lang="en-US"/>
        </a:p>
      </dgm:t>
    </dgm:pt>
    <dgm:pt modelId="{976BB657-E574-644E-8365-F064798A6A78}" type="sibTrans" cxnId="{A255E22F-9473-0B46-B3B0-DCBEDC359F55}">
      <dgm:prSet/>
      <dgm:spPr/>
      <dgm:t>
        <a:bodyPr/>
        <a:lstStyle/>
        <a:p>
          <a:endParaRPr lang="en-US"/>
        </a:p>
      </dgm:t>
    </dgm:pt>
    <dgm:pt modelId="{AEC65F9F-57E6-E04C-B6E3-04C016C6C7BD}">
      <dgm:prSet phldrT="[Text]" custT="1"/>
      <dgm:spPr>
        <a:noFill/>
        <a:ln>
          <a:solidFill>
            <a:srgbClr val="0D236A"/>
          </a:solidFill>
        </a:ln>
      </dgm:spPr>
      <dgm:t>
        <a:bodyPr/>
        <a:lstStyle/>
        <a:p>
          <a:pPr>
            <a:lnSpc>
              <a:spcPct val="100000"/>
            </a:lnSpc>
          </a:pPr>
          <a:r>
            <a:rPr lang="en-US" sz="1800" b="0" i="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High-frequency feedback</a:t>
          </a:r>
        </a:p>
      </dgm:t>
    </dgm:pt>
    <dgm:pt modelId="{E8BFC204-A096-7445-A43D-FD12C05EFF33}" type="parTrans" cxnId="{9526382F-2FDE-8C4F-AB21-8C43C05236CD}">
      <dgm:prSet/>
      <dgm:spPr/>
      <dgm:t>
        <a:bodyPr/>
        <a:lstStyle/>
        <a:p>
          <a:endParaRPr lang="en-US"/>
        </a:p>
      </dgm:t>
    </dgm:pt>
    <dgm:pt modelId="{89B3BB55-AD8C-4D46-83B3-2A66362BBEDF}" type="sibTrans" cxnId="{9526382F-2FDE-8C4F-AB21-8C43C05236CD}">
      <dgm:prSet/>
      <dgm:spPr/>
      <dgm:t>
        <a:bodyPr/>
        <a:lstStyle/>
        <a:p>
          <a:endParaRPr lang="en-US"/>
        </a:p>
      </dgm:t>
    </dgm:pt>
    <dgm:pt modelId="{02B2CE09-F7C1-0243-97D2-CBF294C81883}" type="pres">
      <dgm:prSet presAssocID="{2129FB80-0324-354E-B806-EEA95F7AAE0A}" presName="Name0" presStyleCnt="0">
        <dgm:presLayoutVars>
          <dgm:dir/>
          <dgm:animLvl val="lvl"/>
          <dgm:resizeHandles val="exact"/>
        </dgm:presLayoutVars>
      </dgm:prSet>
      <dgm:spPr/>
    </dgm:pt>
    <dgm:pt modelId="{103AC4AD-C39A-704D-95EB-9DA291A4DFC9}" type="pres">
      <dgm:prSet presAssocID="{A921C963-76CB-064B-8D51-AF46102C2DD2}" presName="composite" presStyleCnt="0"/>
      <dgm:spPr/>
    </dgm:pt>
    <dgm:pt modelId="{6C24B027-497B-AC48-8531-985CF619F93D}" type="pres">
      <dgm:prSet presAssocID="{A921C963-76CB-064B-8D51-AF46102C2DD2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E6A28A15-73B9-E845-AEA4-BD7743672360}" type="pres">
      <dgm:prSet presAssocID="{A921C963-76CB-064B-8D51-AF46102C2DD2}" presName="desTx" presStyleLbl="alignAccFollowNode1" presStyleIdx="0" presStyleCnt="3">
        <dgm:presLayoutVars>
          <dgm:bulletEnabled val="1"/>
        </dgm:presLayoutVars>
      </dgm:prSet>
      <dgm:spPr/>
    </dgm:pt>
    <dgm:pt modelId="{4781C1B5-6F5D-CF44-BFF4-5306A215E48B}" type="pres">
      <dgm:prSet presAssocID="{3855AA1A-47CD-5C4E-A79A-B799134BDD05}" presName="space" presStyleCnt="0"/>
      <dgm:spPr/>
    </dgm:pt>
    <dgm:pt modelId="{CF8EBF52-439B-3A44-B6D3-6DF0C1D84838}" type="pres">
      <dgm:prSet presAssocID="{B7665E71-18F4-8E4E-BEE8-B45E44FB4DC6}" presName="composite" presStyleCnt="0"/>
      <dgm:spPr/>
    </dgm:pt>
    <dgm:pt modelId="{D9F6D74E-05A9-2941-AEBB-4D8DCF162B5C}" type="pres">
      <dgm:prSet presAssocID="{B7665E71-18F4-8E4E-BEE8-B45E44FB4DC6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B35A43C8-B4FA-6F4F-B2D6-771E2A7AEE03}" type="pres">
      <dgm:prSet presAssocID="{B7665E71-18F4-8E4E-BEE8-B45E44FB4DC6}" presName="desTx" presStyleLbl="alignAccFollowNode1" presStyleIdx="1" presStyleCnt="3">
        <dgm:presLayoutVars>
          <dgm:bulletEnabled val="1"/>
        </dgm:presLayoutVars>
      </dgm:prSet>
      <dgm:spPr/>
    </dgm:pt>
    <dgm:pt modelId="{E29007BB-9369-8646-9AE5-740FFD62DA45}" type="pres">
      <dgm:prSet presAssocID="{6A57890D-555D-B44B-A6E4-C31231EBA56B}" presName="space" presStyleCnt="0"/>
      <dgm:spPr/>
    </dgm:pt>
    <dgm:pt modelId="{5CE0F352-F4D2-F641-80D1-325E8CAF5BB1}" type="pres">
      <dgm:prSet presAssocID="{B6E96B51-C7AD-964E-BF19-30D063355D31}" presName="composite" presStyleCnt="0"/>
      <dgm:spPr/>
    </dgm:pt>
    <dgm:pt modelId="{608C27F6-E80D-9345-97DA-CC3D2A9F970B}" type="pres">
      <dgm:prSet presAssocID="{B6E96B51-C7AD-964E-BF19-30D063355D31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66018B46-6091-3A4A-841F-E0C69EFE320E}" type="pres">
      <dgm:prSet presAssocID="{B6E96B51-C7AD-964E-BF19-30D063355D31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2BAB8208-70DD-8243-8C9C-73AEDBBEB316}" srcId="{2129FB80-0324-354E-B806-EEA95F7AAE0A}" destId="{A921C963-76CB-064B-8D51-AF46102C2DD2}" srcOrd="0" destOrd="0" parTransId="{A06AD0AA-E048-DA40-8791-45E4527D1BB5}" sibTransId="{3855AA1A-47CD-5C4E-A79A-B799134BDD05}"/>
    <dgm:cxn modelId="{3315D309-11FF-8F42-BFD4-A6CDFE5C69E9}" type="presOf" srcId="{AEC65F9F-57E6-E04C-B6E3-04C016C6C7BD}" destId="{B35A43C8-B4FA-6F4F-B2D6-771E2A7AEE03}" srcOrd="0" destOrd="4" presId="urn:microsoft.com/office/officeart/2005/8/layout/hList1"/>
    <dgm:cxn modelId="{28502311-A605-3242-B4FD-26962F522B9A}" srcId="{B7665E71-18F4-8E4E-BEE8-B45E44FB4DC6}" destId="{E0A0F715-2CED-6E4F-8595-941BE9CAF41C}" srcOrd="0" destOrd="0" parTransId="{F548D6B3-7D1C-5344-9F11-AC72BE6C809E}" sibTransId="{D05273A8-D6B1-5944-96BC-F6C194BD5838}"/>
    <dgm:cxn modelId="{E5994012-D943-1842-A186-0B4FA25C03E1}" srcId="{A921C963-76CB-064B-8D51-AF46102C2DD2}" destId="{A3641665-62AB-264B-A053-50DEB83534A8}" srcOrd="0" destOrd="0" parTransId="{F4B105FA-205D-D443-9C41-FCB1FC6A283E}" sibTransId="{D9F211DB-2A60-EB43-AB50-EB3701324372}"/>
    <dgm:cxn modelId="{34B8B815-F0D4-9344-8E21-A6E7EE460C01}" type="presOf" srcId="{B2745B64-597E-D845-9A5D-99DB9E545761}" destId="{B35A43C8-B4FA-6F4F-B2D6-771E2A7AEE03}" srcOrd="0" destOrd="2" presId="urn:microsoft.com/office/officeart/2005/8/layout/hList1"/>
    <dgm:cxn modelId="{F308F01D-25B4-BE45-B341-97B20478E32D}" srcId="{B7665E71-18F4-8E4E-BEE8-B45E44FB4DC6}" destId="{B2745B64-597E-D845-9A5D-99DB9E545761}" srcOrd="2" destOrd="0" parTransId="{095E00DC-0258-E342-956C-4B1E07021EE0}" sibTransId="{EBFB3D6B-A9FB-F64B-B688-CE477F154D33}"/>
    <dgm:cxn modelId="{9FDD1F1E-6FC9-9749-8B83-29940E5CEE4B}" type="presOf" srcId="{1E1949B2-C39A-1E43-9343-FF099E71EE76}" destId="{66018B46-6091-3A4A-841F-E0C69EFE320E}" srcOrd="0" destOrd="4" presId="urn:microsoft.com/office/officeart/2005/8/layout/hList1"/>
    <dgm:cxn modelId="{C4E40D25-C0F5-E04B-9346-B00CB8AD27BA}" type="presOf" srcId="{3DCFBC2B-A841-3746-AC69-F1C1B42BFC05}" destId="{66018B46-6091-3A4A-841F-E0C69EFE320E}" srcOrd="0" destOrd="3" presId="urn:microsoft.com/office/officeart/2005/8/layout/hList1"/>
    <dgm:cxn modelId="{E70F802E-AC27-DA4C-AFCB-659216435CDA}" type="presOf" srcId="{B6E96B51-C7AD-964E-BF19-30D063355D31}" destId="{608C27F6-E80D-9345-97DA-CC3D2A9F970B}" srcOrd="0" destOrd="0" presId="urn:microsoft.com/office/officeart/2005/8/layout/hList1"/>
    <dgm:cxn modelId="{9526382F-2FDE-8C4F-AB21-8C43C05236CD}" srcId="{B7665E71-18F4-8E4E-BEE8-B45E44FB4DC6}" destId="{AEC65F9F-57E6-E04C-B6E3-04C016C6C7BD}" srcOrd="4" destOrd="0" parTransId="{E8BFC204-A096-7445-A43D-FD12C05EFF33}" sibTransId="{89B3BB55-AD8C-4D46-83B3-2A66362BBEDF}"/>
    <dgm:cxn modelId="{A255E22F-9473-0B46-B3B0-DCBEDC359F55}" srcId="{B7665E71-18F4-8E4E-BEE8-B45E44FB4DC6}" destId="{915526EE-70EC-A54B-8A35-3C8763635637}" srcOrd="3" destOrd="0" parTransId="{1656E43C-D51B-E24D-AEBB-550F00688CB2}" sibTransId="{976BB657-E574-644E-8365-F064798A6A78}"/>
    <dgm:cxn modelId="{E5803B30-47A7-A941-9CF2-9CFED09BCD0E}" srcId="{A921C963-76CB-064B-8D51-AF46102C2DD2}" destId="{53BEE7C3-310F-7C4C-9BF4-EAE38E6E2AA6}" srcOrd="3" destOrd="0" parTransId="{1C935275-3988-7A4A-918A-2AD3F84EC44D}" sibTransId="{5D0113B6-4AB5-9443-8747-73CEB2D084B1}"/>
    <dgm:cxn modelId="{9617DC32-9FCB-194E-9D7B-B46B4FF9CCF6}" srcId="{B6E96B51-C7AD-964E-BF19-30D063355D31}" destId="{1E1949B2-C39A-1E43-9343-FF099E71EE76}" srcOrd="4" destOrd="0" parTransId="{9B674895-0763-074F-9350-3ABE745C3312}" sibTransId="{C333F707-C911-7744-BB96-925682361AF8}"/>
    <dgm:cxn modelId="{91C18840-B30D-864E-A206-23B13A49BAF1}" type="presOf" srcId="{A921C963-76CB-064B-8D51-AF46102C2DD2}" destId="{6C24B027-497B-AC48-8531-985CF619F93D}" srcOrd="0" destOrd="0" presId="urn:microsoft.com/office/officeart/2005/8/layout/hList1"/>
    <dgm:cxn modelId="{39D06841-523F-3840-98ED-2C5AF932DCAB}" srcId="{B6E96B51-C7AD-964E-BF19-30D063355D31}" destId="{FFBC2DC0-A708-6340-937C-71B74BE94222}" srcOrd="1" destOrd="0" parTransId="{E550FB41-E6DE-624E-A519-F27AA6484778}" sibTransId="{58058EF2-F0B3-5747-8E31-DE5E0319ADBA}"/>
    <dgm:cxn modelId="{3B993A4F-38AA-404A-B0C2-96F187F2F131}" type="presOf" srcId="{A3641665-62AB-264B-A053-50DEB83534A8}" destId="{E6A28A15-73B9-E845-AEA4-BD7743672360}" srcOrd="0" destOrd="0" presId="urn:microsoft.com/office/officeart/2005/8/layout/hList1"/>
    <dgm:cxn modelId="{AF430B60-35AF-1045-ACB8-907D9C06EC32}" srcId="{2129FB80-0324-354E-B806-EEA95F7AAE0A}" destId="{B7665E71-18F4-8E4E-BEE8-B45E44FB4DC6}" srcOrd="1" destOrd="0" parTransId="{9DF84B06-9917-B447-A4BF-EDE18B903891}" sibTransId="{6A57890D-555D-B44B-A6E4-C31231EBA56B}"/>
    <dgm:cxn modelId="{B4336470-729E-7A44-BAAC-F405003ED51D}" type="presOf" srcId="{B7665E71-18F4-8E4E-BEE8-B45E44FB4DC6}" destId="{D9F6D74E-05A9-2941-AEBB-4D8DCF162B5C}" srcOrd="0" destOrd="0" presId="urn:microsoft.com/office/officeart/2005/8/layout/hList1"/>
    <dgm:cxn modelId="{92A9EE73-4755-5341-8A65-77B2BD65BCA6}" srcId="{B7665E71-18F4-8E4E-BEE8-B45E44FB4DC6}" destId="{5EC92A55-6FE9-A747-9FB3-8EBB8458F30E}" srcOrd="1" destOrd="0" parTransId="{D8FFB72B-FC99-804A-8F17-32520EF4B754}" sibTransId="{D67109EC-4612-A240-B89A-E6AA262B77E2}"/>
    <dgm:cxn modelId="{8C654C75-A4DE-2342-ADEB-AD487F893B6A}" srcId="{A921C963-76CB-064B-8D51-AF46102C2DD2}" destId="{DA9D1A3D-F326-B642-98F0-4510AC879904}" srcOrd="2" destOrd="0" parTransId="{21DFFCAF-6FA5-704B-823C-7A70C9576674}" sibTransId="{6881A386-A7A9-294A-9BBC-6202529E9EEF}"/>
    <dgm:cxn modelId="{CE526380-AB02-DC4B-BAD2-4A876A6FDA7A}" srcId="{B6E96B51-C7AD-964E-BF19-30D063355D31}" destId="{3DCFBC2B-A841-3746-AC69-F1C1B42BFC05}" srcOrd="3" destOrd="0" parTransId="{C003E67E-DF4D-BD43-906E-E0BF796A3C30}" sibTransId="{ED90CAE4-1A2D-CF43-B5D6-65B68EBD4DE0}"/>
    <dgm:cxn modelId="{C0979885-77AC-F24A-9BC7-FDEEBAD3EDB9}" type="presOf" srcId="{2129FB80-0324-354E-B806-EEA95F7AAE0A}" destId="{02B2CE09-F7C1-0243-97D2-CBF294C81883}" srcOrd="0" destOrd="0" presId="urn:microsoft.com/office/officeart/2005/8/layout/hList1"/>
    <dgm:cxn modelId="{56436B8C-E0F7-A246-9C6F-FE18F127BA3B}" type="presOf" srcId="{DA9D1A3D-F326-B642-98F0-4510AC879904}" destId="{E6A28A15-73B9-E845-AEA4-BD7743672360}" srcOrd="0" destOrd="2" presId="urn:microsoft.com/office/officeart/2005/8/layout/hList1"/>
    <dgm:cxn modelId="{1778CF8D-5B88-B34E-8C15-E442ADDC1C16}" type="presOf" srcId="{53BEE7C3-310F-7C4C-9BF4-EAE38E6E2AA6}" destId="{E6A28A15-73B9-E845-AEA4-BD7743672360}" srcOrd="0" destOrd="3" presId="urn:microsoft.com/office/officeart/2005/8/layout/hList1"/>
    <dgm:cxn modelId="{57B24A90-7290-5546-9066-713A97238E80}" srcId="{A921C963-76CB-064B-8D51-AF46102C2DD2}" destId="{BE5E0741-7C1C-9A47-9AE3-13D580A11048}" srcOrd="1" destOrd="0" parTransId="{17588529-CD25-3B43-A7D7-8E5881C626BE}" sibTransId="{9074A9B5-A218-584E-B9FC-658A88E0AE65}"/>
    <dgm:cxn modelId="{5B265891-61D1-0F47-8629-404407641131}" srcId="{B6E96B51-C7AD-964E-BF19-30D063355D31}" destId="{8BFCB1C5-085B-9842-9746-2AFBFF28FE25}" srcOrd="2" destOrd="0" parTransId="{2A1F2C24-DEFF-B642-9CA5-23649B34B2E1}" sibTransId="{8D085005-089A-5E45-808F-E8CE943BCE77}"/>
    <dgm:cxn modelId="{4ED26E98-46C3-434C-82E3-B0967CCA1317}" type="presOf" srcId="{915526EE-70EC-A54B-8A35-3C8763635637}" destId="{B35A43C8-B4FA-6F4F-B2D6-771E2A7AEE03}" srcOrd="0" destOrd="3" presId="urn:microsoft.com/office/officeart/2005/8/layout/hList1"/>
    <dgm:cxn modelId="{60F9559E-AA86-EB44-893E-8D96233FD745}" srcId="{B6E96B51-C7AD-964E-BF19-30D063355D31}" destId="{433A763B-97A0-624A-A935-B46549DDE6FE}" srcOrd="0" destOrd="0" parTransId="{CF231AAC-77A3-C546-B944-B2570FF92B4D}" sibTransId="{27FDCDAD-DDD5-EF48-A18D-B93C48972D11}"/>
    <dgm:cxn modelId="{16EC83C0-5F28-3641-A226-AEB4ADF44D40}" type="presOf" srcId="{5EC92A55-6FE9-A747-9FB3-8EBB8458F30E}" destId="{B35A43C8-B4FA-6F4F-B2D6-771E2A7AEE03}" srcOrd="0" destOrd="1" presId="urn:microsoft.com/office/officeart/2005/8/layout/hList1"/>
    <dgm:cxn modelId="{566839C2-0EEB-444A-96DD-AA6B7DA931D9}" type="presOf" srcId="{BE5E0741-7C1C-9A47-9AE3-13D580A11048}" destId="{E6A28A15-73B9-E845-AEA4-BD7743672360}" srcOrd="0" destOrd="1" presId="urn:microsoft.com/office/officeart/2005/8/layout/hList1"/>
    <dgm:cxn modelId="{6A355ADD-D383-F64C-B6D9-5060759F198C}" type="presOf" srcId="{E0A0F715-2CED-6E4F-8595-941BE9CAF41C}" destId="{B35A43C8-B4FA-6F4F-B2D6-771E2A7AEE03}" srcOrd="0" destOrd="0" presId="urn:microsoft.com/office/officeart/2005/8/layout/hList1"/>
    <dgm:cxn modelId="{6B5188E3-B3A2-FA4F-B8CB-300506DD2740}" type="presOf" srcId="{FFBC2DC0-A708-6340-937C-71B74BE94222}" destId="{66018B46-6091-3A4A-841F-E0C69EFE320E}" srcOrd="0" destOrd="1" presId="urn:microsoft.com/office/officeart/2005/8/layout/hList1"/>
    <dgm:cxn modelId="{32AC5BE8-A570-B443-847A-89F32654F5CA}" srcId="{2129FB80-0324-354E-B806-EEA95F7AAE0A}" destId="{B6E96B51-C7AD-964E-BF19-30D063355D31}" srcOrd="2" destOrd="0" parTransId="{D82ECC86-7152-B84B-AFC4-59DFEF488040}" sibTransId="{428896AF-9DE9-4F46-B2E8-17806E196D40}"/>
    <dgm:cxn modelId="{E81C4EF3-0D1E-8D40-AF3C-0AAB978A78A3}" type="presOf" srcId="{8BFCB1C5-085B-9842-9746-2AFBFF28FE25}" destId="{66018B46-6091-3A4A-841F-E0C69EFE320E}" srcOrd="0" destOrd="2" presId="urn:microsoft.com/office/officeart/2005/8/layout/hList1"/>
    <dgm:cxn modelId="{C01DD9FC-5451-BB48-8C70-14EBC9BA6A73}" type="presOf" srcId="{433A763B-97A0-624A-A935-B46549DDE6FE}" destId="{66018B46-6091-3A4A-841F-E0C69EFE320E}" srcOrd="0" destOrd="0" presId="urn:microsoft.com/office/officeart/2005/8/layout/hList1"/>
    <dgm:cxn modelId="{269BDE95-034A-234A-AD6F-E11D36A20B34}" type="presParOf" srcId="{02B2CE09-F7C1-0243-97D2-CBF294C81883}" destId="{103AC4AD-C39A-704D-95EB-9DA291A4DFC9}" srcOrd="0" destOrd="0" presId="urn:microsoft.com/office/officeart/2005/8/layout/hList1"/>
    <dgm:cxn modelId="{637F59AA-9C84-7140-A670-12EA6F288FF1}" type="presParOf" srcId="{103AC4AD-C39A-704D-95EB-9DA291A4DFC9}" destId="{6C24B027-497B-AC48-8531-985CF619F93D}" srcOrd="0" destOrd="0" presId="urn:microsoft.com/office/officeart/2005/8/layout/hList1"/>
    <dgm:cxn modelId="{DFBB8391-C004-B447-8BFA-98A014482B10}" type="presParOf" srcId="{103AC4AD-C39A-704D-95EB-9DA291A4DFC9}" destId="{E6A28A15-73B9-E845-AEA4-BD7743672360}" srcOrd="1" destOrd="0" presId="urn:microsoft.com/office/officeart/2005/8/layout/hList1"/>
    <dgm:cxn modelId="{24FF5C3C-9C76-8A45-9C7A-4E9C57FAFDD0}" type="presParOf" srcId="{02B2CE09-F7C1-0243-97D2-CBF294C81883}" destId="{4781C1B5-6F5D-CF44-BFF4-5306A215E48B}" srcOrd="1" destOrd="0" presId="urn:microsoft.com/office/officeart/2005/8/layout/hList1"/>
    <dgm:cxn modelId="{235F7870-0B58-7842-B3FB-013AB8654806}" type="presParOf" srcId="{02B2CE09-F7C1-0243-97D2-CBF294C81883}" destId="{CF8EBF52-439B-3A44-B6D3-6DF0C1D84838}" srcOrd="2" destOrd="0" presId="urn:microsoft.com/office/officeart/2005/8/layout/hList1"/>
    <dgm:cxn modelId="{EC22A07B-5B07-C840-B203-B9BFD8C20149}" type="presParOf" srcId="{CF8EBF52-439B-3A44-B6D3-6DF0C1D84838}" destId="{D9F6D74E-05A9-2941-AEBB-4D8DCF162B5C}" srcOrd="0" destOrd="0" presId="urn:microsoft.com/office/officeart/2005/8/layout/hList1"/>
    <dgm:cxn modelId="{BB3CF8B7-D2ED-984F-BA5F-FE3B609C8267}" type="presParOf" srcId="{CF8EBF52-439B-3A44-B6D3-6DF0C1D84838}" destId="{B35A43C8-B4FA-6F4F-B2D6-771E2A7AEE03}" srcOrd="1" destOrd="0" presId="urn:microsoft.com/office/officeart/2005/8/layout/hList1"/>
    <dgm:cxn modelId="{D0C0E9A2-AEFA-1540-97C7-A9B35FA26D8E}" type="presParOf" srcId="{02B2CE09-F7C1-0243-97D2-CBF294C81883}" destId="{E29007BB-9369-8646-9AE5-740FFD62DA45}" srcOrd="3" destOrd="0" presId="urn:microsoft.com/office/officeart/2005/8/layout/hList1"/>
    <dgm:cxn modelId="{607CD3A0-93A9-3F41-9ADC-57644A77A60F}" type="presParOf" srcId="{02B2CE09-F7C1-0243-97D2-CBF294C81883}" destId="{5CE0F352-F4D2-F641-80D1-325E8CAF5BB1}" srcOrd="4" destOrd="0" presId="urn:microsoft.com/office/officeart/2005/8/layout/hList1"/>
    <dgm:cxn modelId="{D28360DF-BEFC-9E4B-83A4-652BD898995F}" type="presParOf" srcId="{5CE0F352-F4D2-F641-80D1-325E8CAF5BB1}" destId="{608C27F6-E80D-9345-97DA-CC3D2A9F970B}" srcOrd="0" destOrd="0" presId="urn:microsoft.com/office/officeart/2005/8/layout/hList1"/>
    <dgm:cxn modelId="{570D84A3-298C-0344-B9F9-34822AB4314E}" type="presParOf" srcId="{5CE0F352-F4D2-F641-80D1-325E8CAF5BB1}" destId="{66018B46-6091-3A4A-841F-E0C69EFE320E}" srcOrd="1" destOrd="0" presId="urn:microsoft.com/office/officeart/2005/8/layout/hList1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129FB80-0324-354E-B806-EEA95F7AAE0A}" type="doc">
      <dgm:prSet loTypeId="urn:microsoft.com/office/officeart/2005/8/layout/hLis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921C963-76CB-064B-8D51-AF46102C2DD2}">
      <dgm:prSet phldrT="[Text]" custT="1"/>
      <dgm:spPr>
        <a:solidFill>
          <a:srgbClr val="0D236A"/>
        </a:solidFill>
        <a:ln>
          <a:noFill/>
        </a:ln>
      </dgm:spPr>
      <dgm:t>
        <a:bodyPr/>
        <a:lstStyle/>
        <a:p>
          <a:r>
            <a:rPr lang="en-US" sz="2400" b="0" i="0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Work-Life Balance</a:t>
          </a:r>
        </a:p>
      </dgm:t>
    </dgm:pt>
    <dgm:pt modelId="{A06AD0AA-E048-DA40-8791-45E4527D1BB5}" type="parTrans" cxnId="{2BAB8208-70DD-8243-8C9C-73AEDBBEB316}">
      <dgm:prSet/>
      <dgm:spPr/>
      <dgm:t>
        <a:bodyPr/>
        <a:lstStyle/>
        <a:p>
          <a:endParaRPr lang="en-US"/>
        </a:p>
      </dgm:t>
    </dgm:pt>
    <dgm:pt modelId="{3855AA1A-47CD-5C4E-A79A-B799134BDD05}" type="sibTrans" cxnId="{2BAB8208-70DD-8243-8C9C-73AEDBBEB316}">
      <dgm:prSet/>
      <dgm:spPr/>
      <dgm:t>
        <a:bodyPr/>
        <a:lstStyle/>
        <a:p>
          <a:endParaRPr lang="en-US"/>
        </a:p>
      </dgm:t>
    </dgm:pt>
    <dgm:pt modelId="{A3641665-62AB-264B-A053-50DEB83534A8}">
      <dgm:prSet phldrT="[Text]" custT="1"/>
      <dgm:spPr>
        <a:noFill/>
        <a:ln>
          <a:solidFill>
            <a:srgbClr val="0D236A"/>
          </a:solidFill>
        </a:ln>
      </dgm:spPr>
      <dgm:t>
        <a:bodyPr/>
        <a:lstStyle/>
        <a:p>
          <a:pPr>
            <a:lnSpc>
              <a:spcPct val="100000"/>
            </a:lnSpc>
          </a:pPr>
          <a:r>
            <a:rPr lang="en-US" sz="1800" b="0" i="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50-65 hours/week, varies.</a:t>
          </a:r>
        </a:p>
      </dgm:t>
    </dgm:pt>
    <dgm:pt modelId="{F4B105FA-205D-D443-9C41-FCB1FC6A283E}" type="parTrans" cxnId="{E5994012-D943-1842-A186-0B4FA25C03E1}">
      <dgm:prSet/>
      <dgm:spPr/>
      <dgm:t>
        <a:bodyPr/>
        <a:lstStyle/>
        <a:p>
          <a:endParaRPr lang="en-US"/>
        </a:p>
      </dgm:t>
    </dgm:pt>
    <dgm:pt modelId="{D9F211DB-2A60-EB43-AB50-EB3701324372}" type="sibTrans" cxnId="{E5994012-D943-1842-A186-0B4FA25C03E1}">
      <dgm:prSet/>
      <dgm:spPr/>
      <dgm:t>
        <a:bodyPr/>
        <a:lstStyle/>
        <a:p>
          <a:endParaRPr lang="en-US"/>
        </a:p>
      </dgm:t>
    </dgm:pt>
    <dgm:pt modelId="{B7665E71-18F4-8E4E-BEE8-B45E44FB4DC6}">
      <dgm:prSet phldrT="[Text]" custT="1"/>
      <dgm:spPr>
        <a:solidFill>
          <a:srgbClr val="0D236A"/>
        </a:solidFill>
        <a:ln>
          <a:noFill/>
        </a:ln>
      </dgm:spPr>
      <dgm:t>
        <a:bodyPr/>
        <a:lstStyle/>
        <a:p>
          <a:r>
            <a:rPr lang="en-US" sz="2400" b="0" i="0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Comp and Benefits</a:t>
          </a:r>
        </a:p>
      </dgm:t>
    </dgm:pt>
    <dgm:pt modelId="{9DF84B06-9917-B447-A4BF-EDE18B903891}" type="parTrans" cxnId="{AF430B60-35AF-1045-ACB8-907D9C06EC32}">
      <dgm:prSet/>
      <dgm:spPr/>
      <dgm:t>
        <a:bodyPr/>
        <a:lstStyle/>
        <a:p>
          <a:endParaRPr lang="en-US"/>
        </a:p>
      </dgm:t>
    </dgm:pt>
    <dgm:pt modelId="{6A57890D-555D-B44B-A6E4-C31231EBA56B}" type="sibTrans" cxnId="{AF430B60-35AF-1045-ACB8-907D9C06EC32}">
      <dgm:prSet/>
      <dgm:spPr/>
      <dgm:t>
        <a:bodyPr/>
        <a:lstStyle/>
        <a:p>
          <a:endParaRPr lang="en-US"/>
        </a:p>
      </dgm:t>
    </dgm:pt>
    <dgm:pt modelId="{E0A0F715-2CED-6E4F-8595-941BE9CAF41C}">
      <dgm:prSet phldrT="[Text]" custT="1"/>
      <dgm:spPr>
        <a:noFill/>
        <a:ln>
          <a:solidFill>
            <a:srgbClr val="0D236A"/>
          </a:solidFill>
        </a:ln>
      </dgm:spPr>
      <dgm:t>
        <a:bodyPr/>
        <a:lstStyle/>
        <a:p>
          <a:pPr>
            <a:lnSpc>
              <a:spcPct val="100000"/>
            </a:lnSpc>
          </a:pPr>
          <a:r>
            <a:rPr lang="en-US" sz="1800" b="0" i="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$100K+ starting base salary at many leading firms.</a:t>
          </a:r>
        </a:p>
      </dgm:t>
    </dgm:pt>
    <dgm:pt modelId="{F548D6B3-7D1C-5344-9F11-AC72BE6C809E}" type="parTrans" cxnId="{28502311-A605-3242-B4FD-26962F522B9A}">
      <dgm:prSet/>
      <dgm:spPr/>
      <dgm:t>
        <a:bodyPr/>
        <a:lstStyle/>
        <a:p>
          <a:endParaRPr lang="en-US"/>
        </a:p>
      </dgm:t>
    </dgm:pt>
    <dgm:pt modelId="{D05273A8-D6B1-5944-96BC-F6C194BD5838}" type="sibTrans" cxnId="{28502311-A605-3242-B4FD-26962F522B9A}">
      <dgm:prSet/>
      <dgm:spPr/>
      <dgm:t>
        <a:bodyPr/>
        <a:lstStyle/>
        <a:p>
          <a:endParaRPr lang="en-US"/>
        </a:p>
      </dgm:t>
    </dgm:pt>
    <dgm:pt modelId="{B6E96B51-C7AD-964E-BF19-30D063355D31}">
      <dgm:prSet phldrT="[Text]" custT="1"/>
      <dgm:spPr>
        <a:solidFill>
          <a:srgbClr val="0D236A"/>
        </a:solidFill>
        <a:ln>
          <a:noFill/>
        </a:ln>
      </dgm:spPr>
      <dgm:t>
        <a:bodyPr/>
        <a:lstStyle/>
        <a:p>
          <a:r>
            <a:rPr lang="en-US" sz="2400" b="0" i="0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Travel</a:t>
          </a:r>
        </a:p>
      </dgm:t>
    </dgm:pt>
    <dgm:pt modelId="{D82ECC86-7152-B84B-AFC4-59DFEF488040}" type="parTrans" cxnId="{32AC5BE8-A570-B443-847A-89F32654F5CA}">
      <dgm:prSet/>
      <dgm:spPr/>
      <dgm:t>
        <a:bodyPr/>
        <a:lstStyle/>
        <a:p>
          <a:endParaRPr lang="en-US"/>
        </a:p>
      </dgm:t>
    </dgm:pt>
    <dgm:pt modelId="{428896AF-9DE9-4F46-B2E8-17806E196D40}" type="sibTrans" cxnId="{32AC5BE8-A570-B443-847A-89F32654F5CA}">
      <dgm:prSet/>
      <dgm:spPr/>
      <dgm:t>
        <a:bodyPr/>
        <a:lstStyle/>
        <a:p>
          <a:endParaRPr lang="en-US"/>
        </a:p>
      </dgm:t>
    </dgm:pt>
    <dgm:pt modelId="{433A763B-97A0-624A-A935-B46549DDE6FE}">
      <dgm:prSet phldrT="[Text]" custT="1"/>
      <dgm:spPr>
        <a:noFill/>
        <a:ln>
          <a:solidFill>
            <a:srgbClr val="0D236A"/>
          </a:solidFill>
        </a:ln>
      </dgm:spPr>
      <dgm:t>
        <a:bodyPr/>
        <a:lstStyle/>
        <a:p>
          <a:pPr>
            <a:lnSpc>
              <a:spcPct val="100000"/>
            </a:lnSpc>
          </a:pPr>
          <a:r>
            <a:rPr lang="en-US" sz="1800" b="0" i="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Monday-Thursday client-site model.</a:t>
          </a:r>
        </a:p>
      </dgm:t>
    </dgm:pt>
    <dgm:pt modelId="{CF231AAC-77A3-C546-B944-B2570FF92B4D}" type="parTrans" cxnId="{60F9559E-AA86-EB44-893E-8D96233FD745}">
      <dgm:prSet/>
      <dgm:spPr/>
      <dgm:t>
        <a:bodyPr/>
        <a:lstStyle/>
        <a:p>
          <a:endParaRPr lang="en-US"/>
        </a:p>
      </dgm:t>
    </dgm:pt>
    <dgm:pt modelId="{27FDCDAD-DDD5-EF48-A18D-B93C48972D11}" type="sibTrans" cxnId="{60F9559E-AA86-EB44-893E-8D96233FD745}">
      <dgm:prSet/>
      <dgm:spPr/>
      <dgm:t>
        <a:bodyPr/>
        <a:lstStyle/>
        <a:p>
          <a:endParaRPr lang="en-US"/>
        </a:p>
      </dgm:t>
    </dgm:pt>
    <dgm:pt modelId="{1613B895-A54E-D141-805E-55BDC3E205D0}">
      <dgm:prSet phldrT="[Text]" custT="1"/>
      <dgm:spPr>
        <a:noFill/>
        <a:ln>
          <a:solidFill>
            <a:srgbClr val="0D236A"/>
          </a:solidFill>
        </a:ln>
      </dgm:spPr>
      <dgm:t>
        <a:bodyPr/>
        <a:lstStyle/>
        <a:p>
          <a:pPr>
            <a:lnSpc>
              <a:spcPct val="100000"/>
            </a:lnSpc>
          </a:pPr>
          <a:r>
            <a:rPr lang="en-US" sz="1800" b="0" i="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Weekends generally protected.</a:t>
          </a:r>
        </a:p>
      </dgm:t>
    </dgm:pt>
    <dgm:pt modelId="{6BCF5CFB-8017-F447-ACB4-93638A2A8A28}" type="parTrans" cxnId="{E8629AFC-774C-214C-8512-9A5DFD2120C0}">
      <dgm:prSet/>
      <dgm:spPr/>
      <dgm:t>
        <a:bodyPr/>
        <a:lstStyle/>
        <a:p>
          <a:endParaRPr lang="en-US"/>
        </a:p>
      </dgm:t>
    </dgm:pt>
    <dgm:pt modelId="{E1381B9A-3450-1947-BEA1-365A7F456390}" type="sibTrans" cxnId="{E8629AFC-774C-214C-8512-9A5DFD2120C0}">
      <dgm:prSet/>
      <dgm:spPr/>
      <dgm:t>
        <a:bodyPr/>
        <a:lstStyle/>
        <a:p>
          <a:endParaRPr lang="en-US"/>
        </a:p>
      </dgm:t>
    </dgm:pt>
    <dgm:pt modelId="{F0BBCFE2-7401-044E-BCA9-FF4EDB6132E4}">
      <dgm:prSet phldrT="[Text]" custT="1"/>
      <dgm:spPr>
        <a:noFill/>
        <a:ln>
          <a:solidFill>
            <a:srgbClr val="0D236A"/>
          </a:solidFill>
        </a:ln>
      </dgm:spPr>
      <dgm:t>
        <a:bodyPr/>
        <a:lstStyle/>
        <a:p>
          <a:pPr>
            <a:lnSpc>
              <a:spcPct val="100000"/>
            </a:lnSpc>
          </a:pPr>
          <a:r>
            <a:rPr lang="en-US" sz="1800" b="0" i="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Demanding weekdays, balanced by PTO and on-the-beach.</a:t>
          </a:r>
        </a:p>
      </dgm:t>
    </dgm:pt>
    <dgm:pt modelId="{B8DACF8D-4865-7646-8218-9B6B0A7CD0EB}" type="parTrans" cxnId="{CCC7D1DC-7C8D-9646-93EA-A08A29E7D239}">
      <dgm:prSet/>
      <dgm:spPr/>
      <dgm:t>
        <a:bodyPr/>
        <a:lstStyle/>
        <a:p>
          <a:endParaRPr lang="en-US"/>
        </a:p>
      </dgm:t>
    </dgm:pt>
    <dgm:pt modelId="{2E3BADAA-B3F5-0244-9AC5-B4A3D75E081B}" type="sibTrans" cxnId="{CCC7D1DC-7C8D-9646-93EA-A08A29E7D239}">
      <dgm:prSet/>
      <dgm:spPr/>
      <dgm:t>
        <a:bodyPr/>
        <a:lstStyle/>
        <a:p>
          <a:endParaRPr lang="en-US"/>
        </a:p>
      </dgm:t>
    </dgm:pt>
    <dgm:pt modelId="{568AD081-00D4-5341-AD74-94663F60719E}">
      <dgm:prSet phldrT="[Text]" custT="1"/>
      <dgm:spPr>
        <a:noFill/>
        <a:ln>
          <a:solidFill>
            <a:srgbClr val="0D236A"/>
          </a:solidFill>
        </a:ln>
      </dgm:spPr>
      <dgm:t>
        <a:bodyPr/>
        <a:lstStyle/>
        <a:p>
          <a:pPr>
            <a:lnSpc>
              <a:spcPct val="100000"/>
            </a:lnSpc>
          </a:pPr>
          <a:r>
            <a:rPr lang="en-US" sz="1800" b="0" i="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Performance bonuses, signing bonuses, salary progression.</a:t>
          </a:r>
        </a:p>
      </dgm:t>
    </dgm:pt>
    <dgm:pt modelId="{D92C069E-A92B-DD44-901F-4769CAD14B14}" type="parTrans" cxnId="{7CA4FAA0-3223-7E40-AD7B-8E5121F998B9}">
      <dgm:prSet/>
      <dgm:spPr/>
      <dgm:t>
        <a:bodyPr/>
        <a:lstStyle/>
        <a:p>
          <a:endParaRPr lang="en-US"/>
        </a:p>
      </dgm:t>
    </dgm:pt>
    <dgm:pt modelId="{360C16D4-6A69-6F4E-84F0-3F391A136A92}" type="sibTrans" cxnId="{7CA4FAA0-3223-7E40-AD7B-8E5121F998B9}">
      <dgm:prSet/>
      <dgm:spPr/>
      <dgm:t>
        <a:bodyPr/>
        <a:lstStyle/>
        <a:p>
          <a:endParaRPr lang="en-US"/>
        </a:p>
      </dgm:t>
    </dgm:pt>
    <dgm:pt modelId="{416F0E05-1D08-824F-86CA-2213971570B0}">
      <dgm:prSet phldrT="[Text]" custT="1"/>
      <dgm:spPr>
        <a:noFill/>
        <a:ln>
          <a:solidFill>
            <a:srgbClr val="0D236A"/>
          </a:solidFill>
        </a:ln>
      </dgm:spPr>
      <dgm:t>
        <a:bodyPr/>
        <a:lstStyle/>
        <a:p>
          <a:pPr>
            <a:lnSpc>
              <a:spcPct val="100000"/>
            </a:lnSpc>
          </a:pPr>
          <a:r>
            <a:rPr lang="en-US" sz="1800" b="0" i="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Healthcare coverage, retirement, PTO.</a:t>
          </a:r>
        </a:p>
      </dgm:t>
    </dgm:pt>
    <dgm:pt modelId="{14F4708B-3703-7F46-99A4-403E7964D2F4}" type="parTrans" cxnId="{B2314092-CFA0-7B43-AA34-13DE0B0B369F}">
      <dgm:prSet/>
      <dgm:spPr/>
      <dgm:t>
        <a:bodyPr/>
        <a:lstStyle/>
        <a:p>
          <a:endParaRPr lang="en-US"/>
        </a:p>
      </dgm:t>
    </dgm:pt>
    <dgm:pt modelId="{D987D2AA-8A51-0F45-AD01-FA00DBD068A8}" type="sibTrans" cxnId="{B2314092-CFA0-7B43-AA34-13DE0B0B369F}">
      <dgm:prSet/>
      <dgm:spPr/>
      <dgm:t>
        <a:bodyPr/>
        <a:lstStyle/>
        <a:p>
          <a:endParaRPr lang="en-US"/>
        </a:p>
      </dgm:t>
    </dgm:pt>
    <dgm:pt modelId="{CB3B8D76-5907-8E44-9018-9A1274E2E06A}">
      <dgm:prSet phldrT="[Text]" custT="1"/>
      <dgm:spPr>
        <a:noFill/>
        <a:ln>
          <a:solidFill>
            <a:srgbClr val="0D236A"/>
          </a:solidFill>
        </a:ln>
      </dgm:spPr>
      <dgm:t>
        <a:bodyPr/>
        <a:lstStyle/>
        <a:p>
          <a:pPr>
            <a:lnSpc>
              <a:spcPct val="100000"/>
            </a:lnSpc>
          </a:pPr>
          <a:r>
            <a:rPr lang="en-US" sz="1800" b="0" i="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Visit new places and environments.</a:t>
          </a:r>
        </a:p>
      </dgm:t>
    </dgm:pt>
    <dgm:pt modelId="{411EB991-9EFF-9F4C-9084-A0D73E336268}" type="parTrans" cxnId="{198C79F1-3FDB-F149-B17D-6F1082798725}">
      <dgm:prSet/>
      <dgm:spPr/>
      <dgm:t>
        <a:bodyPr/>
        <a:lstStyle/>
        <a:p>
          <a:endParaRPr lang="en-US"/>
        </a:p>
      </dgm:t>
    </dgm:pt>
    <dgm:pt modelId="{89B555B0-4E85-F94A-9590-307740CE99AA}" type="sibTrans" cxnId="{198C79F1-3FDB-F149-B17D-6F1082798725}">
      <dgm:prSet/>
      <dgm:spPr/>
      <dgm:t>
        <a:bodyPr/>
        <a:lstStyle/>
        <a:p>
          <a:endParaRPr lang="en-US"/>
        </a:p>
      </dgm:t>
    </dgm:pt>
    <dgm:pt modelId="{7900A7E0-2FF7-E444-9301-02275B985046}">
      <dgm:prSet phldrT="[Text]" custT="1"/>
      <dgm:spPr>
        <a:noFill/>
        <a:ln>
          <a:solidFill>
            <a:srgbClr val="0D236A"/>
          </a:solidFill>
        </a:ln>
      </dgm:spPr>
      <dgm:t>
        <a:bodyPr/>
        <a:lstStyle/>
        <a:p>
          <a:pPr>
            <a:lnSpc>
              <a:spcPct val="100000"/>
            </a:lnSpc>
          </a:pPr>
          <a:r>
            <a:rPr lang="en-US" sz="1800" b="0" i="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Firm-paid business travel; airline and premium hotel loyalty.</a:t>
          </a:r>
        </a:p>
      </dgm:t>
    </dgm:pt>
    <dgm:pt modelId="{018DBD56-B12E-444D-B766-897759801044}" type="parTrans" cxnId="{6C5524D6-4F96-1E48-9C00-4B861202B39B}">
      <dgm:prSet/>
      <dgm:spPr/>
      <dgm:t>
        <a:bodyPr/>
        <a:lstStyle/>
        <a:p>
          <a:endParaRPr lang="en-US"/>
        </a:p>
      </dgm:t>
    </dgm:pt>
    <dgm:pt modelId="{E33F2CC4-4937-8A47-BAB9-18AF44A15C03}" type="sibTrans" cxnId="{6C5524D6-4F96-1E48-9C00-4B861202B39B}">
      <dgm:prSet/>
      <dgm:spPr/>
      <dgm:t>
        <a:bodyPr/>
        <a:lstStyle/>
        <a:p>
          <a:endParaRPr lang="en-US"/>
        </a:p>
      </dgm:t>
    </dgm:pt>
    <dgm:pt modelId="{02B2CE09-F7C1-0243-97D2-CBF294C81883}" type="pres">
      <dgm:prSet presAssocID="{2129FB80-0324-354E-B806-EEA95F7AAE0A}" presName="Name0" presStyleCnt="0">
        <dgm:presLayoutVars>
          <dgm:dir/>
          <dgm:animLvl val="lvl"/>
          <dgm:resizeHandles val="exact"/>
        </dgm:presLayoutVars>
      </dgm:prSet>
      <dgm:spPr/>
    </dgm:pt>
    <dgm:pt modelId="{103AC4AD-C39A-704D-95EB-9DA291A4DFC9}" type="pres">
      <dgm:prSet presAssocID="{A921C963-76CB-064B-8D51-AF46102C2DD2}" presName="composite" presStyleCnt="0"/>
      <dgm:spPr/>
    </dgm:pt>
    <dgm:pt modelId="{6C24B027-497B-AC48-8531-985CF619F93D}" type="pres">
      <dgm:prSet presAssocID="{A921C963-76CB-064B-8D51-AF46102C2DD2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E6A28A15-73B9-E845-AEA4-BD7743672360}" type="pres">
      <dgm:prSet presAssocID="{A921C963-76CB-064B-8D51-AF46102C2DD2}" presName="desTx" presStyleLbl="alignAccFollowNode1" presStyleIdx="0" presStyleCnt="3">
        <dgm:presLayoutVars>
          <dgm:bulletEnabled val="1"/>
        </dgm:presLayoutVars>
      </dgm:prSet>
      <dgm:spPr/>
    </dgm:pt>
    <dgm:pt modelId="{4781C1B5-6F5D-CF44-BFF4-5306A215E48B}" type="pres">
      <dgm:prSet presAssocID="{3855AA1A-47CD-5C4E-A79A-B799134BDD05}" presName="space" presStyleCnt="0"/>
      <dgm:spPr/>
    </dgm:pt>
    <dgm:pt modelId="{CF8EBF52-439B-3A44-B6D3-6DF0C1D84838}" type="pres">
      <dgm:prSet presAssocID="{B7665E71-18F4-8E4E-BEE8-B45E44FB4DC6}" presName="composite" presStyleCnt="0"/>
      <dgm:spPr/>
    </dgm:pt>
    <dgm:pt modelId="{D9F6D74E-05A9-2941-AEBB-4D8DCF162B5C}" type="pres">
      <dgm:prSet presAssocID="{B7665E71-18F4-8E4E-BEE8-B45E44FB4DC6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B35A43C8-B4FA-6F4F-B2D6-771E2A7AEE03}" type="pres">
      <dgm:prSet presAssocID="{B7665E71-18F4-8E4E-BEE8-B45E44FB4DC6}" presName="desTx" presStyleLbl="alignAccFollowNode1" presStyleIdx="1" presStyleCnt="3">
        <dgm:presLayoutVars>
          <dgm:bulletEnabled val="1"/>
        </dgm:presLayoutVars>
      </dgm:prSet>
      <dgm:spPr/>
    </dgm:pt>
    <dgm:pt modelId="{E29007BB-9369-8646-9AE5-740FFD62DA45}" type="pres">
      <dgm:prSet presAssocID="{6A57890D-555D-B44B-A6E4-C31231EBA56B}" presName="space" presStyleCnt="0"/>
      <dgm:spPr/>
    </dgm:pt>
    <dgm:pt modelId="{5CE0F352-F4D2-F641-80D1-325E8CAF5BB1}" type="pres">
      <dgm:prSet presAssocID="{B6E96B51-C7AD-964E-BF19-30D063355D31}" presName="composite" presStyleCnt="0"/>
      <dgm:spPr/>
    </dgm:pt>
    <dgm:pt modelId="{608C27F6-E80D-9345-97DA-CC3D2A9F970B}" type="pres">
      <dgm:prSet presAssocID="{B6E96B51-C7AD-964E-BF19-30D063355D31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66018B46-6091-3A4A-841F-E0C69EFE320E}" type="pres">
      <dgm:prSet presAssocID="{B6E96B51-C7AD-964E-BF19-30D063355D31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2BAB8208-70DD-8243-8C9C-73AEDBBEB316}" srcId="{2129FB80-0324-354E-B806-EEA95F7AAE0A}" destId="{A921C963-76CB-064B-8D51-AF46102C2DD2}" srcOrd="0" destOrd="0" parTransId="{A06AD0AA-E048-DA40-8791-45E4527D1BB5}" sibTransId="{3855AA1A-47CD-5C4E-A79A-B799134BDD05}"/>
    <dgm:cxn modelId="{28502311-A605-3242-B4FD-26962F522B9A}" srcId="{B7665E71-18F4-8E4E-BEE8-B45E44FB4DC6}" destId="{E0A0F715-2CED-6E4F-8595-941BE9CAF41C}" srcOrd="0" destOrd="0" parTransId="{F548D6B3-7D1C-5344-9F11-AC72BE6C809E}" sibTransId="{D05273A8-D6B1-5944-96BC-F6C194BD5838}"/>
    <dgm:cxn modelId="{E5994012-D943-1842-A186-0B4FA25C03E1}" srcId="{A921C963-76CB-064B-8D51-AF46102C2DD2}" destId="{A3641665-62AB-264B-A053-50DEB83534A8}" srcOrd="0" destOrd="0" parTransId="{F4B105FA-205D-D443-9C41-FCB1FC6A283E}" sibTransId="{D9F211DB-2A60-EB43-AB50-EB3701324372}"/>
    <dgm:cxn modelId="{E70F802E-AC27-DA4C-AFCB-659216435CDA}" type="presOf" srcId="{B6E96B51-C7AD-964E-BF19-30D063355D31}" destId="{608C27F6-E80D-9345-97DA-CC3D2A9F970B}" srcOrd="0" destOrd="0" presId="urn:microsoft.com/office/officeart/2005/8/layout/hList1"/>
    <dgm:cxn modelId="{6FFE0F3B-4C3A-8A46-96F5-5DD9C5DAEB15}" type="presOf" srcId="{416F0E05-1D08-824F-86CA-2213971570B0}" destId="{B35A43C8-B4FA-6F4F-B2D6-771E2A7AEE03}" srcOrd="0" destOrd="2" presId="urn:microsoft.com/office/officeart/2005/8/layout/hList1"/>
    <dgm:cxn modelId="{91C18840-B30D-864E-A206-23B13A49BAF1}" type="presOf" srcId="{A921C963-76CB-064B-8D51-AF46102C2DD2}" destId="{6C24B027-497B-AC48-8531-985CF619F93D}" srcOrd="0" destOrd="0" presId="urn:microsoft.com/office/officeart/2005/8/layout/hList1"/>
    <dgm:cxn modelId="{5457AA40-6D58-4740-B368-97F47C54464D}" type="presOf" srcId="{1613B895-A54E-D141-805E-55BDC3E205D0}" destId="{E6A28A15-73B9-E845-AEA4-BD7743672360}" srcOrd="0" destOrd="1" presId="urn:microsoft.com/office/officeart/2005/8/layout/hList1"/>
    <dgm:cxn modelId="{3B993A4F-38AA-404A-B0C2-96F187F2F131}" type="presOf" srcId="{A3641665-62AB-264B-A053-50DEB83534A8}" destId="{E6A28A15-73B9-E845-AEA4-BD7743672360}" srcOrd="0" destOrd="0" presId="urn:microsoft.com/office/officeart/2005/8/layout/hList1"/>
    <dgm:cxn modelId="{AF430B60-35AF-1045-ACB8-907D9C06EC32}" srcId="{2129FB80-0324-354E-B806-EEA95F7AAE0A}" destId="{B7665E71-18F4-8E4E-BEE8-B45E44FB4DC6}" srcOrd="1" destOrd="0" parTransId="{9DF84B06-9917-B447-A4BF-EDE18B903891}" sibTransId="{6A57890D-555D-B44B-A6E4-C31231EBA56B}"/>
    <dgm:cxn modelId="{B4336470-729E-7A44-BAAC-F405003ED51D}" type="presOf" srcId="{B7665E71-18F4-8E4E-BEE8-B45E44FB4DC6}" destId="{D9F6D74E-05A9-2941-AEBB-4D8DCF162B5C}" srcOrd="0" destOrd="0" presId="urn:microsoft.com/office/officeart/2005/8/layout/hList1"/>
    <dgm:cxn modelId="{C0979885-77AC-F24A-9BC7-FDEEBAD3EDB9}" type="presOf" srcId="{2129FB80-0324-354E-B806-EEA95F7AAE0A}" destId="{02B2CE09-F7C1-0243-97D2-CBF294C81883}" srcOrd="0" destOrd="0" presId="urn:microsoft.com/office/officeart/2005/8/layout/hList1"/>
    <dgm:cxn modelId="{422BBA91-34E4-6940-B797-A44001569A9B}" type="presOf" srcId="{F0BBCFE2-7401-044E-BCA9-FF4EDB6132E4}" destId="{E6A28A15-73B9-E845-AEA4-BD7743672360}" srcOrd="0" destOrd="2" presId="urn:microsoft.com/office/officeart/2005/8/layout/hList1"/>
    <dgm:cxn modelId="{B2314092-CFA0-7B43-AA34-13DE0B0B369F}" srcId="{B7665E71-18F4-8E4E-BEE8-B45E44FB4DC6}" destId="{416F0E05-1D08-824F-86CA-2213971570B0}" srcOrd="2" destOrd="0" parTransId="{14F4708B-3703-7F46-99A4-403E7964D2F4}" sibTransId="{D987D2AA-8A51-0F45-AD01-FA00DBD068A8}"/>
    <dgm:cxn modelId="{60F9559E-AA86-EB44-893E-8D96233FD745}" srcId="{B6E96B51-C7AD-964E-BF19-30D063355D31}" destId="{433A763B-97A0-624A-A935-B46549DDE6FE}" srcOrd="0" destOrd="0" parTransId="{CF231AAC-77A3-C546-B944-B2570FF92B4D}" sibTransId="{27FDCDAD-DDD5-EF48-A18D-B93C48972D11}"/>
    <dgm:cxn modelId="{7CA4FAA0-3223-7E40-AD7B-8E5121F998B9}" srcId="{B7665E71-18F4-8E4E-BEE8-B45E44FB4DC6}" destId="{568AD081-00D4-5341-AD74-94663F60719E}" srcOrd="1" destOrd="0" parTransId="{D92C069E-A92B-DD44-901F-4769CAD14B14}" sibTransId="{360C16D4-6A69-6F4E-84F0-3F391A136A92}"/>
    <dgm:cxn modelId="{C025D4B6-FEF6-9E43-8B8F-4159D37DE10B}" type="presOf" srcId="{CB3B8D76-5907-8E44-9018-9A1274E2E06A}" destId="{66018B46-6091-3A4A-841F-E0C69EFE320E}" srcOrd="0" destOrd="1" presId="urn:microsoft.com/office/officeart/2005/8/layout/hList1"/>
    <dgm:cxn modelId="{2063CBD0-1B70-A04B-8AC6-18E22CC161C3}" type="presOf" srcId="{7900A7E0-2FF7-E444-9301-02275B985046}" destId="{66018B46-6091-3A4A-841F-E0C69EFE320E}" srcOrd="0" destOrd="2" presId="urn:microsoft.com/office/officeart/2005/8/layout/hList1"/>
    <dgm:cxn modelId="{6A11ACD2-2646-5942-BE5E-C5808C61F93B}" type="presOf" srcId="{568AD081-00D4-5341-AD74-94663F60719E}" destId="{B35A43C8-B4FA-6F4F-B2D6-771E2A7AEE03}" srcOrd="0" destOrd="1" presId="urn:microsoft.com/office/officeart/2005/8/layout/hList1"/>
    <dgm:cxn modelId="{6C5524D6-4F96-1E48-9C00-4B861202B39B}" srcId="{B6E96B51-C7AD-964E-BF19-30D063355D31}" destId="{7900A7E0-2FF7-E444-9301-02275B985046}" srcOrd="2" destOrd="0" parTransId="{018DBD56-B12E-444D-B766-897759801044}" sibTransId="{E33F2CC4-4937-8A47-BAB9-18AF44A15C03}"/>
    <dgm:cxn modelId="{CCC7D1DC-7C8D-9646-93EA-A08A29E7D239}" srcId="{A921C963-76CB-064B-8D51-AF46102C2DD2}" destId="{F0BBCFE2-7401-044E-BCA9-FF4EDB6132E4}" srcOrd="2" destOrd="0" parTransId="{B8DACF8D-4865-7646-8218-9B6B0A7CD0EB}" sibTransId="{2E3BADAA-B3F5-0244-9AC5-B4A3D75E081B}"/>
    <dgm:cxn modelId="{6A355ADD-D383-F64C-B6D9-5060759F198C}" type="presOf" srcId="{E0A0F715-2CED-6E4F-8595-941BE9CAF41C}" destId="{B35A43C8-B4FA-6F4F-B2D6-771E2A7AEE03}" srcOrd="0" destOrd="0" presId="urn:microsoft.com/office/officeart/2005/8/layout/hList1"/>
    <dgm:cxn modelId="{32AC5BE8-A570-B443-847A-89F32654F5CA}" srcId="{2129FB80-0324-354E-B806-EEA95F7AAE0A}" destId="{B6E96B51-C7AD-964E-BF19-30D063355D31}" srcOrd="2" destOrd="0" parTransId="{D82ECC86-7152-B84B-AFC4-59DFEF488040}" sibTransId="{428896AF-9DE9-4F46-B2E8-17806E196D40}"/>
    <dgm:cxn modelId="{198C79F1-3FDB-F149-B17D-6F1082798725}" srcId="{B6E96B51-C7AD-964E-BF19-30D063355D31}" destId="{CB3B8D76-5907-8E44-9018-9A1274E2E06A}" srcOrd="1" destOrd="0" parTransId="{411EB991-9EFF-9F4C-9084-A0D73E336268}" sibTransId="{89B555B0-4E85-F94A-9590-307740CE99AA}"/>
    <dgm:cxn modelId="{E8629AFC-774C-214C-8512-9A5DFD2120C0}" srcId="{A921C963-76CB-064B-8D51-AF46102C2DD2}" destId="{1613B895-A54E-D141-805E-55BDC3E205D0}" srcOrd="1" destOrd="0" parTransId="{6BCF5CFB-8017-F447-ACB4-93638A2A8A28}" sibTransId="{E1381B9A-3450-1947-BEA1-365A7F456390}"/>
    <dgm:cxn modelId="{C01DD9FC-5451-BB48-8C70-14EBC9BA6A73}" type="presOf" srcId="{433A763B-97A0-624A-A935-B46549DDE6FE}" destId="{66018B46-6091-3A4A-841F-E0C69EFE320E}" srcOrd="0" destOrd="0" presId="urn:microsoft.com/office/officeart/2005/8/layout/hList1"/>
    <dgm:cxn modelId="{269BDE95-034A-234A-AD6F-E11D36A20B34}" type="presParOf" srcId="{02B2CE09-F7C1-0243-97D2-CBF294C81883}" destId="{103AC4AD-C39A-704D-95EB-9DA291A4DFC9}" srcOrd="0" destOrd="0" presId="urn:microsoft.com/office/officeart/2005/8/layout/hList1"/>
    <dgm:cxn modelId="{637F59AA-9C84-7140-A670-12EA6F288FF1}" type="presParOf" srcId="{103AC4AD-C39A-704D-95EB-9DA291A4DFC9}" destId="{6C24B027-497B-AC48-8531-985CF619F93D}" srcOrd="0" destOrd="0" presId="urn:microsoft.com/office/officeart/2005/8/layout/hList1"/>
    <dgm:cxn modelId="{DFBB8391-C004-B447-8BFA-98A014482B10}" type="presParOf" srcId="{103AC4AD-C39A-704D-95EB-9DA291A4DFC9}" destId="{E6A28A15-73B9-E845-AEA4-BD7743672360}" srcOrd="1" destOrd="0" presId="urn:microsoft.com/office/officeart/2005/8/layout/hList1"/>
    <dgm:cxn modelId="{24FF5C3C-9C76-8A45-9C7A-4E9C57FAFDD0}" type="presParOf" srcId="{02B2CE09-F7C1-0243-97D2-CBF294C81883}" destId="{4781C1B5-6F5D-CF44-BFF4-5306A215E48B}" srcOrd="1" destOrd="0" presId="urn:microsoft.com/office/officeart/2005/8/layout/hList1"/>
    <dgm:cxn modelId="{235F7870-0B58-7842-B3FB-013AB8654806}" type="presParOf" srcId="{02B2CE09-F7C1-0243-97D2-CBF294C81883}" destId="{CF8EBF52-439B-3A44-B6D3-6DF0C1D84838}" srcOrd="2" destOrd="0" presId="urn:microsoft.com/office/officeart/2005/8/layout/hList1"/>
    <dgm:cxn modelId="{EC22A07B-5B07-C840-B203-B9BFD8C20149}" type="presParOf" srcId="{CF8EBF52-439B-3A44-B6D3-6DF0C1D84838}" destId="{D9F6D74E-05A9-2941-AEBB-4D8DCF162B5C}" srcOrd="0" destOrd="0" presId="urn:microsoft.com/office/officeart/2005/8/layout/hList1"/>
    <dgm:cxn modelId="{BB3CF8B7-D2ED-984F-BA5F-FE3B609C8267}" type="presParOf" srcId="{CF8EBF52-439B-3A44-B6D3-6DF0C1D84838}" destId="{B35A43C8-B4FA-6F4F-B2D6-771E2A7AEE03}" srcOrd="1" destOrd="0" presId="urn:microsoft.com/office/officeart/2005/8/layout/hList1"/>
    <dgm:cxn modelId="{D0C0E9A2-AEFA-1540-97C7-A9B35FA26D8E}" type="presParOf" srcId="{02B2CE09-F7C1-0243-97D2-CBF294C81883}" destId="{E29007BB-9369-8646-9AE5-740FFD62DA45}" srcOrd="3" destOrd="0" presId="urn:microsoft.com/office/officeart/2005/8/layout/hList1"/>
    <dgm:cxn modelId="{607CD3A0-93A9-3F41-9ADC-57644A77A60F}" type="presParOf" srcId="{02B2CE09-F7C1-0243-97D2-CBF294C81883}" destId="{5CE0F352-F4D2-F641-80D1-325E8CAF5BB1}" srcOrd="4" destOrd="0" presId="urn:microsoft.com/office/officeart/2005/8/layout/hList1"/>
    <dgm:cxn modelId="{D28360DF-BEFC-9E4B-83A4-652BD898995F}" type="presParOf" srcId="{5CE0F352-F4D2-F641-80D1-325E8CAF5BB1}" destId="{608C27F6-E80D-9345-97DA-CC3D2A9F970B}" srcOrd="0" destOrd="0" presId="urn:microsoft.com/office/officeart/2005/8/layout/hList1"/>
    <dgm:cxn modelId="{570D84A3-298C-0344-B9F9-34822AB4314E}" type="presParOf" srcId="{5CE0F352-F4D2-F641-80D1-325E8CAF5BB1}" destId="{66018B46-6091-3A4A-841F-E0C69EFE320E}" srcOrd="1" destOrd="0" presId="urn:microsoft.com/office/officeart/2005/8/layout/hList1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F5C2AB5-854F-DA4A-B7C8-A15C14E75B1E}" type="doc">
      <dgm:prSet loTypeId="urn:microsoft.com/office/officeart/2005/8/layout/lis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9FEF7E9-5A5C-784F-8687-E8C0F95B0991}">
      <dgm:prSet phldrT="[Text]" custT="1"/>
      <dgm:spPr>
        <a:solidFill>
          <a:srgbClr val="0D236A"/>
        </a:solidFill>
      </dgm:spPr>
      <dgm:t>
        <a:bodyPr/>
        <a:lstStyle/>
        <a:p>
          <a:r>
            <a:rPr lang="en-US" sz="2400" b="0" i="0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Problem Solving</a:t>
          </a:r>
        </a:p>
      </dgm:t>
    </dgm:pt>
    <dgm:pt modelId="{7E4CDB3E-84E7-4C4C-A660-25CFBD0AC15F}" type="parTrans" cxnId="{83D1A26D-2CC6-9748-9AF8-0AD3A2C8F063}">
      <dgm:prSet/>
      <dgm:spPr/>
      <dgm:t>
        <a:bodyPr/>
        <a:lstStyle/>
        <a:p>
          <a:endParaRPr lang="en-US"/>
        </a:p>
      </dgm:t>
    </dgm:pt>
    <dgm:pt modelId="{A6F1D226-1482-4B4C-B59C-3EE05917A01A}" type="sibTrans" cxnId="{83D1A26D-2CC6-9748-9AF8-0AD3A2C8F063}">
      <dgm:prSet/>
      <dgm:spPr/>
      <dgm:t>
        <a:bodyPr/>
        <a:lstStyle/>
        <a:p>
          <a:endParaRPr lang="en-US"/>
        </a:p>
      </dgm:t>
    </dgm:pt>
    <dgm:pt modelId="{243BE93D-29FB-5947-9F21-71B7F95A833D}">
      <dgm:prSet phldrT="[Text]" custT="1"/>
      <dgm:spPr>
        <a:solidFill>
          <a:srgbClr val="0D236A"/>
        </a:solidFill>
      </dgm:spPr>
      <dgm:t>
        <a:bodyPr/>
        <a:lstStyle/>
        <a:p>
          <a:r>
            <a:rPr lang="en-US" sz="2400" b="0" i="0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Collaboration</a:t>
          </a:r>
        </a:p>
      </dgm:t>
    </dgm:pt>
    <dgm:pt modelId="{EF102D9F-31CF-5B49-8787-0CD8F9EA4636}" type="parTrans" cxnId="{DA3D3483-A6F0-B746-83B1-D35C38BC3B0C}">
      <dgm:prSet/>
      <dgm:spPr/>
      <dgm:t>
        <a:bodyPr/>
        <a:lstStyle/>
        <a:p>
          <a:endParaRPr lang="en-US"/>
        </a:p>
      </dgm:t>
    </dgm:pt>
    <dgm:pt modelId="{5B10DD95-7B45-DD47-AD87-90B0906C84F9}" type="sibTrans" cxnId="{DA3D3483-A6F0-B746-83B1-D35C38BC3B0C}">
      <dgm:prSet/>
      <dgm:spPr/>
      <dgm:t>
        <a:bodyPr/>
        <a:lstStyle/>
        <a:p>
          <a:endParaRPr lang="en-US"/>
        </a:p>
      </dgm:t>
    </dgm:pt>
    <dgm:pt modelId="{83EF5905-6AA4-A348-9499-4190A79A380A}">
      <dgm:prSet phldrT="[Text]" custT="1"/>
      <dgm:spPr>
        <a:solidFill>
          <a:srgbClr val="0D236A"/>
        </a:solidFill>
      </dgm:spPr>
      <dgm:t>
        <a:bodyPr/>
        <a:lstStyle/>
        <a:p>
          <a:r>
            <a:rPr lang="en-US" sz="2400" b="0" i="0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Ownership</a:t>
          </a:r>
        </a:p>
      </dgm:t>
    </dgm:pt>
    <dgm:pt modelId="{2F340F32-9D1E-9C46-8420-5703FA891877}" type="parTrans" cxnId="{7B978E15-26C7-9D4F-8EEF-E32E9EB0CD76}">
      <dgm:prSet/>
      <dgm:spPr/>
      <dgm:t>
        <a:bodyPr/>
        <a:lstStyle/>
        <a:p>
          <a:endParaRPr lang="en-US"/>
        </a:p>
      </dgm:t>
    </dgm:pt>
    <dgm:pt modelId="{3796F2CE-5D76-824D-82D0-03BB5B199505}" type="sibTrans" cxnId="{7B978E15-26C7-9D4F-8EEF-E32E9EB0CD76}">
      <dgm:prSet/>
      <dgm:spPr/>
      <dgm:t>
        <a:bodyPr/>
        <a:lstStyle/>
        <a:p>
          <a:endParaRPr lang="en-US"/>
        </a:p>
      </dgm:t>
    </dgm:pt>
    <dgm:pt modelId="{F57AC590-B855-DC4B-8F5A-76FE3EE626F3}">
      <dgm:prSet phldrT="[Text]" custT="1"/>
      <dgm:spPr>
        <a:solidFill>
          <a:schemeClr val="bg1"/>
        </a:solidFill>
        <a:ln>
          <a:solidFill>
            <a:srgbClr val="0D236A"/>
          </a:solidFill>
        </a:ln>
      </dgm:spPr>
      <dgm:t>
        <a:bodyPr/>
        <a:lstStyle/>
        <a:p>
          <a:pPr>
            <a:buNone/>
          </a:pPr>
          <a:r>
            <a:rPr lang="en-US" sz="18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Break ambiguity into components</a:t>
          </a:r>
        </a:p>
      </dgm:t>
    </dgm:pt>
    <dgm:pt modelId="{CC65F624-A0FC-884B-AB67-90648DBE6547}" type="parTrans" cxnId="{A998A744-C4EA-934F-A530-0DBEECCA5E58}">
      <dgm:prSet/>
      <dgm:spPr/>
      <dgm:t>
        <a:bodyPr/>
        <a:lstStyle/>
        <a:p>
          <a:endParaRPr lang="en-US"/>
        </a:p>
      </dgm:t>
    </dgm:pt>
    <dgm:pt modelId="{D3D989FA-75DE-FE4A-AC39-2955D870158B}" type="sibTrans" cxnId="{A998A744-C4EA-934F-A530-0DBEECCA5E58}">
      <dgm:prSet/>
      <dgm:spPr/>
      <dgm:t>
        <a:bodyPr/>
        <a:lstStyle/>
        <a:p>
          <a:endParaRPr lang="en-US"/>
        </a:p>
      </dgm:t>
    </dgm:pt>
    <dgm:pt modelId="{9D531638-00D1-6A40-968C-BCD53CC39A8F}">
      <dgm:prSet phldrT="[Text]" custT="1"/>
      <dgm:spPr>
        <a:solidFill>
          <a:schemeClr val="bg1"/>
        </a:solidFill>
        <a:ln>
          <a:solidFill>
            <a:srgbClr val="0D236A"/>
          </a:solidFill>
        </a:ln>
      </dgm:spPr>
      <dgm:t>
        <a:bodyPr/>
        <a:lstStyle/>
        <a:p>
          <a:pPr>
            <a:buNone/>
          </a:pPr>
          <a:r>
            <a:rPr lang="en-US" sz="18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Take ownership and move the work forwards.</a:t>
          </a:r>
        </a:p>
      </dgm:t>
    </dgm:pt>
    <dgm:pt modelId="{B9326239-D501-D141-9B05-135585B7EC97}" type="parTrans" cxnId="{812D50A0-7690-F145-8125-369BEA2FF091}">
      <dgm:prSet/>
      <dgm:spPr/>
      <dgm:t>
        <a:bodyPr/>
        <a:lstStyle/>
        <a:p>
          <a:endParaRPr lang="en-US"/>
        </a:p>
      </dgm:t>
    </dgm:pt>
    <dgm:pt modelId="{0E86483C-0DC9-9345-8D99-57AAEBBAE85E}" type="sibTrans" cxnId="{812D50A0-7690-F145-8125-369BEA2FF091}">
      <dgm:prSet/>
      <dgm:spPr/>
      <dgm:t>
        <a:bodyPr/>
        <a:lstStyle/>
        <a:p>
          <a:endParaRPr lang="en-US"/>
        </a:p>
      </dgm:t>
    </dgm:pt>
    <dgm:pt modelId="{C3232806-667F-BB4D-9A37-616AADCF6254}">
      <dgm:prSet phldrT="[Text]" custT="1"/>
      <dgm:spPr>
        <a:solidFill>
          <a:schemeClr val="bg1"/>
        </a:solidFill>
        <a:ln>
          <a:solidFill>
            <a:srgbClr val="0D236A"/>
          </a:solidFill>
        </a:ln>
      </dgm:spPr>
      <dgm:t>
        <a:bodyPr/>
        <a:lstStyle/>
        <a:p>
          <a:pPr marL="9525" indent="0">
            <a:buFont typeface="Arial" panose="020B0604020202020204" pitchFamily="34" charset="0"/>
            <a:buNone/>
            <a:tabLst/>
          </a:pPr>
          <a:r>
            <a:rPr lang="en-US" sz="18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Internal and external communication that builds trust.</a:t>
          </a:r>
        </a:p>
      </dgm:t>
    </dgm:pt>
    <dgm:pt modelId="{AE76E223-D3EF-454B-8BC9-2B782C1EE7B8}" type="parTrans" cxnId="{5CBA95FE-4576-F74D-B63C-DDFF87309316}">
      <dgm:prSet/>
      <dgm:spPr/>
      <dgm:t>
        <a:bodyPr/>
        <a:lstStyle/>
        <a:p>
          <a:endParaRPr lang="en-US"/>
        </a:p>
      </dgm:t>
    </dgm:pt>
    <dgm:pt modelId="{43DC14DE-04C0-F94C-9D58-F5CFF56FA71E}" type="sibTrans" cxnId="{5CBA95FE-4576-F74D-B63C-DDFF87309316}">
      <dgm:prSet/>
      <dgm:spPr/>
      <dgm:t>
        <a:bodyPr/>
        <a:lstStyle/>
        <a:p>
          <a:endParaRPr lang="en-US"/>
        </a:p>
      </dgm:t>
    </dgm:pt>
    <dgm:pt modelId="{3D4BCCD5-9109-BB46-ADF9-1B9E21EDF78C}" type="pres">
      <dgm:prSet presAssocID="{BF5C2AB5-854F-DA4A-B7C8-A15C14E75B1E}" presName="linear" presStyleCnt="0">
        <dgm:presLayoutVars>
          <dgm:dir/>
          <dgm:animLvl val="lvl"/>
          <dgm:resizeHandles val="exact"/>
        </dgm:presLayoutVars>
      </dgm:prSet>
      <dgm:spPr/>
    </dgm:pt>
    <dgm:pt modelId="{157A303B-49CD-2C4F-98D4-87627ED44397}" type="pres">
      <dgm:prSet presAssocID="{29FEF7E9-5A5C-784F-8687-E8C0F95B0991}" presName="parentLin" presStyleCnt="0"/>
      <dgm:spPr/>
    </dgm:pt>
    <dgm:pt modelId="{C4C97FEF-2B97-834A-9389-341175CC487A}" type="pres">
      <dgm:prSet presAssocID="{29FEF7E9-5A5C-784F-8687-E8C0F95B0991}" presName="parentLeftMargin" presStyleLbl="node1" presStyleIdx="0" presStyleCnt="3"/>
      <dgm:spPr/>
    </dgm:pt>
    <dgm:pt modelId="{238D2D44-7B80-F046-AFDC-34B09879665C}" type="pres">
      <dgm:prSet presAssocID="{29FEF7E9-5A5C-784F-8687-E8C0F95B099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9A04C96-5BD6-5344-A353-394FFB98D223}" type="pres">
      <dgm:prSet presAssocID="{29FEF7E9-5A5C-784F-8687-E8C0F95B0991}" presName="negativeSpace" presStyleCnt="0"/>
      <dgm:spPr/>
    </dgm:pt>
    <dgm:pt modelId="{83092D50-D7EA-4244-A0B2-B982084CCB73}" type="pres">
      <dgm:prSet presAssocID="{29FEF7E9-5A5C-784F-8687-E8C0F95B0991}" presName="childText" presStyleLbl="conFgAcc1" presStyleIdx="0" presStyleCnt="3">
        <dgm:presLayoutVars>
          <dgm:bulletEnabled val="1"/>
        </dgm:presLayoutVars>
      </dgm:prSet>
      <dgm:spPr/>
    </dgm:pt>
    <dgm:pt modelId="{62063414-AB53-7345-96EB-92F0509757C2}" type="pres">
      <dgm:prSet presAssocID="{A6F1D226-1482-4B4C-B59C-3EE05917A01A}" presName="spaceBetweenRectangles" presStyleCnt="0"/>
      <dgm:spPr/>
    </dgm:pt>
    <dgm:pt modelId="{64E9E168-9C88-D047-89D2-792F2BF1770A}" type="pres">
      <dgm:prSet presAssocID="{83EF5905-6AA4-A348-9499-4190A79A380A}" presName="parentLin" presStyleCnt="0"/>
      <dgm:spPr/>
    </dgm:pt>
    <dgm:pt modelId="{32CDAADD-9C5B-3743-B2A1-5567AFFF9541}" type="pres">
      <dgm:prSet presAssocID="{83EF5905-6AA4-A348-9499-4190A79A380A}" presName="parentLeftMargin" presStyleLbl="node1" presStyleIdx="0" presStyleCnt="3"/>
      <dgm:spPr/>
    </dgm:pt>
    <dgm:pt modelId="{B6E65A98-003F-694F-A839-7B8E4D30D556}" type="pres">
      <dgm:prSet presAssocID="{83EF5905-6AA4-A348-9499-4190A79A380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806C35E-2840-654C-A63B-CCD78A3F1610}" type="pres">
      <dgm:prSet presAssocID="{83EF5905-6AA4-A348-9499-4190A79A380A}" presName="negativeSpace" presStyleCnt="0"/>
      <dgm:spPr/>
    </dgm:pt>
    <dgm:pt modelId="{49D6A406-D13D-BA43-A11A-DFD16C9B3B64}" type="pres">
      <dgm:prSet presAssocID="{83EF5905-6AA4-A348-9499-4190A79A380A}" presName="childText" presStyleLbl="conFgAcc1" presStyleIdx="1" presStyleCnt="3">
        <dgm:presLayoutVars>
          <dgm:bulletEnabled val="1"/>
        </dgm:presLayoutVars>
      </dgm:prSet>
      <dgm:spPr/>
    </dgm:pt>
    <dgm:pt modelId="{6683429A-FD88-CB47-9CAA-516608B636CD}" type="pres">
      <dgm:prSet presAssocID="{3796F2CE-5D76-824D-82D0-03BB5B199505}" presName="spaceBetweenRectangles" presStyleCnt="0"/>
      <dgm:spPr/>
    </dgm:pt>
    <dgm:pt modelId="{A75BCDE2-8F47-8249-A06E-922A93200F2A}" type="pres">
      <dgm:prSet presAssocID="{243BE93D-29FB-5947-9F21-71B7F95A833D}" presName="parentLin" presStyleCnt="0"/>
      <dgm:spPr/>
    </dgm:pt>
    <dgm:pt modelId="{5D49A8B6-CB95-5C48-A55E-D41ECCACAD79}" type="pres">
      <dgm:prSet presAssocID="{243BE93D-29FB-5947-9F21-71B7F95A833D}" presName="parentLeftMargin" presStyleLbl="node1" presStyleIdx="1" presStyleCnt="3"/>
      <dgm:spPr/>
    </dgm:pt>
    <dgm:pt modelId="{4896B9CF-7167-7647-936C-87AF05CC672F}" type="pres">
      <dgm:prSet presAssocID="{243BE93D-29FB-5947-9F21-71B7F95A833D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65783391-74BF-354F-B616-8528CE6C208C}" type="pres">
      <dgm:prSet presAssocID="{243BE93D-29FB-5947-9F21-71B7F95A833D}" presName="negativeSpace" presStyleCnt="0"/>
      <dgm:spPr/>
    </dgm:pt>
    <dgm:pt modelId="{324A4475-AC44-D44D-BFF5-C52A4F33C8CE}" type="pres">
      <dgm:prSet presAssocID="{243BE93D-29FB-5947-9F21-71B7F95A833D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7B978E15-26C7-9D4F-8EEF-E32E9EB0CD76}" srcId="{BF5C2AB5-854F-DA4A-B7C8-A15C14E75B1E}" destId="{83EF5905-6AA4-A348-9499-4190A79A380A}" srcOrd="1" destOrd="0" parTransId="{2F340F32-9D1E-9C46-8420-5703FA891877}" sibTransId="{3796F2CE-5D76-824D-82D0-03BB5B199505}"/>
    <dgm:cxn modelId="{C9054D1B-058C-3C46-8F28-7557408164F0}" type="presOf" srcId="{BF5C2AB5-854F-DA4A-B7C8-A15C14E75B1E}" destId="{3D4BCCD5-9109-BB46-ADF9-1B9E21EDF78C}" srcOrd="0" destOrd="0" presId="urn:microsoft.com/office/officeart/2005/8/layout/list1"/>
    <dgm:cxn modelId="{B21E0C40-E408-BC42-A731-FBDCBE07D5D9}" type="presOf" srcId="{29FEF7E9-5A5C-784F-8687-E8C0F95B0991}" destId="{238D2D44-7B80-F046-AFDC-34B09879665C}" srcOrd="1" destOrd="0" presId="urn:microsoft.com/office/officeart/2005/8/layout/list1"/>
    <dgm:cxn modelId="{A998A744-C4EA-934F-A530-0DBEECCA5E58}" srcId="{29FEF7E9-5A5C-784F-8687-E8C0F95B0991}" destId="{F57AC590-B855-DC4B-8F5A-76FE3EE626F3}" srcOrd="0" destOrd="0" parTransId="{CC65F624-A0FC-884B-AB67-90648DBE6547}" sibTransId="{D3D989FA-75DE-FE4A-AC39-2955D870158B}"/>
    <dgm:cxn modelId="{83D1A26D-2CC6-9748-9AF8-0AD3A2C8F063}" srcId="{BF5C2AB5-854F-DA4A-B7C8-A15C14E75B1E}" destId="{29FEF7E9-5A5C-784F-8687-E8C0F95B0991}" srcOrd="0" destOrd="0" parTransId="{7E4CDB3E-84E7-4C4C-A660-25CFBD0AC15F}" sibTransId="{A6F1D226-1482-4B4C-B59C-3EE05917A01A}"/>
    <dgm:cxn modelId="{35F33D70-B402-0847-810D-3AF9C999541E}" type="presOf" srcId="{243BE93D-29FB-5947-9F21-71B7F95A833D}" destId="{5D49A8B6-CB95-5C48-A55E-D41ECCACAD79}" srcOrd="0" destOrd="0" presId="urn:microsoft.com/office/officeart/2005/8/layout/list1"/>
    <dgm:cxn modelId="{34431B7B-BF45-2440-976B-D48C34098933}" type="presOf" srcId="{9D531638-00D1-6A40-968C-BCD53CC39A8F}" destId="{49D6A406-D13D-BA43-A11A-DFD16C9B3B64}" srcOrd="0" destOrd="0" presId="urn:microsoft.com/office/officeart/2005/8/layout/list1"/>
    <dgm:cxn modelId="{DA3D3483-A6F0-B746-83B1-D35C38BC3B0C}" srcId="{BF5C2AB5-854F-DA4A-B7C8-A15C14E75B1E}" destId="{243BE93D-29FB-5947-9F21-71B7F95A833D}" srcOrd="2" destOrd="0" parTransId="{EF102D9F-31CF-5B49-8787-0CD8F9EA4636}" sibTransId="{5B10DD95-7B45-DD47-AD87-90B0906C84F9}"/>
    <dgm:cxn modelId="{2230358D-2BD3-8B4F-81A1-867CFD53AAE8}" type="presOf" srcId="{243BE93D-29FB-5947-9F21-71B7F95A833D}" destId="{4896B9CF-7167-7647-936C-87AF05CC672F}" srcOrd="1" destOrd="0" presId="urn:microsoft.com/office/officeart/2005/8/layout/list1"/>
    <dgm:cxn modelId="{812D50A0-7690-F145-8125-369BEA2FF091}" srcId="{83EF5905-6AA4-A348-9499-4190A79A380A}" destId="{9D531638-00D1-6A40-968C-BCD53CC39A8F}" srcOrd="0" destOrd="0" parTransId="{B9326239-D501-D141-9B05-135585B7EC97}" sibTransId="{0E86483C-0DC9-9345-8D99-57AAEBBAE85E}"/>
    <dgm:cxn modelId="{C61B85A1-7E10-1D42-9276-69AD49B1F33D}" type="presOf" srcId="{F57AC590-B855-DC4B-8F5A-76FE3EE626F3}" destId="{83092D50-D7EA-4244-A0B2-B982084CCB73}" srcOrd="0" destOrd="0" presId="urn:microsoft.com/office/officeart/2005/8/layout/list1"/>
    <dgm:cxn modelId="{11349DCD-8296-5E49-AB12-2FE4A013FC81}" type="presOf" srcId="{83EF5905-6AA4-A348-9499-4190A79A380A}" destId="{32CDAADD-9C5B-3743-B2A1-5567AFFF9541}" srcOrd="0" destOrd="0" presId="urn:microsoft.com/office/officeart/2005/8/layout/list1"/>
    <dgm:cxn modelId="{F1406BCE-3ABF-9448-9D77-5FE3847D7D12}" type="presOf" srcId="{83EF5905-6AA4-A348-9499-4190A79A380A}" destId="{B6E65A98-003F-694F-A839-7B8E4D30D556}" srcOrd="1" destOrd="0" presId="urn:microsoft.com/office/officeart/2005/8/layout/list1"/>
    <dgm:cxn modelId="{AF0AE2DD-3AD9-3041-B4DB-DBF79DC8E7AA}" type="presOf" srcId="{C3232806-667F-BB4D-9A37-616AADCF6254}" destId="{324A4475-AC44-D44D-BFF5-C52A4F33C8CE}" srcOrd="0" destOrd="0" presId="urn:microsoft.com/office/officeart/2005/8/layout/list1"/>
    <dgm:cxn modelId="{711737E0-C36B-5049-9AEA-A59C82FE69E0}" type="presOf" srcId="{29FEF7E9-5A5C-784F-8687-E8C0F95B0991}" destId="{C4C97FEF-2B97-834A-9389-341175CC487A}" srcOrd="0" destOrd="0" presId="urn:microsoft.com/office/officeart/2005/8/layout/list1"/>
    <dgm:cxn modelId="{5CBA95FE-4576-F74D-B63C-DDFF87309316}" srcId="{243BE93D-29FB-5947-9F21-71B7F95A833D}" destId="{C3232806-667F-BB4D-9A37-616AADCF6254}" srcOrd="0" destOrd="0" parTransId="{AE76E223-D3EF-454B-8BC9-2B782C1EE7B8}" sibTransId="{43DC14DE-04C0-F94C-9D58-F5CFF56FA71E}"/>
    <dgm:cxn modelId="{05451D4F-589B-3742-AB59-98D3052EB7CD}" type="presParOf" srcId="{3D4BCCD5-9109-BB46-ADF9-1B9E21EDF78C}" destId="{157A303B-49CD-2C4F-98D4-87627ED44397}" srcOrd="0" destOrd="0" presId="urn:microsoft.com/office/officeart/2005/8/layout/list1"/>
    <dgm:cxn modelId="{9311BD23-32A7-F34F-ACAF-5A3A2124D209}" type="presParOf" srcId="{157A303B-49CD-2C4F-98D4-87627ED44397}" destId="{C4C97FEF-2B97-834A-9389-341175CC487A}" srcOrd="0" destOrd="0" presId="urn:microsoft.com/office/officeart/2005/8/layout/list1"/>
    <dgm:cxn modelId="{D9EFB81F-BFC1-FC4D-9BAE-5D03BFDC7869}" type="presParOf" srcId="{157A303B-49CD-2C4F-98D4-87627ED44397}" destId="{238D2D44-7B80-F046-AFDC-34B09879665C}" srcOrd="1" destOrd="0" presId="urn:microsoft.com/office/officeart/2005/8/layout/list1"/>
    <dgm:cxn modelId="{D06380BE-3091-3C42-8718-58BFFB68E5A7}" type="presParOf" srcId="{3D4BCCD5-9109-BB46-ADF9-1B9E21EDF78C}" destId="{C9A04C96-5BD6-5344-A353-394FFB98D223}" srcOrd="1" destOrd="0" presId="urn:microsoft.com/office/officeart/2005/8/layout/list1"/>
    <dgm:cxn modelId="{B4652CD1-63BB-9840-BA58-B0EE70F9C259}" type="presParOf" srcId="{3D4BCCD5-9109-BB46-ADF9-1B9E21EDF78C}" destId="{83092D50-D7EA-4244-A0B2-B982084CCB73}" srcOrd="2" destOrd="0" presId="urn:microsoft.com/office/officeart/2005/8/layout/list1"/>
    <dgm:cxn modelId="{67C0D100-3DA1-254A-8693-E6663434DBAD}" type="presParOf" srcId="{3D4BCCD5-9109-BB46-ADF9-1B9E21EDF78C}" destId="{62063414-AB53-7345-96EB-92F0509757C2}" srcOrd="3" destOrd="0" presId="urn:microsoft.com/office/officeart/2005/8/layout/list1"/>
    <dgm:cxn modelId="{F8F5B305-C76A-5340-91FE-2487137B4162}" type="presParOf" srcId="{3D4BCCD5-9109-BB46-ADF9-1B9E21EDF78C}" destId="{64E9E168-9C88-D047-89D2-792F2BF1770A}" srcOrd="4" destOrd="0" presId="urn:microsoft.com/office/officeart/2005/8/layout/list1"/>
    <dgm:cxn modelId="{7D25616E-F9A6-0845-A256-D4FAD43DC092}" type="presParOf" srcId="{64E9E168-9C88-D047-89D2-792F2BF1770A}" destId="{32CDAADD-9C5B-3743-B2A1-5567AFFF9541}" srcOrd="0" destOrd="0" presId="urn:microsoft.com/office/officeart/2005/8/layout/list1"/>
    <dgm:cxn modelId="{3FFB4BAC-4E3E-0C4B-8963-7E7DF41F369D}" type="presParOf" srcId="{64E9E168-9C88-D047-89D2-792F2BF1770A}" destId="{B6E65A98-003F-694F-A839-7B8E4D30D556}" srcOrd="1" destOrd="0" presId="urn:microsoft.com/office/officeart/2005/8/layout/list1"/>
    <dgm:cxn modelId="{C92B1CC6-BD3E-1143-B37F-58BC4A3BC101}" type="presParOf" srcId="{3D4BCCD5-9109-BB46-ADF9-1B9E21EDF78C}" destId="{4806C35E-2840-654C-A63B-CCD78A3F1610}" srcOrd="5" destOrd="0" presId="urn:microsoft.com/office/officeart/2005/8/layout/list1"/>
    <dgm:cxn modelId="{3AFBD158-87F3-2A48-84A3-468710285F1E}" type="presParOf" srcId="{3D4BCCD5-9109-BB46-ADF9-1B9E21EDF78C}" destId="{49D6A406-D13D-BA43-A11A-DFD16C9B3B64}" srcOrd="6" destOrd="0" presId="urn:microsoft.com/office/officeart/2005/8/layout/list1"/>
    <dgm:cxn modelId="{0F31E240-5B1B-D848-A1D0-25C648C4C55F}" type="presParOf" srcId="{3D4BCCD5-9109-BB46-ADF9-1B9E21EDF78C}" destId="{6683429A-FD88-CB47-9CAA-516608B636CD}" srcOrd="7" destOrd="0" presId="urn:microsoft.com/office/officeart/2005/8/layout/list1"/>
    <dgm:cxn modelId="{55B52CC0-1CB2-5443-9DDE-348A40EA7CD6}" type="presParOf" srcId="{3D4BCCD5-9109-BB46-ADF9-1B9E21EDF78C}" destId="{A75BCDE2-8F47-8249-A06E-922A93200F2A}" srcOrd="8" destOrd="0" presId="urn:microsoft.com/office/officeart/2005/8/layout/list1"/>
    <dgm:cxn modelId="{46E053CF-9C62-5C42-AA9C-4B4D38864745}" type="presParOf" srcId="{A75BCDE2-8F47-8249-A06E-922A93200F2A}" destId="{5D49A8B6-CB95-5C48-A55E-D41ECCACAD79}" srcOrd="0" destOrd="0" presId="urn:microsoft.com/office/officeart/2005/8/layout/list1"/>
    <dgm:cxn modelId="{BABC11C7-8492-ED43-B111-D95FB62AA978}" type="presParOf" srcId="{A75BCDE2-8F47-8249-A06E-922A93200F2A}" destId="{4896B9CF-7167-7647-936C-87AF05CC672F}" srcOrd="1" destOrd="0" presId="urn:microsoft.com/office/officeart/2005/8/layout/list1"/>
    <dgm:cxn modelId="{5593FF40-C1DD-B741-8B24-A8D0EC202DD6}" type="presParOf" srcId="{3D4BCCD5-9109-BB46-ADF9-1B9E21EDF78C}" destId="{65783391-74BF-354F-B616-8528CE6C208C}" srcOrd="9" destOrd="0" presId="urn:microsoft.com/office/officeart/2005/8/layout/list1"/>
    <dgm:cxn modelId="{1639BCF0-9B02-834E-9180-654D6B1CD80F}" type="presParOf" srcId="{3D4BCCD5-9109-BB46-ADF9-1B9E21EDF78C}" destId="{324A4475-AC44-D44D-BFF5-C52A4F33C8CE}" srcOrd="10" destOrd="0" presId="urn:microsoft.com/office/officeart/2005/8/layout/list1"/>
  </dgm:cxnLst>
  <dgm:bg>
    <a:noFill/>
  </dgm:bg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79CE7B2-A809-C14A-8BDA-27E4C060C133}" type="doc">
      <dgm:prSet loTypeId="urn:microsoft.com/office/officeart/2005/8/layout/hList3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AC6E306-BFA0-FA41-817B-E6384A5365F9}">
      <dgm:prSet phldrT="[Text]" custT="1"/>
      <dgm:spPr>
        <a:solidFill>
          <a:srgbClr val="0D236A"/>
        </a:solidFill>
        <a:ln>
          <a:solidFill>
            <a:srgbClr val="0D236A"/>
          </a:solidFill>
        </a:ln>
      </dgm:spPr>
      <dgm:t>
        <a:bodyPr/>
        <a:lstStyle/>
        <a:p>
          <a:r>
            <a:rPr lang="en-US" sz="4000" b="1" i="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Hamilton</a:t>
          </a:r>
        </a:p>
      </dgm:t>
    </dgm:pt>
    <dgm:pt modelId="{0FCA2A04-FA8D-7649-B5D7-FB1DCD356279}" type="parTrans" cxnId="{093E04C3-9622-B947-BEF9-379102A69688}">
      <dgm:prSet/>
      <dgm:spPr/>
      <dgm:t>
        <a:bodyPr/>
        <a:lstStyle/>
        <a:p>
          <a:endParaRPr lang="en-US"/>
        </a:p>
      </dgm:t>
    </dgm:pt>
    <dgm:pt modelId="{C77DF21A-C8F3-674C-A3BC-AE0B8AB91C57}" type="sibTrans" cxnId="{093E04C3-9622-B947-BEF9-379102A69688}">
      <dgm:prSet/>
      <dgm:spPr/>
      <dgm:t>
        <a:bodyPr/>
        <a:lstStyle/>
        <a:p>
          <a:endParaRPr lang="en-US"/>
        </a:p>
      </dgm:t>
    </dgm:pt>
    <dgm:pt modelId="{C6B919FB-34DC-BB42-AF03-77C0B054D9B1}">
      <dgm:prSet phldrT="[Text]" custT="1"/>
      <dgm:spPr>
        <a:solidFill>
          <a:schemeClr val="bg1"/>
        </a:solidFill>
        <a:ln>
          <a:solidFill>
            <a:srgbClr val="0D236A"/>
          </a:solidFill>
        </a:ln>
      </dgm:spPr>
      <dgm:t>
        <a:bodyPr/>
        <a:lstStyle/>
        <a:p>
          <a:r>
            <a:rPr lang="en-US" sz="2400" b="0" i="0" dirty="0">
              <a:solidFill>
                <a:srgbClr val="0D236A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Alumni Connections</a:t>
          </a:r>
        </a:p>
      </dgm:t>
    </dgm:pt>
    <dgm:pt modelId="{8B17E13A-DAC9-864A-A34A-AFE97FC0107D}" type="parTrans" cxnId="{E63646FB-FA60-3248-8ACC-45C1DF6D891B}">
      <dgm:prSet/>
      <dgm:spPr/>
      <dgm:t>
        <a:bodyPr/>
        <a:lstStyle/>
        <a:p>
          <a:endParaRPr lang="en-US"/>
        </a:p>
      </dgm:t>
    </dgm:pt>
    <dgm:pt modelId="{B1CA1025-266F-A44A-AEA5-01C0B0C57000}" type="sibTrans" cxnId="{E63646FB-FA60-3248-8ACC-45C1DF6D891B}">
      <dgm:prSet/>
      <dgm:spPr/>
      <dgm:t>
        <a:bodyPr/>
        <a:lstStyle/>
        <a:p>
          <a:endParaRPr lang="en-US"/>
        </a:p>
      </dgm:t>
    </dgm:pt>
    <dgm:pt modelId="{CF5088BA-F404-2F4D-A65F-1349CCB48517}">
      <dgm:prSet phldrT="[Text]" custT="1"/>
      <dgm:spPr>
        <a:solidFill>
          <a:schemeClr val="bg1"/>
        </a:solidFill>
        <a:ln>
          <a:solidFill>
            <a:srgbClr val="0D236A"/>
          </a:solidFill>
        </a:ln>
      </dgm:spPr>
      <dgm:t>
        <a:bodyPr/>
        <a:lstStyle/>
        <a:p>
          <a:r>
            <a:rPr lang="en-US" sz="2400" b="0" i="0" dirty="0">
              <a:solidFill>
                <a:srgbClr val="0D236A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Hamilton Consulting Group</a:t>
          </a:r>
        </a:p>
      </dgm:t>
    </dgm:pt>
    <dgm:pt modelId="{C557D3EE-0361-9647-A15A-51B1D6F456D3}" type="parTrans" cxnId="{0C843C49-D2FC-D945-9D7E-ADACFE62087D}">
      <dgm:prSet/>
      <dgm:spPr/>
      <dgm:t>
        <a:bodyPr/>
        <a:lstStyle/>
        <a:p>
          <a:endParaRPr lang="en-US"/>
        </a:p>
      </dgm:t>
    </dgm:pt>
    <dgm:pt modelId="{91F2C43B-CC14-AD46-B487-97588B4D298A}" type="sibTrans" cxnId="{0C843C49-D2FC-D945-9D7E-ADACFE62087D}">
      <dgm:prSet/>
      <dgm:spPr/>
      <dgm:t>
        <a:bodyPr/>
        <a:lstStyle/>
        <a:p>
          <a:endParaRPr lang="en-US"/>
        </a:p>
      </dgm:t>
    </dgm:pt>
    <dgm:pt modelId="{81003E7E-51F7-FE48-B7CE-12E1F8772290}">
      <dgm:prSet phldrT="[Text]" custT="1"/>
      <dgm:spPr>
        <a:solidFill>
          <a:schemeClr val="bg1"/>
        </a:solidFill>
        <a:ln>
          <a:solidFill>
            <a:srgbClr val="0D236A"/>
          </a:solidFill>
        </a:ln>
      </dgm:spPr>
      <dgm:t>
        <a:bodyPr/>
        <a:lstStyle/>
        <a:p>
          <a:r>
            <a:rPr lang="en-US" sz="2400" b="0" i="0" dirty="0">
              <a:solidFill>
                <a:srgbClr val="0D236A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The Career Center</a:t>
          </a:r>
        </a:p>
        <a:p>
          <a:r>
            <a:rPr lang="en-US" sz="2400" b="0" i="0" dirty="0">
              <a:solidFill>
                <a:srgbClr val="0D236A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Admissions</a:t>
          </a:r>
        </a:p>
        <a:p>
          <a:r>
            <a:rPr lang="en-US" sz="2400" b="0" i="0" dirty="0">
              <a:solidFill>
                <a:srgbClr val="0D236A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Athletics</a:t>
          </a:r>
        </a:p>
      </dgm:t>
    </dgm:pt>
    <dgm:pt modelId="{BA796DC0-E0F7-F24C-BBF2-C4DD7CF28301}" type="parTrans" cxnId="{10671F51-E76E-9145-BA5B-1B0AAAEED221}">
      <dgm:prSet/>
      <dgm:spPr/>
      <dgm:t>
        <a:bodyPr/>
        <a:lstStyle/>
        <a:p>
          <a:endParaRPr lang="en-US"/>
        </a:p>
      </dgm:t>
    </dgm:pt>
    <dgm:pt modelId="{2E50F09D-F961-904B-8281-B76983A82CCD}" type="sibTrans" cxnId="{10671F51-E76E-9145-BA5B-1B0AAAEED221}">
      <dgm:prSet/>
      <dgm:spPr/>
      <dgm:t>
        <a:bodyPr/>
        <a:lstStyle/>
        <a:p>
          <a:endParaRPr lang="en-US"/>
        </a:p>
      </dgm:t>
    </dgm:pt>
    <dgm:pt modelId="{BFB948BF-B5BE-C14A-914F-00F0C72C29BA}" type="pres">
      <dgm:prSet presAssocID="{F79CE7B2-A809-C14A-8BDA-27E4C060C133}" presName="composite" presStyleCnt="0">
        <dgm:presLayoutVars>
          <dgm:chMax val="1"/>
          <dgm:dir/>
          <dgm:resizeHandles val="exact"/>
        </dgm:presLayoutVars>
      </dgm:prSet>
      <dgm:spPr/>
    </dgm:pt>
    <dgm:pt modelId="{ADB9AD5A-18B4-1143-9BA6-C524D674BECA}" type="pres">
      <dgm:prSet presAssocID="{2AC6E306-BFA0-FA41-817B-E6384A5365F9}" presName="roof" presStyleLbl="dkBgShp" presStyleIdx="0" presStyleCnt="2"/>
      <dgm:spPr/>
    </dgm:pt>
    <dgm:pt modelId="{41E7E258-07B0-534C-A9E7-AFF92DB2BDB3}" type="pres">
      <dgm:prSet presAssocID="{2AC6E306-BFA0-FA41-817B-E6384A5365F9}" presName="pillars" presStyleCnt="0"/>
      <dgm:spPr/>
    </dgm:pt>
    <dgm:pt modelId="{20F0385E-CD34-B54C-9CB3-AB1A24C086B2}" type="pres">
      <dgm:prSet presAssocID="{2AC6E306-BFA0-FA41-817B-E6384A5365F9}" presName="pillar1" presStyleLbl="node1" presStyleIdx="0" presStyleCnt="3">
        <dgm:presLayoutVars>
          <dgm:bulletEnabled val="1"/>
        </dgm:presLayoutVars>
      </dgm:prSet>
      <dgm:spPr/>
    </dgm:pt>
    <dgm:pt modelId="{9975B4A2-863F-2841-A25A-2E0073EE4648}" type="pres">
      <dgm:prSet presAssocID="{81003E7E-51F7-FE48-B7CE-12E1F8772290}" presName="pillarX" presStyleLbl="node1" presStyleIdx="1" presStyleCnt="3">
        <dgm:presLayoutVars>
          <dgm:bulletEnabled val="1"/>
        </dgm:presLayoutVars>
      </dgm:prSet>
      <dgm:spPr/>
    </dgm:pt>
    <dgm:pt modelId="{7CB83901-A3F2-A845-B4E5-8E81DF28C35E}" type="pres">
      <dgm:prSet presAssocID="{CF5088BA-F404-2F4D-A65F-1349CCB48517}" presName="pillarX" presStyleLbl="node1" presStyleIdx="2" presStyleCnt="3">
        <dgm:presLayoutVars>
          <dgm:bulletEnabled val="1"/>
        </dgm:presLayoutVars>
      </dgm:prSet>
      <dgm:spPr/>
    </dgm:pt>
    <dgm:pt modelId="{BAB0ED4A-127D-DD47-99C9-6A45213BF768}" type="pres">
      <dgm:prSet presAssocID="{2AC6E306-BFA0-FA41-817B-E6384A5365F9}" presName="base" presStyleLbl="dkBgShp" presStyleIdx="1" presStyleCnt="2"/>
      <dgm:spPr>
        <a:solidFill>
          <a:srgbClr val="0D236A"/>
        </a:solidFill>
        <a:ln>
          <a:solidFill>
            <a:srgbClr val="0D236A"/>
          </a:solidFill>
        </a:ln>
      </dgm:spPr>
    </dgm:pt>
  </dgm:ptLst>
  <dgm:cxnLst>
    <dgm:cxn modelId="{44D19638-8F3C-E047-8DE5-7EDBF6BABEAC}" type="presOf" srcId="{CF5088BA-F404-2F4D-A65F-1349CCB48517}" destId="{7CB83901-A3F2-A845-B4E5-8E81DF28C35E}" srcOrd="0" destOrd="0" presId="urn:microsoft.com/office/officeart/2005/8/layout/hList3"/>
    <dgm:cxn modelId="{0C843C49-D2FC-D945-9D7E-ADACFE62087D}" srcId="{2AC6E306-BFA0-FA41-817B-E6384A5365F9}" destId="{CF5088BA-F404-2F4D-A65F-1349CCB48517}" srcOrd="2" destOrd="0" parTransId="{C557D3EE-0361-9647-A15A-51B1D6F456D3}" sibTransId="{91F2C43B-CC14-AD46-B487-97588B4D298A}"/>
    <dgm:cxn modelId="{C036D64F-62CC-DF4E-980A-D2B396398896}" type="presOf" srcId="{C6B919FB-34DC-BB42-AF03-77C0B054D9B1}" destId="{20F0385E-CD34-B54C-9CB3-AB1A24C086B2}" srcOrd="0" destOrd="0" presId="urn:microsoft.com/office/officeart/2005/8/layout/hList3"/>
    <dgm:cxn modelId="{10671F51-E76E-9145-BA5B-1B0AAAEED221}" srcId="{2AC6E306-BFA0-FA41-817B-E6384A5365F9}" destId="{81003E7E-51F7-FE48-B7CE-12E1F8772290}" srcOrd="1" destOrd="0" parTransId="{BA796DC0-E0F7-F24C-BBF2-C4DD7CF28301}" sibTransId="{2E50F09D-F961-904B-8281-B76983A82CCD}"/>
    <dgm:cxn modelId="{08211C6A-6BDE-6B42-B737-38B05FB15E1E}" type="presOf" srcId="{2AC6E306-BFA0-FA41-817B-E6384A5365F9}" destId="{ADB9AD5A-18B4-1143-9BA6-C524D674BECA}" srcOrd="0" destOrd="0" presId="urn:microsoft.com/office/officeart/2005/8/layout/hList3"/>
    <dgm:cxn modelId="{99634F6C-E0B8-6E4F-AC2E-BA9E39FAA215}" type="presOf" srcId="{F79CE7B2-A809-C14A-8BDA-27E4C060C133}" destId="{BFB948BF-B5BE-C14A-914F-00F0C72C29BA}" srcOrd="0" destOrd="0" presId="urn:microsoft.com/office/officeart/2005/8/layout/hList3"/>
    <dgm:cxn modelId="{5E7367B1-A8B9-824E-B415-6DB12037AA7A}" type="presOf" srcId="{81003E7E-51F7-FE48-B7CE-12E1F8772290}" destId="{9975B4A2-863F-2841-A25A-2E0073EE4648}" srcOrd="0" destOrd="0" presId="urn:microsoft.com/office/officeart/2005/8/layout/hList3"/>
    <dgm:cxn modelId="{093E04C3-9622-B947-BEF9-379102A69688}" srcId="{F79CE7B2-A809-C14A-8BDA-27E4C060C133}" destId="{2AC6E306-BFA0-FA41-817B-E6384A5365F9}" srcOrd="0" destOrd="0" parTransId="{0FCA2A04-FA8D-7649-B5D7-FB1DCD356279}" sibTransId="{C77DF21A-C8F3-674C-A3BC-AE0B8AB91C57}"/>
    <dgm:cxn modelId="{E63646FB-FA60-3248-8ACC-45C1DF6D891B}" srcId="{2AC6E306-BFA0-FA41-817B-E6384A5365F9}" destId="{C6B919FB-34DC-BB42-AF03-77C0B054D9B1}" srcOrd="0" destOrd="0" parTransId="{8B17E13A-DAC9-864A-A34A-AFE97FC0107D}" sibTransId="{B1CA1025-266F-A44A-AEA5-01C0B0C57000}"/>
    <dgm:cxn modelId="{EFC36BB7-0408-CE49-80DC-97A7EAF51174}" type="presParOf" srcId="{BFB948BF-B5BE-C14A-914F-00F0C72C29BA}" destId="{ADB9AD5A-18B4-1143-9BA6-C524D674BECA}" srcOrd="0" destOrd="0" presId="urn:microsoft.com/office/officeart/2005/8/layout/hList3"/>
    <dgm:cxn modelId="{7761A300-F02A-1344-9BF6-B9AECE896590}" type="presParOf" srcId="{BFB948BF-B5BE-C14A-914F-00F0C72C29BA}" destId="{41E7E258-07B0-534C-A9E7-AFF92DB2BDB3}" srcOrd="1" destOrd="0" presId="urn:microsoft.com/office/officeart/2005/8/layout/hList3"/>
    <dgm:cxn modelId="{D53EEEF3-743B-7446-9586-A18461B739FF}" type="presParOf" srcId="{41E7E258-07B0-534C-A9E7-AFF92DB2BDB3}" destId="{20F0385E-CD34-B54C-9CB3-AB1A24C086B2}" srcOrd="0" destOrd="0" presId="urn:microsoft.com/office/officeart/2005/8/layout/hList3"/>
    <dgm:cxn modelId="{AC38F162-98AD-BF4B-85E5-CFA2A84D747F}" type="presParOf" srcId="{41E7E258-07B0-534C-A9E7-AFF92DB2BDB3}" destId="{9975B4A2-863F-2841-A25A-2E0073EE4648}" srcOrd="1" destOrd="0" presId="urn:microsoft.com/office/officeart/2005/8/layout/hList3"/>
    <dgm:cxn modelId="{5D865C31-5AF2-1740-9104-A2FAD7DEA6F1}" type="presParOf" srcId="{41E7E258-07B0-534C-A9E7-AFF92DB2BDB3}" destId="{7CB83901-A3F2-A845-B4E5-8E81DF28C35E}" srcOrd="2" destOrd="0" presId="urn:microsoft.com/office/officeart/2005/8/layout/hList3"/>
    <dgm:cxn modelId="{8B6EAEE4-086E-F54C-9B2B-11D1B3E9154F}" type="presParOf" srcId="{BFB948BF-B5BE-C14A-914F-00F0C72C29BA}" destId="{BAB0ED4A-127D-DD47-99C9-6A45213BF768}" srcOrd="2" destOrd="0" presId="urn:microsoft.com/office/officeart/2005/8/layout/h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501C88F6-ECC4-AA4D-84F2-FB6527EAE263}" type="doc">
      <dgm:prSet loTypeId="urn:microsoft.com/office/officeart/2005/8/layout/orgChar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CACB12A-48A5-C540-87A4-FB98BDE4DD3B}">
      <dgm:prSet phldrT="[Text]" custT="1"/>
      <dgm:spPr>
        <a:solidFill>
          <a:srgbClr val="0D236A"/>
        </a:solidFill>
      </dgm:spPr>
      <dgm:t>
        <a:bodyPr/>
        <a:lstStyle/>
        <a:p>
          <a:r>
            <a:rPr lang="en-US" sz="4000" b="1" i="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HCG</a:t>
          </a:r>
        </a:p>
      </dgm:t>
    </dgm:pt>
    <dgm:pt modelId="{ADFCA406-C619-E944-B587-D281AB1764AA}" type="parTrans" cxnId="{0B2E65A8-7320-9648-8F5E-B08ADF3F068A}">
      <dgm:prSet/>
      <dgm:spPr/>
      <dgm:t>
        <a:bodyPr/>
        <a:lstStyle/>
        <a:p>
          <a:endParaRPr lang="en-US" sz="1600" b="0" i="0">
            <a:latin typeface="Helvetica Neue Light" panose="02000403000000020004" pitchFamily="2" charset="0"/>
            <a:ea typeface="Helvetica Neue Light" panose="02000403000000020004" pitchFamily="2" charset="0"/>
            <a:cs typeface="Helvetica Neue" panose="02000503000000020004" pitchFamily="2" charset="0"/>
          </a:endParaRPr>
        </a:p>
      </dgm:t>
    </dgm:pt>
    <dgm:pt modelId="{8BAD4C7B-E929-9441-A16E-BE0A74861BEC}" type="sibTrans" cxnId="{0B2E65A8-7320-9648-8F5E-B08ADF3F068A}">
      <dgm:prSet/>
      <dgm:spPr/>
      <dgm:t>
        <a:bodyPr/>
        <a:lstStyle/>
        <a:p>
          <a:endParaRPr lang="en-US" sz="1600" b="0" i="0">
            <a:latin typeface="Helvetica Neue Light" panose="02000403000000020004" pitchFamily="2" charset="0"/>
            <a:ea typeface="Helvetica Neue Light" panose="02000403000000020004" pitchFamily="2" charset="0"/>
            <a:cs typeface="Helvetica Neue" panose="02000503000000020004" pitchFamily="2" charset="0"/>
          </a:endParaRPr>
        </a:p>
      </dgm:t>
    </dgm:pt>
    <dgm:pt modelId="{0784C5C6-030F-1C49-A836-8AD5FD2B677C}">
      <dgm:prSet phldrT="[Text]" custT="1"/>
      <dgm:spPr>
        <a:noFill/>
        <a:ln>
          <a:solidFill>
            <a:srgbClr val="0D236A"/>
          </a:solidFill>
        </a:ln>
      </dgm:spPr>
      <dgm:t>
        <a:bodyPr/>
        <a:lstStyle/>
        <a:p>
          <a:r>
            <a:rPr lang="en-US" sz="1600" b="0" i="0" dirty="0">
              <a:solidFill>
                <a:srgbClr val="0D236A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rPr>
            <a:t>Career Preparation</a:t>
          </a:r>
        </a:p>
      </dgm:t>
    </dgm:pt>
    <dgm:pt modelId="{24B68519-D67A-324B-828D-1505A9093980}" type="parTrans" cxnId="{ADD6F1FB-8795-1249-A96E-30397094463D}">
      <dgm:prSet/>
      <dgm:spPr>
        <a:ln>
          <a:solidFill>
            <a:srgbClr val="0D236A"/>
          </a:solidFill>
        </a:ln>
      </dgm:spPr>
      <dgm:t>
        <a:bodyPr/>
        <a:lstStyle/>
        <a:p>
          <a:endParaRPr lang="en-US" sz="1600" b="0" i="0">
            <a:latin typeface="Helvetica Neue Light" panose="02000403000000020004" pitchFamily="2" charset="0"/>
            <a:ea typeface="Helvetica Neue Light" panose="02000403000000020004" pitchFamily="2" charset="0"/>
            <a:cs typeface="Helvetica Neue" panose="02000503000000020004" pitchFamily="2" charset="0"/>
          </a:endParaRPr>
        </a:p>
      </dgm:t>
    </dgm:pt>
    <dgm:pt modelId="{1447DE29-02FF-5D47-8897-B9650ED84043}" type="sibTrans" cxnId="{ADD6F1FB-8795-1249-A96E-30397094463D}">
      <dgm:prSet/>
      <dgm:spPr/>
      <dgm:t>
        <a:bodyPr/>
        <a:lstStyle/>
        <a:p>
          <a:endParaRPr lang="en-US" sz="1600" b="0" i="0">
            <a:latin typeface="Helvetica Neue Light" panose="02000403000000020004" pitchFamily="2" charset="0"/>
            <a:ea typeface="Helvetica Neue Light" panose="02000403000000020004" pitchFamily="2" charset="0"/>
            <a:cs typeface="Helvetica Neue" panose="02000503000000020004" pitchFamily="2" charset="0"/>
          </a:endParaRPr>
        </a:p>
      </dgm:t>
    </dgm:pt>
    <dgm:pt modelId="{FE2BDC3E-BC72-5E4C-93E7-5E810A6C0F86}">
      <dgm:prSet phldrT="[Text]" custT="1"/>
      <dgm:spPr>
        <a:noFill/>
        <a:ln>
          <a:solidFill>
            <a:srgbClr val="0D236A"/>
          </a:solidFill>
        </a:ln>
      </dgm:spPr>
      <dgm:t>
        <a:bodyPr/>
        <a:lstStyle/>
        <a:p>
          <a:r>
            <a:rPr lang="en-US" sz="1600" b="0" i="0" dirty="0">
              <a:solidFill>
                <a:srgbClr val="0D236A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rPr>
            <a:t>Industry Knowledge</a:t>
          </a:r>
        </a:p>
      </dgm:t>
    </dgm:pt>
    <dgm:pt modelId="{1C6E0A10-5D60-2A43-ADC6-4FA1EFE71563}" type="parTrans" cxnId="{1126EE7E-0F9D-EA4D-AF6A-DB26B7547201}">
      <dgm:prSet/>
      <dgm:spPr/>
      <dgm:t>
        <a:bodyPr/>
        <a:lstStyle/>
        <a:p>
          <a:endParaRPr lang="en-US" sz="1600" b="0" i="0">
            <a:latin typeface="Helvetica Neue Light" panose="02000403000000020004" pitchFamily="2" charset="0"/>
            <a:ea typeface="Helvetica Neue Light" panose="02000403000000020004" pitchFamily="2" charset="0"/>
            <a:cs typeface="Helvetica Neue" panose="02000503000000020004" pitchFamily="2" charset="0"/>
          </a:endParaRPr>
        </a:p>
      </dgm:t>
    </dgm:pt>
    <dgm:pt modelId="{AB2D8B8E-8659-2D4B-B4DB-FB6B7256C245}" type="sibTrans" cxnId="{1126EE7E-0F9D-EA4D-AF6A-DB26B7547201}">
      <dgm:prSet/>
      <dgm:spPr/>
      <dgm:t>
        <a:bodyPr/>
        <a:lstStyle/>
        <a:p>
          <a:endParaRPr lang="en-US" sz="1600" b="0" i="0">
            <a:latin typeface="Helvetica Neue Light" panose="02000403000000020004" pitchFamily="2" charset="0"/>
            <a:ea typeface="Helvetica Neue Light" panose="02000403000000020004" pitchFamily="2" charset="0"/>
            <a:cs typeface="Helvetica Neue" panose="02000503000000020004" pitchFamily="2" charset="0"/>
          </a:endParaRPr>
        </a:p>
      </dgm:t>
    </dgm:pt>
    <dgm:pt modelId="{F53A1A03-46CE-BF4C-A94E-B844C779ACF4}">
      <dgm:prSet phldrT="[Text]" custT="1"/>
      <dgm:spPr>
        <a:noFill/>
        <a:ln>
          <a:solidFill>
            <a:srgbClr val="0D236A"/>
          </a:solidFill>
        </a:ln>
      </dgm:spPr>
      <dgm:t>
        <a:bodyPr/>
        <a:lstStyle/>
        <a:p>
          <a:r>
            <a:rPr lang="en-US" sz="1600" b="0" i="0" dirty="0">
              <a:solidFill>
                <a:srgbClr val="0D236A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rPr>
            <a:t>HCG Quill</a:t>
          </a:r>
        </a:p>
      </dgm:t>
    </dgm:pt>
    <dgm:pt modelId="{E5B90070-A890-624B-B44E-5B56F62A1589}" type="parTrans" cxnId="{86F70C47-DBE0-5A44-B7F0-3BFE127F3A20}">
      <dgm:prSet/>
      <dgm:spPr>
        <a:ln>
          <a:solidFill>
            <a:srgbClr val="0D236A"/>
          </a:solidFill>
        </a:ln>
      </dgm:spPr>
      <dgm:t>
        <a:bodyPr/>
        <a:lstStyle/>
        <a:p>
          <a:endParaRPr lang="en-US" sz="1600" b="0" i="0">
            <a:latin typeface="Helvetica Neue Light" panose="02000403000000020004" pitchFamily="2" charset="0"/>
            <a:ea typeface="Helvetica Neue Light" panose="02000403000000020004" pitchFamily="2" charset="0"/>
            <a:cs typeface="Helvetica Neue" panose="02000503000000020004" pitchFamily="2" charset="0"/>
          </a:endParaRPr>
        </a:p>
      </dgm:t>
    </dgm:pt>
    <dgm:pt modelId="{11E6980C-BF53-6D49-A3AA-2F67A6C78D8B}" type="sibTrans" cxnId="{86F70C47-DBE0-5A44-B7F0-3BFE127F3A20}">
      <dgm:prSet/>
      <dgm:spPr/>
      <dgm:t>
        <a:bodyPr/>
        <a:lstStyle/>
        <a:p>
          <a:endParaRPr lang="en-US" sz="1600" b="0" i="0">
            <a:latin typeface="Helvetica Neue Light" panose="02000403000000020004" pitchFamily="2" charset="0"/>
            <a:ea typeface="Helvetica Neue Light" panose="02000403000000020004" pitchFamily="2" charset="0"/>
            <a:cs typeface="Helvetica Neue" panose="02000503000000020004" pitchFamily="2" charset="0"/>
          </a:endParaRPr>
        </a:p>
      </dgm:t>
    </dgm:pt>
    <dgm:pt modelId="{2077A004-C551-FB42-A56A-54C4D3CFE2B6}">
      <dgm:prSet phldrT="[Text]" custT="1"/>
      <dgm:spPr>
        <a:noFill/>
        <a:ln>
          <a:solidFill>
            <a:srgbClr val="0D236A"/>
          </a:solidFill>
        </a:ln>
      </dgm:spPr>
      <dgm:t>
        <a:bodyPr/>
        <a:lstStyle/>
        <a:p>
          <a:r>
            <a:rPr lang="en-US" sz="1600" b="0" i="0" dirty="0">
              <a:solidFill>
                <a:srgbClr val="0D236A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rPr>
            <a:t>Casing Series</a:t>
          </a:r>
        </a:p>
      </dgm:t>
    </dgm:pt>
    <dgm:pt modelId="{3BD6ED14-B699-A546-9DF0-7AA5D029E9E0}" type="parTrans" cxnId="{5FE1EC34-F5A6-EA4A-B789-79CA8F7C7E33}">
      <dgm:prSet/>
      <dgm:spPr/>
      <dgm:t>
        <a:bodyPr/>
        <a:lstStyle/>
        <a:p>
          <a:endParaRPr lang="en-US" sz="1600" b="0" i="0">
            <a:latin typeface="Helvetica Neue Light" panose="02000403000000020004" pitchFamily="2" charset="0"/>
            <a:ea typeface="Helvetica Neue Light" panose="02000403000000020004" pitchFamily="2" charset="0"/>
            <a:cs typeface="Helvetica Neue" panose="02000503000000020004" pitchFamily="2" charset="0"/>
          </a:endParaRPr>
        </a:p>
      </dgm:t>
    </dgm:pt>
    <dgm:pt modelId="{416788CF-55F6-B246-BAD9-2EF5B2D4EACC}" type="sibTrans" cxnId="{5FE1EC34-F5A6-EA4A-B789-79CA8F7C7E33}">
      <dgm:prSet/>
      <dgm:spPr/>
      <dgm:t>
        <a:bodyPr/>
        <a:lstStyle/>
        <a:p>
          <a:endParaRPr lang="en-US" sz="1600" b="0" i="0">
            <a:latin typeface="Helvetica Neue Light" panose="02000403000000020004" pitchFamily="2" charset="0"/>
            <a:ea typeface="Helvetica Neue Light" panose="02000403000000020004" pitchFamily="2" charset="0"/>
            <a:cs typeface="Helvetica Neue" panose="02000503000000020004" pitchFamily="2" charset="0"/>
          </a:endParaRPr>
        </a:p>
      </dgm:t>
    </dgm:pt>
    <dgm:pt modelId="{C50DDE1E-BF06-F74D-BD2D-A03C69B06BC8}">
      <dgm:prSet phldrT="[Text]" custT="1"/>
      <dgm:spPr>
        <a:noFill/>
        <a:ln>
          <a:solidFill>
            <a:srgbClr val="0D236A"/>
          </a:solidFill>
        </a:ln>
      </dgm:spPr>
      <dgm:t>
        <a:bodyPr/>
        <a:lstStyle/>
        <a:p>
          <a:r>
            <a:rPr lang="en-US" sz="1600" b="0" i="0" dirty="0">
              <a:solidFill>
                <a:srgbClr val="0D236A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rPr>
            <a:t>Peer Practice</a:t>
          </a:r>
        </a:p>
      </dgm:t>
    </dgm:pt>
    <dgm:pt modelId="{9D5D1311-EE75-9147-BE14-9F83617DA944}" type="parTrans" cxnId="{67507E48-B5E0-1241-A583-E55EEC536D8D}">
      <dgm:prSet/>
      <dgm:spPr/>
      <dgm:t>
        <a:bodyPr/>
        <a:lstStyle/>
        <a:p>
          <a:endParaRPr lang="en-US" sz="1600" b="0" i="0">
            <a:latin typeface="Helvetica Neue Light" panose="02000403000000020004" pitchFamily="2" charset="0"/>
            <a:ea typeface="Helvetica Neue Light" panose="02000403000000020004" pitchFamily="2" charset="0"/>
            <a:cs typeface="Helvetica Neue" panose="02000503000000020004" pitchFamily="2" charset="0"/>
          </a:endParaRPr>
        </a:p>
      </dgm:t>
    </dgm:pt>
    <dgm:pt modelId="{BE32EB54-9FD3-3741-BCFE-0AB439E90D59}" type="sibTrans" cxnId="{67507E48-B5E0-1241-A583-E55EEC536D8D}">
      <dgm:prSet/>
      <dgm:spPr/>
      <dgm:t>
        <a:bodyPr/>
        <a:lstStyle/>
        <a:p>
          <a:endParaRPr lang="en-US" sz="1600" b="0" i="0">
            <a:latin typeface="Helvetica Neue Light" panose="02000403000000020004" pitchFamily="2" charset="0"/>
            <a:ea typeface="Helvetica Neue Light" panose="02000403000000020004" pitchFamily="2" charset="0"/>
            <a:cs typeface="Helvetica Neue" panose="02000503000000020004" pitchFamily="2" charset="0"/>
          </a:endParaRPr>
        </a:p>
      </dgm:t>
    </dgm:pt>
    <dgm:pt modelId="{BE0DC5DB-A92A-2F43-B952-3DBB17FE7B56}">
      <dgm:prSet phldrT="[Text]" custT="1"/>
      <dgm:spPr>
        <a:noFill/>
        <a:ln>
          <a:solidFill>
            <a:srgbClr val="0D236A"/>
          </a:solidFill>
        </a:ln>
      </dgm:spPr>
      <dgm:t>
        <a:bodyPr/>
        <a:lstStyle/>
        <a:p>
          <a:r>
            <a:rPr lang="en-US" sz="1600" b="0" i="0" dirty="0">
              <a:solidFill>
                <a:srgbClr val="0D236A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rPr>
            <a:t>Overviews</a:t>
          </a:r>
        </a:p>
      </dgm:t>
    </dgm:pt>
    <dgm:pt modelId="{95442E75-3995-EF4B-90F6-D585BA375F7C}" type="parTrans" cxnId="{8657E666-9859-ED4B-92C8-F4677738D1A0}">
      <dgm:prSet/>
      <dgm:spPr/>
      <dgm:t>
        <a:bodyPr/>
        <a:lstStyle/>
        <a:p>
          <a:endParaRPr lang="en-US" sz="1600" b="0" i="0">
            <a:latin typeface="Helvetica Neue Light" panose="02000403000000020004" pitchFamily="2" charset="0"/>
            <a:ea typeface="Helvetica Neue Light" panose="02000403000000020004" pitchFamily="2" charset="0"/>
            <a:cs typeface="Helvetica Neue" panose="02000503000000020004" pitchFamily="2" charset="0"/>
          </a:endParaRPr>
        </a:p>
      </dgm:t>
    </dgm:pt>
    <dgm:pt modelId="{A491EE31-1F60-7044-99C9-99F870C8FD00}" type="sibTrans" cxnId="{8657E666-9859-ED4B-92C8-F4677738D1A0}">
      <dgm:prSet/>
      <dgm:spPr/>
      <dgm:t>
        <a:bodyPr/>
        <a:lstStyle/>
        <a:p>
          <a:endParaRPr lang="en-US" sz="1600" b="0" i="0">
            <a:latin typeface="Helvetica Neue Light" panose="02000403000000020004" pitchFamily="2" charset="0"/>
            <a:ea typeface="Helvetica Neue Light" panose="02000403000000020004" pitchFamily="2" charset="0"/>
            <a:cs typeface="Helvetica Neue" panose="02000503000000020004" pitchFamily="2" charset="0"/>
          </a:endParaRPr>
        </a:p>
      </dgm:t>
    </dgm:pt>
    <dgm:pt modelId="{1168589E-E021-3F47-A688-EC1E3268E946}">
      <dgm:prSet phldrT="[Text]" custT="1"/>
      <dgm:spPr>
        <a:noFill/>
        <a:ln>
          <a:solidFill>
            <a:srgbClr val="0D236A"/>
          </a:solidFill>
        </a:ln>
      </dgm:spPr>
      <dgm:t>
        <a:bodyPr/>
        <a:lstStyle/>
        <a:p>
          <a:r>
            <a:rPr lang="en-US" sz="1600" b="0" i="0" dirty="0">
              <a:solidFill>
                <a:srgbClr val="0D236A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rPr>
            <a:t>Special sessions</a:t>
          </a:r>
        </a:p>
      </dgm:t>
    </dgm:pt>
    <dgm:pt modelId="{E820A2BF-D04D-F84B-974E-F3CD16AE345C}" type="parTrans" cxnId="{66D13C76-C1A5-694F-884C-F8A859D7972F}">
      <dgm:prSet/>
      <dgm:spPr/>
      <dgm:t>
        <a:bodyPr/>
        <a:lstStyle/>
        <a:p>
          <a:endParaRPr lang="en-US" sz="1600" b="0" i="0">
            <a:latin typeface="Helvetica Neue Light" panose="02000403000000020004" pitchFamily="2" charset="0"/>
            <a:ea typeface="Helvetica Neue Light" panose="02000403000000020004" pitchFamily="2" charset="0"/>
            <a:cs typeface="Helvetica Neue" panose="02000503000000020004" pitchFamily="2" charset="0"/>
          </a:endParaRPr>
        </a:p>
      </dgm:t>
    </dgm:pt>
    <dgm:pt modelId="{8545F9C4-6983-1944-983B-E3E4D5820F13}" type="sibTrans" cxnId="{66D13C76-C1A5-694F-884C-F8A859D7972F}">
      <dgm:prSet/>
      <dgm:spPr/>
      <dgm:t>
        <a:bodyPr/>
        <a:lstStyle/>
        <a:p>
          <a:endParaRPr lang="en-US" sz="1600" b="0" i="0">
            <a:latin typeface="Helvetica Neue Light" panose="02000403000000020004" pitchFamily="2" charset="0"/>
            <a:ea typeface="Helvetica Neue Light" panose="02000403000000020004" pitchFamily="2" charset="0"/>
            <a:cs typeface="Helvetica Neue" panose="02000503000000020004" pitchFamily="2" charset="0"/>
          </a:endParaRPr>
        </a:p>
      </dgm:t>
    </dgm:pt>
    <dgm:pt modelId="{62427EEC-861E-9349-B9E8-E3DB397075CD}">
      <dgm:prSet phldrT="[Text]" custT="1"/>
      <dgm:spPr>
        <a:noFill/>
        <a:ln>
          <a:solidFill>
            <a:srgbClr val="0D236A"/>
          </a:solidFill>
        </a:ln>
      </dgm:spPr>
      <dgm:t>
        <a:bodyPr/>
        <a:lstStyle/>
        <a:p>
          <a:r>
            <a:rPr lang="en-US" sz="1600" b="0" i="0" dirty="0">
              <a:solidFill>
                <a:srgbClr val="0D236A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rPr>
            <a:t>Client Work</a:t>
          </a:r>
        </a:p>
      </dgm:t>
    </dgm:pt>
    <dgm:pt modelId="{67BABF5E-7E95-964B-878B-855A74ADCFEC}" type="parTrans" cxnId="{298361A2-FA76-A54E-8607-B0BDE54DDC18}">
      <dgm:prSet/>
      <dgm:spPr/>
      <dgm:t>
        <a:bodyPr/>
        <a:lstStyle/>
        <a:p>
          <a:endParaRPr lang="en-US" sz="1600" b="0" i="0">
            <a:latin typeface="Helvetica Neue Light" panose="02000403000000020004" pitchFamily="2" charset="0"/>
            <a:ea typeface="Helvetica Neue Light" panose="02000403000000020004" pitchFamily="2" charset="0"/>
            <a:cs typeface="Helvetica Neue" panose="02000503000000020004" pitchFamily="2" charset="0"/>
          </a:endParaRPr>
        </a:p>
      </dgm:t>
    </dgm:pt>
    <dgm:pt modelId="{213A00BB-0AD3-6F4D-8F53-5FC28CA9F5D3}" type="sibTrans" cxnId="{298361A2-FA76-A54E-8607-B0BDE54DDC18}">
      <dgm:prSet/>
      <dgm:spPr/>
      <dgm:t>
        <a:bodyPr/>
        <a:lstStyle/>
        <a:p>
          <a:endParaRPr lang="en-US" sz="1600" b="0" i="0">
            <a:latin typeface="Helvetica Neue Light" panose="02000403000000020004" pitchFamily="2" charset="0"/>
            <a:ea typeface="Helvetica Neue Light" panose="02000403000000020004" pitchFamily="2" charset="0"/>
            <a:cs typeface="Helvetica Neue" panose="02000503000000020004" pitchFamily="2" charset="0"/>
          </a:endParaRPr>
        </a:p>
      </dgm:t>
    </dgm:pt>
    <dgm:pt modelId="{D20E5A49-B62C-9445-B812-C3F71C1D4C9E}">
      <dgm:prSet phldrT="[Text]" custT="1"/>
      <dgm:spPr>
        <a:noFill/>
        <a:ln>
          <a:solidFill>
            <a:srgbClr val="0D236A"/>
          </a:solidFill>
        </a:ln>
      </dgm:spPr>
      <dgm:t>
        <a:bodyPr/>
        <a:lstStyle/>
        <a:p>
          <a:r>
            <a:rPr lang="en-US" sz="1600" b="0" i="0" dirty="0">
              <a:solidFill>
                <a:srgbClr val="0D236A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rPr>
            <a:t>Collaboration</a:t>
          </a:r>
        </a:p>
      </dgm:t>
    </dgm:pt>
    <dgm:pt modelId="{A206BC13-41F2-0E49-815E-0641668986F2}" type="parTrans" cxnId="{7D23F986-2904-8E48-81CE-2DB51C01B0D6}">
      <dgm:prSet/>
      <dgm:spPr/>
      <dgm:t>
        <a:bodyPr/>
        <a:lstStyle/>
        <a:p>
          <a:endParaRPr lang="en-US" sz="1600" b="0" i="0">
            <a:latin typeface="Helvetica Neue Light" panose="02000403000000020004" pitchFamily="2" charset="0"/>
            <a:ea typeface="Helvetica Neue Light" panose="02000403000000020004" pitchFamily="2" charset="0"/>
            <a:cs typeface="Helvetica Neue" panose="02000503000000020004" pitchFamily="2" charset="0"/>
          </a:endParaRPr>
        </a:p>
      </dgm:t>
    </dgm:pt>
    <dgm:pt modelId="{1753AE41-C6C8-1443-90A7-E14241E5455E}" type="sibTrans" cxnId="{7D23F986-2904-8E48-81CE-2DB51C01B0D6}">
      <dgm:prSet/>
      <dgm:spPr/>
      <dgm:t>
        <a:bodyPr/>
        <a:lstStyle/>
        <a:p>
          <a:endParaRPr lang="en-US" sz="1600" b="0" i="0">
            <a:latin typeface="Helvetica Neue Light" panose="02000403000000020004" pitchFamily="2" charset="0"/>
            <a:ea typeface="Helvetica Neue Light" panose="02000403000000020004" pitchFamily="2" charset="0"/>
            <a:cs typeface="Helvetica Neue" panose="02000503000000020004" pitchFamily="2" charset="0"/>
          </a:endParaRPr>
        </a:p>
      </dgm:t>
    </dgm:pt>
    <dgm:pt modelId="{1F1B2629-E8A5-7841-8870-D381CE72CDD3}" type="pres">
      <dgm:prSet presAssocID="{501C88F6-ECC4-AA4D-84F2-FB6527EAE263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4898EF33-270A-C740-9126-B72767E155F7}" type="pres">
      <dgm:prSet presAssocID="{8CACB12A-48A5-C540-87A4-FB98BDE4DD3B}" presName="hierRoot1" presStyleCnt="0">
        <dgm:presLayoutVars>
          <dgm:hierBranch val="init"/>
        </dgm:presLayoutVars>
      </dgm:prSet>
      <dgm:spPr/>
    </dgm:pt>
    <dgm:pt modelId="{9702187C-1FF9-3447-B08C-997501D6B865}" type="pres">
      <dgm:prSet presAssocID="{8CACB12A-48A5-C540-87A4-FB98BDE4DD3B}" presName="rootComposite1" presStyleCnt="0"/>
      <dgm:spPr/>
    </dgm:pt>
    <dgm:pt modelId="{91B0EA34-4FD9-3646-A074-198FB89279F6}" type="pres">
      <dgm:prSet presAssocID="{8CACB12A-48A5-C540-87A4-FB98BDE4DD3B}" presName="rootText1" presStyleLbl="node0" presStyleIdx="0" presStyleCnt="1">
        <dgm:presLayoutVars>
          <dgm:chPref val="3"/>
        </dgm:presLayoutVars>
      </dgm:prSet>
      <dgm:spPr/>
    </dgm:pt>
    <dgm:pt modelId="{9CC0B55E-5BEF-624C-BBE9-FFD8B2EF6978}" type="pres">
      <dgm:prSet presAssocID="{8CACB12A-48A5-C540-87A4-FB98BDE4DD3B}" presName="rootConnector1" presStyleLbl="node1" presStyleIdx="0" presStyleCnt="0"/>
      <dgm:spPr/>
    </dgm:pt>
    <dgm:pt modelId="{A26E899E-D600-4C4E-92F5-334068C3C12B}" type="pres">
      <dgm:prSet presAssocID="{8CACB12A-48A5-C540-87A4-FB98BDE4DD3B}" presName="hierChild2" presStyleCnt="0"/>
      <dgm:spPr/>
    </dgm:pt>
    <dgm:pt modelId="{38BE8066-BCDF-F346-B305-57F7BA6B83C7}" type="pres">
      <dgm:prSet presAssocID="{24B68519-D67A-324B-828D-1505A9093980}" presName="Name37" presStyleLbl="parChTrans1D2" presStyleIdx="0" presStyleCnt="3"/>
      <dgm:spPr/>
    </dgm:pt>
    <dgm:pt modelId="{7BECC690-3D28-FE47-BDA5-0F00EA3C16BF}" type="pres">
      <dgm:prSet presAssocID="{0784C5C6-030F-1C49-A836-8AD5FD2B677C}" presName="hierRoot2" presStyleCnt="0">
        <dgm:presLayoutVars>
          <dgm:hierBranch val="init"/>
        </dgm:presLayoutVars>
      </dgm:prSet>
      <dgm:spPr/>
    </dgm:pt>
    <dgm:pt modelId="{2E52EAEE-4756-C548-9C6F-1ADE0D90E28F}" type="pres">
      <dgm:prSet presAssocID="{0784C5C6-030F-1C49-A836-8AD5FD2B677C}" presName="rootComposite" presStyleCnt="0"/>
      <dgm:spPr/>
    </dgm:pt>
    <dgm:pt modelId="{3011FF70-96DC-0D4C-BB7B-E0377E51A93C}" type="pres">
      <dgm:prSet presAssocID="{0784C5C6-030F-1C49-A836-8AD5FD2B677C}" presName="rootText" presStyleLbl="node2" presStyleIdx="0" presStyleCnt="3" custLinFactNeighborX="-88909" custLinFactNeighborY="-1114">
        <dgm:presLayoutVars>
          <dgm:chPref val="3"/>
        </dgm:presLayoutVars>
      </dgm:prSet>
      <dgm:spPr/>
    </dgm:pt>
    <dgm:pt modelId="{447A0367-CEB7-4343-83DE-E7EBF054A238}" type="pres">
      <dgm:prSet presAssocID="{0784C5C6-030F-1C49-A836-8AD5FD2B677C}" presName="rootConnector" presStyleLbl="node2" presStyleIdx="0" presStyleCnt="3"/>
      <dgm:spPr/>
    </dgm:pt>
    <dgm:pt modelId="{F88828EE-BE83-5842-9D0B-C47A3E937AEA}" type="pres">
      <dgm:prSet presAssocID="{0784C5C6-030F-1C49-A836-8AD5FD2B677C}" presName="hierChild4" presStyleCnt="0"/>
      <dgm:spPr/>
    </dgm:pt>
    <dgm:pt modelId="{2AC240F3-DF81-334C-9FFD-1BF59DFC063D}" type="pres">
      <dgm:prSet presAssocID="{3BD6ED14-B699-A546-9DF0-7AA5D029E9E0}" presName="Name37" presStyleLbl="parChTrans1D3" presStyleIdx="0" presStyleCnt="6"/>
      <dgm:spPr/>
    </dgm:pt>
    <dgm:pt modelId="{6C5A3553-EAB0-7C47-8A2A-183F830C5302}" type="pres">
      <dgm:prSet presAssocID="{2077A004-C551-FB42-A56A-54C4D3CFE2B6}" presName="hierRoot2" presStyleCnt="0">
        <dgm:presLayoutVars>
          <dgm:hierBranch val="init"/>
        </dgm:presLayoutVars>
      </dgm:prSet>
      <dgm:spPr/>
    </dgm:pt>
    <dgm:pt modelId="{C22E4547-B25F-8642-9273-0F00C77E8B1F}" type="pres">
      <dgm:prSet presAssocID="{2077A004-C551-FB42-A56A-54C4D3CFE2B6}" presName="rootComposite" presStyleCnt="0"/>
      <dgm:spPr/>
    </dgm:pt>
    <dgm:pt modelId="{440BEA7C-D41F-484F-A652-EC86F9D714DC}" type="pres">
      <dgm:prSet presAssocID="{2077A004-C551-FB42-A56A-54C4D3CFE2B6}" presName="rootText" presStyleLbl="node3" presStyleIdx="0" presStyleCnt="6" custLinFactNeighborX="-85729" custLinFactNeighborY="-30393">
        <dgm:presLayoutVars>
          <dgm:chPref val="3"/>
        </dgm:presLayoutVars>
      </dgm:prSet>
      <dgm:spPr/>
    </dgm:pt>
    <dgm:pt modelId="{771A84CD-B88A-8342-A960-1A4B6B4F1B4E}" type="pres">
      <dgm:prSet presAssocID="{2077A004-C551-FB42-A56A-54C4D3CFE2B6}" presName="rootConnector" presStyleLbl="node3" presStyleIdx="0" presStyleCnt="6"/>
      <dgm:spPr/>
    </dgm:pt>
    <dgm:pt modelId="{0611698B-5958-6242-90E9-E91E9EC3FF7C}" type="pres">
      <dgm:prSet presAssocID="{2077A004-C551-FB42-A56A-54C4D3CFE2B6}" presName="hierChild4" presStyleCnt="0"/>
      <dgm:spPr/>
    </dgm:pt>
    <dgm:pt modelId="{4EC1E3AD-EB5B-A847-8942-1F3E28A2F504}" type="pres">
      <dgm:prSet presAssocID="{2077A004-C551-FB42-A56A-54C4D3CFE2B6}" presName="hierChild5" presStyleCnt="0"/>
      <dgm:spPr/>
    </dgm:pt>
    <dgm:pt modelId="{ED1E682D-7106-7A4A-8EBA-76F6E9C0E6D4}" type="pres">
      <dgm:prSet presAssocID="{9D5D1311-EE75-9147-BE14-9F83617DA944}" presName="Name37" presStyleLbl="parChTrans1D3" presStyleIdx="1" presStyleCnt="6"/>
      <dgm:spPr/>
    </dgm:pt>
    <dgm:pt modelId="{1321F329-50EA-F943-B5F0-81F0771F76D3}" type="pres">
      <dgm:prSet presAssocID="{C50DDE1E-BF06-F74D-BD2D-A03C69B06BC8}" presName="hierRoot2" presStyleCnt="0">
        <dgm:presLayoutVars>
          <dgm:hierBranch val="init"/>
        </dgm:presLayoutVars>
      </dgm:prSet>
      <dgm:spPr/>
    </dgm:pt>
    <dgm:pt modelId="{1F1411A7-1E83-A44E-B407-B184E9B8CD5F}" type="pres">
      <dgm:prSet presAssocID="{C50DDE1E-BF06-F74D-BD2D-A03C69B06BC8}" presName="rootComposite" presStyleCnt="0"/>
      <dgm:spPr/>
    </dgm:pt>
    <dgm:pt modelId="{A670887E-3D65-A94C-8055-530801327C4A}" type="pres">
      <dgm:prSet presAssocID="{C50DDE1E-BF06-F74D-BD2D-A03C69B06BC8}" presName="rootText" presStyleLbl="node3" presStyleIdx="1" presStyleCnt="6" custLinFactNeighborX="-85729" custLinFactNeighborY="-50279">
        <dgm:presLayoutVars>
          <dgm:chPref val="3"/>
        </dgm:presLayoutVars>
      </dgm:prSet>
      <dgm:spPr/>
    </dgm:pt>
    <dgm:pt modelId="{2A360E8B-A4A2-AE42-AB13-14207F505CE1}" type="pres">
      <dgm:prSet presAssocID="{C50DDE1E-BF06-F74D-BD2D-A03C69B06BC8}" presName="rootConnector" presStyleLbl="node3" presStyleIdx="1" presStyleCnt="6"/>
      <dgm:spPr/>
    </dgm:pt>
    <dgm:pt modelId="{C44C4EAA-0E87-3B44-9020-15572B4716BE}" type="pres">
      <dgm:prSet presAssocID="{C50DDE1E-BF06-F74D-BD2D-A03C69B06BC8}" presName="hierChild4" presStyleCnt="0"/>
      <dgm:spPr/>
    </dgm:pt>
    <dgm:pt modelId="{D6486CCE-24F4-ED48-AE3E-1702E07D1B8B}" type="pres">
      <dgm:prSet presAssocID="{C50DDE1E-BF06-F74D-BD2D-A03C69B06BC8}" presName="hierChild5" presStyleCnt="0"/>
      <dgm:spPr/>
    </dgm:pt>
    <dgm:pt modelId="{253918EF-A53E-5D41-9B07-06C58F333E88}" type="pres">
      <dgm:prSet presAssocID="{0784C5C6-030F-1C49-A836-8AD5FD2B677C}" presName="hierChild5" presStyleCnt="0"/>
      <dgm:spPr/>
    </dgm:pt>
    <dgm:pt modelId="{0A2CDA22-874B-FE44-962F-D737DB613DBA}" type="pres">
      <dgm:prSet presAssocID="{1C6E0A10-5D60-2A43-ADC6-4FA1EFE71563}" presName="Name37" presStyleLbl="parChTrans1D2" presStyleIdx="1" presStyleCnt="3"/>
      <dgm:spPr/>
    </dgm:pt>
    <dgm:pt modelId="{96AB06E7-8990-1C46-BE14-9BF3C3E192CE}" type="pres">
      <dgm:prSet presAssocID="{FE2BDC3E-BC72-5E4C-93E7-5E810A6C0F86}" presName="hierRoot2" presStyleCnt="0">
        <dgm:presLayoutVars>
          <dgm:hierBranch val="init"/>
        </dgm:presLayoutVars>
      </dgm:prSet>
      <dgm:spPr/>
    </dgm:pt>
    <dgm:pt modelId="{8F599500-5F5F-364A-900C-A68DC96F9E77}" type="pres">
      <dgm:prSet presAssocID="{FE2BDC3E-BC72-5E4C-93E7-5E810A6C0F86}" presName="rootComposite" presStyleCnt="0"/>
      <dgm:spPr/>
    </dgm:pt>
    <dgm:pt modelId="{05036238-5180-3B46-98E7-C834ADE55E15}" type="pres">
      <dgm:prSet presAssocID="{FE2BDC3E-BC72-5E4C-93E7-5E810A6C0F86}" presName="rootText" presStyleLbl="node2" presStyleIdx="1" presStyleCnt="3" custLinFactNeighborX="-22041" custLinFactNeighborY="-1114">
        <dgm:presLayoutVars>
          <dgm:chPref val="3"/>
        </dgm:presLayoutVars>
      </dgm:prSet>
      <dgm:spPr/>
    </dgm:pt>
    <dgm:pt modelId="{4C3FD976-6055-5B4E-B68E-D1CA568B67F3}" type="pres">
      <dgm:prSet presAssocID="{FE2BDC3E-BC72-5E4C-93E7-5E810A6C0F86}" presName="rootConnector" presStyleLbl="node2" presStyleIdx="1" presStyleCnt="3"/>
      <dgm:spPr/>
    </dgm:pt>
    <dgm:pt modelId="{EA7CDAD7-35F8-4E48-AE6C-A2F541061ECF}" type="pres">
      <dgm:prSet presAssocID="{FE2BDC3E-BC72-5E4C-93E7-5E810A6C0F86}" presName="hierChild4" presStyleCnt="0"/>
      <dgm:spPr/>
    </dgm:pt>
    <dgm:pt modelId="{ADA18810-E289-1749-9256-2BBD24237AB9}" type="pres">
      <dgm:prSet presAssocID="{95442E75-3995-EF4B-90F6-D585BA375F7C}" presName="Name37" presStyleLbl="parChTrans1D3" presStyleIdx="2" presStyleCnt="6"/>
      <dgm:spPr/>
    </dgm:pt>
    <dgm:pt modelId="{D0C24FBD-39C9-7344-BC1A-1A65EB2F328A}" type="pres">
      <dgm:prSet presAssocID="{BE0DC5DB-A92A-2F43-B952-3DBB17FE7B56}" presName="hierRoot2" presStyleCnt="0">
        <dgm:presLayoutVars>
          <dgm:hierBranch val="init"/>
        </dgm:presLayoutVars>
      </dgm:prSet>
      <dgm:spPr/>
    </dgm:pt>
    <dgm:pt modelId="{D3A02514-7E09-3048-8894-1D219E17D179}" type="pres">
      <dgm:prSet presAssocID="{BE0DC5DB-A92A-2F43-B952-3DBB17FE7B56}" presName="rootComposite" presStyleCnt="0"/>
      <dgm:spPr/>
    </dgm:pt>
    <dgm:pt modelId="{81822C0B-0156-BC4A-A702-E76C8820B1AD}" type="pres">
      <dgm:prSet presAssocID="{BE0DC5DB-A92A-2F43-B952-3DBB17FE7B56}" presName="rootText" presStyleLbl="node3" presStyleIdx="2" presStyleCnt="6" custLinFactNeighborX="-23557" custLinFactNeighborY="-30393">
        <dgm:presLayoutVars>
          <dgm:chPref val="3"/>
        </dgm:presLayoutVars>
      </dgm:prSet>
      <dgm:spPr/>
    </dgm:pt>
    <dgm:pt modelId="{377F5EC4-8619-2E47-A6D5-67D71315D65E}" type="pres">
      <dgm:prSet presAssocID="{BE0DC5DB-A92A-2F43-B952-3DBB17FE7B56}" presName="rootConnector" presStyleLbl="node3" presStyleIdx="2" presStyleCnt="6"/>
      <dgm:spPr/>
    </dgm:pt>
    <dgm:pt modelId="{17B8E032-1E34-B84F-B285-0145C062F906}" type="pres">
      <dgm:prSet presAssocID="{BE0DC5DB-A92A-2F43-B952-3DBB17FE7B56}" presName="hierChild4" presStyleCnt="0"/>
      <dgm:spPr/>
    </dgm:pt>
    <dgm:pt modelId="{D808F80C-F6EF-3249-9C1C-C8977174514F}" type="pres">
      <dgm:prSet presAssocID="{BE0DC5DB-A92A-2F43-B952-3DBB17FE7B56}" presName="hierChild5" presStyleCnt="0"/>
      <dgm:spPr/>
    </dgm:pt>
    <dgm:pt modelId="{8426F0A1-5266-7245-92E7-6BF73D502DC7}" type="pres">
      <dgm:prSet presAssocID="{E820A2BF-D04D-F84B-974E-F3CD16AE345C}" presName="Name37" presStyleLbl="parChTrans1D3" presStyleIdx="3" presStyleCnt="6"/>
      <dgm:spPr/>
    </dgm:pt>
    <dgm:pt modelId="{B34D3F8D-0142-044C-ACEE-6FFD258D5E5A}" type="pres">
      <dgm:prSet presAssocID="{1168589E-E021-3F47-A688-EC1E3268E946}" presName="hierRoot2" presStyleCnt="0">
        <dgm:presLayoutVars>
          <dgm:hierBranch val="init"/>
        </dgm:presLayoutVars>
      </dgm:prSet>
      <dgm:spPr/>
    </dgm:pt>
    <dgm:pt modelId="{A6AD3BA3-842C-554C-9CE8-ED4995436EA2}" type="pres">
      <dgm:prSet presAssocID="{1168589E-E021-3F47-A688-EC1E3268E946}" presName="rootComposite" presStyleCnt="0"/>
      <dgm:spPr/>
    </dgm:pt>
    <dgm:pt modelId="{55A09929-F149-4F4B-833F-1DB6553BDEE2}" type="pres">
      <dgm:prSet presAssocID="{1168589E-E021-3F47-A688-EC1E3268E946}" presName="rootText" presStyleLbl="node3" presStyleIdx="3" presStyleCnt="6" custLinFactNeighborX="-23557" custLinFactNeighborY="-50279">
        <dgm:presLayoutVars>
          <dgm:chPref val="3"/>
        </dgm:presLayoutVars>
      </dgm:prSet>
      <dgm:spPr/>
    </dgm:pt>
    <dgm:pt modelId="{14C9820A-E17D-B44C-A144-844D06113820}" type="pres">
      <dgm:prSet presAssocID="{1168589E-E021-3F47-A688-EC1E3268E946}" presName="rootConnector" presStyleLbl="node3" presStyleIdx="3" presStyleCnt="6"/>
      <dgm:spPr/>
    </dgm:pt>
    <dgm:pt modelId="{E731309A-AD98-034A-99B8-114E6953B3F3}" type="pres">
      <dgm:prSet presAssocID="{1168589E-E021-3F47-A688-EC1E3268E946}" presName="hierChild4" presStyleCnt="0"/>
      <dgm:spPr/>
    </dgm:pt>
    <dgm:pt modelId="{51722018-84A2-1B40-9C09-4DBFF0FB0F42}" type="pres">
      <dgm:prSet presAssocID="{1168589E-E021-3F47-A688-EC1E3268E946}" presName="hierChild5" presStyleCnt="0"/>
      <dgm:spPr/>
    </dgm:pt>
    <dgm:pt modelId="{EB977B1A-2BCA-5145-8CDA-21DB8CDCF577}" type="pres">
      <dgm:prSet presAssocID="{FE2BDC3E-BC72-5E4C-93E7-5E810A6C0F86}" presName="hierChild5" presStyleCnt="0"/>
      <dgm:spPr/>
    </dgm:pt>
    <dgm:pt modelId="{EA62654A-8851-9041-93A8-085B6DA32788}" type="pres">
      <dgm:prSet presAssocID="{E5B90070-A890-624B-B44E-5B56F62A1589}" presName="Name37" presStyleLbl="parChTrans1D2" presStyleIdx="2" presStyleCnt="3"/>
      <dgm:spPr/>
    </dgm:pt>
    <dgm:pt modelId="{D4D036FB-4653-3842-B1D4-7891C25611D8}" type="pres">
      <dgm:prSet presAssocID="{F53A1A03-46CE-BF4C-A94E-B844C779ACF4}" presName="hierRoot2" presStyleCnt="0">
        <dgm:presLayoutVars>
          <dgm:hierBranch val="init"/>
        </dgm:presLayoutVars>
      </dgm:prSet>
      <dgm:spPr/>
    </dgm:pt>
    <dgm:pt modelId="{32E55B17-8BFC-EC4E-BED8-27ED5C0774F1}" type="pres">
      <dgm:prSet presAssocID="{F53A1A03-46CE-BF4C-A94E-B844C779ACF4}" presName="rootComposite" presStyleCnt="0"/>
      <dgm:spPr/>
    </dgm:pt>
    <dgm:pt modelId="{2B2E0FCD-2491-F94D-BD17-8E8D286C28A6}" type="pres">
      <dgm:prSet presAssocID="{F53A1A03-46CE-BF4C-A94E-B844C779ACF4}" presName="rootText" presStyleLbl="node2" presStyleIdx="2" presStyleCnt="3" custLinFactX="15278" custLinFactNeighborX="100000" custLinFactNeighborY="-1114">
        <dgm:presLayoutVars>
          <dgm:chPref val="3"/>
        </dgm:presLayoutVars>
      </dgm:prSet>
      <dgm:spPr/>
    </dgm:pt>
    <dgm:pt modelId="{3D20DA41-7E72-5B4B-B7ED-AD4FC0E24A3C}" type="pres">
      <dgm:prSet presAssocID="{F53A1A03-46CE-BF4C-A94E-B844C779ACF4}" presName="rootConnector" presStyleLbl="node2" presStyleIdx="2" presStyleCnt="3"/>
      <dgm:spPr/>
    </dgm:pt>
    <dgm:pt modelId="{59DDB05A-6788-9349-831A-4C71FA0F3FD0}" type="pres">
      <dgm:prSet presAssocID="{F53A1A03-46CE-BF4C-A94E-B844C779ACF4}" presName="hierChild4" presStyleCnt="0"/>
      <dgm:spPr/>
    </dgm:pt>
    <dgm:pt modelId="{C8029221-0EC7-FF49-9719-6CFB4D5F080C}" type="pres">
      <dgm:prSet presAssocID="{67BABF5E-7E95-964B-878B-855A74ADCFEC}" presName="Name37" presStyleLbl="parChTrans1D3" presStyleIdx="4" presStyleCnt="6"/>
      <dgm:spPr/>
    </dgm:pt>
    <dgm:pt modelId="{E0C9DDA4-02F0-2941-8994-D8D47698659C}" type="pres">
      <dgm:prSet presAssocID="{62427EEC-861E-9349-B9E8-E3DB397075CD}" presName="hierRoot2" presStyleCnt="0">
        <dgm:presLayoutVars>
          <dgm:hierBranch val="init"/>
        </dgm:presLayoutVars>
      </dgm:prSet>
      <dgm:spPr/>
    </dgm:pt>
    <dgm:pt modelId="{CC08AA8A-1EE9-2049-AD94-3F04A3D26166}" type="pres">
      <dgm:prSet presAssocID="{62427EEC-861E-9349-B9E8-E3DB397075CD}" presName="rootComposite" presStyleCnt="0"/>
      <dgm:spPr/>
    </dgm:pt>
    <dgm:pt modelId="{7FE706DB-5F6D-3942-B3E4-7EDB125D6D40}" type="pres">
      <dgm:prSet presAssocID="{62427EEC-861E-9349-B9E8-E3DB397075CD}" presName="rootText" presStyleLbl="node3" presStyleIdx="4" presStyleCnt="6" custLinFactX="20122" custLinFactNeighborX="100000" custLinFactNeighborY="-30393">
        <dgm:presLayoutVars>
          <dgm:chPref val="3"/>
        </dgm:presLayoutVars>
      </dgm:prSet>
      <dgm:spPr/>
    </dgm:pt>
    <dgm:pt modelId="{7F2BE3A1-9B8A-8242-B126-D00058F8F7D2}" type="pres">
      <dgm:prSet presAssocID="{62427EEC-861E-9349-B9E8-E3DB397075CD}" presName="rootConnector" presStyleLbl="node3" presStyleIdx="4" presStyleCnt="6"/>
      <dgm:spPr/>
    </dgm:pt>
    <dgm:pt modelId="{297ADFE5-1785-1C4B-B9DF-62CC39BAEB7D}" type="pres">
      <dgm:prSet presAssocID="{62427EEC-861E-9349-B9E8-E3DB397075CD}" presName="hierChild4" presStyleCnt="0"/>
      <dgm:spPr/>
    </dgm:pt>
    <dgm:pt modelId="{171F97B0-0B3C-BB44-8300-7C9ACE1189BB}" type="pres">
      <dgm:prSet presAssocID="{62427EEC-861E-9349-B9E8-E3DB397075CD}" presName="hierChild5" presStyleCnt="0"/>
      <dgm:spPr/>
    </dgm:pt>
    <dgm:pt modelId="{46ED60F4-D9C8-C447-9B8B-E7C5D29EFA26}" type="pres">
      <dgm:prSet presAssocID="{A206BC13-41F2-0E49-815E-0641668986F2}" presName="Name37" presStyleLbl="parChTrans1D3" presStyleIdx="5" presStyleCnt="6"/>
      <dgm:spPr/>
    </dgm:pt>
    <dgm:pt modelId="{3B93FBC3-BDA7-C241-AB4B-6837340D66DF}" type="pres">
      <dgm:prSet presAssocID="{D20E5A49-B62C-9445-B812-C3F71C1D4C9E}" presName="hierRoot2" presStyleCnt="0">
        <dgm:presLayoutVars>
          <dgm:hierBranch val="init"/>
        </dgm:presLayoutVars>
      </dgm:prSet>
      <dgm:spPr/>
    </dgm:pt>
    <dgm:pt modelId="{092D3835-AF48-1E43-88EA-433BCCF37685}" type="pres">
      <dgm:prSet presAssocID="{D20E5A49-B62C-9445-B812-C3F71C1D4C9E}" presName="rootComposite" presStyleCnt="0"/>
      <dgm:spPr/>
    </dgm:pt>
    <dgm:pt modelId="{8B35CAB0-413B-D141-A775-B72144143A21}" type="pres">
      <dgm:prSet presAssocID="{D20E5A49-B62C-9445-B812-C3F71C1D4C9E}" presName="rootText" presStyleLbl="node3" presStyleIdx="5" presStyleCnt="6" custLinFactX="20122" custLinFactNeighborX="100000" custLinFactNeighborY="-50279">
        <dgm:presLayoutVars>
          <dgm:chPref val="3"/>
        </dgm:presLayoutVars>
      </dgm:prSet>
      <dgm:spPr/>
    </dgm:pt>
    <dgm:pt modelId="{2FC1DC2C-61FA-3B4D-AD80-C8383A8E1490}" type="pres">
      <dgm:prSet presAssocID="{D20E5A49-B62C-9445-B812-C3F71C1D4C9E}" presName="rootConnector" presStyleLbl="node3" presStyleIdx="5" presStyleCnt="6"/>
      <dgm:spPr/>
    </dgm:pt>
    <dgm:pt modelId="{9E05B26C-C2BB-B14A-B5AA-6A9ACE6A9B42}" type="pres">
      <dgm:prSet presAssocID="{D20E5A49-B62C-9445-B812-C3F71C1D4C9E}" presName="hierChild4" presStyleCnt="0"/>
      <dgm:spPr/>
    </dgm:pt>
    <dgm:pt modelId="{B6BC6AF1-31EC-A14B-BC59-DFC5FD1C3D76}" type="pres">
      <dgm:prSet presAssocID="{D20E5A49-B62C-9445-B812-C3F71C1D4C9E}" presName="hierChild5" presStyleCnt="0"/>
      <dgm:spPr/>
    </dgm:pt>
    <dgm:pt modelId="{D95C9187-C325-5C47-ABA4-1BF37A277114}" type="pres">
      <dgm:prSet presAssocID="{F53A1A03-46CE-BF4C-A94E-B844C779ACF4}" presName="hierChild5" presStyleCnt="0"/>
      <dgm:spPr/>
    </dgm:pt>
    <dgm:pt modelId="{1BECBA3D-8283-6E4F-B3CC-DCF32B5ADEB4}" type="pres">
      <dgm:prSet presAssocID="{8CACB12A-48A5-C540-87A4-FB98BDE4DD3B}" presName="hierChild3" presStyleCnt="0"/>
      <dgm:spPr/>
    </dgm:pt>
  </dgm:ptLst>
  <dgm:cxnLst>
    <dgm:cxn modelId="{F2DBDC22-B527-A94C-BC1B-F4A5C6BB8E5E}" type="presOf" srcId="{E5B90070-A890-624B-B44E-5B56F62A1589}" destId="{EA62654A-8851-9041-93A8-085B6DA32788}" srcOrd="0" destOrd="0" presId="urn:microsoft.com/office/officeart/2005/8/layout/orgChart1"/>
    <dgm:cxn modelId="{BFD25F2E-32E5-554C-8E36-056BEB4491F7}" type="presOf" srcId="{1168589E-E021-3F47-A688-EC1E3268E946}" destId="{14C9820A-E17D-B44C-A144-844D06113820}" srcOrd="1" destOrd="0" presId="urn:microsoft.com/office/officeart/2005/8/layout/orgChart1"/>
    <dgm:cxn modelId="{AAFD6832-C9FC-E142-A057-715BA2C0DCFD}" type="presOf" srcId="{67BABF5E-7E95-964B-878B-855A74ADCFEC}" destId="{C8029221-0EC7-FF49-9719-6CFB4D5F080C}" srcOrd="0" destOrd="0" presId="urn:microsoft.com/office/officeart/2005/8/layout/orgChart1"/>
    <dgm:cxn modelId="{5FE1EC34-F5A6-EA4A-B789-79CA8F7C7E33}" srcId="{0784C5C6-030F-1C49-A836-8AD5FD2B677C}" destId="{2077A004-C551-FB42-A56A-54C4D3CFE2B6}" srcOrd="0" destOrd="0" parTransId="{3BD6ED14-B699-A546-9DF0-7AA5D029E9E0}" sibTransId="{416788CF-55F6-B246-BAD9-2EF5B2D4EACC}"/>
    <dgm:cxn modelId="{B6230840-186C-A74B-94D5-217E07DEBB6C}" type="presOf" srcId="{A206BC13-41F2-0E49-815E-0641668986F2}" destId="{46ED60F4-D9C8-C447-9B8B-E7C5D29EFA26}" srcOrd="0" destOrd="0" presId="urn:microsoft.com/office/officeart/2005/8/layout/orgChart1"/>
    <dgm:cxn modelId="{F9774141-7022-3449-9177-DC8B37841E70}" type="presOf" srcId="{2077A004-C551-FB42-A56A-54C4D3CFE2B6}" destId="{440BEA7C-D41F-484F-A652-EC86F9D714DC}" srcOrd="0" destOrd="0" presId="urn:microsoft.com/office/officeart/2005/8/layout/orgChart1"/>
    <dgm:cxn modelId="{86F70C47-DBE0-5A44-B7F0-3BFE127F3A20}" srcId="{8CACB12A-48A5-C540-87A4-FB98BDE4DD3B}" destId="{F53A1A03-46CE-BF4C-A94E-B844C779ACF4}" srcOrd="2" destOrd="0" parTransId="{E5B90070-A890-624B-B44E-5B56F62A1589}" sibTransId="{11E6980C-BF53-6D49-A3AA-2F67A6C78D8B}"/>
    <dgm:cxn modelId="{AD407D47-BF06-274C-8A7B-7662CC744A95}" type="presOf" srcId="{62427EEC-861E-9349-B9E8-E3DB397075CD}" destId="{7FE706DB-5F6D-3942-B3E4-7EDB125D6D40}" srcOrd="0" destOrd="0" presId="urn:microsoft.com/office/officeart/2005/8/layout/orgChart1"/>
    <dgm:cxn modelId="{67507E48-B5E0-1241-A583-E55EEC536D8D}" srcId="{0784C5C6-030F-1C49-A836-8AD5FD2B677C}" destId="{C50DDE1E-BF06-F74D-BD2D-A03C69B06BC8}" srcOrd="1" destOrd="0" parTransId="{9D5D1311-EE75-9147-BE14-9F83617DA944}" sibTransId="{BE32EB54-9FD3-3741-BCFE-0AB439E90D59}"/>
    <dgm:cxn modelId="{DAF73355-620A-5F48-B08D-32EA0C3B78F0}" type="presOf" srcId="{9D5D1311-EE75-9147-BE14-9F83617DA944}" destId="{ED1E682D-7106-7A4A-8EBA-76F6E9C0E6D4}" srcOrd="0" destOrd="0" presId="urn:microsoft.com/office/officeart/2005/8/layout/orgChart1"/>
    <dgm:cxn modelId="{7EE5AF58-D5FE-564B-BD8C-E826484C17D8}" type="presOf" srcId="{BE0DC5DB-A92A-2F43-B952-3DBB17FE7B56}" destId="{81822C0B-0156-BC4A-A702-E76C8820B1AD}" srcOrd="0" destOrd="0" presId="urn:microsoft.com/office/officeart/2005/8/layout/orgChart1"/>
    <dgm:cxn modelId="{6BC8A95E-732A-544A-B0E8-0BF7ACE9CFE7}" type="presOf" srcId="{3BD6ED14-B699-A546-9DF0-7AA5D029E9E0}" destId="{2AC240F3-DF81-334C-9FFD-1BF59DFC063D}" srcOrd="0" destOrd="0" presId="urn:microsoft.com/office/officeart/2005/8/layout/orgChart1"/>
    <dgm:cxn modelId="{3E237462-C6A6-9240-87CD-71791C4B19BD}" type="presOf" srcId="{C50DDE1E-BF06-F74D-BD2D-A03C69B06BC8}" destId="{2A360E8B-A4A2-AE42-AB13-14207F505CE1}" srcOrd="1" destOrd="0" presId="urn:microsoft.com/office/officeart/2005/8/layout/orgChart1"/>
    <dgm:cxn modelId="{8657E666-9859-ED4B-92C8-F4677738D1A0}" srcId="{FE2BDC3E-BC72-5E4C-93E7-5E810A6C0F86}" destId="{BE0DC5DB-A92A-2F43-B952-3DBB17FE7B56}" srcOrd="0" destOrd="0" parTransId="{95442E75-3995-EF4B-90F6-D585BA375F7C}" sibTransId="{A491EE31-1F60-7044-99C9-99F870C8FD00}"/>
    <dgm:cxn modelId="{0D250371-BB12-AA40-9DDF-53427FF5B29B}" type="presOf" srcId="{24B68519-D67A-324B-828D-1505A9093980}" destId="{38BE8066-BCDF-F346-B305-57F7BA6B83C7}" srcOrd="0" destOrd="0" presId="urn:microsoft.com/office/officeart/2005/8/layout/orgChart1"/>
    <dgm:cxn modelId="{66D13C76-C1A5-694F-884C-F8A859D7972F}" srcId="{FE2BDC3E-BC72-5E4C-93E7-5E810A6C0F86}" destId="{1168589E-E021-3F47-A688-EC1E3268E946}" srcOrd="1" destOrd="0" parTransId="{E820A2BF-D04D-F84B-974E-F3CD16AE345C}" sibTransId="{8545F9C4-6983-1944-983B-E3E4D5820F13}"/>
    <dgm:cxn modelId="{AD8FF277-DBCF-6545-9E51-ADF259D0DD52}" type="presOf" srcId="{1C6E0A10-5D60-2A43-ADC6-4FA1EFE71563}" destId="{0A2CDA22-874B-FE44-962F-D737DB613DBA}" srcOrd="0" destOrd="0" presId="urn:microsoft.com/office/officeart/2005/8/layout/orgChart1"/>
    <dgm:cxn modelId="{7671C37E-9FD5-8344-A37E-C01E75A87CAA}" type="presOf" srcId="{0784C5C6-030F-1C49-A836-8AD5FD2B677C}" destId="{447A0367-CEB7-4343-83DE-E7EBF054A238}" srcOrd="1" destOrd="0" presId="urn:microsoft.com/office/officeart/2005/8/layout/orgChart1"/>
    <dgm:cxn modelId="{1126EE7E-0F9D-EA4D-AF6A-DB26B7547201}" srcId="{8CACB12A-48A5-C540-87A4-FB98BDE4DD3B}" destId="{FE2BDC3E-BC72-5E4C-93E7-5E810A6C0F86}" srcOrd="1" destOrd="0" parTransId="{1C6E0A10-5D60-2A43-ADC6-4FA1EFE71563}" sibTransId="{AB2D8B8E-8659-2D4B-B4DB-FB6B7256C245}"/>
    <dgm:cxn modelId="{7D23F986-2904-8E48-81CE-2DB51C01B0D6}" srcId="{F53A1A03-46CE-BF4C-A94E-B844C779ACF4}" destId="{D20E5A49-B62C-9445-B812-C3F71C1D4C9E}" srcOrd="1" destOrd="0" parTransId="{A206BC13-41F2-0E49-815E-0641668986F2}" sibTransId="{1753AE41-C6C8-1443-90A7-E14241E5455E}"/>
    <dgm:cxn modelId="{6FDFEF87-C53A-1B42-8415-3181F9270511}" type="presOf" srcId="{BE0DC5DB-A92A-2F43-B952-3DBB17FE7B56}" destId="{377F5EC4-8619-2E47-A6D5-67D71315D65E}" srcOrd="1" destOrd="0" presId="urn:microsoft.com/office/officeart/2005/8/layout/orgChart1"/>
    <dgm:cxn modelId="{3F611F88-8CDA-254B-B8E9-0C2588667D4B}" type="presOf" srcId="{62427EEC-861E-9349-B9E8-E3DB397075CD}" destId="{7F2BE3A1-9B8A-8242-B126-D00058F8F7D2}" srcOrd="1" destOrd="0" presId="urn:microsoft.com/office/officeart/2005/8/layout/orgChart1"/>
    <dgm:cxn modelId="{9B122894-02A7-F84D-9AF3-28998B8D113B}" type="presOf" srcId="{C50DDE1E-BF06-F74D-BD2D-A03C69B06BC8}" destId="{A670887E-3D65-A94C-8055-530801327C4A}" srcOrd="0" destOrd="0" presId="urn:microsoft.com/office/officeart/2005/8/layout/orgChart1"/>
    <dgm:cxn modelId="{88E7D79A-57C9-4540-91F1-3FEF4E337A76}" type="presOf" srcId="{FE2BDC3E-BC72-5E4C-93E7-5E810A6C0F86}" destId="{05036238-5180-3B46-98E7-C834ADE55E15}" srcOrd="0" destOrd="0" presId="urn:microsoft.com/office/officeart/2005/8/layout/orgChart1"/>
    <dgm:cxn modelId="{235B629F-250F-A147-B40A-6055C2A0999E}" type="presOf" srcId="{D20E5A49-B62C-9445-B812-C3F71C1D4C9E}" destId="{2FC1DC2C-61FA-3B4D-AD80-C8383A8E1490}" srcOrd="1" destOrd="0" presId="urn:microsoft.com/office/officeart/2005/8/layout/orgChart1"/>
    <dgm:cxn modelId="{298361A2-FA76-A54E-8607-B0BDE54DDC18}" srcId="{F53A1A03-46CE-BF4C-A94E-B844C779ACF4}" destId="{62427EEC-861E-9349-B9E8-E3DB397075CD}" srcOrd="0" destOrd="0" parTransId="{67BABF5E-7E95-964B-878B-855A74ADCFEC}" sibTransId="{213A00BB-0AD3-6F4D-8F53-5FC28CA9F5D3}"/>
    <dgm:cxn modelId="{0B2E65A8-7320-9648-8F5E-B08ADF3F068A}" srcId="{501C88F6-ECC4-AA4D-84F2-FB6527EAE263}" destId="{8CACB12A-48A5-C540-87A4-FB98BDE4DD3B}" srcOrd="0" destOrd="0" parTransId="{ADFCA406-C619-E944-B587-D281AB1764AA}" sibTransId="{8BAD4C7B-E929-9441-A16E-BE0A74861BEC}"/>
    <dgm:cxn modelId="{31AA2FB1-F232-BC4C-9556-C0F166BFD61A}" type="presOf" srcId="{F53A1A03-46CE-BF4C-A94E-B844C779ACF4}" destId="{2B2E0FCD-2491-F94D-BD17-8E8D286C28A6}" srcOrd="0" destOrd="0" presId="urn:microsoft.com/office/officeart/2005/8/layout/orgChart1"/>
    <dgm:cxn modelId="{77E21DB6-BA64-074B-B0FC-E6D94A8916A5}" type="presOf" srcId="{1168589E-E021-3F47-A688-EC1E3268E946}" destId="{55A09929-F149-4F4B-833F-1DB6553BDEE2}" srcOrd="0" destOrd="0" presId="urn:microsoft.com/office/officeart/2005/8/layout/orgChart1"/>
    <dgm:cxn modelId="{12D145B6-BBBF-1A42-8804-09421FE30F1E}" type="presOf" srcId="{E820A2BF-D04D-F84B-974E-F3CD16AE345C}" destId="{8426F0A1-5266-7245-92E7-6BF73D502DC7}" srcOrd="0" destOrd="0" presId="urn:microsoft.com/office/officeart/2005/8/layout/orgChart1"/>
    <dgm:cxn modelId="{4DCB0EB9-D372-D545-972C-45E8B31595DD}" type="presOf" srcId="{FE2BDC3E-BC72-5E4C-93E7-5E810A6C0F86}" destId="{4C3FD976-6055-5B4E-B68E-D1CA568B67F3}" srcOrd="1" destOrd="0" presId="urn:microsoft.com/office/officeart/2005/8/layout/orgChart1"/>
    <dgm:cxn modelId="{FD06C9BF-E7D1-EC47-84EC-0DDCFA9A3B24}" type="presOf" srcId="{2077A004-C551-FB42-A56A-54C4D3CFE2B6}" destId="{771A84CD-B88A-8342-A960-1A4B6B4F1B4E}" srcOrd="1" destOrd="0" presId="urn:microsoft.com/office/officeart/2005/8/layout/orgChart1"/>
    <dgm:cxn modelId="{CC2D85D1-FDF6-F34E-A38D-34FADCDB59C8}" type="presOf" srcId="{D20E5A49-B62C-9445-B812-C3F71C1D4C9E}" destId="{8B35CAB0-413B-D141-A775-B72144143A21}" srcOrd="0" destOrd="0" presId="urn:microsoft.com/office/officeart/2005/8/layout/orgChart1"/>
    <dgm:cxn modelId="{19C847DC-AD8A-E740-95E7-E2A1F9FD1CC7}" type="presOf" srcId="{8CACB12A-48A5-C540-87A4-FB98BDE4DD3B}" destId="{91B0EA34-4FD9-3646-A074-198FB89279F6}" srcOrd="0" destOrd="0" presId="urn:microsoft.com/office/officeart/2005/8/layout/orgChart1"/>
    <dgm:cxn modelId="{EBE027E1-747F-EE46-9DE3-0FA2553EC645}" type="presOf" srcId="{8CACB12A-48A5-C540-87A4-FB98BDE4DD3B}" destId="{9CC0B55E-5BEF-624C-BBE9-FFD8B2EF6978}" srcOrd="1" destOrd="0" presId="urn:microsoft.com/office/officeart/2005/8/layout/orgChart1"/>
    <dgm:cxn modelId="{72C5B4E2-8C45-784B-882A-2723C94C1FFF}" type="presOf" srcId="{0784C5C6-030F-1C49-A836-8AD5FD2B677C}" destId="{3011FF70-96DC-0D4C-BB7B-E0377E51A93C}" srcOrd="0" destOrd="0" presId="urn:microsoft.com/office/officeart/2005/8/layout/orgChart1"/>
    <dgm:cxn modelId="{156B1FEA-C753-BD46-8E1F-1AF2970B75D9}" type="presOf" srcId="{95442E75-3995-EF4B-90F6-D585BA375F7C}" destId="{ADA18810-E289-1749-9256-2BBD24237AB9}" srcOrd="0" destOrd="0" presId="urn:microsoft.com/office/officeart/2005/8/layout/orgChart1"/>
    <dgm:cxn modelId="{ADD6F1FB-8795-1249-A96E-30397094463D}" srcId="{8CACB12A-48A5-C540-87A4-FB98BDE4DD3B}" destId="{0784C5C6-030F-1C49-A836-8AD5FD2B677C}" srcOrd="0" destOrd="0" parTransId="{24B68519-D67A-324B-828D-1505A9093980}" sibTransId="{1447DE29-02FF-5D47-8897-B9650ED84043}"/>
    <dgm:cxn modelId="{69E26AFC-41DB-B848-A601-68BE5720231F}" type="presOf" srcId="{501C88F6-ECC4-AA4D-84F2-FB6527EAE263}" destId="{1F1B2629-E8A5-7841-8870-D381CE72CDD3}" srcOrd="0" destOrd="0" presId="urn:microsoft.com/office/officeart/2005/8/layout/orgChart1"/>
    <dgm:cxn modelId="{B8121FFF-B381-844C-BB9A-7A9C6ECB1B25}" type="presOf" srcId="{F53A1A03-46CE-BF4C-A94E-B844C779ACF4}" destId="{3D20DA41-7E72-5B4B-B7ED-AD4FC0E24A3C}" srcOrd="1" destOrd="0" presId="urn:microsoft.com/office/officeart/2005/8/layout/orgChart1"/>
    <dgm:cxn modelId="{9A3C2B50-3407-C94C-84AF-D79D03A3C6F5}" type="presParOf" srcId="{1F1B2629-E8A5-7841-8870-D381CE72CDD3}" destId="{4898EF33-270A-C740-9126-B72767E155F7}" srcOrd="0" destOrd="0" presId="urn:microsoft.com/office/officeart/2005/8/layout/orgChart1"/>
    <dgm:cxn modelId="{3E4F460F-3E84-EB4B-B229-27B1CCC16CB4}" type="presParOf" srcId="{4898EF33-270A-C740-9126-B72767E155F7}" destId="{9702187C-1FF9-3447-B08C-997501D6B865}" srcOrd="0" destOrd="0" presId="urn:microsoft.com/office/officeart/2005/8/layout/orgChart1"/>
    <dgm:cxn modelId="{3D44DF14-E503-3641-B492-AC9A2B7ED719}" type="presParOf" srcId="{9702187C-1FF9-3447-B08C-997501D6B865}" destId="{91B0EA34-4FD9-3646-A074-198FB89279F6}" srcOrd="0" destOrd="0" presId="urn:microsoft.com/office/officeart/2005/8/layout/orgChart1"/>
    <dgm:cxn modelId="{A81B5E56-7FAC-514A-98DD-B621E9F27C93}" type="presParOf" srcId="{9702187C-1FF9-3447-B08C-997501D6B865}" destId="{9CC0B55E-5BEF-624C-BBE9-FFD8B2EF6978}" srcOrd="1" destOrd="0" presId="urn:microsoft.com/office/officeart/2005/8/layout/orgChart1"/>
    <dgm:cxn modelId="{F22188DC-DA82-574B-B888-F7D7E9834238}" type="presParOf" srcId="{4898EF33-270A-C740-9126-B72767E155F7}" destId="{A26E899E-D600-4C4E-92F5-334068C3C12B}" srcOrd="1" destOrd="0" presId="urn:microsoft.com/office/officeart/2005/8/layout/orgChart1"/>
    <dgm:cxn modelId="{9A943594-4C2D-1E41-BC4A-F5F8F12AE405}" type="presParOf" srcId="{A26E899E-D600-4C4E-92F5-334068C3C12B}" destId="{38BE8066-BCDF-F346-B305-57F7BA6B83C7}" srcOrd="0" destOrd="0" presId="urn:microsoft.com/office/officeart/2005/8/layout/orgChart1"/>
    <dgm:cxn modelId="{A20ED9CE-7350-9D4C-B532-08A5FDC6D1B7}" type="presParOf" srcId="{A26E899E-D600-4C4E-92F5-334068C3C12B}" destId="{7BECC690-3D28-FE47-BDA5-0F00EA3C16BF}" srcOrd="1" destOrd="0" presId="urn:microsoft.com/office/officeart/2005/8/layout/orgChart1"/>
    <dgm:cxn modelId="{5CC6520E-3BF5-9948-9F8D-EAE82622D903}" type="presParOf" srcId="{7BECC690-3D28-FE47-BDA5-0F00EA3C16BF}" destId="{2E52EAEE-4756-C548-9C6F-1ADE0D90E28F}" srcOrd="0" destOrd="0" presId="urn:microsoft.com/office/officeart/2005/8/layout/orgChart1"/>
    <dgm:cxn modelId="{5B17F11F-F1A0-6340-BEE5-1B1583A9DE1C}" type="presParOf" srcId="{2E52EAEE-4756-C548-9C6F-1ADE0D90E28F}" destId="{3011FF70-96DC-0D4C-BB7B-E0377E51A93C}" srcOrd="0" destOrd="0" presId="urn:microsoft.com/office/officeart/2005/8/layout/orgChart1"/>
    <dgm:cxn modelId="{0138B56A-36BB-1447-81E4-4ECF4D92CA5A}" type="presParOf" srcId="{2E52EAEE-4756-C548-9C6F-1ADE0D90E28F}" destId="{447A0367-CEB7-4343-83DE-E7EBF054A238}" srcOrd="1" destOrd="0" presId="urn:microsoft.com/office/officeart/2005/8/layout/orgChart1"/>
    <dgm:cxn modelId="{9CD219D4-8106-3A41-9E40-57657838A009}" type="presParOf" srcId="{7BECC690-3D28-FE47-BDA5-0F00EA3C16BF}" destId="{F88828EE-BE83-5842-9D0B-C47A3E937AEA}" srcOrd="1" destOrd="0" presId="urn:microsoft.com/office/officeart/2005/8/layout/orgChart1"/>
    <dgm:cxn modelId="{5087F080-E24E-5646-B0D4-F8A53A46D1F7}" type="presParOf" srcId="{F88828EE-BE83-5842-9D0B-C47A3E937AEA}" destId="{2AC240F3-DF81-334C-9FFD-1BF59DFC063D}" srcOrd="0" destOrd="0" presId="urn:microsoft.com/office/officeart/2005/8/layout/orgChart1"/>
    <dgm:cxn modelId="{6444DE02-CD73-6A49-9100-A7599F38CAF5}" type="presParOf" srcId="{F88828EE-BE83-5842-9D0B-C47A3E937AEA}" destId="{6C5A3553-EAB0-7C47-8A2A-183F830C5302}" srcOrd="1" destOrd="0" presId="urn:microsoft.com/office/officeart/2005/8/layout/orgChart1"/>
    <dgm:cxn modelId="{73DDBAB9-0331-1946-B0AD-28E9907341A2}" type="presParOf" srcId="{6C5A3553-EAB0-7C47-8A2A-183F830C5302}" destId="{C22E4547-B25F-8642-9273-0F00C77E8B1F}" srcOrd="0" destOrd="0" presId="urn:microsoft.com/office/officeart/2005/8/layout/orgChart1"/>
    <dgm:cxn modelId="{7C37CF3B-47B3-5648-ADE4-B715C623AA53}" type="presParOf" srcId="{C22E4547-B25F-8642-9273-0F00C77E8B1F}" destId="{440BEA7C-D41F-484F-A652-EC86F9D714DC}" srcOrd="0" destOrd="0" presId="urn:microsoft.com/office/officeart/2005/8/layout/orgChart1"/>
    <dgm:cxn modelId="{4C85518F-977C-FF4B-A838-61D0ADC8BC18}" type="presParOf" srcId="{C22E4547-B25F-8642-9273-0F00C77E8B1F}" destId="{771A84CD-B88A-8342-A960-1A4B6B4F1B4E}" srcOrd="1" destOrd="0" presId="urn:microsoft.com/office/officeart/2005/8/layout/orgChart1"/>
    <dgm:cxn modelId="{B89599E8-F74D-3D42-94D1-905344451BA7}" type="presParOf" srcId="{6C5A3553-EAB0-7C47-8A2A-183F830C5302}" destId="{0611698B-5958-6242-90E9-E91E9EC3FF7C}" srcOrd="1" destOrd="0" presId="urn:microsoft.com/office/officeart/2005/8/layout/orgChart1"/>
    <dgm:cxn modelId="{AC18FAC4-1736-DC44-9A7F-D539A2AF4309}" type="presParOf" srcId="{6C5A3553-EAB0-7C47-8A2A-183F830C5302}" destId="{4EC1E3AD-EB5B-A847-8942-1F3E28A2F504}" srcOrd="2" destOrd="0" presId="urn:microsoft.com/office/officeart/2005/8/layout/orgChart1"/>
    <dgm:cxn modelId="{CE6E3B0F-DD5D-BE41-A79A-7857FD48956A}" type="presParOf" srcId="{F88828EE-BE83-5842-9D0B-C47A3E937AEA}" destId="{ED1E682D-7106-7A4A-8EBA-76F6E9C0E6D4}" srcOrd="2" destOrd="0" presId="urn:microsoft.com/office/officeart/2005/8/layout/orgChart1"/>
    <dgm:cxn modelId="{63EEAB6E-134D-074E-8F35-2300855B61E7}" type="presParOf" srcId="{F88828EE-BE83-5842-9D0B-C47A3E937AEA}" destId="{1321F329-50EA-F943-B5F0-81F0771F76D3}" srcOrd="3" destOrd="0" presId="urn:microsoft.com/office/officeart/2005/8/layout/orgChart1"/>
    <dgm:cxn modelId="{5F1BECD7-1CA0-D84C-A7BE-ADA2FCEBCCDC}" type="presParOf" srcId="{1321F329-50EA-F943-B5F0-81F0771F76D3}" destId="{1F1411A7-1E83-A44E-B407-B184E9B8CD5F}" srcOrd="0" destOrd="0" presId="urn:microsoft.com/office/officeart/2005/8/layout/orgChart1"/>
    <dgm:cxn modelId="{B04BE290-DC09-A848-9E6C-D1E6E4FD4A80}" type="presParOf" srcId="{1F1411A7-1E83-A44E-B407-B184E9B8CD5F}" destId="{A670887E-3D65-A94C-8055-530801327C4A}" srcOrd="0" destOrd="0" presId="urn:microsoft.com/office/officeart/2005/8/layout/orgChart1"/>
    <dgm:cxn modelId="{31A50129-1861-D544-ACFC-13E805FE0537}" type="presParOf" srcId="{1F1411A7-1E83-A44E-B407-B184E9B8CD5F}" destId="{2A360E8B-A4A2-AE42-AB13-14207F505CE1}" srcOrd="1" destOrd="0" presId="urn:microsoft.com/office/officeart/2005/8/layout/orgChart1"/>
    <dgm:cxn modelId="{F65011F9-E8D6-7C40-84CB-7BC5768C886B}" type="presParOf" srcId="{1321F329-50EA-F943-B5F0-81F0771F76D3}" destId="{C44C4EAA-0E87-3B44-9020-15572B4716BE}" srcOrd="1" destOrd="0" presId="urn:microsoft.com/office/officeart/2005/8/layout/orgChart1"/>
    <dgm:cxn modelId="{7846940E-BF2F-884E-9FFE-AE8D017AB097}" type="presParOf" srcId="{1321F329-50EA-F943-B5F0-81F0771F76D3}" destId="{D6486CCE-24F4-ED48-AE3E-1702E07D1B8B}" srcOrd="2" destOrd="0" presId="urn:microsoft.com/office/officeart/2005/8/layout/orgChart1"/>
    <dgm:cxn modelId="{56A3DF09-5C79-A043-B7C0-DCE93326A3B4}" type="presParOf" srcId="{7BECC690-3D28-FE47-BDA5-0F00EA3C16BF}" destId="{253918EF-A53E-5D41-9B07-06C58F333E88}" srcOrd="2" destOrd="0" presId="urn:microsoft.com/office/officeart/2005/8/layout/orgChart1"/>
    <dgm:cxn modelId="{4BC3EEBD-BE8D-5D42-B24B-5FD44DEF99C2}" type="presParOf" srcId="{A26E899E-D600-4C4E-92F5-334068C3C12B}" destId="{0A2CDA22-874B-FE44-962F-D737DB613DBA}" srcOrd="2" destOrd="0" presId="urn:microsoft.com/office/officeart/2005/8/layout/orgChart1"/>
    <dgm:cxn modelId="{B6C56953-4B3C-3A47-872B-27372A3B2D7F}" type="presParOf" srcId="{A26E899E-D600-4C4E-92F5-334068C3C12B}" destId="{96AB06E7-8990-1C46-BE14-9BF3C3E192CE}" srcOrd="3" destOrd="0" presId="urn:microsoft.com/office/officeart/2005/8/layout/orgChart1"/>
    <dgm:cxn modelId="{AD80103B-45C1-DA48-B836-014C4E81949F}" type="presParOf" srcId="{96AB06E7-8990-1C46-BE14-9BF3C3E192CE}" destId="{8F599500-5F5F-364A-900C-A68DC96F9E77}" srcOrd="0" destOrd="0" presId="urn:microsoft.com/office/officeart/2005/8/layout/orgChart1"/>
    <dgm:cxn modelId="{B4CDE798-6E1D-B74F-8CA5-AC43221E8370}" type="presParOf" srcId="{8F599500-5F5F-364A-900C-A68DC96F9E77}" destId="{05036238-5180-3B46-98E7-C834ADE55E15}" srcOrd="0" destOrd="0" presId="urn:microsoft.com/office/officeart/2005/8/layout/orgChart1"/>
    <dgm:cxn modelId="{46F8D867-7283-B645-88B0-65365021BA4F}" type="presParOf" srcId="{8F599500-5F5F-364A-900C-A68DC96F9E77}" destId="{4C3FD976-6055-5B4E-B68E-D1CA568B67F3}" srcOrd="1" destOrd="0" presId="urn:microsoft.com/office/officeart/2005/8/layout/orgChart1"/>
    <dgm:cxn modelId="{E75C5B50-092B-0B45-ADF8-A11142FBAA6B}" type="presParOf" srcId="{96AB06E7-8990-1C46-BE14-9BF3C3E192CE}" destId="{EA7CDAD7-35F8-4E48-AE6C-A2F541061ECF}" srcOrd="1" destOrd="0" presId="urn:microsoft.com/office/officeart/2005/8/layout/orgChart1"/>
    <dgm:cxn modelId="{A54C2966-AB8B-BA43-BB68-9C2903B97AAA}" type="presParOf" srcId="{EA7CDAD7-35F8-4E48-AE6C-A2F541061ECF}" destId="{ADA18810-E289-1749-9256-2BBD24237AB9}" srcOrd="0" destOrd="0" presId="urn:microsoft.com/office/officeart/2005/8/layout/orgChart1"/>
    <dgm:cxn modelId="{2FBC118D-1D5D-EF4B-AF34-45ADB3F3551D}" type="presParOf" srcId="{EA7CDAD7-35F8-4E48-AE6C-A2F541061ECF}" destId="{D0C24FBD-39C9-7344-BC1A-1A65EB2F328A}" srcOrd="1" destOrd="0" presId="urn:microsoft.com/office/officeart/2005/8/layout/orgChart1"/>
    <dgm:cxn modelId="{63818380-11B0-9B45-9A66-EBE3C707B8D0}" type="presParOf" srcId="{D0C24FBD-39C9-7344-BC1A-1A65EB2F328A}" destId="{D3A02514-7E09-3048-8894-1D219E17D179}" srcOrd="0" destOrd="0" presId="urn:microsoft.com/office/officeart/2005/8/layout/orgChart1"/>
    <dgm:cxn modelId="{994613B4-4381-8745-B8F9-818F7D68CBCA}" type="presParOf" srcId="{D3A02514-7E09-3048-8894-1D219E17D179}" destId="{81822C0B-0156-BC4A-A702-E76C8820B1AD}" srcOrd="0" destOrd="0" presId="urn:microsoft.com/office/officeart/2005/8/layout/orgChart1"/>
    <dgm:cxn modelId="{28D6F8D8-AA32-7B42-A2A5-BC4DD568C56B}" type="presParOf" srcId="{D3A02514-7E09-3048-8894-1D219E17D179}" destId="{377F5EC4-8619-2E47-A6D5-67D71315D65E}" srcOrd="1" destOrd="0" presId="urn:microsoft.com/office/officeart/2005/8/layout/orgChart1"/>
    <dgm:cxn modelId="{9D3DA478-E2E4-5347-BB3E-D481BAD70A0B}" type="presParOf" srcId="{D0C24FBD-39C9-7344-BC1A-1A65EB2F328A}" destId="{17B8E032-1E34-B84F-B285-0145C062F906}" srcOrd="1" destOrd="0" presId="urn:microsoft.com/office/officeart/2005/8/layout/orgChart1"/>
    <dgm:cxn modelId="{21B75715-7211-294B-AE4D-9FB07C55468C}" type="presParOf" srcId="{D0C24FBD-39C9-7344-BC1A-1A65EB2F328A}" destId="{D808F80C-F6EF-3249-9C1C-C8977174514F}" srcOrd="2" destOrd="0" presId="urn:microsoft.com/office/officeart/2005/8/layout/orgChart1"/>
    <dgm:cxn modelId="{7162E3E1-ED89-E149-9A5C-CCAB54997FB7}" type="presParOf" srcId="{EA7CDAD7-35F8-4E48-AE6C-A2F541061ECF}" destId="{8426F0A1-5266-7245-92E7-6BF73D502DC7}" srcOrd="2" destOrd="0" presId="urn:microsoft.com/office/officeart/2005/8/layout/orgChart1"/>
    <dgm:cxn modelId="{A290F879-8B2D-844B-BC09-21EC6B288D79}" type="presParOf" srcId="{EA7CDAD7-35F8-4E48-AE6C-A2F541061ECF}" destId="{B34D3F8D-0142-044C-ACEE-6FFD258D5E5A}" srcOrd="3" destOrd="0" presId="urn:microsoft.com/office/officeart/2005/8/layout/orgChart1"/>
    <dgm:cxn modelId="{66B748AD-324C-224B-BED2-B9ABDBF4F4FD}" type="presParOf" srcId="{B34D3F8D-0142-044C-ACEE-6FFD258D5E5A}" destId="{A6AD3BA3-842C-554C-9CE8-ED4995436EA2}" srcOrd="0" destOrd="0" presId="urn:microsoft.com/office/officeart/2005/8/layout/orgChart1"/>
    <dgm:cxn modelId="{D936D951-9276-D248-A29C-7192AFC74DBF}" type="presParOf" srcId="{A6AD3BA3-842C-554C-9CE8-ED4995436EA2}" destId="{55A09929-F149-4F4B-833F-1DB6553BDEE2}" srcOrd="0" destOrd="0" presId="urn:microsoft.com/office/officeart/2005/8/layout/orgChart1"/>
    <dgm:cxn modelId="{F52659EA-3FA0-6C43-9C5C-019CAC1BF4A3}" type="presParOf" srcId="{A6AD3BA3-842C-554C-9CE8-ED4995436EA2}" destId="{14C9820A-E17D-B44C-A144-844D06113820}" srcOrd="1" destOrd="0" presId="urn:microsoft.com/office/officeart/2005/8/layout/orgChart1"/>
    <dgm:cxn modelId="{8A3F63B5-7611-2E40-9137-48CE2613775D}" type="presParOf" srcId="{B34D3F8D-0142-044C-ACEE-6FFD258D5E5A}" destId="{E731309A-AD98-034A-99B8-114E6953B3F3}" srcOrd="1" destOrd="0" presId="urn:microsoft.com/office/officeart/2005/8/layout/orgChart1"/>
    <dgm:cxn modelId="{F15FE82B-8E98-F64E-9028-FAFD2838727E}" type="presParOf" srcId="{B34D3F8D-0142-044C-ACEE-6FFD258D5E5A}" destId="{51722018-84A2-1B40-9C09-4DBFF0FB0F42}" srcOrd="2" destOrd="0" presId="urn:microsoft.com/office/officeart/2005/8/layout/orgChart1"/>
    <dgm:cxn modelId="{C754C474-5B60-EF49-A377-5D1902770362}" type="presParOf" srcId="{96AB06E7-8990-1C46-BE14-9BF3C3E192CE}" destId="{EB977B1A-2BCA-5145-8CDA-21DB8CDCF577}" srcOrd="2" destOrd="0" presId="urn:microsoft.com/office/officeart/2005/8/layout/orgChart1"/>
    <dgm:cxn modelId="{494D1494-CBA4-1A42-BAE9-127541B22BBD}" type="presParOf" srcId="{A26E899E-D600-4C4E-92F5-334068C3C12B}" destId="{EA62654A-8851-9041-93A8-085B6DA32788}" srcOrd="4" destOrd="0" presId="urn:microsoft.com/office/officeart/2005/8/layout/orgChart1"/>
    <dgm:cxn modelId="{8A0FD897-2E91-0C4A-A0FB-3577A5F4B286}" type="presParOf" srcId="{A26E899E-D600-4C4E-92F5-334068C3C12B}" destId="{D4D036FB-4653-3842-B1D4-7891C25611D8}" srcOrd="5" destOrd="0" presId="urn:microsoft.com/office/officeart/2005/8/layout/orgChart1"/>
    <dgm:cxn modelId="{016C8061-509B-DE47-B565-A3EA912E507E}" type="presParOf" srcId="{D4D036FB-4653-3842-B1D4-7891C25611D8}" destId="{32E55B17-8BFC-EC4E-BED8-27ED5C0774F1}" srcOrd="0" destOrd="0" presId="urn:microsoft.com/office/officeart/2005/8/layout/orgChart1"/>
    <dgm:cxn modelId="{A35CF746-FC69-D54E-B4DA-70512407480E}" type="presParOf" srcId="{32E55B17-8BFC-EC4E-BED8-27ED5C0774F1}" destId="{2B2E0FCD-2491-F94D-BD17-8E8D286C28A6}" srcOrd="0" destOrd="0" presId="urn:microsoft.com/office/officeart/2005/8/layout/orgChart1"/>
    <dgm:cxn modelId="{8FE44F82-C138-5D4B-A904-5001D51223C0}" type="presParOf" srcId="{32E55B17-8BFC-EC4E-BED8-27ED5C0774F1}" destId="{3D20DA41-7E72-5B4B-B7ED-AD4FC0E24A3C}" srcOrd="1" destOrd="0" presId="urn:microsoft.com/office/officeart/2005/8/layout/orgChart1"/>
    <dgm:cxn modelId="{98DC3F79-EC57-7F45-A4F0-80E8D4FEADEB}" type="presParOf" srcId="{D4D036FB-4653-3842-B1D4-7891C25611D8}" destId="{59DDB05A-6788-9349-831A-4C71FA0F3FD0}" srcOrd="1" destOrd="0" presId="urn:microsoft.com/office/officeart/2005/8/layout/orgChart1"/>
    <dgm:cxn modelId="{821BE32E-7E4E-654A-AED9-A5E0BC56A865}" type="presParOf" srcId="{59DDB05A-6788-9349-831A-4C71FA0F3FD0}" destId="{C8029221-0EC7-FF49-9719-6CFB4D5F080C}" srcOrd="0" destOrd="0" presId="urn:microsoft.com/office/officeart/2005/8/layout/orgChart1"/>
    <dgm:cxn modelId="{DB9CEB07-C1DD-D248-B37B-227B34934F28}" type="presParOf" srcId="{59DDB05A-6788-9349-831A-4C71FA0F3FD0}" destId="{E0C9DDA4-02F0-2941-8994-D8D47698659C}" srcOrd="1" destOrd="0" presId="urn:microsoft.com/office/officeart/2005/8/layout/orgChart1"/>
    <dgm:cxn modelId="{3FB71E52-F5DB-D746-9A8C-D0721845951E}" type="presParOf" srcId="{E0C9DDA4-02F0-2941-8994-D8D47698659C}" destId="{CC08AA8A-1EE9-2049-AD94-3F04A3D26166}" srcOrd="0" destOrd="0" presId="urn:microsoft.com/office/officeart/2005/8/layout/orgChart1"/>
    <dgm:cxn modelId="{CE336D1C-24E1-6E49-977B-B2D839B7DF9C}" type="presParOf" srcId="{CC08AA8A-1EE9-2049-AD94-3F04A3D26166}" destId="{7FE706DB-5F6D-3942-B3E4-7EDB125D6D40}" srcOrd="0" destOrd="0" presId="urn:microsoft.com/office/officeart/2005/8/layout/orgChart1"/>
    <dgm:cxn modelId="{2C67EA5B-13E7-5D4B-8A4B-A7FB573B6EFD}" type="presParOf" srcId="{CC08AA8A-1EE9-2049-AD94-3F04A3D26166}" destId="{7F2BE3A1-9B8A-8242-B126-D00058F8F7D2}" srcOrd="1" destOrd="0" presId="urn:microsoft.com/office/officeart/2005/8/layout/orgChart1"/>
    <dgm:cxn modelId="{A8A64364-D081-FD4C-8E98-B5B066E2C7AB}" type="presParOf" srcId="{E0C9DDA4-02F0-2941-8994-D8D47698659C}" destId="{297ADFE5-1785-1C4B-B9DF-62CC39BAEB7D}" srcOrd="1" destOrd="0" presId="urn:microsoft.com/office/officeart/2005/8/layout/orgChart1"/>
    <dgm:cxn modelId="{7E39917E-7970-2346-B95B-FA9908BCB8B2}" type="presParOf" srcId="{E0C9DDA4-02F0-2941-8994-D8D47698659C}" destId="{171F97B0-0B3C-BB44-8300-7C9ACE1189BB}" srcOrd="2" destOrd="0" presId="urn:microsoft.com/office/officeart/2005/8/layout/orgChart1"/>
    <dgm:cxn modelId="{106C5529-760B-764C-8FE9-A7B11A997F2F}" type="presParOf" srcId="{59DDB05A-6788-9349-831A-4C71FA0F3FD0}" destId="{46ED60F4-D9C8-C447-9B8B-E7C5D29EFA26}" srcOrd="2" destOrd="0" presId="urn:microsoft.com/office/officeart/2005/8/layout/orgChart1"/>
    <dgm:cxn modelId="{2105613D-B4CD-8F43-9616-063C378392D1}" type="presParOf" srcId="{59DDB05A-6788-9349-831A-4C71FA0F3FD0}" destId="{3B93FBC3-BDA7-C241-AB4B-6837340D66DF}" srcOrd="3" destOrd="0" presId="urn:microsoft.com/office/officeart/2005/8/layout/orgChart1"/>
    <dgm:cxn modelId="{D535B91D-0499-254C-840C-79453A05608E}" type="presParOf" srcId="{3B93FBC3-BDA7-C241-AB4B-6837340D66DF}" destId="{092D3835-AF48-1E43-88EA-433BCCF37685}" srcOrd="0" destOrd="0" presId="urn:microsoft.com/office/officeart/2005/8/layout/orgChart1"/>
    <dgm:cxn modelId="{73F9F746-E432-9848-85E8-0C91DD98B4A4}" type="presParOf" srcId="{092D3835-AF48-1E43-88EA-433BCCF37685}" destId="{8B35CAB0-413B-D141-A775-B72144143A21}" srcOrd="0" destOrd="0" presId="urn:microsoft.com/office/officeart/2005/8/layout/orgChart1"/>
    <dgm:cxn modelId="{C75E667D-5B44-8145-94BC-47BD0AA7AAF1}" type="presParOf" srcId="{092D3835-AF48-1E43-88EA-433BCCF37685}" destId="{2FC1DC2C-61FA-3B4D-AD80-C8383A8E1490}" srcOrd="1" destOrd="0" presId="urn:microsoft.com/office/officeart/2005/8/layout/orgChart1"/>
    <dgm:cxn modelId="{CD247485-0D5F-E940-9D1E-3D063CE8D425}" type="presParOf" srcId="{3B93FBC3-BDA7-C241-AB4B-6837340D66DF}" destId="{9E05B26C-C2BB-B14A-B5AA-6A9ACE6A9B42}" srcOrd="1" destOrd="0" presId="urn:microsoft.com/office/officeart/2005/8/layout/orgChart1"/>
    <dgm:cxn modelId="{70D163DE-2372-C642-87AA-47CBB57FB9E9}" type="presParOf" srcId="{3B93FBC3-BDA7-C241-AB4B-6837340D66DF}" destId="{B6BC6AF1-31EC-A14B-BC59-DFC5FD1C3D76}" srcOrd="2" destOrd="0" presId="urn:microsoft.com/office/officeart/2005/8/layout/orgChart1"/>
    <dgm:cxn modelId="{C22E3162-F66E-8B40-A8D5-71272600CB40}" type="presParOf" srcId="{D4D036FB-4653-3842-B1D4-7891C25611D8}" destId="{D95C9187-C325-5C47-ABA4-1BF37A277114}" srcOrd="2" destOrd="0" presId="urn:microsoft.com/office/officeart/2005/8/layout/orgChart1"/>
    <dgm:cxn modelId="{46611B40-CE6B-9D4C-9B5E-D4D9FA2E18FB}" type="presParOf" srcId="{4898EF33-270A-C740-9126-B72767E155F7}" destId="{1BECBA3D-8283-6E4F-B3CC-DCF32B5ADEB4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4CBEDBD7-EFD2-BD41-9903-AA694B6A6CAE}" type="doc">
      <dgm:prSet loTypeId="urn:microsoft.com/office/officeart/2005/8/layout/hProcess7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BC52D5D-57A7-2149-A9C0-759B875650DB}">
      <dgm:prSet phldrT="[Text]" custT="1"/>
      <dgm:spPr>
        <a:solidFill>
          <a:srgbClr val="0D236A"/>
        </a:solidFill>
        <a:ln>
          <a:solidFill>
            <a:srgbClr val="0D236A"/>
          </a:solidFill>
        </a:ln>
      </dgm:spPr>
      <dgm:t>
        <a:bodyPr/>
        <a:lstStyle/>
        <a:p>
          <a:r>
            <a:rPr lang="en-US" sz="3600" b="1" i="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Explore</a:t>
          </a:r>
        </a:p>
      </dgm:t>
    </dgm:pt>
    <dgm:pt modelId="{9B85BDB6-4BE2-4242-A89B-3807555E8AA7}" type="parTrans" cxnId="{7071193C-542C-BC49-A53B-5B69B868D380}">
      <dgm:prSet/>
      <dgm:spPr/>
      <dgm:t>
        <a:bodyPr/>
        <a:lstStyle/>
        <a:p>
          <a:endParaRPr lang="en-US" sz="140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gm:t>
    </dgm:pt>
    <dgm:pt modelId="{69EB7023-B087-A741-962E-5A3095578A3B}" type="sibTrans" cxnId="{7071193C-542C-BC49-A53B-5B69B868D380}">
      <dgm:prSet/>
      <dgm:spPr/>
      <dgm:t>
        <a:bodyPr/>
        <a:lstStyle/>
        <a:p>
          <a:endParaRPr lang="en-US" sz="140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gm:t>
    </dgm:pt>
    <dgm:pt modelId="{6224F90A-35EF-B946-A8A4-12BF2ADB8321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2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Career Center Exposure</a:t>
          </a:r>
        </a:p>
        <a:p>
          <a:pPr>
            <a:buFont typeface="Arial" panose="020B0604020202020204" pitchFamily="34" charset="0"/>
            <a:buChar char="•"/>
          </a:pPr>
          <a:r>
            <a:rPr lang="en-US" sz="2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Info Sessions</a:t>
          </a:r>
        </a:p>
        <a:p>
          <a:pPr>
            <a:buFont typeface="Arial" panose="020B0604020202020204" pitchFamily="34" charset="0"/>
            <a:buChar char="•"/>
          </a:pPr>
          <a:r>
            <a:rPr lang="en-US" sz="2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Alumni Conversations</a:t>
          </a:r>
        </a:p>
      </dgm:t>
    </dgm:pt>
    <dgm:pt modelId="{93241900-7164-0A48-968D-5FFC5AB79AAE}" type="parTrans" cxnId="{D495C910-1A17-7141-B87D-5E89FA4E5C9B}">
      <dgm:prSet/>
      <dgm:spPr/>
      <dgm:t>
        <a:bodyPr/>
        <a:lstStyle/>
        <a:p>
          <a:endParaRPr lang="en-US" sz="140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gm:t>
    </dgm:pt>
    <dgm:pt modelId="{AF442B81-1025-134D-AD1C-8896A846EFD2}" type="sibTrans" cxnId="{D495C910-1A17-7141-B87D-5E89FA4E5C9B}">
      <dgm:prSet/>
      <dgm:spPr/>
      <dgm:t>
        <a:bodyPr/>
        <a:lstStyle/>
        <a:p>
          <a:endParaRPr lang="en-US" sz="140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gm:t>
    </dgm:pt>
    <dgm:pt modelId="{C0440B1E-748E-D244-BE57-568731C72463}">
      <dgm:prSet phldrT="[Text]" custT="1"/>
      <dgm:spPr>
        <a:solidFill>
          <a:schemeClr val="bg1"/>
        </a:solidFill>
        <a:ln>
          <a:solidFill>
            <a:srgbClr val="0D236A"/>
          </a:solidFill>
        </a:ln>
      </dgm:spPr>
      <dgm:t>
        <a:bodyPr/>
        <a:lstStyle/>
        <a:p>
          <a:r>
            <a:rPr lang="en-US" sz="3600" b="1" i="0" dirty="0">
              <a:solidFill>
                <a:srgbClr val="0D236A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Prepare</a:t>
          </a:r>
        </a:p>
      </dgm:t>
    </dgm:pt>
    <dgm:pt modelId="{7718FEBC-B62A-7840-A30A-F3E48223A110}" type="parTrans" cxnId="{ABBAE645-D41E-9D43-BE21-62A4F9BBD2D5}">
      <dgm:prSet/>
      <dgm:spPr/>
      <dgm:t>
        <a:bodyPr/>
        <a:lstStyle/>
        <a:p>
          <a:endParaRPr lang="en-US" sz="140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gm:t>
    </dgm:pt>
    <dgm:pt modelId="{7956269C-6C22-2B47-8C17-A056D0683136}" type="sibTrans" cxnId="{ABBAE645-D41E-9D43-BE21-62A4F9BBD2D5}">
      <dgm:prSet/>
      <dgm:spPr/>
      <dgm:t>
        <a:bodyPr/>
        <a:lstStyle/>
        <a:p>
          <a:endParaRPr lang="en-US" sz="140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gm:t>
    </dgm:pt>
    <dgm:pt modelId="{7B790C5E-BAB7-7D42-AB3E-15C390D11C5F}">
      <dgm:prSet phldrT="[Text]" custT="1"/>
      <dgm:spPr>
        <a:solidFill>
          <a:schemeClr val="bg1"/>
        </a:solidFill>
      </dgm:spPr>
      <dgm:t>
        <a:bodyPr/>
        <a:lstStyle/>
        <a:p>
          <a:r>
            <a:rPr lang="en-US" sz="2800" dirty="0">
              <a:solidFill>
                <a:srgbClr val="0D236A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HCG Case Training</a:t>
          </a:r>
        </a:p>
        <a:p>
          <a:r>
            <a:rPr lang="en-US" sz="2800" dirty="0">
              <a:solidFill>
                <a:srgbClr val="0D236A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Management Consulted</a:t>
          </a:r>
        </a:p>
        <a:p>
          <a:r>
            <a:rPr lang="en-US" sz="2800" dirty="0">
              <a:solidFill>
                <a:srgbClr val="0D236A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Opportunities</a:t>
          </a:r>
        </a:p>
        <a:p>
          <a:r>
            <a:rPr lang="en-US" sz="2800" dirty="0">
              <a:solidFill>
                <a:srgbClr val="0D236A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Consulting Advisor</a:t>
          </a:r>
        </a:p>
      </dgm:t>
    </dgm:pt>
    <dgm:pt modelId="{F382FE4A-8364-AE4B-8BAB-921A23949779}" type="parTrans" cxnId="{70BD12B0-918B-1443-B827-17D6B9CE0E0C}">
      <dgm:prSet/>
      <dgm:spPr/>
      <dgm:t>
        <a:bodyPr/>
        <a:lstStyle/>
        <a:p>
          <a:endParaRPr lang="en-US" sz="140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gm:t>
    </dgm:pt>
    <dgm:pt modelId="{5E4F6EBE-11A7-2247-AC79-5DAD1A090D84}" type="sibTrans" cxnId="{70BD12B0-918B-1443-B827-17D6B9CE0E0C}">
      <dgm:prSet/>
      <dgm:spPr/>
      <dgm:t>
        <a:bodyPr/>
        <a:lstStyle/>
        <a:p>
          <a:endParaRPr lang="en-US" sz="140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gm:t>
    </dgm:pt>
    <dgm:pt modelId="{725D51CA-8073-E24D-81C4-5E8F5179130A}">
      <dgm:prSet phldrT="[Text]" custT="1"/>
      <dgm:spPr>
        <a:solidFill>
          <a:schemeClr val="bg1"/>
        </a:solidFill>
        <a:ln>
          <a:solidFill>
            <a:srgbClr val="0D236A"/>
          </a:solidFill>
        </a:ln>
      </dgm:spPr>
      <dgm:t>
        <a:bodyPr/>
        <a:lstStyle/>
        <a:p>
          <a:r>
            <a:rPr lang="en-US" sz="3600" b="1" i="0" dirty="0">
              <a:solidFill>
                <a:srgbClr val="0D236A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Convert</a:t>
          </a:r>
        </a:p>
      </dgm:t>
    </dgm:pt>
    <dgm:pt modelId="{D1854355-0BF6-EA43-B0F0-AFAF3EBFA667}" type="parTrans" cxnId="{16355972-12BC-AC4C-BCCD-D8E4C48E7BCC}">
      <dgm:prSet/>
      <dgm:spPr/>
      <dgm:t>
        <a:bodyPr/>
        <a:lstStyle/>
        <a:p>
          <a:endParaRPr lang="en-US" sz="140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gm:t>
    </dgm:pt>
    <dgm:pt modelId="{7D1011DF-8A8F-E44E-A32C-1A3FFCBA56CE}" type="sibTrans" cxnId="{16355972-12BC-AC4C-BCCD-D8E4C48E7BCC}">
      <dgm:prSet/>
      <dgm:spPr/>
      <dgm:t>
        <a:bodyPr/>
        <a:lstStyle/>
        <a:p>
          <a:endParaRPr lang="en-US" sz="140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gm:t>
    </dgm:pt>
    <dgm:pt modelId="{0B2B689C-639B-D745-B7E1-90505B686DC0}">
      <dgm:prSet phldrT="[Text]" custT="1"/>
      <dgm:spPr/>
      <dgm:t>
        <a:bodyPr/>
        <a:lstStyle/>
        <a:p>
          <a:r>
            <a:rPr lang="en-US" sz="2800" dirty="0">
              <a:solidFill>
                <a:srgbClr val="0D236A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Alumni Referrals</a:t>
          </a:r>
        </a:p>
        <a:p>
          <a:r>
            <a:rPr lang="en-US" sz="2800" dirty="0">
              <a:solidFill>
                <a:srgbClr val="0D236A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Promoters</a:t>
          </a:r>
        </a:p>
        <a:p>
          <a:r>
            <a:rPr lang="en-US" sz="2800" dirty="0">
              <a:solidFill>
                <a:srgbClr val="0D236A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Formal Recruiting Timelines</a:t>
          </a:r>
        </a:p>
      </dgm:t>
    </dgm:pt>
    <dgm:pt modelId="{13B0053B-5FA1-D74B-B148-CEA9823495E5}" type="parTrans" cxnId="{402A55C9-55B0-D64D-B332-38C38654EF0A}">
      <dgm:prSet/>
      <dgm:spPr/>
      <dgm:t>
        <a:bodyPr/>
        <a:lstStyle/>
        <a:p>
          <a:endParaRPr lang="en-US" sz="140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gm:t>
    </dgm:pt>
    <dgm:pt modelId="{A4F0C858-60B2-8244-AF78-D3DBC52C3887}" type="sibTrans" cxnId="{402A55C9-55B0-D64D-B332-38C38654EF0A}">
      <dgm:prSet/>
      <dgm:spPr/>
      <dgm:t>
        <a:bodyPr/>
        <a:lstStyle/>
        <a:p>
          <a:endParaRPr lang="en-US" sz="140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gm:t>
    </dgm:pt>
    <dgm:pt modelId="{01ED791D-3AE0-AA4F-A708-5EF16BF55E77}" type="pres">
      <dgm:prSet presAssocID="{4CBEDBD7-EFD2-BD41-9903-AA694B6A6CAE}" presName="Name0" presStyleCnt="0">
        <dgm:presLayoutVars>
          <dgm:dir/>
          <dgm:animLvl val="lvl"/>
          <dgm:resizeHandles val="exact"/>
        </dgm:presLayoutVars>
      </dgm:prSet>
      <dgm:spPr/>
    </dgm:pt>
    <dgm:pt modelId="{AA3CBF5D-1204-B94B-82BA-F014D6427003}" type="pres">
      <dgm:prSet presAssocID="{6BC52D5D-57A7-2149-A9C0-759B875650DB}" presName="compositeNode" presStyleCnt="0">
        <dgm:presLayoutVars>
          <dgm:bulletEnabled val="1"/>
        </dgm:presLayoutVars>
      </dgm:prSet>
      <dgm:spPr/>
    </dgm:pt>
    <dgm:pt modelId="{AF8134D3-3924-074A-B50C-E359227CE5A9}" type="pres">
      <dgm:prSet presAssocID="{6BC52D5D-57A7-2149-A9C0-759B875650DB}" presName="bgRect" presStyleLbl="node1" presStyleIdx="0" presStyleCnt="3"/>
      <dgm:spPr/>
    </dgm:pt>
    <dgm:pt modelId="{2091BD4B-0D73-804E-A033-817D39B547F1}" type="pres">
      <dgm:prSet presAssocID="{6BC52D5D-57A7-2149-A9C0-759B875650DB}" presName="parentNode" presStyleLbl="node1" presStyleIdx="0" presStyleCnt="3">
        <dgm:presLayoutVars>
          <dgm:chMax val="0"/>
          <dgm:bulletEnabled val="1"/>
        </dgm:presLayoutVars>
      </dgm:prSet>
      <dgm:spPr/>
    </dgm:pt>
    <dgm:pt modelId="{BAA63D48-1E1A-4143-9FEF-F6D0EFB0468B}" type="pres">
      <dgm:prSet presAssocID="{6BC52D5D-57A7-2149-A9C0-759B875650DB}" presName="childNode" presStyleLbl="node1" presStyleIdx="0" presStyleCnt="3">
        <dgm:presLayoutVars>
          <dgm:bulletEnabled val="1"/>
        </dgm:presLayoutVars>
      </dgm:prSet>
      <dgm:spPr/>
    </dgm:pt>
    <dgm:pt modelId="{CD78FB0A-C51A-C94A-A6B3-B730D0B6C1EC}" type="pres">
      <dgm:prSet presAssocID="{69EB7023-B087-A741-962E-5A3095578A3B}" presName="hSp" presStyleCnt="0"/>
      <dgm:spPr/>
    </dgm:pt>
    <dgm:pt modelId="{0FD4912C-5227-2F4F-BE40-90B1EA18C0F8}" type="pres">
      <dgm:prSet presAssocID="{69EB7023-B087-A741-962E-5A3095578A3B}" presName="vProcSp" presStyleCnt="0"/>
      <dgm:spPr/>
    </dgm:pt>
    <dgm:pt modelId="{1086EC73-0BCB-AE4C-9708-FE8CD068B54D}" type="pres">
      <dgm:prSet presAssocID="{69EB7023-B087-A741-962E-5A3095578A3B}" presName="vSp1" presStyleCnt="0"/>
      <dgm:spPr/>
    </dgm:pt>
    <dgm:pt modelId="{6D464BF2-4424-E146-B450-9BCCA7454C88}" type="pres">
      <dgm:prSet presAssocID="{69EB7023-B087-A741-962E-5A3095578A3B}" presName="simulatedConn" presStyleLbl="solidFgAcc1" presStyleIdx="0" presStyleCnt="2"/>
      <dgm:spPr>
        <a:solidFill>
          <a:srgbClr val="0D236A"/>
        </a:solidFill>
        <a:ln>
          <a:solidFill>
            <a:schemeClr val="bg1"/>
          </a:solidFill>
        </a:ln>
      </dgm:spPr>
    </dgm:pt>
    <dgm:pt modelId="{17023095-D2C6-FA49-82FA-7C5F19C4E228}" type="pres">
      <dgm:prSet presAssocID="{69EB7023-B087-A741-962E-5A3095578A3B}" presName="vSp2" presStyleCnt="0"/>
      <dgm:spPr/>
    </dgm:pt>
    <dgm:pt modelId="{EEDF1773-38DD-0441-A398-A180FE79644B}" type="pres">
      <dgm:prSet presAssocID="{69EB7023-B087-A741-962E-5A3095578A3B}" presName="sibTrans" presStyleCnt="0"/>
      <dgm:spPr/>
    </dgm:pt>
    <dgm:pt modelId="{5552B79A-BC34-9545-872D-7B3503FC7C96}" type="pres">
      <dgm:prSet presAssocID="{C0440B1E-748E-D244-BE57-568731C72463}" presName="compositeNode" presStyleCnt="0">
        <dgm:presLayoutVars>
          <dgm:bulletEnabled val="1"/>
        </dgm:presLayoutVars>
      </dgm:prSet>
      <dgm:spPr/>
    </dgm:pt>
    <dgm:pt modelId="{608A2859-34D1-4342-8394-EE93896E90DC}" type="pres">
      <dgm:prSet presAssocID="{C0440B1E-748E-D244-BE57-568731C72463}" presName="bgRect" presStyleLbl="node1" presStyleIdx="1" presStyleCnt="3"/>
      <dgm:spPr/>
    </dgm:pt>
    <dgm:pt modelId="{A92908A9-D3C1-4942-A65C-1C1C1B14789E}" type="pres">
      <dgm:prSet presAssocID="{C0440B1E-748E-D244-BE57-568731C72463}" presName="parentNode" presStyleLbl="node1" presStyleIdx="1" presStyleCnt="3">
        <dgm:presLayoutVars>
          <dgm:chMax val="0"/>
          <dgm:bulletEnabled val="1"/>
        </dgm:presLayoutVars>
      </dgm:prSet>
      <dgm:spPr/>
    </dgm:pt>
    <dgm:pt modelId="{A56FFE6C-FF79-5649-9593-49EBB2F772FC}" type="pres">
      <dgm:prSet presAssocID="{C0440B1E-748E-D244-BE57-568731C72463}" presName="childNode" presStyleLbl="node1" presStyleIdx="1" presStyleCnt="3">
        <dgm:presLayoutVars>
          <dgm:bulletEnabled val="1"/>
        </dgm:presLayoutVars>
      </dgm:prSet>
      <dgm:spPr/>
    </dgm:pt>
    <dgm:pt modelId="{12D039F9-757F-8F4E-B5C5-64ACF74FB5D4}" type="pres">
      <dgm:prSet presAssocID="{7956269C-6C22-2B47-8C17-A056D0683136}" presName="hSp" presStyleCnt="0"/>
      <dgm:spPr/>
    </dgm:pt>
    <dgm:pt modelId="{61A8B244-935C-044E-810F-E07FA1D7B685}" type="pres">
      <dgm:prSet presAssocID="{7956269C-6C22-2B47-8C17-A056D0683136}" presName="vProcSp" presStyleCnt="0"/>
      <dgm:spPr/>
    </dgm:pt>
    <dgm:pt modelId="{8FB67D18-86E9-9E40-9B61-0F2B880A8BD3}" type="pres">
      <dgm:prSet presAssocID="{7956269C-6C22-2B47-8C17-A056D0683136}" presName="vSp1" presStyleCnt="0"/>
      <dgm:spPr/>
    </dgm:pt>
    <dgm:pt modelId="{4E1D369F-54C3-ED4B-B98F-716265BFC612}" type="pres">
      <dgm:prSet presAssocID="{7956269C-6C22-2B47-8C17-A056D0683136}" presName="simulatedConn" presStyleLbl="solidFgAcc1" presStyleIdx="1" presStyleCnt="2"/>
      <dgm:spPr>
        <a:solidFill>
          <a:srgbClr val="0D236A"/>
        </a:solidFill>
        <a:ln>
          <a:solidFill>
            <a:srgbClr val="0D236A"/>
          </a:solidFill>
        </a:ln>
      </dgm:spPr>
    </dgm:pt>
    <dgm:pt modelId="{AAFE7B67-957C-9C4C-978D-DB509609801E}" type="pres">
      <dgm:prSet presAssocID="{7956269C-6C22-2B47-8C17-A056D0683136}" presName="vSp2" presStyleCnt="0"/>
      <dgm:spPr/>
    </dgm:pt>
    <dgm:pt modelId="{4564214F-5818-CE49-BD46-0966C3BBE654}" type="pres">
      <dgm:prSet presAssocID="{7956269C-6C22-2B47-8C17-A056D0683136}" presName="sibTrans" presStyleCnt="0"/>
      <dgm:spPr/>
    </dgm:pt>
    <dgm:pt modelId="{70EC5AB1-F1B3-4948-92A9-32A881AF357B}" type="pres">
      <dgm:prSet presAssocID="{725D51CA-8073-E24D-81C4-5E8F5179130A}" presName="compositeNode" presStyleCnt="0">
        <dgm:presLayoutVars>
          <dgm:bulletEnabled val="1"/>
        </dgm:presLayoutVars>
      </dgm:prSet>
      <dgm:spPr/>
    </dgm:pt>
    <dgm:pt modelId="{B7A4FB60-EB18-304F-AD2D-B169062E48FF}" type="pres">
      <dgm:prSet presAssocID="{725D51CA-8073-E24D-81C4-5E8F5179130A}" presName="bgRect" presStyleLbl="node1" presStyleIdx="2" presStyleCnt="3"/>
      <dgm:spPr/>
    </dgm:pt>
    <dgm:pt modelId="{DD302380-8BE7-D542-8954-08868910038B}" type="pres">
      <dgm:prSet presAssocID="{725D51CA-8073-E24D-81C4-5E8F5179130A}" presName="parentNode" presStyleLbl="node1" presStyleIdx="2" presStyleCnt="3">
        <dgm:presLayoutVars>
          <dgm:chMax val="0"/>
          <dgm:bulletEnabled val="1"/>
        </dgm:presLayoutVars>
      </dgm:prSet>
      <dgm:spPr/>
    </dgm:pt>
    <dgm:pt modelId="{47E7D093-5E54-614F-8FF5-0465D18230CB}" type="pres">
      <dgm:prSet presAssocID="{725D51CA-8073-E24D-81C4-5E8F5179130A}" presName="childNode" presStyleLbl="node1" presStyleIdx="2" presStyleCnt="3">
        <dgm:presLayoutVars>
          <dgm:bulletEnabled val="1"/>
        </dgm:presLayoutVars>
      </dgm:prSet>
      <dgm:spPr/>
    </dgm:pt>
  </dgm:ptLst>
  <dgm:cxnLst>
    <dgm:cxn modelId="{ABE9FA0F-2B1A-804F-ADFE-B205F9950EDC}" type="presOf" srcId="{6224F90A-35EF-B946-A8A4-12BF2ADB8321}" destId="{BAA63D48-1E1A-4143-9FEF-F6D0EFB0468B}" srcOrd="0" destOrd="0" presId="urn:microsoft.com/office/officeart/2005/8/layout/hProcess7"/>
    <dgm:cxn modelId="{D495C910-1A17-7141-B87D-5E89FA4E5C9B}" srcId="{6BC52D5D-57A7-2149-A9C0-759B875650DB}" destId="{6224F90A-35EF-B946-A8A4-12BF2ADB8321}" srcOrd="0" destOrd="0" parTransId="{93241900-7164-0A48-968D-5FFC5AB79AAE}" sibTransId="{AF442B81-1025-134D-AD1C-8896A846EFD2}"/>
    <dgm:cxn modelId="{7C278F12-9B88-3E47-9A10-91E6E3805217}" type="presOf" srcId="{725D51CA-8073-E24D-81C4-5E8F5179130A}" destId="{DD302380-8BE7-D542-8954-08868910038B}" srcOrd="1" destOrd="0" presId="urn:microsoft.com/office/officeart/2005/8/layout/hProcess7"/>
    <dgm:cxn modelId="{E088A717-B0AF-2445-97BC-196F8FFF97E0}" type="presOf" srcId="{4CBEDBD7-EFD2-BD41-9903-AA694B6A6CAE}" destId="{01ED791D-3AE0-AA4F-A708-5EF16BF55E77}" srcOrd="0" destOrd="0" presId="urn:microsoft.com/office/officeart/2005/8/layout/hProcess7"/>
    <dgm:cxn modelId="{24FBBC2A-234C-DA40-896F-01E0E05AF389}" type="presOf" srcId="{0B2B689C-639B-D745-B7E1-90505B686DC0}" destId="{47E7D093-5E54-614F-8FF5-0465D18230CB}" srcOrd="0" destOrd="0" presId="urn:microsoft.com/office/officeart/2005/8/layout/hProcess7"/>
    <dgm:cxn modelId="{EE12CA39-8C24-1F49-8B18-C591520B4EE5}" type="presOf" srcId="{C0440B1E-748E-D244-BE57-568731C72463}" destId="{608A2859-34D1-4342-8394-EE93896E90DC}" srcOrd="0" destOrd="0" presId="urn:microsoft.com/office/officeart/2005/8/layout/hProcess7"/>
    <dgm:cxn modelId="{7071193C-542C-BC49-A53B-5B69B868D380}" srcId="{4CBEDBD7-EFD2-BD41-9903-AA694B6A6CAE}" destId="{6BC52D5D-57A7-2149-A9C0-759B875650DB}" srcOrd="0" destOrd="0" parTransId="{9B85BDB6-4BE2-4242-A89B-3807555E8AA7}" sibTransId="{69EB7023-B087-A741-962E-5A3095578A3B}"/>
    <dgm:cxn modelId="{ABBAE645-D41E-9D43-BE21-62A4F9BBD2D5}" srcId="{4CBEDBD7-EFD2-BD41-9903-AA694B6A6CAE}" destId="{C0440B1E-748E-D244-BE57-568731C72463}" srcOrd="1" destOrd="0" parTransId="{7718FEBC-B62A-7840-A30A-F3E48223A110}" sibTransId="{7956269C-6C22-2B47-8C17-A056D0683136}"/>
    <dgm:cxn modelId="{8B3C4256-6D3F-794B-A317-BAD9F1D2485E}" type="presOf" srcId="{6BC52D5D-57A7-2149-A9C0-759B875650DB}" destId="{2091BD4B-0D73-804E-A033-817D39B547F1}" srcOrd="1" destOrd="0" presId="urn:microsoft.com/office/officeart/2005/8/layout/hProcess7"/>
    <dgm:cxn modelId="{16355972-12BC-AC4C-BCCD-D8E4C48E7BCC}" srcId="{4CBEDBD7-EFD2-BD41-9903-AA694B6A6CAE}" destId="{725D51CA-8073-E24D-81C4-5E8F5179130A}" srcOrd="2" destOrd="0" parTransId="{D1854355-0BF6-EA43-B0F0-AFAF3EBFA667}" sibTransId="{7D1011DF-8A8F-E44E-A32C-1A3FFCBA56CE}"/>
    <dgm:cxn modelId="{73AD647E-E760-0844-8E5C-9E2FEC369D23}" type="presOf" srcId="{7B790C5E-BAB7-7D42-AB3E-15C390D11C5F}" destId="{A56FFE6C-FF79-5649-9593-49EBB2F772FC}" srcOrd="0" destOrd="0" presId="urn:microsoft.com/office/officeart/2005/8/layout/hProcess7"/>
    <dgm:cxn modelId="{4699517F-2B7B-5D4D-A676-35B0DF8614BF}" type="presOf" srcId="{725D51CA-8073-E24D-81C4-5E8F5179130A}" destId="{B7A4FB60-EB18-304F-AD2D-B169062E48FF}" srcOrd="0" destOrd="0" presId="urn:microsoft.com/office/officeart/2005/8/layout/hProcess7"/>
    <dgm:cxn modelId="{8758C78E-79A2-BA45-8EDB-A5FAFCB69942}" type="presOf" srcId="{C0440B1E-748E-D244-BE57-568731C72463}" destId="{A92908A9-D3C1-4942-A65C-1C1C1B14789E}" srcOrd="1" destOrd="0" presId="urn:microsoft.com/office/officeart/2005/8/layout/hProcess7"/>
    <dgm:cxn modelId="{70BD12B0-918B-1443-B827-17D6B9CE0E0C}" srcId="{C0440B1E-748E-D244-BE57-568731C72463}" destId="{7B790C5E-BAB7-7D42-AB3E-15C390D11C5F}" srcOrd="0" destOrd="0" parTransId="{F382FE4A-8364-AE4B-8BAB-921A23949779}" sibTransId="{5E4F6EBE-11A7-2247-AC79-5DAD1A090D84}"/>
    <dgm:cxn modelId="{402A55C9-55B0-D64D-B332-38C38654EF0A}" srcId="{725D51CA-8073-E24D-81C4-5E8F5179130A}" destId="{0B2B689C-639B-D745-B7E1-90505B686DC0}" srcOrd="0" destOrd="0" parTransId="{13B0053B-5FA1-D74B-B148-CEA9823495E5}" sibTransId="{A4F0C858-60B2-8244-AF78-D3DBC52C3887}"/>
    <dgm:cxn modelId="{76732AEC-2C5B-6944-986C-130E1DD82783}" type="presOf" srcId="{6BC52D5D-57A7-2149-A9C0-759B875650DB}" destId="{AF8134D3-3924-074A-B50C-E359227CE5A9}" srcOrd="0" destOrd="0" presId="urn:microsoft.com/office/officeart/2005/8/layout/hProcess7"/>
    <dgm:cxn modelId="{1B78DF87-03B0-4D4B-B022-9C7C8F989667}" type="presParOf" srcId="{01ED791D-3AE0-AA4F-A708-5EF16BF55E77}" destId="{AA3CBF5D-1204-B94B-82BA-F014D6427003}" srcOrd="0" destOrd="0" presId="urn:microsoft.com/office/officeart/2005/8/layout/hProcess7"/>
    <dgm:cxn modelId="{93C3CA72-3CB9-9642-AFC4-871C898F8230}" type="presParOf" srcId="{AA3CBF5D-1204-B94B-82BA-F014D6427003}" destId="{AF8134D3-3924-074A-B50C-E359227CE5A9}" srcOrd="0" destOrd="0" presId="urn:microsoft.com/office/officeart/2005/8/layout/hProcess7"/>
    <dgm:cxn modelId="{E2860B8F-8148-DE41-B52E-99FB93D00B68}" type="presParOf" srcId="{AA3CBF5D-1204-B94B-82BA-F014D6427003}" destId="{2091BD4B-0D73-804E-A033-817D39B547F1}" srcOrd="1" destOrd="0" presId="urn:microsoft.com/office/officeart/2005/8/layout/hProcess7"/>
    <dgm:cxn modelId="{FB879EF7-184C-A243-9C12-14D212B610D2}" type="presParOf" srcId="{AA3CBF5D-1204-B94B-82BA-F014D6427003}" destId="{BAA63D48-1E1A-4143-9FEF-F6D0EFB0468B}" srcOrd="2" destOrd="0" presId="urn:microsoft.com/office/officeart/2005/8/layout/hProcess7"/>
    <dgm:cxn modelId="{6ED76F2C-74A1-2843-A709-FBC7663E748E}" type="presParOf" srcId="{01ED791D-3AE0-AA4F-A708-5EF16BF55E77}" destId="{CD78FB0A-C51A-C94A-A6B3-B730D0B6C1EC}" srcOrd="1" destOrd="0" presId="urn:microsoft.com/office/officeart/2005/8/layout/hProcess7"/>
    <dgm:cxn modelId="{96EB3600-5283-A846-BAF3-177ED326B631}" type="presParOf" srcId="{01ED791D-3AE0-AA4F-A708-5EF16BF55E77}" destId="{0FD4912C-5227-2F4F-BE40-90B1EA18C0F8}" srcOrd="2" destOrd="0" presId="urn:microsoft.com/office/officeart/2005/8/layout/hProcess7"/>
    <dgm:cxn modelId="{E527A0E0-3948-D246-BBAA-F84D45836BB8}" type="presParOf" srcId="{0FD4912C-5227-2F4F-BE40-90B1EA18C0F8}" destId="{1086EC73-0BCB-AE4C-9708-FE8CD068B54D}" srcOrd="0" destOrd="0" presId="urn:microsoft.com/office/officeart/2005/8/layout/hProcess7"/>
    <dgm:cxn modelId="{5AA33ACA-35BE-C145-8B89-8E321D79A94D}" type="presParOf" srcId="{0FD4912C-5227-2F4F-BE40-90B1EA18C0F8}" destId="{6D464BF2-4424-E146-B450-9BCCA7454C88}" srcOrd="1" destOrd="0" presId="urn:microsoft.com/office/officeart/2005/8/layout/hProcess7"/>
    <dgm:cxn modelId="{E7B31528-A734-D94F-96D0-E67F7C622FDE}" type="presParOf" srcId="{0FD4912C-5227-2F4F-BE40-90B1EA18C0F8}" destId="{17023095-D2C6-FA49-82FA-7C5F19C4E228}" srcOrd="2" destOrd="0" presId="urn:microsoft.com/office/officeart/2005/8/layout/hProcess7"/>
    <dgm:cxn modelId="{0448AE83-6FB3-0D4A-A33C-5C221E225EF1}" type="presParOf" srcId="{01ED791D-3AE0-AA4F-A708-5EF16BF55E77}" destId="{EEDF1773-38DD-0441-A398-A180FE79644B}" srcOrd="3" destOrd="0" presId="urn:microsoft.com/office/officeart/2005/8/layout/hProcess7"/>
    <dgm:cxn modelId="{9FAA0A22-79C5-A641-A6CA-8F35BAB1A9B4}" type="presParOf" srcId="{01ED791D-3AE0-AA4F-A708-5EF16BF55E77}" destId="{5552B79A-BC34-9545-872D-7B3503FC7C96}" srcOrd="4" destOrd="0" presId="urn:microsoft.com/office/officeart/2005/8/layout/hProcess7"/>
    <dgm:cxn modelId="{42EC0E9F-F430-4045-8BB6-64386BFB6B1A}" type="presParOf" srcId="{5552B79A-BC34-9545-872D-7B3503FC7C96}" destId="{608A2859-34D1-4342-8394-EE93896E90DC}" srcOrd="0" destOrd="0" presId="urn:microsoft.com/office/officeart/2005/8/layout/hProcess7"/>
    <dgm:cxn modelId="{C6E9EF31-78FB-CE4B-8564-E3107AFF6CA3}" type="presParOf" srcId="{5552B79A-BC34-9545-872D-7B3503FC7C96}" destId="{A92908A9-D3C1-4942-A65C-1C1C1B14789E}" srcOrd="1" destOrd="0" presId="urn:microsoft.com/office/officeart/2005/8/layout/hProcess7"/>
    <dgm:cxn modelId="{765BE7CE-C555-8E46-B29E-4508B24E4633}" type="presParOf" srcId="{5552B79A-BC34-9545-872D-7B3503FC7C96}" destId="{A56FFE6C-FF79-5649-9593-49EBB2F772FC}" srcOrd="2" destOrd="0" presId="urn:microsoft.com/office/officeart/2005/8/layout/hProcess7"/>
    <dgm:cxn modelId="{71039491-A3C2-494B-AFFA-C805B2392317}" type="presParOf" srcId="{01ED791D-3AE0-AA4F-A708-5EF16BF55E77}" destId="{12D039F9-757F-8F4E-B5C5-64ACF74FB5D4}" srcOrd="5" destOrd="0" presId="urn:microsoft.com/office/officeart/2005/8/layout/hProcess7"/>
    <dgm:cxn modelId="{92D115E5-1257-8849-AC26-97FCAE5F63D0}" type="presParOf" srcId="{01ED791D-3AE0-AA4F-A708-5EF16BF55E77}" destId="{61A8B244-935C-044E-810F-E07FA1D7B685}" srcOrd="6" destOrd="0" presId="urn:microsoft.com/office/officeart/2005/8/layout/hProcess7"/>
    <dgm:cxn modelId="{A21E83C0-42F3-B84B-B8BF-858B3AE01A8D}" type="presParOf" srcId="{61A8B244-935C-044E-810F-E07FA1D7B685}" destId="{8FB67D18-86E9-9E40-9B61-0F2B880A8BD3}" srcOrd="0" destOrd="0" presId="urn:microsoft.com/office/officeart/2005/8/layout/hProcess7"/>
    <dgm:cxn modelId="{413AEEAE-37E4-7545-8F68-00FA82DBCEE1}" type="presParOf" srcId="{61A8B244-935C-044E-810F-E07FA1D7B685}" destId="{4E1D369F-54C3-ED4B-B98F-716265BFC612}" srcOrd="1" destOrd="0" presId="urn:microsoft.com/office/officeart/2005/8/layout/hProcess7"/>
    <dgm:cxn modelId="{8BEAD6EF-72E5-764F-8D28-EBDFBA16B63E}" type="presParOf" srcId="{61A8B244-935C-044E-810F-E07FA1D7B685}" destId="{AAFE7B67-957C-9C4C-978D-DB509609801E}" srcOrd="2" destOrd="0" presId="urn:microsoft.com/office/officeart/2005/8/layout/hProcess7"/>
    <dgm:cxn modelId="{24941FB9-819C-9941-9DA2-5FB187A1134A}" type="presParOf" srcId="{01ED791D-3AE0-AA4F-A708-5EF16BF55E77}" destId="{4564214F-5818-CE49-BD46-0966C3BBE654}" srcOrd="7" destOrd="0" presId="urn:microsoft.com/office/officeart/2005/8/layout/hProcess7"/>
    <dgm:cxn modelId="{850FD7E1-83C1-7B49-A386-1DBE18C2D715}" type="presParOf" srcId="{01ED791D-3AE0-AA4F-A708-5EF16BF55E77}" destId="{70EC5AB1-F1B3-4948-92A9-32A881AF357B}" srcOrd="8" destOrd="0" presId="urn:microsoft.com/office/officeart/2005/8/layout/hProcess7"/>
    <dgm:cxn modelId="{3C92BEAC-8870-034A-B2A2-360A4DAD6467}" type="presParOf" srcId="{70EC5AB1-F1B3-4948-92A9-32A881AF357B}" destId="{B7A4FB60-EB18-304F-AD2D-B169062E48FF}" srcOrd="0" destOrd="0" presId="urn:microsoft.com/office/officeart/2005/8/layout/hProcess7"/>
    <dgm:cxn modelId="{85B6879B-F9C9-914A-A5FF-1CA77905BC6B}" type="presParOf" srcId="{70EC5AB1-F1B3-4948-92A9-32A881AF357B}" destId="{DD302380-8BE7-D542-8954-08868910038B}" srcOrd="1" destOrd="0" presId="urn:microsoft.com/office/officeart/2005/8/layout/hProcess7"/>
    <dgm:cxn modelId="{5C90AD40-BF8D-BC4A-8EC6-3B7607C27D71}" type="presParOf" srcId="{70EC5AB1-F1B3-4948-92A9-32A881AF357B}" destId="{47E7D093-5E54-614F-8FF5-0465D18230CB}" srcOrd="2" destOrd="0" presId="urn:microsoft.com/office/officeart/2005/8/layout/hProcess7"/>
  </dgm:cxnLst>
  <dgm:bg>
    <a:noFill/>
  </dgm:bg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29E0AC6C-2F16-BB43-918C-C800FFC49776}" type="doc">
      <dgm:prSet loTypeId="urn:microsoft.com/office/officeart/2005/8/layout/process4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9E1C850-21BE-7449-B74F-5928414D0785}">
      <dgm:prSet phldrT="[Text]" custT="1"/>
      <dgm:spPr>
        <a:solidFill>
          <a:srgbClr val="0D236A"/>
        </a:solidFill>
        <a:ln>
          <a:solidFill>
            <a:srgbClr val="0D236A"/>
          </a:solidFill>
        </a:ln>
      </dgm:spPr>
      <dgm:t>
        <a:bodyPr/>
        <a:lstStyle/>
        <a:p>
          <a:r>
            <a:rPr lang="en-US" sz="2400" b="0" i="0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Clarify</a:t>
          </a:r>
        </a:p>
      </dgm:t>
    </dgm:pt>
    <dgm:pt modelId="{74B8FA06-9F86-D341-A875-E40098EA9469}" type="parTrans" cxnId="{F94FC085-B75D-EF42-BFDB-D56FC52E64D4}">
      <dgm:prSet/>
      <dgm:spPr/>
      <dgm:t>
        <a:bodyPr/>
        <a:lstStyle/>
        <a:p>
          <a:endParaRPr lang="en-US" sz="120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gm:t>
    </dgm:pt>
    <dgm:pt modelId="{8AF35575-F2CE-964D-8E4E-4857B686469E}" type="sibTrans" cxnId="{F94FC085-B75D-EF42-BFDB-D56FC52E64D4}">
      <dgm:prSet/>
      <dgm:spPr/>
      <dgm:t>
        <a:bodyPr/>
        <a:lstStyle/>
        <a:p>
          <a:endParaRPr lang="en-US" sz="120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gm:t>
    </dgm:pt>
    <dgm:pt modelId="{53646536-4209-1F43-BB4A-61A50320FD30}">
      <dgm:prSet phldrT="[Text]" custT="1"/>
      <dgm:spPr>
        <a:solidFill>
          <a:schemeClr val="bg1">
            <a:lumMod val="95000"/>
            <a:alpha val="90000"/>
          </a:schemeClr>
        </a:solidFill>
      </dgm:spPr>
      <dgm:t>
        <a:bodyPr/>
        <a:lstStyle/>
        <a:p>
          <a:r>
            <a:rPr lang="en-US" sz="18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Define the problem</a:t>
          </a:r>
        </a:p>
      </dgm:t>
    </dgm:pt>
    <dgm:pt modelId="{C6D1A9AF-5A5A-2D40-9539-75AF1AB1AF59}" type="parTrans" cxnId="{243ED272-BBDC-B945-8A2E-9966B76A1974}">
      <dgm:prSet/>
      <dgm:spPr/>
      <dgm:t>
        <a:bodyPr/>
        <a:lstStyle/>
        <a:p>
          <a:endParaRPr lang="en-US" sz="120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gm:t>
    </dgm:pt>
    <dgm:pt modelId="{1FE01ED4-87B6-B643-B760-D3527B6CB128}" type="sibTrans" cxnId="{243ED272-BBDC-B945-8A2E-9966B76A1974}">
      <dgm:prSet/>
      <dgm:spPr/>
      <dgm:t>
        <a:bodyPr/>
        <a:lstStyle/>
        <a:p>
          <a:endParaRPr lang="en-US" sz="120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gm:t>
    </dgm:pt>
    <dgm:pt modelId="{6D678007-979F-C94E-87A2-306F20A56695}">
      <dgm:prSet phldrT="[Text]" custT="1"/>
      <dgm:spPr>
        <a:solidFill>
          <a:schemeClr val="bg1">
            <a:lumMod val="95000"/>
            <a:alpha val="90000"/>
          </a:schemeClr>
        </a:solidFill>
      </dgm:spPr>
      <dgm:t>
        <a:bodyPr/>
        <a:lstStyle/>
        <a:p>
          <a:r>
            <a:rPr lang="en-US" sz="18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Choose success metrics</a:t>
          </a:r>
        </a:p>
      </dgm:t>
    </dgm:pt>
    <dgm:pt modelId="{13EDBA57-B6A4-584A-A6AB-275C5F6F1A32}" type="parTrans" cxnId="{E0B72A7C-56BB-1941-AE59-DBA5F7C8E1F6}">
      <dgm:prSet/>
      <dgm:spPr/>
      <dgm:t>
        <a:bodyPr/>
        <a:lstStyle/>
        <a:p>
          <a:endParaRPr lang="en-US" sz="120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gm:t>
    </dgm:pt>
    <dgm:pt modelId="{6316CFF9-BCE0-6B49-A682-462FFF414C61}" type="sibTrans" cxnId="{E0B72A7C-56BB-1941-AE59-DBA5F7C8E1F6}">
      <dgm:prSet/>
      <dgm:spPr/>
      <dgm:t>
        <a:bodyPr/>
        <a:lstStyle/>
        <a:p>
          <a:endParaRPr lang="en-US" sz="120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gm:t>
    </dgm:pt>
    <dgm:pt modelId="{EB5A02C9-1915-5842-A051-50DB2BA4E36A}">
      <dgm:prSet phldrT="[Text]" custT="1"/>
      <dgm:spPr>
        <a:solidFill>
          <a:srgbClr val="0D236A"/>
        </a:solidFill>
        <a:ln>
          <a:solidFill>
            <a:srgbClr val="0D236A"/>
          </a:solidFill>
        </a:ln>
      </dgm:spPr>
      <dgm:t>
        <a:bodyPr/>
        <a:lstStyle/>
        <a:p>
          <a:r>
            <a:rPr lang="en-US" sz="2400" b="0" i="0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Structure</a:t>
          </a:r>
          <a:endParaRPr lang="en-US" sz="1200" b="0" i="0" dirty="0">
            <a:latin typeface="Helvetica Neue Medium" panose="02000503000000020004" pitchFamily="2" charset="0"/>
            <a:ea typeface="Helvetica Neue Medium" panose="02000503000000020004" pitchFamily="2" charset="0"/>
            <a:cs typeface="Helvetica Neue Medium" panose="02000503000000020004" pitchFamily="2" charset="0"/>
          </a:endParaRPr>
        </a:p>
      </dgm:t>
    </dgm:pt>
    <dgm:pt modelId="{E9F230FE-8151-A149-8757-077FE5533490}" type="parTrans" cxnId="{DAC42DF2-94CD-5641-8096-B76CCDF84694}">
      <dgm:prSet/>
      <dgm:spPr/>
      <dgm:t>
        <a:bodyPr/>
        <a:lstStyle/>
        <a:p>
          <a:endParaRPr lang="en-US" sz="120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gm:t>
    </dgm:pt>
    <dgm:pt modelId="{1BBC283F-5CE7-D64C-B449-75B10895136E}" type="sibTrans" cxnId="{DAC42DF2-94CD-5641-8096-B76CCDF84694}">
      <dgm:prSet/>
      <dgm:spPr/>
      <dgm:t>
        <a:bodyPr/>
        <a:lstStyle/>
        <a:p>
          <a:endParaRPr lang="en-US" sz="120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gm:t>
    </dgm:pt>
    <dgm:pt modelId="{76F708CA-EAB5-AD4A-BA1E-167D95DA89A8}">
      <dgm:prSet phldrT="[Text]" custT="1"/>
      <dgm:spPr>
        <a:solidFill>
          <a:schemeClr val="bg1">
            <a:lumMod val="95000"/>
            <a:alpha val="90000"/>
          </a:schemeClr>
        </a:solidFill>
      </dgm:spPr>
      <dgm:t>
        <a:bodyPr/>
        <a:lstStyle/>
        <a:p>
          <a:r>
            <a:rPr lang="en-US" sz="18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Break into its components</a:t>
          </a:r>
        </a:p>
      </dgm:t>
    </dgm:pt>
    <dgm:pt modelId="{C70C092E-1BBA-FC4A-8A4B-07360DA5B508}" type="parTrans" cxnId="{2E2F4941-4651-BD41-97E3-1AABB46DE8D0}">
      <dgm:prSet/>
      <dgm:spPr/>
      <dgm:t>
        <a:bodyPr/>
        <a:lstStyle/>
        <a:p>
          <a:endParaRPr lang="en-US" sz="120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gm:t>
    </dgm:pt>
    <dgm:pt modelId="{4EE5EBEB-D50F-5842-8E49-DDDFF3004748}" type="sibTrans" cxnId="{2E2F4941-4651-BD41-97E3-1AABB46DE8D0}">
      <dgm:prSet/>
      <dgm:spPr/>
      <dgm:t>
        <a:bodyPr/>
        <a:lstStyle/>
        <a:p>
          <a:endParaRPr lang="en-US" sz="120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gm:t>
    </dgm:pt>
    <dgm:pt modelId="{CC4434C0-8912-2D40-9392-296A9D7B2623}">
      <dgm:prSet phldrT="[Text]" custT="1"/>
      <dgm:spPr>
        <a:solidFill>
          <a:schemeClr val="bg1">
            <a:lumMod val="95000"/>
            <a:alpha val="90000"/>
          </a:schemeClr>
        </a:solidFill>
      </dgm:spPr>
      <dgm:t>
        <a:bodyPr/>
        <a:lstStyle/>
        <a:p>
          <a:r>
            <a:rPr lang="en-US" sz="18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Develop hypothesis</a:t>
          </a:r>
        </a:p>
      </dgm:t>
    </dgm:pt>
    <dgm:pt modelId="{81D0A87B-044C-454C-ABD4-33E557D3E01D}" type="parTrans" cxnId="{982D4DA5-41A3-2A4C-B15C-94618C64C432}">
      <dgm:prSet/>
      <dgm:spPr/>
      <dgm:t>
        <a:bodyPr/>
        <a:lstStyle/>
        <a:p>
          <a:endParaRPr lang="en-US" sz="120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gm:t>
    </dgm:pt>
    <dgm:pt modelId="{53D8759F-38F3-1845-B5A2-A76EC43C719D}" type="sibTrans" cxnId="{982D4DA5-41A3-2A4C-B15C-94618C64C432}">
      <dgm:prSet/>
      <dgm:spPr/>
      <dgm:t>
        <a:bodyPr/>
        <a:lstStyle/>
        <a:p>
          <a:endParaRPr lang="en-US" sz="120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gm:t>
    </dgm:pt>
    <dgm:pt modelId="{012ED93C-278A-B641-9F2F-AE86CABD7D08}">
      <dgm:prSet phldrT="[Text]" custT="1"/>
      <dgm:spPr>
        <a:solidFill>
          <a:srgbClr val="0D236A"/>
        </a:solidFill>
        <a:ln>
          <a:solidFill>
            <a:srgbClr val="0D236A"/>
          </a:solidFill>
        </a:ln>
      </dgm:spPr>
      <dgm:t>
        <a:bodyPr/>
        <a:lstStyle/>
        <a:p>
          <a:r>
            <a:rPr lang="en-US" sz="2400" b="0" i="0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Analyze</a:t>
          </a:r>
        </a:p>
      </dgm:t>
    </dgm:pt>
    <dgm:pt modelId="{0F805909-3BA7-6D4C-AE49-AE8EBFB98FE6}" type="parTrans" cxnId="{FC1EBAD9-3455-9249-91E5-5930FC741560}">
      <dgm:prSet/>
      <dgm:spPr/>
      <dgm:t>
        <a:bodyPr/>
        <a:lstStyle/>
        <a:p>
          <a:endParaRPr lang="en-US" sz="120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gm:t>
    </dgm:pt>
    <dgm:pt modelId="{B5F3636E-32DD-704F-86EA-E96A98B6F019}" type="sibTrans" cxnId="{FC1EBAD9-3455-9249-91E5-5930FC741560}">
      <dgm:prSet/>
      <dgm:spPr/>
      <dgm:t>
        <a:bodyPr/>
        <a:lstStyle/>
        <a:p>
          <a:endParaRPr lang="en-US" sz="120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gm:t>
    </dgm:pt>
    <dgm:pt modelId="{84BAE0E9-DE8A-8F41-9163-994B902C8CDF}">
      <dgm:prSet phldrT="[Text]" custT="1"/>
      <dgm:spPr>
        <a:solidFill>
          <a:schemeClr val="bg1">
            <a:lumMod val="95000"/>
            <a:alpha val="90000"/>
          </a:schemeClr>
        </a:solidFill>
      </dgm:spPr>
      <dgm:t>
        <a:bodyPr/>
        <a:lstStyle/>
        <a:p>
          <a:r>
            <a:rPr lang="en-US" sz="18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Evidence processed into insights</a:t>
          </a:r>
        </a:p>
      </dgm:t>
    </dgm:pt>
    <dgm:pt modelId="{3B16CD33-3EE3-5E48-AF87-B0FA5388C546}" type="parTrans" cxnId="{B9A82E9E-3292-3541-8C52-18495F11897B}">
      <dgm:prSet/>
      <dgm:spPr/>
      <dgm:t>
        <a:bodyPr/>
        <a:lstStyle/>
        <a:p>
          <a:endParaRPr lang="en-US" sz="120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gm:t>
    </dgm:pt>
    <dgm:pt modelId="{88447EF1-CB89-EC41-A46B-A0237D46F428}" type="sibTrans" cxnId="{B9A82E9E-3292-3541-8C52-18495F11897B}">
      <dgm:prSet/>
      <dgm:spPr/>
      <dgm:t>
        <a:bodyPr/>
        <a:lstStyle/>
        <a:p>
          <a:endParaRPr lang="en-US" sz="120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gm:t>
    </dgm:pt>
    <dgm:pt modelId="{024334B0-965A-8340-95BF-B6D55E1DC475}">
      <dgm:prSet phldrT="[Text]" custT="1"/>
      <dgm:spPr>
        <a:solidFill>
          <a:schemeClr val="bg1">
            <a:lumMod val="95000"/>
            <a:alpha val="90000"/>
          </a:schemeClr>
        </a:solidFill>
      </dgm:spPr>
      <dgm:t>
        <a:bodyPr/>
        <a:lstStyle/>
        <a:p>
          <a:r>
            <a:rPr lang="en-US" sz="18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Iterate hypothesis</a:t>
          </a:r>
        </a:p>
      </dgm:t>
    </dgm:pt>
    <dgm:pt modelId="{D9B6CC3B-08C5-9D43-B1F2-A6AE3C36184F}" type="parTrans" cxnId="{960FD4E5-BD30-0043-8FE9-4560C44B87FE}">
      <dgm:prSet/>
      <dgm:spPr/>
      <dgm:t>
        <a:bodyPr/>
        <a:lstStyle/>
        <a:p>
          <a:endParaRPr lang="en-US" sz="120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gm:t>
    </dgm:pt>
    <dgm:pt modelId="{6843FC79-80C4-234D-9447-2764393761DF}" type="sibTrans" cxnId="{960FD4E5-BD30-0043-8FE9-4560C44B87FE}">
      <dgm:prSet/>
      <dgm:spPr/>
      <dgm:t>
        <a:bodyPr/>
        <a:lstStyle/>
        <a:p>
          <a:endParaRPr lang="en-US" sz="120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gm:t>
    </dgm:pt>
    <dgm:pt modelId="{8F10FF6E-DC8B-634F-ACF7-9854B2FBAD06}">
      <dgm:prSet phldrT="[Text]" custT="1"/>
      <dgm:spPr>
        <a:solidFill>
          <a:srgbClr val="0D236A"/>
        </a:solidFill>
        <a:ln>
          <a:solidFill>
            <a:srgbClr val="0D236A"/>
          </a:solidFill>
        </a:ln>
      </dgm:spPr>
      <dgm:t>
        <a:bodyPr/>
        <a:lstStyle/>
        <a:p>
          <a:r>
            <a:rPr lang="en-US" sz="2400" b="0" i="0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Synthesize</a:t>
          </a:r>
          <a:endParaRPr lang="en-US" sz="1200" b="0" i="0" dirty="0">
            <a:latin typeface="Helvetica Neue Medium" panose="02000503000000020004" pitchFamily="2" charset="0"/>
            <a:ea typeface="Helvetica Neue Medium" panose="02000503000000020004" pitchFamily="2" charset="0"/>
            <a:cs typeface="Helvetica Neue Medium" panose="02000503000000020004" pitchFamily="2" charset="0"/>
          </a:endParaRPr>
        </a:p>
      </dgm:t>
    </dgm:pt>
    <dgm:pt modelId="{30EE9D18-433C-754D-A103-676257BD720C}" type="parTrans" cxnId="{2A19CF0E-212F-A04F-8D45-09F043F4ED00}">
      <dgm:prSet/>
      <dgm:spPr/>
      <dgm:t>
        <a:bodyPr/>
        <a:lstStyle/>
        <a:p>
          <a:endParaRPr lang="en-US" sz="120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gm:t>
    </dgm:pt>
    <dgm:pt modelId="{E17B649D-20F1-DB4E-8BA7-6626A6897BA9}" type="sibTrans" cxnId="{2A19CF0E-212F-A04F-8D45-09F043F4ED00}">
      <dgm:prSet/>
      <dgm:spPr/>
      <dgm:t>
        <a:bodyPr/>
        <a:lstStyle/>
        <a:p>
          <a:endParaRPr lang="en-US" sz="120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gm:t>
    </dgm:pt>
    <dgm:pt modelId="{1CFCEC38-B252-BC4A-8752-A5052B26171F}">
      <dgm:prSet phldrT="[Text]" custT="1"/>
      <dgm:spPr>
        <a:solidFill>
          <a:srgbClr val="0D236A"/>
        </a:solidFill>
        <a:ln>
          <a:solidFill>
            <a:srgbClr val="0D236A"/>
          </a:solidFill>
        </a:ln>
      </dgm:spPr>
      <dgm:t>
        <a:bodyPr/>
        <a:lstStyle/>
        <a:p>
          <a:r>
            <a:rPr lang="en-US" sz="2400" b="0" i="0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Ideate</a:t>
          </a:r>
        </a:p>
      </dgm:t>
    </dgm:pt>
    <dgm:pt modelId="{619CDF02-868C-0540-B074-0EDB7D27AD6E}" type="parTrans" cxnId="{8A290211-0F1A-314F-9D87-5F9370D0DCEC}">
      <dgm:prSet/>
      <dgm:spPr/>
      <dgm:t>
        <a:bodyPr/>
        <a:lstStyle/>
        <a:p>
          <a:endParaRPr lang="en-US" sz="120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gm:t>
    </dgm:pt>
    <dgm:pt modelId="{8A568EDC-9305-2B4A-95FD-9238CE8F7BE6}" type="sibTrans" cxnId="{8A290211-0F1A-314F-9D87-5F9370D0DCEC}">
      <dgm:prSet/>
      <dgm:spPr/>
      <dgm:t>
        <a:bodyPr/>
        <a:lstStyle/>
        <a:p>
          <a:endParaRPr lang="en-US" sz="120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gm:t>
    </dgm:pt>
    <dgm:pt modelId="{BD95D3DF-385E-6E4F-AB89-FBBB19535847}">
      <dgm:prSet phldrT="[Text]" custT="1"/>
      <dgm:spPr>
        <a:solidFill>
          <a:schemeClr val="bg1">
            <a:lumMod val="95000"/>
            <a:alpha val="90000"/>
          </a:schemeClr>
        </a:solidFill>
      </dgm:spPr>
      <dgm:t>
        <a:bodyPr/>
        <a:lstStyle/>
        <a:p>
          <a:r>
            <a:rPr lang="en-US" sz="18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Brainstorm solutions</a:t>
          </a:r>
        </a:p>
      </dgm:t>
    </dgm:pt>
    <dgm:pt modelId="{6268438D-1A44-B043-A0CE-E75B24768862}" type="parTrans" cxnId="{96845B6F-C3B5-3A45-9B33-6183DA6D4AE0}">
      <dgm:prSet/>
      <dgm:spPr/>
      <dgm:t>
        <a:bodyPr/>
        <a:lstStyle/>
        <a:p>
          <a:endParaRPr lang="en-US" sz="120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gm:t>
    </dgm:pt>
    <dgm:pt modelId="{D1730279-9BF0-A241-85D4-E94B2B8F9596}" type="sibTrans" cxnId="{96845B6F-C3B5-3A45-9B33-6183DA6D4AE0}">
      <dgm:prSet/>
      <dgm:spPr/>
      <dgm:t>
        <a:bodyPr/>
        <a:lstStyle/>
        <a:p>
          <a:endParaRPr lang="en-US" sz="120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gm:t>
    </dgm:pt>
    <dgm:pt modelId="{582547BE-83B5-1847-8BF1-E293430A3E33}">
      <dgm:prSet phldrT="[Text]" custT="1"/>
      <dgm:spPr>
        <a:solidFill>
          <a:schemeClr val="bg1">
            <a:lumMod val="95000"/>
            <a:alpha val="90000"/>
          </a:schemeClr>
        </a:solidFill>
      </dgm:spPr>
      <dgm:t>
        <a:bodyPr/>
        <a:lstStyle/>
        <a:p>
          <a:r>
            <a:rPr lang="en-US" sz="18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Evaluate feasibility</a:t>
          </a:r>
        </a:p>
      </dgm:t>
    </dgm:pt>
    <dgm:pt modelId="{D368DAD5-0D96-984F-90BE-2A2C7C5FC534}" type="parTrans" cxnId="{D01F5D26-79C6-7E46-AA04-1A4BCEBE9A64}">
      <dgm:prSet/>
      <dgm:spPr/>
      <dgm:t>
        <a:bodyPr/>
        <a:lstStyle/>
        <a:p>
          <a:endParaRPr lang="en-US" sz="120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gm:t>
    </dgm:pt>
    <dgm:pt modelId="{5E1B12AA-3D86-A445-ABFD-AEBFEF3CE71C}" type="sibTrans" cxnId="{D01F5D26-79C6-7E46-AA04-1A4BCEBE9A64}">
      <dgm:prSet/>
      <dgm:spPr/>
      <dgm:t>
        <a:bodyPr/>
        <a:lstStyle/>
        <a:p>
          <a:endParaRPr lang="en-US" sz="120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gm:t>
    </dgm:pt>
    <dgm:pt modelId="{24D3D18F-3E1D-0747-AEC4-93E394490F64}">
      <dgm:prSet phldrT="[Text]" custT="1"/>
      <dgm:spPr>
        <a:solidFill>
          <a:schemeClr val="bg1">
            <a:lumMod val="95000"/>
            <a:alpha val="90000"/>
          </a:schemeClr>
        </a:solidFill>
        <a:ln w="19050">
          <a:noFill/>
        </a:ln>
      </dgm:spPr>
      <dgm:t>
        <a:bodyPr/>
        <a:lstStyle/>
        <a:p>
          <a:r>
            <a:rPr lang="en-US" sz="18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Deliver hypothesized answer</a:t>
          </a:r>
        </a:p>
      </dgm:t>
    </dgm:pt>
    <dgm:pt modelId="{2A1D2AC1-BB69-BE4B-9B9C-E6405FD98B86}" type="parTrans" cxnId="{053CF496-0CE5-AE40-A543-7963E4DE91AF}">
      <dgm:prSet/>
      <dgm:spPr/>
      <dgm:t>
        <a:bodyPr/>
        <a:lstStyle/>
        <a:p>
          <a:endParaRPr lang="en-US" sz="120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gm:t>
    </dgm:pt>
    <dgm:pt modelId="{82040192-F8BA-E542-945B-538D11CD7DCC}" type="sibTrans" cxnId="{053CF496-0CE5-AE40-A543-7963E4DE91AF}">
      <dgm:prSet/>
      <dgm:spPr/>
      <dgm:t>
        <a:bodyPr/>
        <a:lstStyle/>
        <a:p>
          <a:endParaRPr lang="en-US" sz="120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gm:t>
    </dgm:pt>
    <dgm:pt modelId="{CC2543D9-EDF1-FC47-B604-C85E55374166}">
      <dgm:prSet phldrT="[Text]" custT="1"/>
      <dgm:spPr>
        <a:solidFill>
          <a:schemeClr val="bg1">
            <a:lumMod val="95000"/>
            <a:alpha val="90000"/>
          </a:schemeClr>
        </a:solidFill>
        <a:ln w="19050">
          <a:noFill/>
        </a:ln>
      </dgm:spPr>
      <dgm:t>
        <a:bodyPr/>
        <a:lstStyle/>
        <a:p>
          <a:r>
            <a:rPr lang="en-US" sz="18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Propose next steps</a:t>
          </a:r>
        </a:p>
      </dgm:t>
    </dgm:pt>
    <dgm:pt modelId="{463E146F-D6EB-D64D-9C26-B6CD45CF2117}" type="parTrans" cxnId="{A9A4E77F-81F3-E34D-B686-5457A1FEF089}">
      <dgm:prSet/>
      <dgm:spPr/>
      <dgm:t>
        <a:bodyPr/>
        <a:lstStyle/>
        <a:p>
          <a:endParaRPr lang="en-US" sz="120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gm:t>
    </dgm:pt>
    <dgm:pt modelId="{98DA16D7-B512-924E-B547-91B3B68A6D27}" type="sibTrans" cxnId="{A9A4E77F-81F3-E34D-B686-5457A1FEF089}">
      <dgm:prSet/>
      <dgm:spPr/>
      <dgm:t>
        <a:bodyPr/>
        <a:lstStyle/>
        <a:p>
          <a:endParaRPr lang="en-US" sz="120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gm:t>
    </dgm:pt>
    <dgm:pt modelId="{A9902A86-B802-C34C-8FE0-27AB7550C0BC}" type="pres">
      <dgm:prSet presAssocID="{29E0AC6C-2F16-BB43-918C-C800FFC49776}" presName="Name0" presStyleCnt="0">
        <dgm:presLayoutVars>
          <dgm:dir/>
          <dgm:animLvl val="lvl"/>
          <dgm:resizeHandles val="exact"/>
        </dgm:presLayoutVars>
      </dgm:prSet>
      <dgm:spPr/>
    </dgm:pt>
    <dgm:pt modelId="{9078AA8E-13C1-214A-9C71-4434986A1AAD}" type="pres">
      <dgm:prSet presAssocID="{8F10FF6E-DC8B-634F-ACF7-9854B2FBAD06}" presName="boxAndChildren" presStyleCnt="0"/>
      <dgm:spPr/>
    </dgm:pt>
    <dgm:pt modelId="{30A9BC02-62CE-3E41-8919-FD0C715E48E5}" type="pres">
      <dgm:prSet presAssocID="{8F10FF6E-DC8B-634F-ACF7-9854B2FBAD06}" presName="parentTextBox" presStyleLbl="node1" presStyleIdx="0" presStyleCnt="5"/>
      <dgm:spPr/>
    </dgm:pt>
    <dgm:pt modelId="{4FFC955B-880A-0A4F-8933-F024BF06D0BF}" type="pres">
      <dgm:prSet presAssocID="{8F10FF6E-DC8B-634F-ACF7-9854B2FBAD06}" presName="entireBox" presStyleLbl="node1" presStyleIdx="0" presStyleCnt="5"/>
      <dgm:spPr/>
    </dgm:pt>
    <dgm:pt modelId="{96A1F3EF-D3FC-454A-B118-26341B8C1555}" type="pres">
      <dgm:prSet presAssocID="{8F10FF6E-DC8B-634F-ACF7-9854B2FBAD06}" presName="descendantBox" presStyleCnt="0"/>
      <dgm:spPr/>
    </dgm:pt>
    <dgm:pt modelId="{C811E64D-E279-384B-AFC6-C251718C9591}" type="pres">
      <dgm:prSet presAssocID="{24D3D18F-3E1D-0747-AEC4-93E394490F64}" presName="childTextBox" presStyleLbl="fgAccFollowNode1" presStyleIdx="0" presStyleCnt="10" custLinFactNeighborY="8635">
        <dgm:presLayoutVars>
          <dgm:bulletEnabled val="1"/>
        </dgm:presLayoutVars>
      </dgm:prSet>
      <dgm:spPr/>
    </dgm:pt>
    <dgm:pt modelId="{ADB7152B-3285-024B-954C-C422AB6DF6C3}" type="pres">
      <dgm:prSet presAssocID="{CC2543D9-EDF1-FC47-B604-C85E55374166}" presName="childTextBox" presStyleLbl="fgAccFollowNode1" presStyleIdx="1" presStyleCnt="10" custLinFactNeighborY="8635">
        <dgm:presLayoutVars>
          <dgm:bulletEnabled val="1"/>
        </dgm:presLayoutVars>
      </dgm:prSet>
      <dgm:spPr/>
    </dgm:pt>
    <dgm:pt modelId="{44096D91-2A83-6F47-A0A8-1F17C0DF927B}" type="pres">
      <dgm:prSet presAssocID="{8A568EDC-9305-2B4A-95FD-9238CE8F7BE6}" presName="sp" presStyleCnt="0"/>
      <dgm:spPr/>
    </dgm:pt>
    <dgm:pt modelId="{60129C1A-DA42-D340-B146-761BF26B3270}" type="pres">
      <dgm:prSet presAssocID="{1CFCEC38-B252-BC4A-8752-A5052B26171F}" presName="arrowAndChildren" presStyleCnt="0"/>
      <dgm:spPr/>
    </dgm:pt>
    <dgm:pt modelId="{9C38015C-6AFA-3148-8487-1CA593D55784}" type="pres">
      <dgm:prSet presAssocID="{1CFCEC38-B252-BC4A-8752-A5052B26171F}" presName="parentTextArrow" presStyleLbl="node1" presStyleIdx="0" presStyleCnt="5"/>
      <dgm:spPr/>
    </dgm:pt>
    <dgm:pt modelId="{1EADA16C-5802-F446-AE3E-3EAF311E78E1}" type="pres">
      <dgm:prSet presAssocID="{1CFCEC38-B252-BC4A-8752-A5052B26171F}" presName="arrow" presStyleLbl="node1" presStyleIdx="1" presStyleCnt="5"/>
      <dgm:spPr/>
    </dgm:pt>
    <dgm:pt modelId="{21283737-E916-B943-9324-8A10250A4BB8}" type="pres">
      <dgm:prSet presAssocID="{1CFCEC38-B252-BC4A-8752-A5052B26171F}" presName="descendantArrow" presStyleCnt="0"/>
      <dgm:spPr/>
    </dgm:pt>
    <dgm:pt modelId="{DEE67E0B-8A50-B34D-A92E-D2DD95F0D47E}" type="pres">
      <dgm:prSet presAssocID="{BD95D3DF-385E-6E4F-AB89-FBBB19535847}" presName="childTextArrow" presStyleLbl="fgAccFollowNode1" presStyleIdx="2" presStyleCnt="10">
        <dgm:presLayoutVars>
          <dgm:bulletEnabled val="1"/>
        </dgm:presLayoutVars>
      </dgm:prSet>
      <dgm:spPr/>
    </dgm:pt>
    <dgm:pt modelId="{A624078C-3050-284F-92F2-62DF5FDD60C3}" type="pres">
      <dgm:prSet presAssocID="{582547BE-83B5-1847-8BF1-E293430A3E33}" presName="childTextArrow" presStyleLbl="fgAccFollowNode1" presStyleIdx="3" presStyleCnt="10">
        <dgm:presLayoutVars>
          <dgm:bulletEnabled val="1"/>
        </dgm:presLayoutVars>
      </dgm:prSet>
      <dgm:spPr/>
    </dgm:pt>
    <dgm:pt modelId="{437A6D8C-3BBF-7042-B106-881DDA8034E3}" type="pres">
      <dgm:prSet presAssocID="{B5F3636E-32DD-704F-86EA-E96A98B6F019}" presName="sp" presStyleCnt="0"/>
      <dgm:spPr/>
    </dgm:pt>
    <dgm:pt modelId="{0677E18B-0BFD-2343-8082-9468BFB0B565}" type="pres">
      <dgm:prSet presAssocID="{012ED93C-278A-B641-9F2F-AE86CABD7D08}" presName="arrowAndChildren" presStyleCnt="0"/>
      <dgm:spPr/>
    </dgm:pt>
    <dgm:pt modelId="{73CDAEC0-22DE-414A-B9E7-52907B8F437F}" type="pres">
      <dgm:prSet presAssocID="{012ED93C-278A-B641-9F2F-AE86CABD7D08}" presName="parentTextArrow" presStyleLbl="node1" presStyleIdx="1" presStyleCnt="5"/>
      <dgm:spPr/>
    </dgm:pt>
    <dgm:pt modelId="{3A92795C-B2A0-C740-A738-66C813E357D9}" type="pres">
      <dgm:prSet presAssocID="{012ED93C-278A-B641-9F2F-AE86CABD7D08}" presName="arrow" presStyleLbl="node1" presStyleIdx="2" presStyleCnt="5"/>
      <dgm:spPr/>
    </dgm:pt>
    <dgm:pt modelId="{8D95A941-4572-DD47-8D5B-4A7E72787951}" type="pres">
      <dgm:prSet presAssocID="{012ED93C-278A-B641-9F2F-AE86CABD7D08}" presName="descendantArrow" presStyleCnt="0"/>
      <dgm:spPr/>
    </dgm:pt>
    <dgm:pt modelId="{96B52B93-4260-4642-A694-B153C1E6A8BD}" type="pres">
      <dgm:prSet presAssocID="{84BAE0E9-DE8A-8F41-9163-994B902C8CDF}" presName="childTextArrow" presStyleLbl="fgAccFollowNode1" presStyleIdx="4" presStyleCnt="10">
        <dgm:presLayoutVars>
          <dgm:bulletEnabled val="1"/>
        </dgm:presLayoutVars>
      </dgm:prSet>
      <dgm:spPr/>
    </dgm:pt>
    <dgm:pt modelId="{C9EF84DC-AA6E-514D-8290-85409E75C2B1}" type="pres">
      <dgm:prSet presAssocID="{024334B0-965A-8340-95BF-B6D55E1DC475}" presName="childTextArrow" presStyleLbl="fgAccFollowNode1" presStyleIdx="5" presStyleCnt="10">
        <dgm:presLayoutVars>
          <dgm:bulletEnabled val="1"/>
        </dgm:presLayoutVars>
      </dgm:prSet>
      <dgm:spPr/>
    </dgm:pt>
    <dgm:pt modelId="{B4A8439F-4D49-4B44-8909-B32D5F647DBF}" type="pres">
      <dgm:prSet presAssocID="{1BBC283F-5CE7-D64C-B449-75B10895136E}" presName="sp" presStyleCnt="0"/>
      <dgm:spPr/>
    </dgm:pt>
    <dgm:pt modelId="{CA584E31-B9C8-4D48-88E3-D50550BCA8F5}" type="pres">
      <dgm:prSet presAssocID="{EB5A02C9-1915-5842-A051-50DB2BA4E36A}" presName="arrowAndChildren" presStyleCnt="0"/>
      <dgm:spPr/>
    </dgm:pt>
    <dgm:pt modelId="{C3F25709-51B9-F849-B23D-B0D407E212DB}" type="pres">
      <dgm:prSet presAssocID="{EB5A02C9-1915-5842-A051-50DB2BA4E36A}" presName="parentTextArrow" presStyleLbl="node1" presStyleIdx="2" presStyleCnt="5"/>
      <dgm:spPr/>
    </dgm:pt>
    <dgm:pt modelId="{D8025BAD-E17F-4841-B4E6-ADE62B63E5B2}" type="pres">
      <dgm:prSet presAssocID="{EB5A02C9-1915-5842-A051-50DB2BA4E36A}" presName="arrow" presStyleLbl="node1" presStyleIdx="3" presStyleCnt="5"/>
      <dgm:spPr/>
    </dgm:pt>
    <dgm:pt modelId="{0BCB52D3-D263-BA4C-99EB-547FDEB6434D}" type="pres">
      <dgm:prSet presAssocID="{EB5A02C9-1915-5842-A051-50DB2BA4E36A}" presName="descendantArrow" presStyleCnt="0"/>
      <dgm:spPr/>
    </dgm:pt>
    <dgm:pt modelId="{A40216FC-9238-FB41-9D2B-EB33D0BEB512}" type="pres">
      <dgm:prSet presAssocID="{76F708CA-EAB5-AD4A-BA1E-167D95DA89A8}" presName="childTextArrow" presStyleLbl="fgAccFollowNode1" presStyleIdx="6" presStyleCnt="10">
        <dgm:presLayoutVars>
          <dgm:bulletEnabled val="1"/>
        </dgm:presLayoutVars>
      </dgm:prSet>
      <dgm:spPr/>
    </dgm:pt>
    <dgm:pt modelId="{9FFB5284-6A40-C548-8D18-B52FA2FFAFF3}" type="pres">
      <dgm:prSet presAssocID="{CC4434C0-8912-2D40-9392-296A9D7B2623}" presName="childTextArrow" presStyleLbl="fgAccFollowNode1" presStyleIdx="7" presStyleCnt="10">
        <dgm:presLayoutVars>
          <dgm:bulletEnabled val="1"/>
        </dgm:presLayoutVars>
      </dgm:prSet>
      <dgm:spPr/>
    </dgm:pt>
    <dgm:pt modelId="{68DF254E-66EB-A641-B865-85909BB49C10}" type="pres">
      <dgm:prSet presAssocID="{8AF35575-F2CE-964D-8E4E-4857B686469E}" presName="sp" presStyleCnt="0"/>
      <dgm:spPr/>
    </dgm:pt>
    <dgm:pt modelId="{00D4F0D8-F73D-C845-AB5C-2F22FD166F9B}" type="pres">
      <dgm:prSet presAssocID="{F9E1C850-21BE-7449-B74F-5928414D0785}" presName="arrowAndChildren" presStyleCnt="0"/>
      <dgm:spPr/>
    </dgm:pt>
    <dgm:pt modelId="{81C865E8-58B3-294F-8CE0-D01CA9C31E37}" type="pres">
      <dgm:prSet presAssocID="{F9E1C850-21BE-7449-B74F-5928414D0785}" presName="parentTextArrow" presStyleLbl="node1" presStyleIdx="3" presStyleCnt="5"/>
      <dgm:spPr/>
    </dgm:pt>
    <dgm:pt modelId="{A8521C68-5E3F-1249-A139-616B742FB092}" type="pres">
      <dgm:prSet presAssocID="{F9E1C850-21BE-7449-B74F-5928414D0785}" presName="arrow" presStyleLbl="node1" presStyleIdx="4" presStyleCnt="5"/>
      <dgm:spPr/>
    </dgm:pt>
    <dgm:pt modelId="{2AB0936D-496D-7646-9DAE-68E84AF050DE}" type="pres">
      <dgm:prSet presAssocID="{F9E1C850-21BE-7449-B74F-5928414D0785}" presName="descendantArrow" presStyleCnt="0"/>
      <dgm:spPr/>
    </dgm:pt>
    <dgm:pt modelId="{8FE23CDA-8D97-C941-8693-487D6F1240DA}" type="pres">
      <dgm:prSet presAssocID="{53646536-4209-1F43-BB4A-61A50320FD30}" presName="childTextArrow" presStyleLbl="fgAccFollowNode1" presStyleIdx="8" presStyleCnt="10">
        <dgm:presLayoutVars>
          <dgm:bulletEnabled val="1"/>
        </dgm:presLayoutVars>
      </dgm:prSet>
      <dgm:spPr/>
    </dgm:pt>
    <dgm:pt modelId="{60EF35D3-170E-2844-A207-A9A624566E43}" type="pres">
      <dgm:prSet presAssocID="{6D678007-979F-C94E-87A2-306F20A56695}" presName="childTextArrow" presStyleLbl="fgAccFollowNode1" presStyleIdx="9" presStyleCnt="10">
        <dgm:presLayoutVars>
          <dgm:bulletEnabled val="1"/>
        </dgm:presLayoutVars>
      </dgm:prSet>
      <dgm:spPr/>
    </dgm:pt>
  </dgm:ptLst>
  <dgm:cxnLst>
    <dgm:cxn modelId="{B3DC3300-097C-934E-A251-217BC8DB2D35}" type="presOf" srcId="{EB5A02C9-1915-5842-A051-50DB2BA4E36A}" destId="{C3F25709-51B9-F849-B23D-B0D407E212DB}" srcOrd="0" destOrd="0" presId="urn:microsoft.com/office/officeart/2005/8/layout/process4"/>
    <dgm:cxn modelId="{493C2B0D-218D-7547-A53B-26AD05688183}" type="presOf" srcId="{F9E1C850-21BE-7449-B74F-5928414D0785}" destId="{81C865E8-58B3-294F-8CE0-D01CA9C31E37}" srcOrd="0" destOrd="0" presId="urn:microsoft.com/office/officeart/2005/8/layout/process4"/>
    <dgm:cxn modelId="{2A19CF0E-212F-A04F-8D45-09F043F4ED00}" srcId="{29E0AC6C-2F16-BB43-918C-C800FFC49776}" destId="{8F10FF6E-DC8B-634F-ACF7-9854B2FBAD06}" srcOrd="4" destOrd="0" parTransId="{30EE9D18-433C-754D-A103-676257BD720C}" sibTransId="{E17B649D-20F1-DB4E-8BA7-6626A6897BA9}"/>
    <dgm:cxn modelId="{8A290211-0F1A-314F-9D87-5F9370D0DCEC}" srcId="{29E0AC6C-2F16-BB43-918C-C800FFC49776}" destId="{1CFCEC38-B252-BC4A-8752-A5052B26171F}" srcOrd="3" destOrd="0" parTransId="{619CDF02-868C-0540-B074-0EDB7D27AD6E}" sibTransId="{8A568EDC-9305-2B4A-95FD-9238CE8F7BE6}"/>
    <dgm:cxn modelId="{CCEFF118-47C1-AE4D-8FF8-7A1469959B81}" type="presOf" srcId="{76F708CA-EAB5-AD4A-BA1E-167D95DA89A8}" destId="{A40216FC-9238-FB41-9D2B-EB33D0BEB512}" srcOrd="0" destOrd="0" presId="urn:microsoft.com/office/officeart/2005/8/layout/process4"/>
    <dgm:cxn modelId="{23EC8A1A-4B14-5A48-A9CF-981BA1CD6CD9}" type="presOf" srcId="{BD95D3DF-385E-6E4F-AB89-FBBB19535847}" destId="{DEE67E0B-8A50-B34D-A92E-D2DD95F0D47E}" srcOrd="0" destOrd="0" presId="urn:microsoft.com/office/officeart/2005/8/layout/process4"/>
    <dgm:cxn modelId="{D01F5D26-79C6-7E46-AA04-1A4BCEBE9A64}" srcId="{1CFCEC38-B252-BC4A-8752-A5052B26171F}" destId="{582547BE-83B5-1847-8BF1-E293430A3E33}" srcOrd="1" destOrd="0" parTransId="{D368DAD5-0D96-984F-90BE-2A2C7C5FC534}" sibTransId="{5E1B12AA-3D86-A445-ABFD-AEBFEF3CE71C}"/>
    <dgm:cxn modelId="{E5EF9327-781E-7B47-8EA1-1CA374B9E41E}" type="presOf" srcId="{8F10FF6E-DC8B-634F-ACF7-9854B2FBAD06}" destId="{30A9BC02-62CE-3E41-8919-FD0C715E48E5}" srcOrd="0" destOrd="0" presId="urn:microsoft.com/office/officeart/2005/8/layout/process4"/>
    <dgm:cxn modelId="{AB37C02E-59E5-694F-9E91-EC9E80A3030D}" type="presOf" srcId="{012ED93C-278A-B641-9F2F-AE86CABD7D08}" destId="{73CDAEC0-22DE-414A-B9E7-52907B8F437F}" srcOrd="0" destOrd="0" presId="urn:microsoft.com/office/officeart/2005/8/layout/process4"/>
    <dgm:cxn modelId="{A252C32F-506A-4C48-8366-2BBBFD38F86F}" type="presOf" srcId="{53646536-4209-1F43-BB4A-61A50320FD30}" destId="{8FE23CDA-8D97-C941-8693-487D6F1240DA}" srcOrd="0" destOrd="0" presId="urn:microsoft.com/office/officeart/2005/8/layout/process4"/>
    <dgm:cxn modelId="{AAC9E332-DF41-6E4B-90C9-44D510F0C9EA}" type="presOf" srcId="{1CFCEC38-B252-BC4A-8752-A5052B26171F}" destId="{9C38015C-6AFA-3148-8487-1CA593D55784}" srcOrd="0" destOrd="0" presId="urn:microsoft.com/office/officeart/2005/8/layout/process4"/>
    <dgm:cxn modelId="{2E2F4941-4651-BD41-97E3-1AABB46DE8D0}" srcId="{EB5A02C9-1915-5842-A051-50DB2BA4E36A}" destId="{76F708CA-EAB5-AD4A-BA1E-167D95DA89A8}" srcOrd="0" destOrd="0" parTransId="{C70C092E-1BBA-FC4A-8A4B-07360DA5B508}" sibTransId="{4EE5EBEB-D50F-5842-8E49-DDDFF3004748}"/>
    <dgm:cxn modelId="{233CB754-FBEB-894F-831C-1C13D77BB488}" type="presOf" srcId="{CC4434C0-8912-2D40-9392-296A9D7B2623}" destId="{9FFB5284-6A40-C548-8D18-B52FA2FFAFF3}" srcOrd="0" destOrd="0" presId="urn:microsoft.com/office/officeart/2005/8/layout/process4"/>
    <dgm:cxn modelId="{459E9959-5D7D-7649-9E7D-0153FF7F4897}" type="presOf" srcId="{CC2543D9-EDF1-FC47-B604-C85E55374166}" destId="{ADB7152B-3285-024B-954C-C422AB6DF6C3}" srcOrd="0" destOrd="0" presId="urn:microsoft.com/office/officeart/2005/8/layout/process4"/>
    <dgm:cxn modelId="{F6426669-E80B-974C-AC18-63D399ACF9F9}" type="presOf" srcId="{012ED93C-278A-B641-9F2F-AE86CABD7D08}" destId="{3A92795C-B2A0-C740-A738-66C813E357D9}" srcOrd="1" destOrd="0" presId="urn:microsoft.com/office/officeart/2005/8/layout/process4"/>
    <dgm:cxn modelId="{96845B6F-C3B5-3A45-9B33-6183DA6D4AE0}" srcId="{1CFCEC38-B252-BC4A-8752-A5052B26171F}" destId="{BD95D3DF-385E-6E4F-AB89-FBBB19535847}" srcOrd="0" destOrd="0" parTransId="{6268438D-1A44-B043-A0CE-E75B24768862}" sibTransId="{D1730279-9BF0-A241-85D4-E94B2B8F9596}"/>
    <dgm:cxn modelId="{243ED272-BBDC-B945-8A2E-9966B76A1974}" srcId="{F9E1C850-21BE-7449-B74F-5928414D0785}" destId="{53646536-4209-1F43-BB4A-61A50320FD30}" srcOrd="0" destOrd="0" parTransId="{C6D1A9AF-5A5A-2D40-9539-75AF1AB1AF59}" sibTransId="{1FE01ED4-87B6-B643-B760-D3527B6CB128}"/>
    <dgm:cxn modelId="{8572D672-3800-2A42-A75D-1E2DE242374B}" type="presOf" srcId="{EB5A02C9-1915-5842-A051-50DB2BA4E36A}" destId="{D8025BAD-E17F-4841-B4E6-ADE62B63E5B2}" srcOrd="1" destOrd="0" presId="urn:microsoft.com/office/officeart/2005/8/layout/process4"/>
    <dgm:cxn modelId="{E0B72A7C-56BB-1941-AE59-DBA5F7C8E1F6}" srcId="{F9E1C850-21BE-7449-B74F-5928414D0785}" destId="{6D678007-979F-C94E-87A2-306F20A56695}" srcOrd="1" destOrd="0" parTransId="{13EDBA57-B6A4-584A-A6AB-275C5F6F1A32}" sibTransId="{6316CFF9-BCE0-6B49-A682-462FFF414C61}"/>
    <dgm:cxn modelId="{A9A4E77F-81F3-E34D-B686-5457A1FEF089}" srcId="{8F10FF6E-DC8B-634F-ACF7-9854B2FBAD06}" destId="{CC2543D9-EDF1-FC47-B604-C85E55374166}" srcOrd="1" destOrd="0" parTransId="{463E146F-D6EB-D64D-9C26-B6CD45CF2117}" sibTransId="{98DA16D7-B512-924E-B547-91B3B68A6D27}"/>
    <dgm:cxn modelId="{9A8CFF81-2B16-7845-838D-18A2174BA239}" type="presOf" srcId="{29E0AC6C-2F16-BB43-918C-C800FFC49776}" destId="{A9902A86-B802-C34C-8FE0-27AB7550C0BC}" srcOrd="0" destOrd="0" presId="urn:microsoft.com/office/officeart/2005/8/layout/process4"/>
    <dgm:cxn modelId="{F94FC085-B75D-EF42-BFDB-D56FC52E64D4}" srcId="{29E0AC6C-2F16-BB43-918C-C800FFC49776}" destId="{F9E1C850-21BE-7449-B74F-5928414D0785}" srcOrd="0" destOrd="0" parTransId="{74B8FA06-9F86-D341-A875-E40098EA9469}" sibTransId="{8AF35575-F2CE-964D-8E4E-4857B686469E}"/>
    <dgm:cxn modelId="{053CF496-0CE5-AE40-A543-7963E4DE91AF}" srcId="{8F10FF6E-DC8B-634F-ACF7-9854B2FBAD06}" destId="{24D3D18F-3E1D-0747-AEC4-93E394490F64}" srcOrd="0" destOrd="0" parTransId="{2A1D2AC1-BB69-BE4B-9B9C-E6405FD98B86}" sibTransId="{82040192-F8BA-E542-945B-538D11CD7DCC}"/>
    <dgm:cxn modelId="{EA685B97-FAB2-2D44-A2EC-35E1858D9645}" type="presOf" srcId="{024334B0-965A-8340-95BF-B6D55E1DC475}" destId="{C9EF84DC-AA6E-514D-8290-85409E75C2B1}" srcOrd="0" destOrd="0" presId="urn:microsoft.com/office/officeart/2005/8/layout/process4"/>
    <dgm:cxn modelId="{95462898-8C58-0C42-88C2-17E344B9E5B2}" type="presOf" srcId="{8F10FF6E-DC8B-634F-ACF7-9854B2FBAD06}" destId="{4FFC955B-880A-0A4F-8933-F024BF06D0BF}" srcOrd="1" destOrd="0" presId="urn:microsoft.com/office/officeart/2005/8/layout/process4"/>
    <dgm:cxn modelId="{B9A82E9E-3292-3541-8C52-18495F11897B}" srcId="{012ED93C-278A-B641-9F2F-AE86CABD7D08}" destId="{84BAE0E9-DE8A-8F41-9163-994B902C8CDF}" srcOrd="0" destOrd="0" parTransId="{3B16CD33-3EE3-5E48-AF87-B0FA5388C546}" sibTransId="{88447EF1-CB89-EC41-A46B-A0237D46F428}"/>
    <dgm:cxn modelId="{0891689F-076B-C746-8D5C-7EDA74D136E8}" type="presOf" srcId="{F9E1C850-21BE-7449-B74F-5928414D0785}" destId="{A8521C68-5E3F-1249-A139-616B742FB092}" srcOrd="1" destOrd="0" presId="urn:microsoft.com/office/officeart/2005/8/layout/process4"/>
    <dgm:cxn modelId="{982D4DA5-41A3-2A4C-B15C-94618C64C432}" srcId="{EB5A02C9-1915-5842-A051-50DB2BA4E36A}" destId="{CC4434C0-8912-2D40-9392-296A9D7B2623}" srcOrd="1" destOrd="0" parTransId="{81D0A87B-044C-454C-ABD4-33E557D3E01D}" sibTransId="{53D8759F-38F3-1845-B5A2-A76EC43C719D}"/>
    <dgm:cxn modelId="{E34D10AB-16DE-9045-A0BF-CC7B4DE162A7}" type="presOf" srcId="{6D678007-979F-C94E-87A2-306F20A56695}" destId="{60EF35D3-170E-2844-A207-A9A624566E43}" srcOrd="0" destOrd="0" presId="urn:microsoft.com/office/officeart/2005/8/layout/process4"/>
    <dgm:cxn modelId="{A264A4D4-9C0E-C943-A7B3-1468A18559DE}" type="presOf" srcId="{582547BE-83B5-1847-8BF1-E293430A3E33}" destId="{A624078C-3050-284F-92F2-62DF5FDD60C3}" srcOrd="0" destOrd="0" presId="urn:microsoft.com/office/officeart/2005/8/layout/process4"/>
    <dgm:cxn modelId="{FC1EBAD9-3455-9249-91E5-5930FC741560}" srcId="{29E0AC6C-2F16-BB43-918C-C800FFC49776}" destId="{012ED93C-278A-B641-9F2F-AE86CABD7D08}" srcOrd="2" destOrd="0" parTransId="{0F805909-3BA7-6D4C-AE49-AE8EBFB98FE6}" sibTransId="{B5F3636E-32DD-704F-86EA-E96A98B6F019}"/>
    <dgm:cxn modelId="{960FD4E5-BD30-0043-8FE9-4560C44B87FE}" srcId="{012ED93C-278A-B641-9F2F-AE86CABD7D08}" destId="{024334B0-965A-8340-95BF-B6D55E1DC475}" srcOrd="1" destOrd="0" parTransId="{D9B6CC3B-08C5-9D43-B1F2-A6AE3C36184F}" sibTransId="{6843FC79-80C4-234D-9447-2764393761DF}"/>
    <dgm:cxn modelId="{7272D6EF-4993-B843-BD59-117E78607E87}" type="presOf" srcId="{24D3D18F-3E1D-0747-AEC4-93E394490F64}" destId="{C811E64D-E279-384B-AFC6-C251718C9591}" srcOrd="0" destOrd="0" presId="urn:microsoft.com/office/officeart/2005/8/layout/process4"/>
    <dgm:cxn modelId="{DAC42DF2-94CD-5641-8096-B76CCDF84694}" srcId="{29E0AC6C-2F16-BB43-918C-C800FFC49776}" destId="{EB5A02C9-1915-5842-A051-50DB2BA4E36A}" srcOrd="1" destOrd="0" parTransId="{E9F230FE-8151-A149-8757-077FE5533490}" sibTransId="{1BBC283F-5CE7-D64C-B449-75B10895136E}"/>
    <dgm:cxn modelId="{2E48C5FB-1B11-474B-A7B8-F67680AF94EF}" type="presOf" srcId="{84BAE0E9-DE8A-8F41-9163-994B902C8CDF}" destId="{96B52B93-4260-4642-A694-B153C1E6A8BD}" srcOrd="0" destOrd="0" presId="urn:microsoft.com/office/officeart/2005/8/layout/process4"/>
    <dgm:cxn modelId="{AA349CFD-C12B-464A-85CC-2E61099C6274}" type="presOf" srcId="{1CFCEC38-B252-BC4A-8752-A5052B26171F}" destId="{1EADA16C-5802-F446-AE3E-3EAF311E78E1}" srcOrd="1" destOrd="0" presId="urn:microsoft.com/office/officeart/2005/8/layout/process4"/>
    <dgm:cxn modelId="{11F8EF2B-628F-984B-A86B-20CE54A7699D}" type="presParOf" srcId="{A9902A86-B802-C34C-8FE0-27AB7550C0BC}" destId="{9078AA8E-13C1-214A-9C71-4434986A1AAD}" srcOrd="0" destOrd="0" presId="urn:microsoft.com/office/officeart/2005/8/layout/process4"/>
    <dgm:cxn modelId="{CFA39595-9162-3148-BA42-9E0515D53C63}" type="presParOf" srcId="{9078AA8E-13C1-214A-9C71-4434986A1AAD}" destId="{30A9BC02-62CE-3E41-8919-FD0C715E48E5}" srcOrd="0" destOrd="0" presId="urn:microsoft.com/office/officeart/2005/8/layout/process4"/>
    <dgm:cxn modelId="{34680D9B-FE19-6049-9D60-3BEF02246D13}" type="presParOf" srcId="{9078AA8E-13C1-214A-9C71-4434986A1AAD}" destId="{4FFC955B-880A-0A4F-8933-F024BF06D0BF}" srcOrd="1" destOrd="0" presId="urn:microsoft.com/office/officeart/2005/8/layout/process4"/>
    <dgm:cxn modelId="{C1E32AAB-160F-504D-93BB-FD4E1606AFD5}" type="presParOf" srcId="{9078AA8E-13C1-214A-9C71-4434986A1AAD}" destId="{96A1F3EF-D3FC-454A-B118-26341B8C1555}" srcOrd="2" destOrd="0" presId="urn:microsoft.com/office/officeart/2005/8/layout/process4"/>
    <dgm:cxn modelId="{7DFEA04A-7B18-4740-A017-FDAC1DC518E5}" type="presParOf" srcId="{96A1F3EF-D3FC-454A-B118-26341B8C1555}" destId="{C811E64D-E279-384B-AFC6-C251718C9591}" srcOrd="0" destOrd="0" presId="urn:microsoft.com/office/officeart/2005/8/layout/process4"/>
    <dgm:cxn modelId="{173FBCEA-F875-2B41-BD48-E22A4E511D54}" type="presParOf" srcId="{96A1F3EF-D3FC-454A-B118-26341B8C1555}" destId="{ADB7152B-3285-024B-954C-C422AB6DF6C3}" srcOrd="1" destOrd="0" presId="urn:microsoft.com/office/officeart/2005/8/layout/process4"/>
    <dgm:cxn modelId="{6A89709E-A168-E343-BA4B-27A7F70D18C2}" type="presParOf" srcId="{A9902A86-B802-C34C-8FE0-27AB7550C0BC}" destId="{44096D91-2A83-6F47-A0A8-1F17C0DF927B}" srcOrd="1" destOrd="0" presId="urn:microsoft.com/office/officeart/2005/8/layout/process4"/>
    <dgm:cxn modelId="{43F87816-4488-2F4B-9CC1-54F882B82439}" type="presParOf" srcId="{A9902A86-B802-C34C-8FE0-27AB7550C0BC}" destId="{60129C1A-DA42-D340-B146-761BF26B3270}" srcOrd="2" destOrd="0" presId="urn:microsoft.com/office/officeart/2005/8/layout/process4"/>
    <dgm:cxn modelId="{50662F3E-882B-EB46-9B93-D7F0B4A24219}" type="presParOf" srcId="{60129C1A-DA42-D340-B146-761BF26B3270}" destId="{9C38015C-6AFA-3148-8487-1CA593D55784}" srcOrd="0" destOrd="0" presId="urn:microsoft.com/office/officeart/2005/8/layout/process4"/>
    <dgm:cxn modelId="{B159C43B-266D-BE42-A092-B743BDAFDDC8}" type="presParOf" srcId="{60129C1A-DA42-D340-B146-761BF26B3270}" destId="{1EADA16C-5802-F446-AE3E-3EAF311E78E1}" srcOrd="1" destOrd="0" presId="urn:microsoft.com/office/officeart/2005/8/layout/process4"/>
    <dgm:cxn modelId="{66CE4A82-F154-1E47-9DC9-8025A0EF008A}" type="presParOf" srcId="{60129C1A-DA42-D340-B146-761BF26B3270}" destId="{21283737-E916-B943-9324-8A10250A4BB8}" srcOrd="2" destOrd="0" presId="urn:microsoft.com/office/officeart/2005/8/layout/process4"/>
    <dgm:cxn modelId="{1B2E94DC-9A2D-ED4B-AE20-E37FCF15C15B}" type="presParOf" srcId="{21283737-E916-B943-9324-8A10250A4BB8}" destId="{DEE67E0B-8A50-B34D-A92E-D2DD95F0D47E}" srcOrd="0" destOrd="0" presId="urn:microsoft.com/office/officeart/2005/8/layout/process4"/>
    <dgm:cxn modelId="{0ECDE327-DAC0-BF42-80D4-7D43FA43EC29}" type="presParOf" srcId="{21283737-E916-B943-9324-8A10250A4BB8}" destId="{A624078C-3050-284F-92F2-62DF5FDD60C3}" srcOrd="1" destOrd="0" presId="urn:microsoft.com/office/officeart/2005/8/layout/process4"/>
    <dgm:cxn modelId="{357B4585-4C56-9E42-A8D7-84A992D45873}" type="presParOf" srcId="{A9902A86-B802-C34C-8FE0-27AB7550C0BC}" destId="{437A6D8C-3BBF-7042-B106-881DDA8034E3}" srcOrd="3" destOrd="0" presId="urn:microsoft.com/office/officeart/2005/8/layout/process4"/>
    <dgm:cxn modelId="{32F4E2D6-AB47-1140-AB92-9A96B1DF5342}" type="presParOf" srcId="{A9902A86-B802-C34C-8FE0-27AB7550C0BC}" destId="{0677E18B-0BFD-2343-8082-9468BFB0B565}" srcOrd="4" destOrd="0" presId="urn:microsoft.com/office/officeart/2005/8/layout/process4"/>
    <dgm:cxn modelId="{6181A90B-3476-CB4D-8B2D-D9A6BA0398A9}" type="presParOf" srcId="{0677E18B-0BFD-2343-8082-9468BFB0B565}" destId="{73CDAEC0-22DE-414A-B9E7-52907B8F437F}" srcOrd="0" destOrd="0" presId="urn:microsoft.com/office/officeart/2005/8/layout/process4"/>
    <dgm:cxn modelId="{BBA4C76F-20E3-004F-B402-CDD438ED1C27}" type="presParOf" srcId="{0677E18B-0BFD-2343-8082-9468BFB0B565}" destId="{3A92795C-B2A0-C740-A738-66C813E357D9}" srcOrd="1" destOrd="0" presId="urn:microsoft.com/office/officeart/2005/8/layout/process4"/>
    <dgm:cxn modelId="{2DABFA3B-6B81-C74D-BEBA-55948D58387B}" type="presParOf" srcId="{0677E18B-0BFD-2343-8082-9468BFB0B565}" destId="{8D95A941-4572-DD47-8D5B-4A7E72787951}" srcOrd="2" destOrd="0" presId="urn:microsoft.com/office/officeart/2005/8/layout/process4"/>
    <dgm:cxn modelId="{C17FBBE1-5F8A-9046-AC12-FF3FDD158616}" type="presParOf" srcId="{8D95A941-4572-DD47-8D5B-4A7E72787951}" destId="{96B52B93-4260-4642-A694-B153C1E6A8BD}" srcOrd="0" destOrd="0" presId="urn:microsoft.com/office/officeart/2005/8/layout/process4"/>
    <dgm:cxn modelId="{319DCD82-7A2A-C24C-8E06-D7FC92CE3F3F}" type="presParOf" srcId="{8D95A941-4572-DD47-8D5B-4A7E72787951}" destId="{C9EF84DC-AA6E-514D-8290-85409E75C2B1}" srcOrd="1" destOrd="0" presId="urn:microsoft.com/office/officeart/2005/8/layout/process4"/>
    <dgm:cxn modelId="{0E55AF62-5A7B-CF44-9DEA-FA27EB793029}" type="presParOf" srcId="{A9902A86-B802-C34C-8FE0-27AB7550C0BC}" destId="{B4A8439F-4D49-4B44-8909-B32D5F647DBF}" srcOrd="5" destOrd="0" presId="urn:microsoft.com/office/officeart/2005/8/layout/process4"/>
    <dgm:cxn modelId="{6C7A9155-E17E-D641-AF98-C119CCF6C94A}" type="presParOf" srcId="{A9902A86-B802-C34C-8FE0-27AB7550C0BC}" destId="{CA584E31-B9C8-4D48-88E3-D50550BCA8F5}" srcOrd="6" destOrd="0" presId="urn:microsoft.com/office/officeart/2005/8/layout/process4"/>
    <dgm:cxn modelId="{E2FAB5A6-C434-1942-930A-41FB4D29DAF4}" type="presParOf" srcId="{CA584E31-B9C8-4D48-88E3-D50550BCA8F5}" destId="{C3F25709-51B9-F849-B23D-B0D407E212DB}" srcOrd="0" destOrd="0" presId="urn:microsoft.com/office/officeart/2005/8/layout/process4"/>
    <dgm:cxn modelId="{3E9A5D91-AACD-854A-8AB9-D84ADFE916D0}" type="presParOf" srcId="{CA584E31-B9C8-4D48-88E3-D50550BCA8F5}" destId="{D8025BAD-E17F-4841-B4E6-ADE62B63E5B2}" srcOrd="1" destOrd="0" presId="urn:microsoft.com/office/officeart/2005/8/layout/process4"/>
    <dgm:cxn modelId="{A45FF3E0-E0C8-F944-B0F1-C5D748A07DCF}" type="presParOf" srcId="{CA584E31-B9C8-4D48-88E3-D50550BCA8F5}" destId="{0BCB52D3-D263-BA4C-99EB-547FDEB6434D}" srcOrd="2" destOrd="0" presId="urn:microsoft.com/office/officeart/2005/8/layout/process4"/>
    <dgm:cxn modelId="{31AB92A5-AF86-0A4B-AE28-CC4C4CAC003E}" type="presParOf" srcId="{0BCB52D3-D263-BA4C-99EB-547FDEB6434D}" destId="{A40216FC-9238-FB41-9D2B-EB33D0BEB512}" srcOrd="0" destOrd="0" presId="urn:microsoft.com/office/officeart/2005/8/layout/process4"/>
    <dgm:cxn modelId="{04016E6E-B9FC-874B-B861-C1F0DB509751}" type="presParOf" srcId="{0BCB52D3-D263-BA4C-99EB-547FDEB6434D}" destId="{9FFB5284-6A40-C548-8D18-B52FA2FFAFF3}" srcOrd="1" destOrd="0" presId="urn:microsoft.com/office/officeart/2005/8/layout/process4"/>
    <dgm:cxn modelId="{6F861518-86C9-AE4B-A395-D20640BA7C5B}" type="presParOf" srcId="{A9902A86-B802-C34C-8FE0-27AB7550C0BC}" destId="{68DF254E-66EB-A641-B865-85909BB49C10}" srcOrd="7" destOrd="0" presId="urn:microsoft.com/office/officeart/2005/8/layout/process4"/>
    <dgm:cxn modelId="{2BF89784-1B44-9F4F-AEE4-6A0CE8A55B3C}" type="presParOf" srcId="{A9902A86-B802-C34C-8FE0-27AB7550C0BC}" destId="{00D4F0D8-F73D-C845-AB5C-2F22FD166F9B}" srcOrd="8" destOrd="0" presId="urn:microsoft.com/office/officeart/2005/8/layout/process4"/>
    <dgm:cxn modelId="{FC5DB3C9-9DCF-EE45-A521-9B79F7687E07}" type="presParOf" srcId="{00D4F0D8-F73D-C845-AB5C-2F22FD166F9B}" destId="{81C865E8-58B3-294F-8CE0-D01CA9C31E37}" srcOrd="0" destOrd="0" presId="urn:microsoft.com/office/officeart/2005/8/layout/process4"/>
    <dgm:cxn modelId="{CABA0555-4647-B442-A95F-17768FD36C62}" type="presParOf" srcId="{00D4F0D8-F73D-C845-AB5C-2F22FD166F9B}" destId="{A8521C68-5E3F-1249-A139-616B742FB092}" srcOrd="1" destOrd="0" presId="urn:microsoft.com/office/officeart/2005/8/layout/process4"/>
    <dgm:cxn modelId="{57820649-E9A3-4C48-BA58-C3F0403A9414}" type="presParOf" srcId="{00D4F0D8-F73D-C845-AB5C-2F22FD166F9B}" destId="{2AB0936D-496D-7646-9DAE-68E84AF050DE}" srcOrd="2" destOrd="0" presId="urn:microsoft.com/office/officeart/2005/8/layout/process4"/>
    <dgm:cxn modelId="{16376F40-B288-FE4A-8555-2284E8C137AF}" type="presParOf" srcId="{2AB0936D-496D-7646-9DAE-68E84AF050DE}" destId="{8FE23CDA-8D97-C941-8693-487D6F1240DA}" srcOrd="0" destOrd="0" presId="urn:microsoft.com/office/officeart/2005/8/layout/process4"/>
    <dgm:cxn modelId="{444703E0-34D4-AB42-BC8A-8A90AFF4CE58}" type="presParOf" srcId="{2AB0936D-496D-7646-9DAE-68E84AF050DE}" destId="{60EF35D3-170E-2844-A207-A9A624566E43}" srcOrd="1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674BB3E4-1AFF-B247-90A6-094C0E07DA12}" type="doc">
      <dgm:prSet loTypeId="urn:microsoft.com/office/officeart/2005/8/layout/lProcess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EBB8274-16BC-D24C-9ADF-40718ED8D71A}">
      <dgm:prSet phldrT="[Text]" custT="1"/>
      <dgm:spPr>
        <a:solidFill>
          <a:schemeClr val="bg1">
            <a:lumMod val="95000"/>
          </a:schemeClr>
        </a:solidFill>
        <a:ln>
          <a:solidFill>
            <a:srgbClr val="0D236A"/>
          </a:solidFill>
        </a:ln>
      </dgm:spPr>
      <dgm:t>
        <a:bodyPr/>
        <a:lstStyle/>
        <a:p>
          <a:r>
            <a:rPr lang="en-US" sz="4000" b="0" i="0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Now</a:t>
          </a:r>
        </a:p>
      </dgm:t>
    </dgm:pt>
    <dgm:pt modelId="{2A6FF472-87D1-CD4C-8F9B-A3C7C1C123A8}" type="parTrans" cxnId="{7CBCA573-D371-B541-9507-D3DD84551F3E}">
      <dgm:prSet/>
      <dgm:spPr/>
      <dgm:t>
        <a:bodyPr/>
        <a:lstStyle/>
        <a:p>
          <a:endParaRPr lang="en-US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gm:t>
    </dgm:pt>
    <dgm:pt modelId="{45C2F675-4356-174D-BECC-C3D94857475F}" type="sibTrans" cxnId="{7CBCA573-D371-B541-9507-D3DD84551F3E}">
      <dgm:prSet/>
      <dgm:spPr/>
      <dgm:t>
        <a:bodyPr/>
        <a:lstStyle/>
        <a:p>
          <a:endParaRPr lang="en-US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gm:t>
    </dgm:pt>
    <dgm:pt modelId="{28A71D74-F8AB-6B40-9F79-4A37D490AA4C}">
      <dgm:prSet phldrT="[Text]"/>
      <dgm:spPr>
        <a:solidFill>
          <a:srgbClr val="0D236A"/>
        </a:solidFill>
        <a:ln>
          <a:solidFill>
            <a:schemeClr val="bg1"/>
          </a:solidFill>
        </a:ln>
      </dgm:spPr>
      <dgm:t>
        <a:bodyPr/>
        <a:lstStyle/>
        <a:p>
          <a:r>
            <a: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Map target firms</a:t>
          </a:r>
        </a:p>
      </dgm:t>
    </dgm:pt>
    <dgm:pt modelId="{EA360C6C-DC18-B948-A03A-C42BB7E75482}" type="parTrans" cxnId="{F5094196-ACFE-3342-BC66-C7B8C6C9BC65}">
      <dgm:prSet/>
      <dgm:spPr/>
      <dgm:t>
        <a:bodyPr/>
        <a:lstStyle/>
        <a:p>
          <a:endParaRPr lang="en-US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gm:t>
    </dgm:pt>
    <dgm:pt modelId="{D30E6B01-BC35-C94C-9DC3-A9061F426905}" type="sibTrans" cxnId="{F5094196-ACFE-3342-BC66-C7B8C6C9BC65}">
      <dgm:prSet/>
      <dgm:spPr/>
      <dgm:t>
        <a:bodyPr/>
        <a:lstStyle/>
        <a:p>
          <a:endParaRPr lang="en-US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gm:t>
    </dgm:pt>
    <dgm:pt modelId="{40785A3D-2105-4241-BFE3-412816376783}">
      <dgm:prSet phldrT="[Text]" custT="1"/>
      <dgm:spPr>
        <a:solidFill>
          <a:schemeClr val="bg1">
            <a:lumMod val="95000"/>
          </a:schemeClr>
        </a:solidFill>
        <a:ln>
          <a:solidFill>
            <a:srgbClr val="0D236A"/>
          </a:solidFill>
        </a:ln>
      </dgm:spPr>
      <dgm:t>
        <a:bodyPr/>
        <a:lstStyle/>
        <a:p>
          <a:r>
            <a:rPr lang="en-US" sz="4000" b="0" i="0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Next</a:t>
          </a:r>
        </a:p>
      </dgm:t>
    </dgm:pt>
    <dgm:pt modelId="{2C5DB3BC-B1BF-7F43-B5B9-41E3CCEFA270}" type="parTrans" cxnId="{9AE08A66-B6F0-A749-BAB0-CED9B6470B27}">
      <dgm:prSet/>
      <dgm:spPr/>
      <dgm:t>
        <a:bodyPr/>
        <a:lstStyle/>
        <a:p>
          <a:endParaRPr lang="en-US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gm:t>
    </dgm:pt>
    <dgm:pt modelId="{DA1DD49D-6675-C346-BBC1-DC52E5CAAC34}" type="sibTrans" cxnId="{9AE08A66-B6F0-A749-BAB0-CED9B6470B27}">
      <dgm:prSet/>
      <dgm:spPr/>
      <dgm:t>
        <a:bodyPr/>
        <a:lstStyle/>
        <a:p>
          <a:endParaRPr lang="en-US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gm:t>
    </dgm:pt>
    <dgm:pt modelId="{B792CB97-B774-6D40-9AAA-5742D47AEC92}">
      <dgm:prSet phldrT="[Text]" custT="1"/>
      <dgm:spPr>
        <a:solidFill>
          <a:schemeClr val="bg1">
            <a:lumMod val="95000"/>
          </a:schemeClr>
        </a:solidFill>
        <a:ln>
          <a:solidFill>
            <a:srgbClr val="0D236A"/>
          </a:solidFill>
        </a:ln>
      </dgm:spPr>
      <dgm:t>
        <a:bodyPr/>
        <a:lstStyle/>
        <a:p>
          <a:r>
            <a:rPr lang="en-US" sz="4000" b="0" i="0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Future</a:t>
          </a:r>
        </a:p>
      </dgm:t>
    </dgm:pt>
    <dgm:pt modelId="{86E9A634-21E6-EF4D-B634-0E84607F1E5D}" type="parTrans" cxnId="{46FD47B6-870F-BA40-B448-B2A4554471AE}">
      <dgm:prSet/>
      <dgm:spPr/>
      <dgm:t>
        <a:bodyPr/>
        <a:lstStyle/>
        <a:p>
          <a:endParaRPr lang="en-US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gm:t>
    </dgm:pt>
    <dgm:pt modelId="{9523013E-E17B-7D4D-95B2-109236159666}" type="sibTrans" cxnId="{46FD47B6-870F-BA40-B448-B2A4554471AE}">
      <dgm:prSet/>
      <dgm:spPr/>
      <dgm:t>
        <a:bodyPr/>
        <a:lstStyle/>
        <a:p>
          <a:endParaRPr lang="en-US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gm:t>
    </dgm:pt>
    <dgm:pt modelId="{ACC596C5-E727-5E42-8367-F940F3623F8F}">
      <dgm:prSet phldrT="[Text]"/>
      <dgm:spPr>
        <a:solidFill>
          <a:srgbClr val="0D236A"/>
        </a:solidFill>
        <a:ln>
          <a:solidFill>
            <a:schemeClr val="bg1"/>
          </a:solidFill>
        </a:ln>
      </dgm:spPr>
      <dgm:t>
        <a:bodyPr/>
        <a:lstStyle/>
        <a:p>
          <a:r>
            <a: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Case interview reps</a:t>
          </a:r>
        </a:p>
      </dgm:t>
    </dgm:pt>
    <dgm:pt modelId="{9417C2B2-24E6-3D4B-9A49-52D172BE59BD}" type="parTrans" cxnId="{8550FE5D-3CD0-694A-A0A3-A53D566DD171}">
      <dgm:prSet/>
      <dgm:spPr/>
      <dgm:t>
        <a:bodyPr/>
        <a:lstStyle/>
        <a:p>
          <a:endParaRPr lang="en-US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gm:t>
    </dgm:pt>
    <dgm:pt modelId="{148C382F-F0B4-CE41-AC76-7A73396021C8}" type="sibTrans" cxnId="{8550FE5D-3CD0-694A-A0A3-A53D566DD171}">
      <dgm:prSet/>
      <dgm:spPr/>
      <dgm:t>
        <a:bodyPr/>
        <a:lstStyle/>
        <a:p>
          <a:endParaRPr lang="en-US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gm:t>
    </dgm:pt>
    <dgm:pt modelId="{B8E117A3-302A-7640-A408-EA9ECA2F27D7}">
      <dgm:prSet phldrT="[Text]"/>
      <dgm:spPr>
        <a:solidFill>
          <a:srgbClr val="0D236A"/>
        </a:solidFill>
        <a:ln>
          <a:solidFill>
            <a:schemeClr val="bg1"/>
          </a:solidFill>
        </a:ln>
      </dgm:spPr>
      <dgm:t>
        <a:bodyPr/>
        <a:lstStyle/>
        <a:p>
          <a:r>
            <a: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Work on resumes and applications</a:t>
          </a:r>
        </a:p>
      </dgm:t>
    </dgm:pt>
    <dgm:pt modelId="{9DE51944-3BFF-E946-9B70-1A723DD300E2}" type="parTrans" cxnId="{1B8E7F8A-03D2-A947-A94A-47C471864008}">
      <dgm:prSet/>
      <dgm:spPr/>
      <dgm:t>
        <a:bodyPr/>
        <a:lstStyle/>
        <a:p>
          <a:endParaRPr lang="en-US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gm:t>
    </dgm:pt>
    <dgm:pt modelId="{2AFA4C37-E4A6-3D4E-A009-0801387846CB}" type="sibTrans" cxnId="{1B8E7F8A-03D2-A947-A94A-47C471864008}">
      <dgm:prSet/>
      <dgm:spPr/>
      <dgm:t>
        <a:bodyPr/>
        <a:lstStyle/>
        <a:p>
          <a:endParaRPr lang="en-US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gm:t>
    </dgm:pt>
    <dgm:pt modelId="{059FA492-ACE7-F14B-85AB-4332905512D1}">
      <dgm:prSet/>
      <dgm:spPr>
        <a:solidFill>
          <a:srgbClr val="0D236A"/>
        </a:solidFill>
        <a:ln>
          <a:solidFill>
            <a:schemeClr val="bg1"/>
          </a:solidFill>
        </a:ln>
      </dgm:spPr>
      <dgm:t>
        <a:bodyPr/>
        <a:lstStyle/>
        <a:p>
          <a:r>
            <a: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Review recruiting timelines</a:t>
          </a:r>
        </a:p>
      </dgm:t>
    </dgm:pt>
    <dgm:pt modelId="{63011D76-D68B-394F-814F-017BD70C4B70}" type="parTrans" cxnId="{4427D88E-64E7-BA48-B9A0-E72F586F7ACF}">
      <dgm:prSet/>
      <dgm:spPr/>
      <dgm:t>
        <a:bodyPr/>
        <a:lstStyle/>
        <a:p>
          <a:endParaRPr lang="en-US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gm:t>
    </dgm:pt>
    <dgm:pt modelId="{BD1DAC70-7E36-D945-8E28-1223506D43D9}" type="sibTrans" cxnId="{4427D88E-64E7-BA48-B9A0-E72F586F7ACF}">
      <dgm:prSet/>
      <dgm:spPr/>
      <dgm:t>
        <a:bodyPr/>
        <a:lstStyle/>
        <a:p>
          <a:endParaRPr lang="en-US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gm:t>
    </dgm:pt>
    <dgm:pt modelId="{C556EE79-84CF-9A45-933A-0A2AE36AC2E2}">
      <dgm:prSet phldrT="[Text]"/>
      <dgm:spPr>
        <a:solidFill>
          <a:srgbClr val="0D236A"/>
        </a:solidFill>
        <a:ln>
          <a:solidFill>
            <a:schemeClr val="bg1"/>
          </a:solidFill>
        </a:ln>
      </dgm:spPr>
      <dgm:t>
        <a:bodyPr/>
        <a:lstStyle/>
        <a:p>
          <a:r>
            <a: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Draft 3-4 leadership/impact stories</a:t>
          </a:r>
        </a:p>
      </dgm:t>
    </dgm:pt>
    <dgm:pt modelId="{7F3D68F8-53F6-E943-8A75-170F1C332C98}" type="sibTrans" cxnId="{277BD760-B479-F248-905D-46F15FDE534E}">
      <dgm:prSet/>
      <dgm:spPr/>
      <dgm:t>
        <a:bodyPr/>
        <a:lstStyle/>
        <a:p>
          <a:endParaRPr lang="en-US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gm:t>
    </dgm:pt>
    <dgm:pt modelId="{E04FFA31-DC53-794A-B3D7-DF851D70601A}" type="parTrans" cxnId="{277BD760-B479-F248-905D-46F15FDE534E}">
      <dgm:prSet/>
      <dgm:spPr/>
      <dgm:t>
        <a:bodyPr/>
        <a:lstStyle/>
        <a:p>
          <a:endParaRPr lang="en-US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gm:t>
    </dgm:pt>
    <dgm:pt modelId="{562F1D63-41F8-7340-9C97-E703BB1E7EDB}">
      <dgm:prSet phldrT="[Text]"/>
      <dgm:spPr>
        <a:solidFill>
          <a:srgbClr val="0D236A"/>
        </a:solidFill>
        <a:ln>
          <a:solidFill>
            <a:schemeClr val="bg1"/>
          </a:solidFill>
        </a:ln>
      </dgm:spPr>
      <dgm:t>
        <a:bodyPr/>
        <a:lstStyle/>
        <a:p>
          <a:r>
            <a: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Reach out to alumni</a:t>
          </a:r>
        </a:p>
      </dgm:t>
    </dgm:pt>
    <dgm:pt modelId="{9B050136-7D20-9146-921F-29E815BE33D4}" type="parTrans" cxnId="{2D722B6A-4699-BE42-8416-373FD07F387F}">
      <dgm:prSet/>
      <dgm:spPr/>
      <dgm:t>
        <a:bodyPr/>
        <a:lstStyle/>
        <a:p>
          <a:endParaRPr lang="en-US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gm:t>
    </dgm:pt>
    <dgm:pt modelId="{67119484-D351-8D44-89AE-FA837992D0C3}" type="sibTrans" cxnId="{2D722B6A-4699-BE42-8416-373FD07F387F}">
      <dgm:prSet/>
      <dgm:spPr/>
      <dgm:t>
        <a:bodyPr/>
        <a:lstStyle/>
        <a:p>
          <a:endParaRPr lang="en-US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gm:t>
    </dgm:pt>
    <dgm:pt modelId="{044D291B-DA87-AE4D-AD62-74A4080E79C1}">
      <dgm:prSet phldrT="[Text]"/>
      <dgm:spPr>
        <a:solidFill>
          <a:srgbClr val="0D236A"/>
        </a:solidFill>
        <a:ln>
          <a:solidFill>
            <a:schemeClr val="bg1"/>
          </a:solidFill>
        </a:ln>
      </dgm:spPr>
      <dgm:t>
        <a:bodyPr/>
        <a:lstStyle/>
        <a:p>
          <a:r>
            <a: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Practice core skills</a:t>
          </a:r>
        </a:p>
      </dgm:t>
    </dgm:pt>
    <dgm:pt modelId="{3811DE30-C123-9141-8A69-8F94F365CBA8}" type="parTrans" cxnId="{3BB66941-2BAE-854B-8A81-030B907F1919}">
      <dgm:prSet/>
      <dgm:spPr/>
      <dgm:t>
        <a:bodyPr/>
        <a:lstStyle/>
        <a:p>
          <a:endParaRPr lang="en-US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gm:t>
    </dgm:pt>
    <dgm:pt modelId="{2C85BC25-7F8F-2D43-A855-55789AE54ED4}" type="sibTrans" cxnId="{3BB66941-2BAE-854B-8A81-030B907F1919}">
      <dgm:prSet/>
      <dgm:spPr/>
      <dgm:t>
        <a:bodyPr/>
        <a:lstStyle/>
        <a:p>
          <a:endParaRPr lang="en-US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gm:t>
    </dgm:pt>
    <dgm:pt modelId="{287ED8CC-C736-F141-96D9-AB1ED2B75AEA}">
      <dgm:prSet phldrT="[Text]"/>
      <dgm:spPr>
        <a:solidFill>
          <a:srgbClr val="0D236A"/>
        </a:solidFill>
        <a:ln>
          <a:solidFill>
            <a:schemeClr val="bg1"/>
          </a:solidFill>
        </a:ln>
      </dgm:spPr>
      <dgm:t>
        <a:bodyPr/>
        <a:lstStyle/>
        <a:p>
          <a:r>
            <a: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Get involved in HCG</a:t>
          </a:r>
          <a:endParaRPr lang="en-US" dirty="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gm:t>
    </dgm:pt>
    <dgm:pt modelId="{9D497EF0-9DF9-184A-8036-611A8F79962F}" type="parTrans" cxnId="{B0EB943E-172D-7F44-BED5-CDF741B3286C}">
      <dgm:prSet/>
      <dgm:spPr/>
      <dgm:t>
        <a:bodyPr/>
        <a:lstStyle/>
        <a:p>
          <a:endParaRPr lang="en-US"/>
        </a:p>
      </dgm:t>
    </dgm:pt>
    <dgm:pt modelId="{17E23CE1-5CC1-9B42-A468-AA99C1DF3000}" type="sibTrans" cxnId="{B0EB943E-172D-7F44-BED5-CDF741B3286C}">
      <dgm:prSet/>
      <dgm:spPr/>
      <dgm:t>
        <a:bodyPr/>
        <a:lstStyle/>
        <a:p>
          <a:endParaRPr lang="en-US"/>
        </a:p>
      </dgm:t>
    </dgm:pt>
    <dgm:pt modelId="{29D3EF47-FCB1-534B-8317-00AC468BE18D}" type="pres">
      <dgm:prSet presAssocID="{674BB3E4-1AFF-B247-90A6-094C0E07DA12}" presName="theList" presStyleCnt="0">
        <dgm:presLayoutVars>
          <dgm:dir/>
          <dgm:animLvl val="lvl"/>
          <dgm:resizeHandles val="exact"/>
        </dgm:presLayoutVars>
      </dgm:prSet>
      <dgm:spPr/>
    </dgm:pt>
    <dgm:pt modelId="{D28D611E-3A47-D04B-B48F-3D40AA191C4F}" type="pres">
      <dgm:prSet presAssocID="{5EBB8274-16BC-D24C-9ADF-40718ED8D71A}" presName="compNode" presStyleCnt="0"/>
      <dgm:spPr/>
    </dgm:pt>
    <dgm:pt modelId="{55D40EF6-C478-CA47-B9E9-FB857D9CE1F9}" type="pres">
      <dgm:prSet presAssocID="{5EBB8274-16BC-D24C-9ADF-40718ED8D71A}" presName="aNode" presStyleLbl="bgShp" presStyleIdx="0" presStyleCnt="3"/>
      <dgm:spPr/>
    </dgm:pt>
    <dgm:pt modelId="{C9CC4839-F62E-7A44-997B-B3E1EA3873CF}" type="pres">
      <dgm:prSet presAssocID="{5EBB8274-16BC-D24C-9ADF-40718ED8D71A}" presName="textNode" presStyleLbl="bgShp" presStyleIdx="0" presStyleCnt="3"/>
      <dgm:spPr/>
    </dgm:pt>
    <dgm:pt modelId="{A7458880-8C5E-BA41-BE08-99102276DF65}" type="pres">
      <dgm:prSet presAssocID="{5EBB8274-16BC-D24C-9ADF-40718ED8D71A}" presName="compChildNode" presStyleCnt="0"/>
      <dgm:spPr/>
    </dgm:pt>
    <dgm:pt modelId="{525D705D-80FB-8D4C-8476-E633C983D92E}" type="pres">
      <dgm:prSet presAssocID="{5EBB8274-16BC-D24C-9ADF-40718ED8D71A}" presName="theInnerList" presStyleCnt="0"/>
      <dgm:spPr/>
    </dgm:pt>
    <dgm:pt modelId="{5BA6BC12-2E52-2849-8096-A12566AB48B9}" type="pres">
      <dgm:prSet presAssocID="{287ED8CC-C736-F141-96D9-AB1ED2B75AEA}" presName="childNode" presStyleLbl="node1" presStyleIdx="0" presStyleCnt="8">
        <dgm:presLayoutVars>
          <dgm:bulletEnabled val="1"/>
        </dgm:presLayoutVars>
      </dgm:prSet>
      <dgm:spPr/>
    </dgm:pt>
    <dgm:pt modelId="{DC84748B-B254-ED47-8CA9-F84A3F066332}" type="pres">
      <dgm:prSet presAssocID="{287ED8CC-C736-F141-96D9-AB1ED2B75AEA}" presName="aSpace2" presStyleCnt="0"/>
      <dgm:spPr/>
    </dgm:pt>
    <dgm:pt modelId="{9B380625-EF3B-C549-A398-B59B57766A25}" type="pres">
      <dgm:prSet presAssocID="{28A71D74-F8AB-6B40-9F79-4A37D490AA4C}" presName="childNode" presStyleLbl="node1" presStyleIdx="1" presStyleCnt="8">
        <dgm:presLayoutVars>
          <dgm:bulletEnabled val="1"/>
        </dgm:presLayoutVars>
      </dgm:prSet>
      <dgm:spPr/>
    </dgm:pt>
    <dgm:pt modelId="{84D9395C-4672-FC4E-9CE9-B1E3D6C9641D}" type="pres">
      <dgm:prSet presAssocID="{28A71D74-F8AB-6B40-9F79-4A37D490AA4C}" presName="aSpace2" presStyleCnt="0"/>
      <dgm:spPr/>
    </dgm:pt>
    <dgm:pt modelId="{67D41208-EAA2-5E40-A415-A15BC6889D07}" type="pres">
      <dgm:prSet presAssocID="{059FA492-ACE7-F14B-85AB-4332905512D1}" presName="childNode" presStyleLbl="node1" presStyleIdx="2" presStyleCnt="8">
        <dgm:presLayoutVars>
          <dgm:bulletEnabled val="1"/>
        </dgm:presLayoutVars>
      </dgm:prSet>
      <dgm:spPr/>
    </dgm:pt>
    <dgm:pt modelId="{A589BD4D-A82C-DC41-B841-2BEEB7C611D1}" type="pres">
      <dgm:prSet presAssocID="{5EBB8274-16BC-D24C-9ADF-40718ED8D71A}" presName="aSpace" presStyleCnt="0"/>
      <dgm:spPr/>
    </dgm:pt>
    <dgm:pt modelId="{DB86CB8C-2D56-AC4F-9D96-79BA21A089D0}" type="pres">
      <dgm:prSet presAssocID="{40785A3D-2105-4241-BFE3-412816376783}" presName="compNode" presStyleCnt="0"/>
      <dgm:spPr/>
    </dgm:pt>
    <dgm:pt modelId="{3D4F3783-96FE-A041-A303-36E8919DCA3B}" type="pres">
      <dgm:prSet presAssocID="{40785A3D-2105-4241-BFE3-412816376783}" presName="aNode" presStyleLbl="bgShp" presStyleIdx="1" presStyleCnt="3"/>
      <dgm:spPr/>
    </dgm:pt>
    <dgm:pt modelId="{8031011C-4340-2D47-8DC9-F8CC64CE8EF3}" type="pres">
      <dgm:prSet presAssocID="{40785A3D-2105-4241-BFE3-412816376783}" presName="textNode" presStyleLbl="bgShp" presStyleIdx="1" presStyleCnt="3"/>
      <dgm:spPr/>
    </dgm:pt>
    <dgm:pt modelId="{735171B1-E687-F749-A5F0-3BF7F770A1F1}" type="pres">
      <dgm:prSet presAssocID="{40785A3D-2105-4241-BFE3-412816376783}" presName="compChildNode" presStyleCnt="0"/>
      <dgm:spPr/>
    </dgm:pt>
    <dgm:pt modelId="{D5CC8C84-C76A-374C-B57C-AA3C833502A1}" type="pres">
      <dgm:prSet presAssocID="{40785A3D-2105-4241-BFE3-412816376783}" presName="theInnerList" presStyleCnt="0"/>
      <dgm:spPr/>
    </dgm:pt>
    <dgm:pt modelId="{D5D63407-187D-7E47-83FC-052235C5168D}" type="pres">
      <dgm:prSet presAssocID="{C556EE79-84CF-9A45-933A-0A2AE36AC2E2}" presName="childNode" presStyleLbl="node1" presStyleIdx="3" presStyleCnt="8">
        <dgm:presLayoutVars>
          <dgm:bulletEnabled val="1"/>
        </dgm:presLayoutVars>
      </dgm:prSet>
      <dgm:spPr/>
    </dgm:pt>
    <dgm:pt modelId="{C160DA5A-43CF-7848-8DA3-BE1BDAAD6B02}" type="pres">
      <dgm:prSet presAssocID="{C556EE79-84CF-9A45-933A-0A2AE36AC2E2}" presName="aSpace2" presStyleCnt="0"/>
      <dgm:spPr/>
    </dgm:pt>
    <dgm:pt modelId="{9C9993BF-A05E-2349-AD95-F38AF012DA1C}" type="pres">
      <dgm:prSet presAssocID="{562F1D63-41F8-7340-9C97-E703BB1E7EDB}" presName="childNode" presStyleLbl="node1" presStyleIdx="4" presStyleCnt="8">
        <dgm:presLayoutVars>
          <dgm:bulletEnabled val="1"/>
        </dgm:presLayoutVars>
      </dgm:prSet>
      <dgm:spPr/>
    </dgm:pt>
    <dgm:pt modelId="{59E95767-85EA-1746-B637-AEE7CE20397E}" type="pres">
      <dgm:prSet presAssocID="{40785A3D-2105-4241-BFE3-412816376783}" presName="aSpace" presStyleCnt="0"/>
      <dgm:spPr/>
    </dgm:pt>
    <dgm:pt modelId="{9B603BA8-CB99-9742-B333-ADD370F47458}" type="pres">
      <dgm:prSet presAssocID="{B792CB97-B774-6D40-9AAA-5742D47AEC92}" presName="compNode" presStyleCnt="0"/>
      <dgm:spPr/>
    </dgm:pt>
    <dgm:pt modelId="{A3E4452F-C8E9-B043-A1AD-2FC873D2CBA8}" type="pres">
      <dgm:prSet presAssocID="{B792CB97-B774-6D40-9AAA-5742D47AEC92}" presName="aNode" presStyleLbl="bgShp" presStyleIdx="2" presStyleCnt="3"/>
      <dgm:spPr/>
    </dgm:pt>
    <dgm:pt modelId="{6771EF94-06F5-534A-9503-D21DCA3CFC68}" type="pres">
      <dgm:prSet presAssocID="{B792CB97-B774-6D40-9AAA-5742D47AEC92}" presName="textNode" presStyleLbl="bgShp" presStyleIdx="2" presStyleCnt="3"/>
      <dgm:spPr/>
    </dgm:pt>
    <dgm:pt modelId="{C56F63D1-584C-C64E-A30F-918E2FF3D231}" type="pres">
      <dgm:prSet presAssocID="{B792CB97-B774-6D40-9AAA-5742D47AEC92}" presName="compChildNode" presStyleCnt="0"/>
      <dgm:spPr/>
    </dgm:pt>
    <dgm:pt modelId="{1751174D-F5A9-1746-86BB-99606AF46666}" type="pres">
      <dgm:prSet presAssocID="{B792CB97-B774-6D40-9AAA-5742D47AEC92}" presName="theInnerList" presStyleCnt="0"/>
      <dgm:spPr/>
    </dgm:pt>
    <dgm:pt modelId="{6930B1EC-F409-974E-A415-24FA125E2178}" type="pres">
      <dgm:prSet presAssocID="{ACC596C5-E727-5E42-8367-F940F3623F8F}" presName="childNode" presStyleLbl="node1" presStyleIdx="5" presStyleCnt="8">
        <dgm:presLayoutVars>
          <dgm:bulletEnabled val="1"/>
        </dgm:presLayoutVars>
      </dgm:prSet>
      <dgm:spPr/>
    </dgm:pt>
    <dgm:pt modelId="{36427009-AD50-CF4E-B3ED-CFFDF1BDFD61}" type="pres">
      <dgm:prSet presAssocID="{ACC596C5-E727-5E42-8367-F940F3623F8F}" presName="aSpace2" presStyleCnt="0"/>
      <dgm:spPr/>
    </dgm:pt>
    <dgm:pt modelId="{AD62CEDC-7B52-0542-92C0-3E4D244D1B4A}" type="pres">
      <dgm:prSet presAssocID="{044D291B-DA87-AE4D-AD62-74A4080E79C1}" presName="childNode" presStyleLbl="node1" presStyleIdx="6" presStyleCnt="8">
        <dgm:presLayoutVars>
          <dgm:bulletEnabled val="1"/>
        </dgm:presLayoutVars>
      </dgm:prSet>
      <dgm:spPr/>
    </dgm:pt>
    <dgm:pt modelId="{0BC232B1-9B94-8F47-83AF-2A65A5A8693F}" type="pres">
      <dgm:prSet presAssocID="{044D291B-DA87-AE4D-AD62-74A4080E79C1}" presName="aSpace2" presStyleCnt="0"/>
      <dgm:spPr/>
    </dgm:pt>
    <dgm:pt modelId="{C57AE297-A217-974F-92BE-DD6D8E57489E}" type="pres">
      <dgm:prSet presAssocID="{B8E117A3-302A-7640-A408-EA9ECA2F27D7}" presName="childNode" presStyleLbl="node1" presStyleIdx="7" presStyleCnt="8">
        <dgm:presLayoutVars>
          <dgm:bulletEnabled val="1"/>
        </dgm:presLayoutVars>
      </dgm:prSet>
      <dgm:spPr/>
    </dgm:pt>
  </dgm:ptLst>
  <dgm:cxnLst>
    <dgm:cxn modelId="{E572F30E-D129-624F-BEA1-93770DE0C62C}" type="presOf" srcId="{C556EE79-84CF-9A45-933A-0A2AE36AC2E2}" destId="{D5D63407-187D-7E47-83FC-052235C5168D}" srcOrd="0" destOrd="0" presId="urn:microsoft.com/office/officeart/2005/8/layout/lProcess2"/>
    <dgm:cxn modelId="{1475C81C-DED8-FA43-B2A8-97AC620AFD97}" type="presOf" srcId="{5EBB8274-16BC-D24C-9ADF-40718ED8D71A}" destId="{55D40EF6-C478-CA47-B9E9-FB857D9CE1F9}" srcOrd="0" destOrd="0" presId="urn:microsoft.com/office/officeart/2005/8/layout/lProcess2"/>
    <dgm:cxn modelId="{FAE00128-CB1C-A54E-96E2-218E03422696}" type="presOf" srcId="{40785A3D-2105-4241-BFE3-412816376783}" destId="{3D4F3783-96FE-A041-A303-36E8919DCA3B}" srcOrd="0" destOrd="0" presId="urn:microsoft.com/office/officeart/2005/8/layout/lProcess2"/>
    <dgm:cxn modelId="{B0EB943E-172D-7F44-BED5-CDF741B3286C}" srcId="{5EBB8274-16BC-D24C-9ADF-40718ED8D71A}" destId="{287ED8CC-C736-F141-96D9-AB1ED2B75AEA}" srcOrd="0" destOrd="0" parTransId="{9D497EF0-9DF9-184A-8036-611A8F79962F}" sibTransId="{17E23CE1-5CC1-9B42-A468-AA99C1DF3000}"/>
    <dgm:cxn modelId="{3BB66941-2BAE-854B-8A81-030B907F1919}" srcId="{B792CB97-B774-6D40-9AAA-5742D47AEC92}" destId="{044D291B-DA87-AE4D-AD62-74A4080E79C1}" srcOrd="1" destOrd="0" parTransId="{3811DE30-C123-9141-8A69-8F94F365CBA8}" sibTransId="{2C85BC25-7F8F-2D43-A855-55789AE54ED4}"/>
    <dgm:cxn modelId="{6321CC44-4A8F-294B-ACE4-57DD6D7A1E76}" type="presOf" srcId="{059FA492-ACE7-F14B-85AB-4332905512D1}" destId="{67D41208-EAA2-5E40-A415-A15BC6889D07}" srcOrd="0" destOrd="0" presId="urn:microsoft.com/office/officeart/2005/8/layout/lProcess2"/>
    <dgm:cxn modelId="{0391E350-5F0E-DA4C-A9C0-9FFF85E6DDF5}" type="presOf" srcId="{044D291B-DA87-AE4D-AD62-74A4080E79C1}" destId="{AD62CEDC-7B52-0542-92C0-3E4D244D1B4A}" srcOrd="0" destOrd="0" presId="urn:microsoft.com/office/officeart/2005/8/layout/lProcess2"/>
    <dgm:cxn modelId="{8550FE5D-3CD0-694A-A0A3-A53D566DD171}" srcId="{B792CB97-B774-6D40-9AAA-5742D47AEC92}" destId="{ACC596C5-E727-5E42-8367-F940F3623F8F}" srcOrd="0" destOrd="0" parTransId="{9417C2B2-24E6-3D4B-9A49-52D172BE59BD}" sibTransId="{148C382F-F0B4-CE41-AC76-7A73396021C8}"/>
    <dgm:cxn modelId="{277BD760-B479-F248-905D-46F15FDE534E}" srcId="{40785A3D-2105-4241-BFE3-412816376783}" destId="{C556EE79-84CF-9A45-933A-0A2AE36AC2E2}" srcOrd="0" destOrd="0" parTransId="{E04FFA31-DC53-794A-B3D7-DF851D70601A}" sibTransId="{7F3D68F8-53F6-E943-8A75-170F1C332C98}"/>
    <dgm:cxn modelId="{9AE08A66-B6F0-A749-BAB0-CED9B6470B27}" srcId="{674BB3E4-1AFF-B247-90A6-094C0E07DA12}" destId="{40785A3D-2105-4241-BFE3-412816376783}" srcOrd="1" destOrd="0" parTransId="{2C5DB3BC-B1BF-7F43-B5B9-41E3CCEFA270}" sibTransId="{DA1DD49D-6675-C346-BBC1-DC52E5CAAC34}"/>
    <dgm:cxn modelId="{2D722B6A-4699-BE42-8416-373FD07F387F}" srcId="{40785A3D-2105-4241-BFE3-412816376783}" destId="{562F1D63-41F8-7340-9C97-E703BB1E7EDB}" srcOrd="1" destOrd="0" parTransId="{9B050136-7D20-9146-921F-29E815BE33D4}" sibTransId="{67119484-D351-8D44-89AE-FA837992D0C3}"/>
    <dgm:cxn modelId="{5A6C9771-4418-7D4B-B3E0-F80F2B01431C}" type="presOf" srcId="{40785A3D-2105-4241-BFE3-412816376783}" destId="{8031011C-4340-2D47-8DC9-F8CC64CE8EF3}" srcOrd="1" destOrd="0" presId="urn:microsoft.com/office/officeart/2005/8/layout/lProcess2"/>
    <dgm:cxn modelId="{7CBCA573-D371-B541-9507-D3DD84551F3E}" srcId="{674BB3E4-1AFF-B247-90A6-094C0E07DA12}" destId="{5EBB8274-16BC-D24C-9ADF-40718ED8D71A}" srcOrd="0" destOrd="0" parTransId="{2A6FF472-87D1-CD4C-8F9B-A3C7C1C123A8}" sibTransId="{45C2F675-4356-174D-BECC-C3D94857475F}"/>
    <dgm:cxn modelId="{D2AB7975-F1A7-0649-B784-48B94297EF03}" type="presOf" srcId="{B792CB97-B774-6D40-9AAA-5742D47AEC92}" destId="{A3E4452F-C8E9-B043-A1AD-2FC873D2CBA8}" srcOrd="0" destOrd="0" presId="urn:microsoft.com/office/officeart/2005/8/layout/lProcess2"/>
    <dgm:cxn modelId="{1B8E7F8A-03D2-A947-A94A-47C471864008}" srcId="{B792CB97-B774-6D40-9AAA-5742D47AEC92}" destId="{B8E117A3-302A-7640-A408-EA9ECA2F27D7}" srcOrd="2" destOrd="0" parTransId="{9DE51944-3BFF-E946-9B70-1A723DD300E2}" sibTransId="{2AFA4C37-E4A6-3D4E-A009-0801387846CB}"/>
    <dgm:cxn modelId="{C894C18D-349D-394F-9116-6BEB5B1A77DB}" type="presOf" srcId="{28A71D74-F8AB-6B40-9F79-4A37D490AA4C}" destId="{9B380625-EF3B-C549-A398-B59B57766A25}" srcOrd="0" destOrd="0" presId="urn:microsoft.com/office/officeart/2005/8/layout/lProcess2"/>
    <dgm:cxn modelId="{4427D88E-64E7-BA48-B9A0-E72F586F7ACF}" srcId="{5EBB8274-16BC-D24C-9ADF-40718ED8D71A}" destId="{059FA492-ACE7-F14B-85AB-4332905512D1}" srcOrd="2" destOrd="0" parTransId="{63011D76-D68B-394F-814F-017BD70C4B70}" sibTransId="{BD1DAC70-7E36-D945-8E28-1223506D43D9}"/>
    <dgm:cxn modelId="{F5094196-ACFE-3342-BC66-C7B8C6C9BC65}" srcId="{5EBB8274-16BC-D24C-9ADF-40718ED8D71A}" destId="{28A71D74-F8AB-6B40-9F79-4A37D490AA4C}" srcOrd="1" destOrd="0" parTransId="{EA360C6C-DC18-B948-A03A-C42BB7E75482}" sibTransId="{D30E6B01-BC35-C94C-9DC3-A9061F426905}"/>
    <dgm:cxn modelId="{848A1FA4-716C-114C-AF41-4B38FB42A55F}" type="presOf" srcId="{5EBB8274-16BC-D24C-9ADF-40718ED8D71A}" destId="{C9CC4839-F62E-7A44-997B-B3E1EA3873CF}" srcOrd="1" destOrd="0" presId="urn:microsoft.com/office/officeart/2005/8/layout/lProcess2"/>
    <dgm:cxn modelId="{46FD47B6-870F-BA40-B448-B2A4554471AE}" srcId="{674BB3E4-1AFF-B247-90A6-094C0E07DA12}" destId="{B792CB97-B774-6D40-9AAA-5742D47AEC92}" srcOrd="2" destOrd="0" parTransId="{86E9A634-21E6-EF4D-B634-0E84607F1E5D}" sibTransId="{9523013E-E17B-7D4D-95B2-109236159666}"/>
    <dgm:cxn modelId="{719C61B6-3452-2144-937A-C37948496E44}" type="presOf" srcId="{B8E117A3-302A-7640-A408-EA9ECA2F27D7}" destId="{C57AE297-A217-974F-92BE-DD6D8E57489E}" srcOrd="0" destOrd="0" presId="urn:microsoft.com/office/officeart/2005/8/layout/lProcess2"/>
    <dgm:cxn modelId="{5BCEF4C9-F166-4545-BA73-1DC7A3EE2ACB}" type="presOf" srcId="{562F1D63-41F8-7340-9C97-E703BB1E7EDB}" destId="{9C9993BF-A05E-2349-AD95-F38AF012DA1C}" srcOrd="0" destOrd="0" presId="urn:microsoft.com/office/officeart/2005/8/layout/lProcess2"/>
    <dgm:cxn modelId="{354620D3-276A-0D4B-8B84-D245B614D30C}" type="presOf" srcId="{ACC596C5-E727-5E42-8367-F940F3623F8F}" destId="{6930B1EC-F409-974E-A415-24FA125E2178}" srcOrd="0" destOrd="0" presId="urn:microsoft.com/office/officeart/2005/8/layout/lProcess2"/>
    <dgm:cxn modelId="{81EF84D9-4C53-2F4F-A60E-57128C4178D7}" type="presOf" srcId="{674BB3E4-1AFF-B247-90A6-094C0E07DA12}" destId="{29D3EF47-FCB1-534B-8317-00AC468BE18D}" srcOrd="0" destOrd="0" presId="urn:microsoft.com/office/officeart/2005/8/layout/lProcess2"/>
    <dgm:cxn modelId="{DABB4BE2-D23D-934F-BB93-0C8BD3578A79}" type="presOf" srcId="{B792CB97-B774-6D40-9AAA-5742D47AEC92}" destId="{6771EF94-06F5-534A-9503-D21DCA3CFC68}" srcOrd="1" destOrd="0" presId="urn:microsoft.com/office/officeart/2005/8/layout/lProcess2"/>
    <dgm:cxn modelId="{ADD830FC-1976-5144-B3D6-2AF580859628}" type="presOf" srcId="{287ED8CC-C736-F141-96D9-AB1ED2B75AEA}" destId="{5BA6BC12-2E52-2849-8096-A12566AB48B9}" srcOrd="0" destOrd="0" presId="urn:microsoft.com/office/officeart/2005/8/layout/lProcess2"/>
    <dgm:cxn modelId="{9FFB1689-E1D2-AA4E-AB98-B02786AD5AC5}" type="presParOf" srcId="{29D3EF47-FCB1-534B-8317-00AC468BE18D}" destId="{D28D611E-3A47-D04B-B48F-3D40AA191C4F}" srcOrd="0" destOrd="0" presId="urn:microsoft.com/office/officeart/2005/8/layout/lProcess2"/>
    <dgm:cxn modelId="{95943F73-B7EF-864E-BEDE-DD53C9AA1840}" type="presParOf" srcId="{D28D611E-3A47-D04B-B48F-3D40AA191C4F}" destId="{55D40EF6-C478-CA47-B9E9-FB857D9CE1F9}" srcOrd="0" destOrd="0" presId="urn:microsoft.com/office/officeart/2005/8/layout/lProcess2"/>
    <dgm:cxn modelId="{6718A928-795D-E44A-A58A-8AECF9C4136A}" type="presParOf" srcId="{D28D611E-3A47-D04B-B48F-3D40AA191C4F}" destId="{C9CC4839-F62E-7A44-997B-B3E1EA3873CF}" srcOrd="1" destOrd="0" presId="urn:microsoft.com/office/officeart/2005/8/layout/lProcess2"/>
    <dgm:cxn modelId="{F6DCDF8F-B1AD-0647-8845-CB9306704B02}" type="presParOf" srcId="{D28D611E-3A47-D04B-B48F-3D40AA191C4F}" destId="{A7458880-8C5E-BA41-BE08-99102276DF65}" srcOrd="2" destOrd="0" presId="urn:microsoft.com/office/officeart/2005/8/layout/lProcess2"/>
    <dgm:cxn modelId="{69EF357F-26C5-DA4D-8464-1BD05428AB7D}" type="presParOf" srcId="{A7458880-8C5E-BA41-BE08-99102276DF65}" destId="{525D705D-80FB-8D4C-8476-E633C983D92E}" srcOrd="0" destOrd="0" presId="urn:microsoft.com/office/officeart/2005/8/layout/lProcess2"/>
    <dgm:cxn modelId="{8C4E63B2-53C9-EA46-9F8A-60EB594D2DC6}" type="presParOf" srcId="{525D705D-80FB-8D4C-8476-E633C983D92E}" destId="{5BA6BC12-2E52-2849-8096-A12566AB48B9}" srcOrd="0" destOrd="0" presId="urn:microsoft.com/office/officeart/2005/8/layout/lProcess2"/>
    <dgm:cxn modelId="{1DB053A1-28D2-3643-84FE-92712349301F}" type="presParOf" srcId="{525D705D-80FB-8D4C-8476-E633C983D92E}" destId="{DC84748B-B254-ED47-8CA9-F84A3F066332}" srcOrd="1" destOrd="0" presId="urn:microsoft.com/office/officeart/2005/8/layout/lProcess2"/>
    <dgm:cxn modelId="{6B1260F7-FCDF-0B4B-BD1E-A6B4134368A9}" type="presParOf" srcId="{525D705D-80FB-8D4C-8476-E633C983D92E}" destId="{9B380625-EF3B-C549-A398-B59B57766A25}" srcOrd="2" destOrd="0" presId="urn:microsoft.com/office/officeart/2005/8/layout/lProcess2"/>
    <dgm:cxn modelId="{8B59BD67-8A9A-AB4C-B224-7622994DBD65}" type="presParOf" srcId="{525D705D-80FB-8D4C-8476-E633C983D92E}" destId="{84D9395C-4672-FC4E-9CE9-B1E3D6C9641D}" srcOrd="3" destOrd="0" presId="urn:microsoft.com/office/officeart/2005/8/layout/lProcess2"/>
    <dgm:cxn modelId="{AA84DAF5-28A3-784F-948F-813B0A026C2B}" type="presParOf" srcId="{525D705D-80FB-8D4C-8476-E633C983D92E}" destId="{67D41208-EAA2-5E40-A415-A15BC6889D07}" srcOrd="4" destOrd="0" presId="urn:microsoft.com/office/officeart/2005/8/layout/lProcess2"/>
    <dgm:cxn modelId="{2C27F77E-1488-5F48-8AC2-2FD64D7E26EE}" type="presParOf" srcId="{29D3EF47-FCB1-534B-8317-00AC468BE18D}" destId="{A589BD4D-A82C-DC41-B841-2BEEB7C611D1}" srcOrd="1" destOrd="0" presId="urn:microsoft.com/office/officeart/2005/8/layout/lProcess2"/>
    <dgm:cxn modelId="{3F71507C-EEE5-AF4C-809B-402609521894}" type="presParOf" srcId="{29D3EF47-FCB1-534B-8317-00AC468BE18D}" destId="{DB86CB8C-2D56-AC4F-9D96-79BA21A089D0}" srcOrd="2" destOrd="0" presId="urn:microsoft.com/office/officeart/2005/8/layout/lProcess2"/>
    <dgm:cxn modelId="{2F3B1385-E572-2641-BA61-92BD6FE33E7E}" type="presParOf" srcId="{DB86CB8C-2D56-AC4F-9D96-79BA21A089D0}" destId="{3D4F3783-96FE-A041-A303-36E8919DCA3B}" srcOrd="0" destOrd="0" presId="urn:microsoft.com/office/officeart/2005/8/layout/lProcess2"/>
    <dgm:cxn modelId="{193B49F5-125D-4240-B9E2-343C4027A244}" type="presParOf" srcId="{DB86CB8C-2D56-AC4F-9D96-79BA21A089D0}" destId="{8031011C-4340-2D47-8DC9-F8CC64CE8EF3}" srcOrd="1" destOrd="0" presId="urn:microsoft.com/office/officeart/2005/8/layout/lProcess2"/>
    <dgm:cxn modelId="{8B90DD71-B0E4-E941-AFBB-7BD2D5102488}" type="presParOf" srcId="{DB86CB8C-2D56-AC4F-9D96-79BA21A089D0}" destId="{735171B1-E687-F749-A5F0-3BF7F770A1F1}" srcOrd="2" destOrd="0" presId="urn:microsoft.com/office/officeart/2005/8/layout/lProcess2"/>
    <dgm:cxn modelId="{A9A8043F-D0E1-1247-AAE2-8770FCBCD835}" type="presParOf" srcId="{735171B1-E687-F749-A5F0-3BF7F770A1F1}" destId="{D5CC8C84-C76A-374C-B57C-AA3C833502A1}" srcOrd="0" destOrd="0" presId="urn:microsoft.com/office/officeart/2005/8/layout/lProcess2"/>
    <dgm:cxn modelId="{C4B09134-A27E-A643-8827-B7542788C3C2}" type="presParOf" srcId="{D5CC8C84-C76A-374C-B57C-AA3C833502A1}" destId="{D5D63407-187D-7E47-83FC-052235C5168D}" srcOrd="0" destOrd="0" presId="urn:microsoft.com/office/officeart/2005/8/layout/lProcess2"/>
    <dgm:cxn modelId="{40E19750-0327-8447-8DB3-3EB8CAA0A77F}" type="presParOf" srcId="{D5CC8C84-C76A-374C-B57C-AA3C833502A1}" destId="{C160DA5A-43CF-7848-8DA3-BE1BDAAD6B02}" srcOrd="1" destOrd="0" presId="urn:microsoft.com/office/officeart/2005/8/layout/lProcess2"/>
    <dgm:cxn modelId="{7B048533-35F6-F240-A10D-18E11F138237}" type="presParOf" srcId="{D5CC8C84-C76A-374C-B57C-AA3C833502A1}" destId="{9C9993BF-A05E-2349-AD95-F38AF012DA1C}" srcOrd="2" destOrd="0" presId="urn:microsoft.com/office/officeart/2005/8/layout/lProcess2"/>
    <dgm:cxn modelId="{7A7F35CD-9DD2-A049-A22A-E679E2C82C15}" type="presParOf" srcId="{29D3EF47-FCB1-534B-8317-00AC468BE18D}" destId="{59E95767-85EA-1746-B637-AEE7CE20397E}" srcOrd="3" destOrd="0" presId="urn:microsoft.com/office/officeart/2005/8/layout/lProcess2"/>
    <dgm:cxn modelId="{A67EEE04-6008-E04A-9689-0382D8FE9AF2}" type="presParOf" srcId="{29D3EF47-FCB1-534B-8317-00AC468BE18D}" destId="{9B603BA8-CB99-9742-B333-ADD370F47458}" srcOrd="4" destOrd="0" presId="urn:microsoft.com/office/officeart/2005/8/layout/lProcess2"/>
    <dgm:cxn modelId="{E7CA1A02-552D-8546-9F25-E9DCF39C067D}" type="presParOf" srcId="{9B603BA8-CB99-9742-B333-ADD370F47458}" destId="{A3E4452F-C8E9-B043-A1AD-2FC873D2CBA8}" srcOrd="0" destOrd="0" presId="urn:microsoft.com/office/officeart/2005/8/layout/lProcess2"/>
    <dgm:cxn modelId="{9F660A93-F733-794A-A147-9AA74E4BC331}" type="presParOf" srcId="{9B603BA8-CB99-9742-B333-ADD370F47458}" destId="{6771EF94-06F5-534A-9503-D21DCA3CFC68}" srcOrd="1" destOrd="0" presId="urn:microsoft.com/office/officeart/2005/8/layout/lProcess2"/>
    <dgm:cxn modelId="{F84FF06D-109A-EA44-9381-374B6AB8DBA8}" type="presParOf" srcId="{9B603BA8-CB99-9742-B333-ADD370F47458}" destId="{C56F63D1-584C-C64E-A30F-918E2FF3D231}" srcOrd="2" destOrd="0" presId="urn:microsoft.com/office/officeart/2005/8/layout/lProcess2"/>
    <dgm:cxn modelId="{C10E101E-E1FB-9C44-814F-764382C68148}" type="presParOf" srcId="{C56F63D1-584C-C64E-A30F-918E2FF3D231}" destId="{1751174D-F5A9-1746-86BB-99606AF46666}" srcOrd="0" destOrd="0" presId="urn:microsoft.com/office/officeart/2005/8/layout/lProcess2"/>
    <dgm:cxn modelId="{14505519-6A2D-DE4D-87A4-08BA47E4D63C}" type="presParOf" srcId="{1751174D-F5A9-1746-86BB-99606AF46666}" destId="{6930B1EC-F409-974E-A415-24FA125E2178}" srcOrd="0" destOrd="0" presId="urn:microsoft.com/office/officeart/2005/8/layout/lProcess2"/>
    <dgm:cxn modelId="{47A7F425-3389-8744-9778-914B6876C592}" type="presParOf" srcId="{1751174D-F5A9-1746-86BB-99606AF46666}" destId="{36427009-AD50-CF4E-B3ED-CFFDF1BDFD61}" srcOrd="1" destOrd="0" presId="urn:microsoft.com/office/officeart/2005/8/layout/lProcess2"/>
    <dgm:cxn modelId="{ED3DCC10-D103-FD4D-AE1D-946EB7CCB1FA}" type="presParOf" srcId="{1751174D-F5A9-1746-86BB-99606AF46666}" destId="{AD62CEDC-7B52-0542-92C0-3E4D244D1B4A}" srcOrd="2" destOrd="0" presId="urn:microsoft.com/office/officeart/2005/8/layout/lProcess2"/>
    <dgm:cxn modelId="{B332B605-7FAA-024E-ACC8-5491243E83CC}" type="presParOf" srcId="{1751174D-F5A9-1746-86BB-99606AF46666}" destId="{0BC232B1-9B94-8F47-83AF-2A65A5A8693F}" srcOrd="3" destOrd="0" presId="urn:microsoft.com/office/officeart/2005/8/layout/lProcess2"/>
    <dgm:cxn modelId="{F1B19052-D79E-5D42-A7D4-03B33199E124}" type="presParOf" srcId="{1751174D-F5A9-1746-86BB-99606AF46666}" destId="{C57AE297-A217-974F-92BE-DD6D8E57489E}" srcOrd="4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EDF031-A85E-FB4E-9A04-F7334247CA00}">
      <dsp:nvSpPr>
        <dsp:cNvPr id="0" name=""/>
        <dsp:cNvSpPr/>
      </dsp:nvSpPr>
      <dsp:spPr>
        <a:xfrm>
          <a:off x="0" y="2753269"/>
          <a:ext cx="10972800" cy="903684"/>
        </a:xfrm>
        <a:prstGeom prst="rect">
          <a:avLst/>
        </a:prstGeom>
        <a:solidFill>
          <a:srgbClr val="0D236A"/>
        </a:solidFill>
        <a:ln w="1905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Executive Recommendation</a:t>
          </a:r>
        </a:p>
      </dsp:txBody>
      <dsp:txXfrm>
        <a:off x="0" y="2753269"/>
        <a:ext cx="10972800" cy="487989"/>
      </dsp:txXfrm>
    </dsp:sp>
    <dsp:sp modelId="{958EE0AD-A267-A64A-A8C8-8A0849ED136B}">
      <dsp:nvSpPr>
        <dsp:cNvPr id="0" name=""/>
        <dsp:cNvSpPr/>
      </dsp:nvSpPr>
      <dsp:spPr>
        <a:xfrm>
          <a:off x="0" y="3223184"/>
          <a:ext cx="5486399" cy="415694"/>
        </a:xfrm>
        <a:prstGeom prst="rect">
          <a:avLst/>
        </a:prstGeom>
        <a:solidFill>
          <a:schemeClr val="bg1"/>
        </a:solidFill>
        <a:ln w="3175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Clear position: “we recommend..."</a:t>
          </a:r>
        </a:p>
      </dsp:txBody>
      <dsp:txXfrm>
        <a:off x="0" y="3223184"/>
        <a:ext cx="5486399" cy="415694"/>
      </dsp:txXfrm>
    </dsp:sp>
    <dsp:sp modelId="{A4F0E485-C539-9D43-A6FA-67944FABA80A}">
      <dsp:nvSpPr>
        <dsp:cNvPr id="0" name=""/>
        <dsp:cNvSpPr/>
      </dsp:nvSpPr>
      <dsp:spPr>
        <a:xfrm>
          <a:off x="5486400" y="3223184"/>
          <a:ext cx="5486399" cy="415694"/>
        </a:xfrm>
        <a:prstGeom prst="rect">
          <a:avLst/>
        </a:prstGeom>
        <a:solidFill>
          <a:schemeClr val="bg1"/>
        </a:solidFill>
        <a:ln w="3175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Risks, tradeoffs, implementation path</a:t>
          </a:r>
        </a:p>
      </dsp:txBody>
      <dsp:txXfrm>
        <a:off x="5486400" y="3223184"/>
        <a:ext cx="5486399" cy="415694"/>
      </dsp:txXfrm>
    </dsp:sp>
    <dsp:sp modelId="{00484EFC-E3C1-384F-90C5-47DB0289762D}">
      <dsp:nvSpPr>
        <dsp:cNvPr id="0" name=""/>
        <dsp:cNvSpPr/>
      </dsp:nvSpPr>
      <dsp:spPr>
        <a:xfrm rot="10800000">
          <a:off x="0" y="1376957"/>
          <a:ext cx="10972800" cy="1389866"/>
        </a:xfrm>
        <a:prstGeom prst="upArrowCallout">
          <a:avLst/>
        </a:prstGeom>
        <a:solidFill>
          <a:srgbClr val="0D236A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Structured Analysis</a:t>
          </a:r>
        </a:p>
      </dsp:txBody>
      <dsp:txXfrm rot="-10800000">
        <a:off x="0" y="1376957"/>
        <a:ext cx="10972800" cy="487843"/>
      </dsp:txXfrm>
    </dsp:sp>
    <dsp:sp modelId="{D29891B4-EA67-9442-A44F-5C19337DDB49}">
      <dsp:nvSpPr>
        <dsp:cNvPr id="0" name=""/>
        <dsp:cNvSpPr/>
      </dsp:nvSpPr>
      <dsp:spPr>
        <a:xfrm>
          <a:off x="5357" y="1864800"/>
          <a:ext cx="3654028" cy="415570"/>
        </a:xfrm>
        <a:prstGeom prst="rect">
          <a:avLst/>
        </a:prstGeom>
        <a:solidFill>
          <a:schemeClr val="bg1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Diagnose root cause</a:t>
          </a:r>
        </a:p>
      </dsp:txBody>
      <dsp:txXfrm>
        <a:off x="5357" y="1864800"/>
        <a:ext cx="3654028" cy="415570"/>
      </dsp:txXfrm>
    </dsp:sp>
    <dsp:sp modelId="{281F0597-B2EE-F549-8357-0BF5916A5BED}">
      <dsp:nvSpPr>
        <dsp:cNvPr id="0" name=""/>
        <dsp:cNvSpPr/>
      </dsp:nvSpPr>
      <dsp:spPr>
        <a:xfrm>
          <a:off x="3659385" y="1864800"/>
          <a:ext cx="3654028" cy="415570"/>
        </a:xfrm>
        <a:prstGeom prst="rect">
          <a:avLst/>
        </a:prstGeom>
        <a:solidFill>
          <a:schemeClr val="bg1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Quantify financial impact</a:t>
          </a:r>
        </a:p>
      </dsp:txBody>
      <dsp:txXfrm>
        <a:off x="3659385" y="1864800"/>
        <a:ext cx="3654028" cy="415570"/>
      </dsp:txXfrm>
    </dsp:sp>
    <dsp:sp modelId="{20701778-16BF-684A-A0D3-927CBB157BA2}">
      <dsp:nvSpPr>
        <dsp:cNvPr id="0" name=""/>
        <dsp:cNvSpPr/>
      </dsp:nvSpPr>
      <dsp:spPr>
        <a:xfrm>
          <a:off x="7313414" y="1864800"/>
          <a:ext cx="3654028" cy="415570"/>
        </a:xfrm>
        <a:prstGeom prst="rect">
          <a:avLst/>
        </a:prstGeom>
        <a:solidFill>
          <a:schemeClr val="bg1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Test strategic options</a:t>
          </a:r>
        </a:p>
      </dsp:txBody>
      <dsp:txXfrm>
        <a:off x="7313414" y="1864800"/>
        <a:ext cx="3654028" cy="415570"/>
      </dsp:txXfrm>
    </dsp:sp>
    <dsp:sp modelId="{DEF633CA-DD03-7E4E-9C28-E2DA8AD5A938}">
      <dsp:nvSpPr>
        <dsp:cNvPr id="0" name=""/>
        <dsp:cNvSpPr/>
      </dsp:nvSpPr>
      <dsp:spPr>
        <a:xfrm rot="10800000">
          <a:off x="0" y="646"/>
          <a:ext cx="10972800" cy="1389866"/>
        </a:xfrm>
        <a:prstGeom prst="upArrowCallout">
          <a:avLst/>
        </a:prstGeom>
        <a:solidFill>
          <a:srgbClr val="0D236A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Uncertainty</a:t>
          </a:r>
        </a:p>
      </dsp:txBody>
      <dsp:txXfrm rot="-10800000">
        <a:off x="0" y="646"/>
        <a:ext cx="10972800" cy="487843"/>
      </dsp:txXfrm>
    </dsp:sp>
    <dsp:sp modelId="{5A83B8CB-4515-2946-984E-1AA5976ECC35}">
      <dsp:nvSpPr>
        <dsp:cNvPr id="0" name=""/>
        <dsp:cNvSpPr/>
      </dsp:nvSpPr>
      <dsp:spPr>
        <a:xfrm>
          <a:off x="5357" y="488489"/>
          <a:ext cx="3654028" cy="415570"/>
        </a:xfrm>
        <a:prstGeom prst="rect">
          <a:avLst/>
        </a:prstGeom>
        <a:solidFill>
          <a:schemeClr val="bg1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Profits are declining</a:t>
          </a:r>
        </a:p>
      </dsp:txBody>
      <dsp:txXfrm>
        <a:off x="5357" y="488489"/>
        <a:ext cx="3654028" cy="415570"/>
      </dsp:txXfrm>
    </dsp:sp>
    <dsp:sp modelId="{203856F2-63BF-734C-94C3-016F7F9D91C3}">
      <dsp:nvSpPr>
        <dsp:cNvPr id="0" name=""/>
        <dsp:cNvSpPr/>
      </dsp:nvSpPr>
      <dsp:spPr>
        <a:xfrm>
          <a:off x="3659385" y="488489"/>
          <a:ext cx="3654028" cy="415570"/>
        </a:xfrm>
        <a:prstGeom prst="rect">
          <a:avLst/>
        </a:prstGeom>
        <a:solidFill>
          <a:schemeClr val="bg1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How to enter a new market</a:t>
          </a:r>
        </a:p>
      </dsp:txBody>
      <dsp:txXfrm>
        <a:off x="3659385" y="488489"/>
        <a:ext cx="3654028" cy="415570"/>
      </dsp:txXfrm>
    </dsp:sp>
    <dsp:sp modelId="{376C74F9-B2C5-2246-BFAE-1D52CF8D666A}">
      <dsp:nvSpPr>
        <dsp:cNvPr id="0" name=""/>
        <dsp:cNvSpPr/>
      </dsp:nvSpPr>
      <dsp:spPr>
        <a:xfrm>
          <a:off x="7313414" y="488489"/>
          <a:ext cx="3654028" cy="415570"/>
        </a:xfrm>
        <a:prstGeom prst="rect">
          <a:avLst/>
        </a:prstGeom>
        <a:solidFill>
          <a:schemeClr val="bg1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Respond to a competitive threat</a:t>
          </a:r>
        </a:p>
      </dsp:txBody>
      <dsp:txXfrm>
        <a:off x="7313414" y="488489"/>
        <a:ext cx="3654028" cy="41557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D7638A-7788-B146-AD05-D0CB16AD181D}">
      <dsp:nvSpPr>
        <dsp:cNvPr id="0" name=""/>
        <dsp:cNvSpPr/>
      </dsp:nvSpPr>
      <dsp:spPr>
        <a:xfrm rot="16200000">
          <a:off x="419100" y="-419100"/>
          <a:ext cx="1905000" cy="2743200"/>
        </a:xfrm>
        <a:prstGeom prst="round1Rect">
          <a:avLst/>
        </a:prstGeom>
        <a:solidFill>
          <a:srgbClr val="0D236A"/>
        </a:solidFill>
        <a:ln w="19050" cap="flat" cmpd="sng" algn="ctr">
          <a:solidFill>
            <a:srgbClr val="0D236A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1" kern="1200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Strategy</a:t>
          </a:r>
          <a:endParaRPr lang="en-US" sz="18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Market entry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Growth strategy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Portfolio decisions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PE diligence</a:t>
          </a:r>
        </a:p>
      </dsp:txBody>
      <dsp:txXfrm rot="5400000">
        <a:off x="-1" y="1"/>
        <a:ext cx="2743200" cy="1428750"/>
      </dsp:txXfrm>
    </dsp:sp>
    <dsp:sp modelId="{32FE7ACD-A1D7-9547-AF0F-94048E2B551B}">
      <dsp:nvSpPr>
        <dsp:cNvPr id="0" name=""/>
        <dsp:cNvSpPr/>
      </dsp:nvSpPr>
      <dsp:spPr>
        <a:xfrm>
          <a:off x="2743200" y="0"/>
          <a:ext cx="2743200" cy="1905000"/>
        </a:xfrm>
        <a:prstGeom prst="round1Rect">
          <a:avLst/>
        </a:prstGeom>
        <a:solidFill>
          <a:schemeClr val="bg1"/>
        </a:solidFill>
        <a:ln w="19050" cap="flat" cmpd="sng" algn="ctr">
          <a:solidFill>
            <a:srgbClr val="0D236A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1" kern="1200" dirty="0">
              <a:solidFill>
                <a:srgbClr val="0D236A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Operation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>
              <a:solidFill>
                <a:srgbClr val="0D236A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Cost reduction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>
              <a:solidFill>
                <a:srgbClr val="0D236A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Pricing optimization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>
              <a:solidFill>
                <a:srgbClr val="0D236A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Supply chain redesign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>
              <a:solidFill>
                <a:srgbClr val="0D236A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Margin improvement</a:t>
          </a:r>
        </a:p>
      </dsp:txBody>
      <dsp:txXfrm>
        <a:off x="2743200" y="0"/>
        <a:ext cx="2743200" cy="1428750"/>
      </dsp:txXfrm>
    </dsp:sp>
    <dsp:sp modelId="{827E3B81-4D38-9A4E-8F0C-2BA55983989B}">
      <dsp:nvSpPr>
        <dsp:cNvPr id="0" name=""/>
        <dsp:cNvSpPr/>
      </dsp:nvSpPr>
      <dsp:spPr>
        <a:xfrm rot="10800000">
          <a:off x="0" y="1905000"/>
          <a:ext cx="2743200" cy="1905000"/>
        </a:xfrm>
        <a:prstGeom prst="round1Rect">
          <a:avLst/>
        </a:prstGeom>
        <a:solidFill>
          <a:schemeClr val="bg1"/>
        </a:solidFill>
        <a:ln w="19050" cap="flat" cmpd="sng" algn="ctr">
          <a:solidFill>
            <a:srgbClr val="0D236A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1" kern="1200" dirty="0">
              <a:solidFill>
                <a:srgbClr val="0D236A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Transformation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>
              <a:solidFill>
                <a:srgbClr val="0D236A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Org redesign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>
              <a:solidFill>
                <a:srgbClr val="0D236A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Digital overhaul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>
              <a:solidFill>
                <a:srgbClr val="0D236A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Turnaround strategy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>
              <a:solidFill>
                <a:srgbClr val="0D236A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Culture shifts</a:t>
          </a:r>
        </a:p>
      </dsp:txBody>
      <dsp:txXfrm rot="10800000">
        <a:off x="0" y="2381249"/>
        <a:ext cx="2743200" cy="1428750"/>
      </dsp:txXfrm>
    </dsp:sp>
    <dsp:sp modelId="{A8EB5AF2-F241-FE43-AA68-B5A0FC9AE059}">
      <dsp:nvSpPr>
        <dsp:cNvPr id="0" name=""/>
        <dsp:cNvSpPr/>
      </dsp:nvSpPr>
      <dsp:spPr>
        <a:xfrm rot="5400000">
          <a:off x="3162300" y="1485899"/>
          <a:ext cx="1905000" cy="2743200"/>
        </a:xfrm>
        <a:prstGeom prst="round1Rect">
          <a:avLst/>
        </a:prstGeom>
        <a:solidFill>
          <a:srgbClr val="0D236A"/>
        </a:solidFill>
        <a:ln w="19050" cap="flat" cmpd="sng" algn="ctr">
          <a:solidFill>
            <a:srgbClr val="0D236A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1" kern="1200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Due Diligence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Financial investigation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Investment recs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Operational diligence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Commercial diligence</a:t>
          </a:r>
        </a:p>
      </dsp:txBody>
      <dsp:txXfrm rot="-5400000">
        <a:off x="2743200" y="2381249"/>
        <a:ext cx="2743200" cy="1428750"/>
      </dsp:txXfrm>
    </dsp:sp>
    <dsp:sp modelId="{1A2A8B4C-BEDB-EC4D-A42B-4247400B739E}">
      <dsp:nvSpPr>
        <dsp:cNvPr id="0" name=""/>
        <dsp:cNvSpPr/>
      </dsp:nvSpPr>
      <dsp:spPr>
        <a:xfrm flipH="1" flipV="1">
          <a:off x="1965963" y="612324"/>
          <a:ext cx="558789" cy="857250"/>
        </a:xfrm>
        <a:prstGeom prst="roundRect">
          <a:avLst/>
        </a:prstGeom>
        <a:solidFill>
          <a:srgbClr val="0D236A"/>
        </a:solidFill>
        <a:ln w="19050" cap="flat" cmpd="sng" algn="ctr">
          <a:solidFill>
            <a:srgbClr val="0D236A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700" kern="1200" dirty="0"/>
        </a:p>
      </dsp:txBody>
      <dsp:txXfrm rot="10800000">
        <a:off x="1993241" y="639602"/>
        <a:ext cx="504233" cy="80269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092D50-D7EA-4244-A0B2-B982084CCB73}">
      <dsp:nvSpPr>
        <dsp:cNvPr id="0" name=""/>
        <dsp:cNvSpPr/>
      </dsp:nvSpPr>
      <dsp:spPr>
        <a:xfrm>
          <a:off x="0" y="252363"/>
          <a:ext cx="4854146" cy="779625"/>
        </a:xfrm>
        <a:prstGeom prst="rect">
          <a:avLst/>
        </a:prstGeom>
        <a:solidFill>
          <a:schemeClr val="bg1"/>
        </a:solidFill>
        <a:ln w="19050" cap="flat" cmpd="sng" algn="ctr">
          <a:solidFill>
            <a:srgbClr val="0D236A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6736" tIns="229108" rIns="376736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Clear problem statement with explicit boundaries and agreed upon deliverables</a:t>
          </a:r>
        </a:p>
      </dsp:txBody>
      <dsp:txXfrm>
        <a:off x="0" y="252363"/>
        <a:ext cx="4854146" cy="779625"/>
      </dsp:txXfrm>
    </dsp:sp>
    <dsp:sp modelId="{238D2D44-7B80-F046-AFDC-34B09879665C}">
      <dsp:nvSpPr>
        <dsp:cNvPr id="0" name=""/>
        <dsp:cNvSpPr/>
      </dsp:nvSpPr>
      <dsp:spPr>
        <a:xfrm>
          <a:off x="242707" y="90003"/>
          <a:ext cx="3397902" cy="324720"/>
        </a:xfrm>
        <a:prstGeom prst="roundRect">
          <a:avLst/>
        </a:prstGeom>
        <a:solidFill>
          <a:srgbClr val="0D236A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433" tIns="0" rIns="12843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1" kern="1200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Defined Scope</a:t>
          </a:r>
        </a:p>
      </dsp:txBody>
      <dsp:txXfrm>
        <a:off x="258559" y="105855"/>
        <a:ext cx="3366198" cy="293016"/>
      </dsp:txXfrm>
    </dsp:sp>
    <dsp:sp modelId="{49D6A406-D13D-BA43-A11A-DFD16C9B3B64}">
      <dsp:nvSpPr>
        <dsp:cNvPr id="0" name=""/>
        <dsp:cNvSpPr/>
      </dsp:nvSpPr>
      <dsp:spPr>
        <a:xfrm>
          <a:off x="0" y="1253748"/>
          <a:ext cx="4854146" cy="779625"/>
        </a:xfrm>
        <a:prstGeom prst="rect">
          <a:avLst/>
        </a:prstGeom>
        <a:solidFill>
          <a:schemeClr val="bg1"/>
        </a:solidFill>
        <a:ln w="19050" cap="flat" cmpd="sng" algn="ctr">
          <a:solidFill>
            <a:srgbClr val="0D236A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6736" tIns="229108" rIns="376736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A few weeks to multiple months. Regular milestones and consistent check-ins.</a:t>
          </a:r>
        </a:p>
      </dsp:txBody>
      <dsp:txXfrm>
        <a:off x="0" y="1253748"/>
        <a:ext cx="4854146" cy="779625"/>
      </dsp:txXfrm>
    </dsp:sp>
    <dsp:sp modelId="{B6E65A98-003F-694F-A839-7B8E4D30D556}">
      <dsp:nvSpPr>
        <dsp:cNvPr id="0" name=""/>
        <dsp:cNvSpPr/>
      </dsp:nvSpPr>
      <dsp:spPr>
        <a:xfrm>
          <a:off x="242707" y="1091388"/>
          <a:ext cx="3397902" cy="324720"/>
        </a:xfrm>
        <a:prstGeom prst="roundRect">
          <a:avLst/>
        </a:prstGeom>
        <a:solidFill>
          <a:srgbClr val="0D236A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433" tIns="0" rIns="12843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1" kern="1200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Fixed Timeline</a:t>
          </a:r>
        </a:p>
      </dsp:txBody>
      <dsp:txXfrm>
        <a:off x="258559" y="1107240"/>
        <a:ext cx="3366198" cy="293016"/>
      </dsp:txXfrm>
    </dsp:sp>
    <dsp:sp modelId="{324A4475-AC44-D44D-BFF5-C52A4F33C8CE}">
      <dsp:nvSpPr>
        <dsp:cNvPr id="0" name=""/>
        <dsp:cNvSpPr/>
      </dsp:nvSpPr>
      <dsp:spPr>
        <a:xfrm>
          <a:off x="0" y="2255133"/>
          <a:ext cx="4854146" cy="779625"/>
        </a:xfrm>
        <a:prstGeom prst="rect">
          <a:avLst/>
        </a:prstGeom>
        <a:solidFill>
          <a:schemeClr val="bg1"/>
        </a:solidFill>
        <a:ln w="19050" cap="flat" cmpd="sng" algn="ctr">
          <a:solidFill>
            <a:srgbClr val="0D236A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6736" tIns="229108" rIns="376736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2-6 consultants, heavy collaboration and ownership, strong feedback culture.</a:t>
          </a:r>
        </a:p>
      </dsp:txBody>
      <dsp:txXfrm>
        <a:off x="0" y="2255133"/>
        <a:ext cx="4854146" cy="779625"/>
      </dsp:txXfrm>
    </dsp:sp>
    <dsp:sp modelId="{4896B9CF-7167-7647-936C-87AF05CC672F}">
      <dsp:nvSpPr>
        <dsp:cNvPr id="0" name=""/>
        <dsp:cNvSpPr/>
      </dsp:nvSpPr>
      <dsp:spPr>
        <a:xfrm>
          <a:off x="242707" y="2092773"/>
          <a:ext cx="3397902" cy="324720"/>
        </a:xfrm>
        <a:prstGeom prst="roundRect">
          <a:avLst/>
        </a:prstGeom>
        <a:solidFill>
          <a:srgbClr val="0D236A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433" tIns="0" rIns="12843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1" kern="1200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Small Teams</a:t>
          </a:r>
        </a:p>
      </dsp:txBody>
      <dsp:txXfrm>
        <a:off x="258559" y="2108625"/>
        <a:ext cx="3366198" cy="293016"/>
      </dsp:txXfrm>
    </dsp:sp>
    <dsp:sp modelId="{454D0EF4-96EC-B344-B88C-CA737DFB32ED}">
      <dsp:nvSpPr>
        <dsp:cNvPr id="0" name=""/>
        <dsp:cNvSpPr/>
      </dsp:nvSpPr>
      <dsp:spPr>
        <a:xfrm>
          <a:off x="0" y="3256518"/>
          <a:ext cx="4854146" cy="779625"/>
        </a:xfrm>
        <a:prstGeom prst="rect">
          <a:avLst/>
        </a:prstGeom>
        <a:solidFill>
          <a:schemeClr val="bg1"/>
        </a:solidFill>
        <a:ln w="19050" cap="flat" cmpd="sng" algn="ctr">
          <a:solidFill>
            <a:srgbClr val="0D236A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6736" tIns="229108" rIns="376736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Recommendations to executives, presenting findings and way forwards.</a:t>
          </a:r>
        </a:p>
      </dsp:txBody>
      <dsp:txXfrm>
        <a:off x="0" y="3256518"/>
        <a:ext cx="4854146" cy="779625"/>
      </dsp:txXfrm>
    </dsp:sp>
    <dsp:sp modelId="{5937BF62-D723-DA48-8B5F-D4323256B468}">
      <dsp:nvSpPr>
        <dsp:cNvPr id="0" name=""/>
        <dsp:cNvSpPr/>
      </dsp:nvSpPr>
      <dsp:spPr>
        <a:xfrm>
          <a:off x="242707" y="3094158"/>
          <a:ext cx="3397902" cy="324720"/>
        </a:xfrm>
        <a:prstGeom prst="roundRect">
          <a:avLst/>
        </a:prstGeom>
        <a:solidFill>
          <a:srgbClr val="0D236A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433" tIns="0" rIns="12843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1" kern="1200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Executive Deliverables</a:t>
          </a:r>
        </a:p>
      </dsp:txBody>
      <dsp:txXfrm>
        <a:off x="258559" y="3110010"/>
        <a:ext cx="3366198" cy="29301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030EDA-B9D8-0447-B417-607A247BE5F4}">
      <dsp:nvSpPr>
        <dsp:cNvPr id="0" name=""/>
        <dsp:cNvSpPr/>
      </dsp:nvSpPr>
      <dsp:spPr>
        <a:xfrm>
          <a:off x="5457" y="23700"/>
          <a:ext cx="2481417" cy="1771200"/>
        </a:xfrm>
        <a:prstGeom prst="roundRect">
          <a:avLst>
            <a:gd name="adj" fmla="val 10000"/>
          </a:avLst>
        </a:prstGeom>
        <a:solidFill>
          <a:srgbClr val="0D236A"/>
        </a:solidFill>
        <a:ln w="19050" cap="flat" cmpd="sng" algn="ctr">
          <a:solidFill>
            <a:srgbClr val="0D236A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Diagnose</a:t>
          </a:r>
        </a:p>
      </dsp:txBody>
      <dsp:txXfrm>
        <a:off x="5457" y="23700"/>
        <a:ext cx="2481417" cy="992566"/>
      </dsp:txXfrm>
    </dsp:sp>
    <dsp:sp modelId="{A0A11D2D-F6A2-264A-AAAE-5535D0B1A57E}">
      <dsp:nvSpPr>
        <dsp:cNvPr id="0" name=""/>
        <dsp:cNvSpPr/>
      </dsp:nvSpPr>
      <dsp:spPr>
        <a:xfrm>
          <a:off x="513699" y="1016267"/>
          <a:ext cx="2481417" cy="2361600"/>
        </a:xfrm>
        <a:prstGeom prst="roundRect">
          <a:avLst>
            <a:gd name="adj" fmla="val 10000"/>
          </a:avLst>
        </a:prstGeom>
        <a:solidFill>
          <a:schemeClr val="bg1"/>
        </a:solidFill>
        <a:ln w="19050" cap="flat" cmpd="sng" algn="ctr">
          <a:solidFill>
            <a:srgbClr val="0D236A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Align on the real decision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Define scope + success metrics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Form an initial hypothesis</a:t>
          </a:r>
        </a:p>
      </dsp:txBody>
      <dsp:txXfrm>
        <a:off x="582868" y="1085436"/>
        <a:ext cx="2343079" cy="2223262"/>
      </dsp:txXfrm>
    </dsp:sp>
    <dsp:sp modelId="{78A1573D-A502-E84D-B5D1-E8ED69CEA801}">
      <dsp:nvSpPr>
        <dsp:cNvPr id="0" name=""/>
        <dsp:cNvSpPr/>
      </dsp:nvSpPr>
      <dsp:spPr>
        <a:xfrm>
          <a:off x="2863048" y="211083"/>
          <a:ext cx="797488" cy="617801"/>
        </a:xfrm>
        <a:prstGeom prst="rightArrow">
          <a:avLst>
            <a:gd name="adj1" fmla="val 60000"/>
            <a:gd name="adj2" fmla="val 50000"/>
          </a:avLst>
        </a:prstGeom>
        <a:solidFill>
          <a:schemeClr val="bg1">
            <a:lumMod val="95000"/>
          </a:schemeClr>
        </a:solidFill>
        <a:ln w="19050">
          <a:solidFill>
            <a:srgbClr val="0D236A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2863048" y="334643"/>
        <a:ext cx="612148" cy="370681"/>
      </dsp:txXfrm>
    </dsp:sp>
    <dsp:sp modelId="{4C1ECBDA-BB5A-2944-AFA7-926C0EFC47DC}">
      <dsp:nvSpPr>
        <dsp:cNvPr id="0" name=""/>
        <dsp:cNvSpPr/>
      </dsp:nvSpPr>
      <dsp:spPr>
        <a:xfrm>
          <a:off x="3991570" y="23700"/>
          <a:ext cx="2481417" cy="1771200"/>
        </a:xfrm>
        <a:prstGeom prst="roundRect">
          <a:avLst>
            <a:gd name="adj" fmla="val 10000"/>
          </a:avLst>
        </a:prstGeom>
        <a:solidFill>
          <a:srgbClr val="0D236A"/>
        </a:solidFill>
        <a:ln w="19050" cap="flat" cmpd="sng" algn="ctr">
          <a:solidFill>
            <a:srgbClr val="0D236A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Analyze</a:t>
          </a:r>
        </a:p>
      </dsp:txBody>
      <dsp:txXfrm>
        <a:off x="3991570" y="23700"/>
        <a:ext cx="2481417" cy="992566"/>
      </dsp:txXfrm>
    </dsp:sp>
    <dsp:sp modelId="{A1EDACB7-C6E8-CB48-A4E2-45D4435657DF}">
      <dsp:nvSpPr>
        <dsp:cNvPr id="0" name=""/>
        <dsp:cNvSpPr/>
      </dsp:nvSpPr>
      <dsp:spPr>
        <a:xfrm>
          <a:off x="4499812" y="1016267"/>
          <a:ext cx="2481417" cy="2361600"/>
        </a:xfrm>
        <a:prstGeom prst="roundRect">
          <a:avLst>
            <a:gd name="adj" fmla="val 10000"/>
          </a:avLst>
        </a:prstGeom>
        <a:solidFill>
          <a:schemeClr val="bg1"/>
        </a:solidFill>
        <a:ln w="19050" cap="flat" cmpd="sng" algn="ctr">
          <a:solidFill>
            <a:srgbClr val="0D236A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Break problems into MECE components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Run targeted analyses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Iterate with client feedback</a:t>
          </a:r>
        </a:p>
      </dsp:txBody>
      <dsp:txXfrm>
        <a:off x="4568981" y="1085436"/>
        <a:ext cx="2343079" cy="2223262"/>
      </dsp:txXfrm>
    </dsp:sp>
    <dsp:sp modelId="{ADC65B72-973A-6F46-99A2-E5FA294BB09E}">
      <dsp:nvSpPr>
        <dsp:cNvPr id="0" name=""/>
        <dsp:cNvSpPr/>
      </dsp:nvSpPr>
      <dsp:spPr>
        <a:xfrm>
          <a:off x="6849161" y="211083"/>
          <a:ext cx="797488" cy="617801"/>
        </a:xfrm>
        <a:prstGeom prst="rightArrow">
          <a:avLst>
            <a:gd name="adj1" fmla="val 60000"/>
            <a:gd name="adj2" fmla="val 50000"/>
          </a:avLst>
        </a:prstGeom>
        <a:solidFill>
          <a:schemeClr val="bg1">
            <a:lumMod val="95000"/>
          </a:schemeClr>
        </a:solidFill>
        <a:ln w="19050">
          <a:solidFill>
            <a:srgbClr val="0D236A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6849161" y="334643"/>
        <a:ext cx="612148" cy="370681"/>
      </dsp:txXfrm>
    </dsp:sp>
    <dsp:sp modelId="{5A876FA6-83D6-0545-898F-7212C714C461}">
      <dsp:nvSpPr>
        <dsp:cNvPr id="0" name=""/>
        <dsp:cNvSpPr/>
      </dsp:nvSpPr>
      <dsp:spPr>
        <a:xfrm>
          <a:off x="7977683" y="23700"/>
          <a:ext cx="2481417" cy="1771200"/>
        </a:xfrm>
        <a:prstGeom prst="roundRect">
          <a:avLst>
            <a:gd name="adj" fmla="val 10000"/>
          </a:avLst>
        </a:prstGeom>
        <a:solidFill>
          <a:srgbClr val="0D236A"/>
        </a:solidFill>
        <a:ln w="19050" cap="flat" cmpd="sng" algn="ctr">
          <a:solidFill>
            <a:srgbClr val="0D236A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Recommend</a:t>
          </a:r>
        </a:p>
      </dsp:txBody>
      <dsp:txXfrm>
        <a:off x="7977683" y="23700"/>
        <a:ext cx="2481417" cy="992566"/>
      </dsp:txXfrm>
    </dsp:sp>
    <dsp:sp modelId="{F773080B-A4E0-394E-A7D0-B65D97F81584}">
      <dsp:nvSpPr>
        <dsp:cNvPr id="0" name=""/>
        <dsp:cNvSpPr/>
      </dsp:nvSpPr>
      <dsp:spPr>
        <a:xfrm>
          <a:off x="8485925" y="1016267"/>
          <a:ext cx="2481417" cy="2361600"/>
        </a:xfrm>
        <a:prstGeom prst="roundRect">
          <a:avLst>
            <a:gd name="adj" fmla="val 10000"/>
          </a:avLst>
        </a:prstGeom>
        <a:solidFill>
          <a:schemeClr val="bg1"/>
        </a:solidFill>
        <a:ln w="19050" cap="flat" cmpd="sng" algn="ctr">
          <a:solidFill>
            <a:srgbClr val="0D236A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Take a clear position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Quantify the impact and risks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Outline implementation roadmap</a:t>
          </a:r>
        </a:p>
      </dsp:txBody>
      <dsp:txXfrm>
        <a:off x="8555094" y="1085436"/>
        <a:ext cx="2343079" cy="222326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24B027-497B-AC48-8531-985CF619F93D}">
      <dsp:nvSpPr>
        <dsp:cNvPr id="0" name=""/>
        <dsp:cNvSpPr/>
      </dsp:nvSpPr>
      <dsp:spPr>
        <a:xfrm>
          <a:off x="3429" y="18225"/>
          <a:ext cx="3343274" cy="1337309"/>
        </a:xfrm>
        <a:prstGeom prst="rect">
          <a:avLst/>
        </a:prstGeom>
        <a:solidFill>
          <a:srgbClr val="0D236A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Early Responsibility</a:t>
          </a:r>
        </a:p>
      </dsp:txBody>
      <dsp:txXfrm>
        <a:off x="3429" y="18225"/>
        <a:ext cx="3343274" cy="1337309"/>
      </dsp:txXfrm>
    </dsp:sp>
    <dsp:sp modelId="{E6A28A15-73B9-E845-AEA4-BD7743672360}">
      <dsp:nvSpPr>
        <dsp:cNvPr id="0" name=""/>
        <dsp:cNvSpPr/>
      </dsp:nvSpPr>
      <dsp:spPr>
        <a:xfrm>
          <a:off x="3429" y="1355534"/>
          <a:ext cx="3343274" cy="2283840"/>
        </a:xfrm>
        <a:prstGeom prst="rect">
          <a:avLst/>
        </a:prstGeom>
        <a:noFill/>
        <a:ln w="19050" cap="flat" cmpd="sng" algn="ctr">
          <a:solidFill>
            <a:srgbClr val="0D236A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Y1 Client Exposure </a:t>
          </a:r>
        </a:p>
        <a:p>
          <a:pPr marL="171450" lvl="1" indent="-171450" algn="l" defTabSz="8001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Direct interactions with senior leadership</a:t>
          </a:r>
        </a:p>
        <a:p>
          <a:pPr marL="171450" lvl="1" indent="-171450" algn="l" defTabSz="8001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Ownership of workstreams</a:t>
          </a:r>
        </a:p>
        <a:p>
          <a:pPr marL="171450" lvl="1" indent="-171450" algn="l" defTabSz="8001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Small-team accountability</a:t>
          </a:r>
        </a:p>
      </dsp:txBody>
      <dsp:txXfrm>
        <a:off x="3429" y="1355534"/>
        <a:ext cx="3343274" cy="2283840"/>
      </dsp:txXfrm>
    </dsp:sp>
    <dsp:sp modelId="{D9F6D74E-05A9-2941-AEBB-4D8DCF162B5C}">
      <dsp:nvSpPr>
        <dsp:cNvPr id="0" name=""/>
        <dsp:cNvSpPr/>
      </dsp:nvSpPr>
      <dsp:spPr>
        <a:xfrm>
          <a:off x="3814762" y="18225"/>
          <a:ext cx="3343274" cy="1337309"/>
        </a:xfrm>
        <a:prstGeom prst="rect">
          <a:avLst/>
        </a:prstGeom>
        <a:solidFill>
          <a:srgbClr val="0D236A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Skill Compression</a:t>
          </a:r>
        </a:p>
      </dsp:txBody>
      <dsp:txXfrm>
        <a:off x="3814762" y="18225"/>
        <a:ext cx="3343274" cy="1337309"/>
      </dsp:txXfrm>
    </dsp:sp>
    <dsp:sp modelId="{B35A43C8-B4FA-6F4F-B2D6-771E2A7AEE03}">
      <dsp:nvSpPr>
        <dsp:cNvPr id="0" name=""/>
        <dsp:cNvSpPr/>
      </dsp:nvSpPr>
      <dsp:spPr>
        <a:xfrm>
          <a:off x="3814762" y="1355534"/>
          <a:ext cx="3343274" cy="2283840"/>
        </a:xfrm>
        <a:prstGeom prst="rect">
          <a:avLst/>
        </a:prstGeom>
        <a:noFill/>
        <a:ln w="19050" cap="flat" cmpd="sng" algn="ctr">
          <a:solidFill>
            <a:srgbClr val="0D236A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Hypothesis-driven thinking</a:t>
          </a:r>
        </a:p>
        <a:p>
          <a:pPr marL="171450" lvl="1" indent="-171450" algn="l" defTabSz="8001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MECE approach</a:t>
          </a:r>
        </a:p>
        <a:p>
          <a:pPr marL="171450" lvl="1" indent="-171450" algn="l" defTabSz="8001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Professional communication</a:t>
          </a:r>
        </a:p>
        <a:p>
          <a:pPr marL="171450" lvl="1" indent="-171450" algn="l" defTabSz="8001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Quantitative rigor</a:t>
          </a:r>
        </a:p>
        <a:p>
          <a:pPr marL="171450" lvl="1" indent="-171450" algn="l" defTabSz="8001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High-frequency feedback</a:t>
          </a:r>
        </a:p>
      </dsp:txBody>
      <dsp:txXfrm>
        <a:off x="3814762" y="1355534"/>
        <a:ext cx="3343274" cy="2283840"/>
      </dsp:txXfrm>
    </dsp:sp>
    <dsp:sp modelId="{608C27F6-E80D-9345-97DA-CC3D2A9F970B}">
      <dsp:nvSpPr>
        <dsp:cNvPr id="0" name=""/>
        <dsp:cNvSpPr/>
      </dsp:nvSpPr>
      <dsp:spPr>
        <a:xfrm>
          <a:off x="7626096" y="18225"/>
          <a:ext cx="3343274" cy="1337309"/>
        </a:xfrm>
        <a:prstGeom prst="rect">
          <a:avLst/>
        </a:prstGeom>
        <a:solidFill>
          <a:srgbClr val="0D236A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Exit Optionality</a:t>
          </a:r>
        </a:p>
      </dsp:txBody>
      <dsp:txXfrm>
        <a:off x="7626096" y="18225"/>
        <a:ext cx="3343274" cy="1337309"/>
      </dsp:txXfrm>
    </dsp:sp>
    <dsp:sp modelId="{66018B46-6091-3A4A-841F-E0C69EFE320E}">
      <dsp:nvSpPr>
        <dsp:cNvPr id="0" name=""/>
        <dsp:cNvSpPr/>
      </dsp:nvSpPr>
      <dsp:spPr>
        <a:xfrm>
          <a:off x="7626096" y="1355534"/>
          <a:ext cx="3343274" cy="2283840"/>
        </a:xfrm>
        <a:prstGeom prst="rect">
          <a:avLst/>
        </a:prstGeom>
        <a:noFill/>
        <a:ln w="19050" cap="flat" cmpd="sng" algn="ctr">
          <a:solidFill>
            <a:srgbClr val="0D236A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Private equity &amp; investing</a:t>
          </a:r>
        </a:p>
        <a:p>
          <a:pPr marL="171450" lvl="1" indent="-171450" algn="l" defTabSz="8001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Venture / startups</a:t>
          </a:r>
        </a:p>
        <a:p>
          <a:pPr marL="171450" lvl="1" indent="-171450" algn="l" defTabSz="8001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Corporate strategy &amp; leadership</a:t>
          </a:r>
        </a:p>
        <a:p>
          <a:pPr marL="171450" lvl="1" indent="-171450" algn="l" defTabSz="8001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Public sector / policy</a:t>
          </a:r>
        </a:p>
        <a:p>
          <a:pPr marL="171450" lvl="1" indent="-171450" algn="l" defTabSz="8001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Grad school / academia</a:t>
          </a:r>
        </a:p>
      </dsp:txBody>
      <dsp:txXfrm>
        <a:off x="7626096" y="1355534"/>
        <a:ext cx="3343274" cy="228384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24B027-497B-AC48-8531-985CF619F93D}">
      <dsp:nvSpPr>
        <dsp:cNvPr id="0" name=""/>
        <dsp:cNvSpPr/>
      </dsp:nvSpPr>
      <dsp:spPr>
        <a:xfrm>
          <a:off x="3429" y="18225"/>
          <a:ext cx="3343274" cy="1337309"/>
        </a:xfrm>
        <a:prstGeom prst="rect">
          <a:avLst/>
        </a:prstGeom>
        <a:solidFill>
          <a:srgbClr val="0D236A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Work-Life Balance</a:t>
          </a:r>
        </a:p>
      </dsp:txBody>
      <dsp:txXfrm>
        <a:off x="3429" y="18225"/>
        <a:ext cx="3343274" cy="1337309"/>
      </dsp:txXfrm>
    </dsp:sp>
    <dsp:sp modelId="{E6A28A15-73B9-E845-AEA4-BD7743672360}">
      <dsp:nvSpPr>
        <dsp:cNvPr id="0" name=""/>
        <dsp:cNvSpPr/>
      </dsp:nvSpPr>
      <dsp:spPr>
        <a:xfrm>
          <a:off x="3429" y="1355534"/>
          <a:ext cx="3343274" cy="2283840"/>
        </a:xfrm>
        <a:prstGeom prst="rect">
          <a:avLst/>
        </a:prstGeom>
        <a:noFill/>
        <a:ln w="19050" cap="flat" cmpd="sng" algn="ctr">
          <a:solidFill>
            <a:srgbClr val="0D236A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50-65 hours/week, varies.</a:t>
          </a:r>
        </a:p>
        <a:p>
          <a:pPr marL="171450" lvl="1" indent="-171450" algn="l" defTabSz="8001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Weekends generally protected.</a:t>
          </a:r>
        </a:p>
        <a:p>
          <a:pPr marL="171450" lvl="1" indent="-171450" algn="l" defTabSz="8001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Demanding weekdays, balanced by PTO and on-the-beach.</a:t>
          </a:r>
        </a:p>
      </dsp:txBody>
      <dsp:txXfrm>
        <a:off x="3429" y="1355534"/>
        <a:ext cx="3343274" cy="2283840"/>
      </dsp:txXfrm>
    </dsp:sp>
    <dsp:sp modelId="{D9F6D74E-05A9-2941-AEBB-4D8DCF162B5C}">
      <dsp:nvSpPr>
        <dsp:cNvPr id="0" name=""/>
        <dsp:cNvSpPr/>
      </dsp:nvSpPr>
      <dsp:spPr>
        <a:xfrm>
          <a:off x="3814762" y="18225"/>
          <a:ext cx="3343274" cy="1337309"/>
        </a:xfrm>
        <a:prstGeom prst="rect">
          <a:avLst/>
        </a:prstGeom>
        <a:solidFill>
          <a:srgbClr val="0D236A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Comp and Benefits</a:t>
          </a:r>
        </a:p>
      </dsp:txBody>
      <dsp:txXfrm>
        <a:off x="3814762" y="18225"/>
        <a:ext cx="3343274" cy="1337309"/>
      </dsp:txXfrm>
    </dsp:sp>
    <dsp:sp modelId="{B35A43C8-B4FA-6F4F-B2D6-771E2A7AEE03}">
      <dsp:nvSpPr>
        <dsp:cNvPr id="0" name=""/>
        <dsp:cNvSpPr/>
      </dsp:nvSpPr>
      <dsp:spPr>
        <a:xfrm>
          <a:off x="3814762" y="1355534"/>
          <a:ext cx="3343274" cy="2283840"/>
        </a:xfrm>
        <a:prstGeom prst="rect">
          <a:avLst/>
        </a:prstGeom>
        <a:noFill/>
        <a:ln w="19050" cap="flat" cmpd="sng" algn="ctr">
          <a:solidFill>
            <a:srgbClr val="0D236A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$100K+ starting base salary at many leading firms.</a:t>
          </a:r>
        </a:p>
        <a:p>
          <a:pPr marL="171450" lvl="1" indent="-171450" algn="l" defTabSz="8001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Performance bonuses, signing bonuses, salary progression.</a:t>
          </a:r>
        </a:p>
        <a:p>
          <a:pPr marL="171450" lvl="1" indent="-171450" algn="l" defTabSz="8001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Healthcare coverage, retirement, PTO.</a:t>
          </a:r>
        </a:p>
      </dsp:txBody>
      <dsp:txXfrm>
        <a:off x="3814762" y="1355534"/>
        <a:ext cx="3343274" cy="2283840"/>
      </dsp:txXfrm>
    </dsp:sp>
    <dsp:sp modelId="{608C27F6-E80D-9345-97DA-CC3D2A9F970B}">
      <dsp:nvSpPr>
        <dsp:cNvPr id="0" name=""/>
        <dsp:cNvSpPr/>
      </dsp:nvSpPr>
      <dsp:spPr>
        <a:xfrm>
          <a:off x="7626096" y="18225"/>
          <a:ext cx="3343274" cy="1337309"/>
        </a:xfrm>
        <a:prstGeom prst="rect">
          <a:avLst/>
        </a:prstGeom>
        <a:solidFill>
          <a:srgbClr val="0D236A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Travel</a:t>
          </a:r>
        </a:p>
      </dsp:txBody>
      <dsp:txXfrm>
        <a:off x="7626096" y="18225"/>
        <a:ext cx="3343274" cy="1337309"/>
      </dsp:txXfrm>
    </dsp:sp>
    <dsp:sp modelId="{66018B46-6091-3A4A-841F-E0C69EFE320E}">
      <dsp:nvSpPr>
        <dsp:cNvPr id="0" name=""/>
        <dsp:cNvSpPr/>
      </dsp:nvSpPr>
      <dsp:spPr>
        <a:xfrm>
          <a:off x="7626096" y="1355534"/>
          <a:ext cx="3343274" cy="2283840"/>
        </a:xfrm>
        <a:prstGeom prst="rect">
          <a:avLst/>
        </a:prstGeom>
        <a:noFill/>
        <a:ln w="19050" cap="flat" cmpd="sng" algn="ctr">
          <a:solidFill>
            <a:srgbClr val="0D236A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Monday-Thursday client-site model.</a:t>
          </a:r>
        </a:p>
        <a:p>
          <a:pPr marL="171450" lvl="1" indent="-171450" algn="l" defTabSz="8001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Visit new places and environments.</a:t>
          </a:r>
        </a:p>
        <a:p>
          <a:pPr marL="171450" lvl="1" indent="-171450" algn="l" defTabSz="8001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Firm-paid business travel; airline and premium hotel loyalty.</a:t>
          </a:r>
        </a:p>
      </dsp:txBody>
      <dsp:txXfrm>
        <a:off x="7626096" y="1355534"/>
        <a:ext cx="3343274" cy="228384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092D50-D7EA-4244-A0B2-B982084CCB73}">
      <dsp:nvSpPr>
        <dsp:cNvPr id="0" name=""/>
        <dsp:cNvSpPr/>
      </dsp:nvSpPr>
      <dsp:spPr>
        <a:xfrm>
          <a:off x="0" y="337305"/>
          <a:ext cx="5568069" cy="778050"/>
        </a:xfrm>
        <a:prstGeom prst="rect">
          <a:avLst/>
        </a:prstGeom>
        <a:solidFill>
          <a:schemeClr val="bg1"/>
        </a:solidFill>
        <a:ln w="19050" cap="flat" cmpd="sng" algn="ctr">
          <a:solidFill>
            <a:srgbClr val="0D236A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2144" tIns="395732" rIns="432144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80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Break ambiguity into components</a:t>
          </a:r>
        </a:p>
      </dsp:txBody>
      <dsp:txXfrm>
        <a:off x="0" y="337305"/>
        <a:ext cx="5568069" cy="778050"/>
      </dsp:txXfrm>
    </dsp:sp>
    <dsp:sp modelId="{238D2D44-7B80-F046-AFDC-34B09879665C}">
      <dsp:nvSpPr>
        <dsp:cNvPr id="0" name=""/>
        <dsp:cNvSpPr/>
      </dsp:nvSpPr>
      <dsp:spPr>
        <a:xfrm>
          <a:off x="278403" y="56864"/>
          <a:ext cx="3897648" cy="560880"/>
        </a:xfrm>
        <a:prstGeom prst="roundRect">
          <a:avLst/>
        </a:prstGeom>
        <a:solidFill>
          <a:srgbClr val="0D236A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7322" tIns="0" rIns="147322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Problem Solving</a:t>
          </a:r>
        </a:p>
      </dsp:txBody>
      <dsp:txXfrm>
        <a:off x="305783" y="84244"/>
        <a:ext cx="3842888" cy="506120"/>
      </dsp:txXfrm>
    </dsp:sp>
    <dsp:sp modelId="{49D6A406-D13D-BA43-A11A-DFD16C9B3B64}">
      <dsp:nvSpPr>
        <dsp:cNvPr id="0" name=""/>
        <dsp:cNvSpPr/>
      </dsp:nvSpPr>
      <dsp:spPr>
        <a:xfrm>
          <a:off x="0" y="1498395"/>
          <a:ext cx="5568069" cy="778050"/>
        </a:xfrm>
        <a:prstGeom prst="rect">
          <a:avLst/>
        </a:prstGeom>
        <a:solidFill>
          <a:schemeClr val="bg1"/>
        </a:solidFill>
        <a:ln w="19050" cap="flat" cmpd="sng" algn="ctr">
          <a:solidFill>
            <a:srgbClr val="0D236A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2144" tIns="395732" rIns="432144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80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Take ownership and move the work forwards.</a:t>
          </a:r>
        </a:p>
      </dsp:txBody>
      <dsp:txXfrm>
        <a:off x="0" y="1498395"/>
        <a:ext cx="5568069" cy="778050"/>
      </dsp:txXfrm>
    </dsp:sp>
    <dsp:sp modelId="{B6E65A98-003F-694F-A839-7B8E4D30D556}">
      <dsp:nvSpPr>
        <dsp:cNvPr id="0" name=""/>
        <dsp:cNvSpPr/>
      </dsp:nvSpPr>
      <dsp:spPr>
        <a:xfrm>
          <a:off x="278403" y="1217955"/>
          <a:ext cx="3897648" cy="560880"/>
        </a:xfrm>
        <a:prstGeom prst="roundRect">
          <a:avLst/>
        </a:prstGeom>
        <a:solidFill>
          <a:srgbClr val="0D236A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7322" tIns="0" rIns="147322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Ownership</a:t>
          </a:r>
        </a:p>
      </dsp:txBody>
      <dsp:txXfrm>
        <a:off x="305783" y="1245335"/>
        <a:ext cx="3842888" cy="506120"/>
      </dsp:txXfrm>
    </dsp:sp>
    <dsp:sp modelId="{324A4475-AC44-D44D-BFF5-C52A4F33C8CE}">
      <dsp:nvSpPr>
        <dsp:cNvPr id="0" name=""/>
        <dsp:cNvSpPr/>
      </dsp:nvSpPr>
      <dsp:spPr>
        <a:xfrm>
          <a:off x="0" y="2659485"/>
          <a:ext cx="5568069" cy="1017450"/>
        </a:xfrm>
        <a:prstGeom prst="rect">
          <a:avLst/>
        </a:prstGeom>
        <a:solidFill>
          <a:schemeClr val="bg1"/>
        </a:solidFill>
        <a:ln w="19050" cap="flat" cmpd="sng" algn="ctr">
          <a:solidFill>
            <a:srgbClr val="0D236A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2144" tIns="395732" rIns="432144" bIns="128016" numCol="1" spcCol="1270" anchor="t" anchorCtr="0">
          <a:noAutofit/>
        </a:bodyPr>
        <a:lstStyle/>
        <a:p>
          <a:pPr marL="9525" lvl="1" indent="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  <a:tabLst/>
          </a:pPr>
          <a:r>
            <a:rPr lang="en-US" sz="180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Internal and external communication that builds trust.</a:t>
          </a:r>
        </a:p>
      </dsp:txBody>
      <dsp:txXfrm>
        <a:off x="0" y="2659485"/>
        <a:ext cx="5568069" cy="1017450"/>
      </dsp:txXfrm>
    </dsp:sp>
    <dsp:sp modelId="{4896B9CF-7167-7647-936C-87AF05CC672F}">
      <dsp:nvSpPr>
        <dsp:cNvPr id="0" name=""/>
        <dsp:cNvSpPr/>
      </dsp:nvSpPr>
      <dsp:spPr>
        <a:xfrm>
          <a:off x="278403" y="2379045"/>
          <a:ext cx="3897648" cy="560880"/>
        </a:xfrm>
        <a:prstGeom prst="roundRect">
          <a:avLst/>
        </a:prstGeom>
        <a:solidFill>
          <a:srgbClr val="0D236A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7322" tIns="0" rIns="147322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Collaboration</a:t>
          </a:r>
        </a:p>
      </dsp:txBody>
      <dsp:txXfrm>
        <a:off x="305783" y="2406425"/>
        <a:ext cx="3842888" cy="50612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B9AD5A-18B4-1143-9BA6-C524D674BECA}">
      <dsp:nvSpPr>
        <dsp:cNvPr id="0" name=""/>
        <dsp:cNvSpPr/>
      </dsp:nvSpPr>
      <dsp:spPr>
        <a:xfrm>
          <a:off x="0" y="0"/>
          <a:ext cx="10972800" cy="1280160"/>
        </a:xfrm>
        <a:prstGeom prst="rect">
          <a:avLst/>
        </a:prstGeom>
        <a:solidFill>
          <a:srgbClr val="0D236A"/>
        </a:solidFill>
        <a:ln>
          <a:solidFill>
            <a:srgbClr val="0D236A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i="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Hamilton</a:t>
          </a:r>
        </a:p>
      </dsp:txBody>
      <dsp:txXfrm>
        <a:off x="0" y="0"/>
        <a:ext cx="10972800" cy="1280160"/>
      </dsp:txXfrm>
    </dsp:sp>
    <dsp:sp modelId="{20F0385E-CD34-B54C-9CB3-AB1A24C086B2}">
      <dsp:nvSpPr>
        <dsp:cNvPr id="0" name=""/>
        <dsp:cNvSpPr/>
      </dsp:nvSpPr>
      <dsp:spPr>
        <a:xfrm>
          <a:off x="5357" y="1280160"/>
          <a:ext cx="3654028" cy="2688336"/>
        </a:xfrm>
        <a:prstGeom prst="rect">
          <a:avLst/>
        </a:prstGeom>
        <a:solidFill>
          <a:schemeClr val="bg1"/>
        </a:solidFill>
        <a:ln w="19050" cap="flat" cmpd="sng" algn="ctr">
          <a:solidFill>
            <a:srgbClr val="0D236A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solidFill>
                <a:srgbClr val="0D236A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Alumni Connections</a:t>
          </a:r>
        </a:p>
      </dsp:txBody>
      <dsp:txXfrm>
        <a:off x="5357" y="1280160"/>
        <a:ext cx="3654028" cy="2688336"/>
      </dsp:txXfrm>
    </dsp:sp>
    <dsp:sp modelId="{9975B4A2-863F-2841-A25A-2E0073EE4648}">
      <dsp:nvSpPr>
        <dsp:cNvPr id="0" name=""/>
        <dsp:cNvSpPr/>
      </dsp:nvSpPr>
      <dsp:spPr>
        <a:xfrm>
          <a:off x="3659385" y="1280160"/>
          <a:ext cx="3654028" cy="2688336"/>
        </a:xfrm>
        <a:prstGeom prst="rect">
          <a:avLst/>
        </a:prstGeom>
        <a:solidFill>
          <a:schemeClr val="bg1"/>
        </a:solidFill>
        <a:ln w="19050" cap="flat" cmpd="sng" algn="ctr">
          <a:solidFill>
            <a:srgbClr val="0D236A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solidFill>
                <a:srgbClr val="0D236A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The Career Center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solidFill>
                <a:srgbClr val="0D236A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Admissions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solidFill>
                <a:srgbClr val="0D236A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Athletics</a:t>
          </a:r>
        </a:p>
      </dsp:txBody>
      <dsp:txXfrm>
        <a:off x="3659385" y="1280160"/>
        <a:ext cx="3654028" cy="2688336"/>
      </dsp:txXfrm>
    </dsp:sp>
    <dsp:sp modelId="{7CB83901-A3F2-A845-B4E5-8E81DF28C35E}">
      <dsp:nvSpPr>
        <dsp:cNvPr id="0" name=""/>
        <dsp:cNvSpPr/>
      </dsp:nvSpPr>
      <dsp:spPr>
        <a:xfrm>
          <a:off x="7313414" y="1280160"/>
          <a:ext cx="3654028" cy="2688336"/>
        </a:xfrm>
        <a:prstGeom prst="rect">
          <a:avLst/>
        </a:prstGeom>
        <a:solidFill>
          <a:schemeClr val="bg1"/>
        </a:solidFill>
        <a:ln w="19050" cap="flat" cmpd="sng" algn="ctr">
          <a:solidFill>
            <a:srgbClr val="0D236A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solidFill>
                <a:srgbClr val="0D236A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Hamilton Consulting Group</a:t>
          </a:r>
        </a:p>
      </dsp:txBody>
      <dsp:txXfrm>
        <a:off x="7313414" y="1280160"/>
        <a:ext cx="3654028" cy="2688336"/>
      </dsp:txXfrm>
    </dsp:sp>
    <dsp:sp modelId="{BAB0ED4A-127D-DD47-99C9-6A45213BF768}">
      <dsp:nvSpPr>
        <dsp:cNvPr id="0" name=""/>
        <dsp:cNvSpPr/>
      </dsp:nvSpPr>
      <dsp:spPr>
        <a:xfrm>
          <a:off x="0" y="3968496"/>
          <a:ext cx="10972800" cy="298704"/>
        </a:xfrm>
        <a:prstGeom prst="rect">
          <a:avLst/>
        </a:prstGeom>
        <a:solidFill>
          <a:srgbClr val="0D236A"/>
        </a:solidFill>
        <a:ln>
          <a:solidFill>
            <a:srgbClr val="0D236A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ED60F4-D9C8-C447-9B8B-E7C5D29EFA26}">
      <dsp:nvSpPr>
        <dsp:cNvPr id="0" name=""/>
        <dsp:cNvSpPr/>
      </dsp:nvSpPr>
      <dsp:spPr>
        <a:xfrm>
          <a:off x="8468037" y="1954209"/>
          <a:ext cx="321951" cy="14993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99393"/>
              </a:lnTo>
              <a:lnTo>
                <a:pt x="321951" y="149939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029221-0EC7-FF49-9719-6CFB4D5F080C}">
      <dsp:nvSpPr>
        <dsp:cNvPr id="0" name=""/>
        <dsp:cNvSpPr/>
      </dsp:nvSpPr>
      <dsp:spPr>
        <a:xfrm>
          <a:off x="8468037" y="1954209"/>
          <a:ext cx="321951" cy="5087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08796"/>
              </a:lnTo>
              <a:lnTo>
                <a:pt x="321951" y="50879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62654A-8851-9041-93A8-085B6DA32788}">
      <dsp:nvSpPr>
        <dsp:cNvPr id="0" name=""/>
        <dsp:cNvSpPr/>
      </dsp:nvSpPr>
      <dsp:spPr>
        <a:xfrm>
          <a:off x="5283598" y="811333"/>
          <a:ext cx="3833404" cy="33166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1316"/>
              </a:lnTo>
              <a:lnTo>
                <a:pt x="3833404" y="161316"/>
              </a:lnTo>
              <a:lnTo>
                <a:pt x="3833404" y="331669"/>
              </a:lnTo>
            </a:path>
          </a:pathLst>
        </a:custGeom>
        <a:noFill/>
        <a:ln w="19050" cap="flat" cmpd="sng" algn="ctr">
          <a:solidFill>
            <a:srgbClr val="0D236A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26F0A1-5266-7245-92E7-6BF73D502DC7}">
      <dsp:nvSpPr>
        <dsp:cNvPr id="0" name=""/>
        <dsp:cNvSpPr/>
      </dsp:nvSpPr>
      <dsp:spPr>
        <a:xfrm>
          <a:off x="4277037" y="1954209"/>
          <a:ext cx="218766" cy="14993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99393"/>
              </a:lnTo>
              <a:lnTo>
                <a:pt x="218766" y="149939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DA18810-E289-1749-9256-2BBD24237AB9}">
      <dsp:nvSpPr>
        <dsp:cNvPr id="0" name=""/>
        <dsp:cNvSpPr/>
      </dsp:nvSpPr>
      <dsp:spPr>
        <a:xfrm>
          <a:off x="4277037" y="1954209"/>
          <a:ext cx="218766" cy="5087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08796"/>
              </a:lnTo>
              <a:lnTo>
                <a:pt x="218766" y="50879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A2CDA22-874B-FE44-962F-D737DB613DBA}">
      <dsp:nvSpPr>
        <dsp:cNvPr id="0" name=""/>
        <dsp:cNvSpPr/>
      </dsp:nvSpPr>
      <dsp:spPr>
        <a:xfrm>
          <a:off x="4926002" y="811333"/>
          <a:ext cx="357595" cy="331669"/>
        </a:xfrm>
        <a:custGeom>
          <a:avLst/>
          <a:gdLst/>
          <a:ahLst/>
          <a:cxnLst/>
          <a:rect l="0" t="0" r="0" b="0"/>
          <a:pathLst>
            <a:path>
              <a:moveTo>
                <a:pt x="357595" y="0"/>
              </a:moveTo>
              <a:lnTo>
                <a:pt x="357595" y="161316"/>
              </a:lnTo>
              <a:lnTo>
                <a:pt x="0" y="161316"/>
              </a:lnTo>
              <a:lnTo>
                <a:pt x="0" y="33166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1E682D-7106-7A4A-8EBA-76F6E9C0E6D4}">
      <dsp:nvSpPr>
        <dsp:cNvPr id="0" name=""/>
        <dsp:cNvSpPr/>
      </dsp:nvSpPr>
      <dsp:spPr>
        <a:xfrm>
          <a:off x="1229043" y="1954209"/>
          <a:ext cx="294954" cy="14993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99393"/>
              </a:lnTo>
              <a:lnTo>
                <a:pt x="294954" y="149939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AC240F3-DF81-334C-9FFD-1BF59DFC063D}">
      <dsp:nvSpPr>
        <dsp:cNvPr id="0" name=""/>
        <dsp:cNvSpPr/>
      </dsp:nvSpPr>
      <dsp:spPr>
        <a:xfrm>
          <a:off x="1229043" y="1954209"/>
          <a:ext cx="294954" cy="5087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08796"/>
              </a:lnTo>
              <a:lnTo>
                <a:pt x="294954" y="50879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BE8066-BCDF-F346-B305-57F7BA6B83C7}">
      <dsp:nvSpPr>
        <dsp:cNvPr id="0" name=""/>
        <dsp:cNvSpPr/>
      </dsp:nvSpPr>
      <dsp:spPr>
        <a:xfrm>
          <a:off x="1878008" y="811333"/>
          <a:ext cx="3405590" cy="331669"/>
        </a:xfrm>
        <a:custGeom>
          <a:avLst/>
          <a:gdLst/>
          <a:ahLst/>
          <a:cxnLst/>
          <a:rect l="0" t="0" r="0" b="0"/>
          <a:pathLst>
            <a:path>
              <a:moveTo>
                <a:pt x="3405590" y="0"/>
              </a:moveTo>
              <a:lnTo>
                <a:pt x="3405590" y="161316"/>
              </a:lnTo>
              <a:lnTo>
                <a:pt x="0" y="161316"/>
              </a:lnTo>
              <a:lnTo>
                <a:pt x="0" y="331669"/>
              </a:lnTo>
            </a:path>
          </a:pathLst>
        </a:custGeom>
        <a:noFill/>
        <a:ln w="19050" cap="flat" cmpd="sng" algn="ctr">
          <a:solidFill>
            <a:srgbClr val="0D236A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B0EA34-4FD9-3646-A074-198FB89279F6}">
      <dsp:nvSpPr>
        <dsp:cNvPr id="0" name=""/>
        <dsp:cNvSpPr/>
      </dsp:nvSpPr>
      <dsp:spPr>
        <a:xfrm>
          <a:off x="4472392" y="127"/>
          <a:ext cx="1622412" cy="811206"/>
        </a:xfrm>
        <a:prstGeom prst="rect">
          <a:avLst/>
        </a:prstGeom>
        <a:solidFill>
          <a:srgbClr val="0D236A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i="0" kern="12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HCG</a:t>
          </a:r>
        </a:p>
      </dsp:txBody>
      <dsp:txXfrm>
        <a:off x="4472392" y="127"/>
        <a:ext cx="1622412" cy="811206"/>
      </dsp:txXfrm>
    </dsp:sp>
    <dsp:sp modelId="{3011FF70-96DC-0D4C-BB7B-E0377E51A93C}">
      <dsp:nvSpPr>
        <dsp:cNvPr id="0" name=""/>
        <dsp:cNvSpPr/>
      </dsp:nvSpPr>
      <dsp:spPr>
        <a:xfrm>
          <a:off x="1066802" y="1143003"/>
          <a:ext cx="1622412" cy="811206"/>
        </a:xfrm>
        <a:prstGeom prst="rect">
          <a:avLst/>
        </a:prstGeom>
        <a:noFill/>
        <a:ln w="19050" cap="flat" cmpd="sng" algn="ctr">
          <a:solidFill>
            <a:srgbClr val="0D236A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>
              <a:solidFill>
                <a:srgbClr val="0D236A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rPr>
            <a:t>Career Preparation</a:t>
          </a:r>
        </a:p>
      </dsp:txBody>
      <dsp:txXfrm>
        <a:off x="1066802" y="1143003"/>
        <a:ext cx="1622412" cy="811206"/>
      </dsp:txXfrm>
    </dsp:sp>
    <dsp:sp modelId="{440BEA7C-D41F-484F-A652-EC86F9D714DC}">
      <dsp:nvSpPr>
        <dsp:cNvPr id="0" name=""/>
        <dsp:cNvSpPr/>
      </dsp:nvSpPr>
      <dsp:spPr>
        <a:xfrm>
          <a:off x="1523997" y="2057403"/>
          <a:ext cx="1622412" cy="811206"/>
        </a:xfrm>
        <a:prstGeom prst="rect">
          <a:avLst/>
        </a:prstGeom>
        <a:noFill/>
        <a:ln w="19050" cap="flat" cmpd="sng" algn="ctr">
          <a:solidFill>
            <a:srgbClr val="0D236A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>
              <a:solidFill>
                <a:srgbClr val="0D236A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rPr>
            <a:t>Casing Series</a:t>
          </a:r>
        </a:p>
      </dsp:txBody>
      <dsp:txXfrm>
        <a:off x="1523997" y="2057403"/>
        <a:ext cx="1622412" cy="811206"/>
      </dsp:txXfrm>
    </dsp:sp>
    <dsp:sp modelId="{A670887E-3D65-A94C-8055-530801327C4A}">
      <dsp:nvSpPr>
        <dsp:cNvPr id="0" name=""/>
        <dsp:cNvSpPr/>
      </dsp:nvSpPr>
      <dsp:spPr>
        <a:xfrm>
          <a:off x="1523997" y="3047999"/>
          <a:ext cx="1622412" cy="811206"/>
        </a:xfrm>
        <a:prstGeom prst="rect">
          <a:avLst/>
        </a:prstGeom>
        <a:noFill/>
        <a:ln w="19050" cap="flat" cmpd="sng" algn="ctr">
          <a:solidFill>
            <a:srgbClr val="0D236A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>
              <a:solidFill>
                <a:srgbClr val="0D236A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rPr>
            <a:t>Peer Practice</a:t>
          </a:r>
        </a:p>
      </dsp:txBody>
      <dsp:txXfrm>
        <a:off x="1523997" y="3047999"/>
        <a:ext cx="1622412" cy="811206"/>
      </dsp:txXfrm>
    </dsp:sp>
    <dsp:sp modelId="{05036238-5180-3B46-98E7-C834ADE55E15}">
      <dsp:nvSpPr>
        <dsp:cNvPr id="0" name=""/>
        <dsp:cNvSpPr/>
      </dsp:nvSpPr>
      <dsp:spPr>
        <a:xfrm>
          <a:off x="4114796" y="1143003"/>
          <a:ext cx="1622412" cy="811206"/>
        </a:xfrm>
        <a:prstGeom prst="rect">
          <a:avLst/>
        </a:prstGeom>
        <a:noFill/>
        <a:ln w="19050" cap="flat" cmpd="sng" algn="ctr">
          <a:solidFill>
            <a:srgbClr val="0D236A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>
              <a:solidFill>
                <a:srgbClr val="0D236A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rPr>
            <a:t>Industry Knowledge</a:t>
          </a:r>
        </a:p>
      </dsp:txBody>
      <dsp:txXfrm>
        <a:off x="4114796" y="1143003"/>
        <a:ext cx="1622412" cy="811206"/>
      </dsp:txXfrm>
    </dsp:sp>
    <dsp:sp modelId="{81822C0B-0156-BC4A-A702-E76C8820B1AD}">
      <dsp:nvSpPr>
        <dsp:cNvPr id="0" name=""/>
        <dsp:cNvSpPr/>
      </dsp:nvSpPr>
      <dsp:spPr>
        <a:xfrm>
          <a:off x="4495803" y="2057403"/>
          <a:ext cx="1622412" cy="811206"/>
        </a:xfrm>
        <a:prstGeom prst="rect">
          <a:avLst/>
        </a:prstGeom>
        <a:noFill/>
        <a:ln w="19050" cap="flat" cmpd="sng" algn="ctr">
          <a:solidFill>
            <a:srgbClr val="0D236A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>
              <a:solidFill>
                <a:srgbClr val="0D236A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rPr>
            <a:t>Overviews</a:t>
          </a:r>
        </a:p>
      </dsp:txBody>
      <dsp:txXfrm>
        <a:off x="4495803" y="2057403"/>
        <a:ext cx="1622412" cy="811206"/>
      </dsp:txXfrm>
    </dsp:sp>
    <dsp:sp modelId="{55A09929-F149-4F4B-833F-1DB6553BDEE2}">
      <dsp:nvSpPr>
        <dsp:cNvPr id="0" name=""/>
        <dsp:cNvSpPr/>
      </dsp:nvSpPr>
      <dsp:spPr>
        <a:xfrm>
          <a:off x="4495803" y="3047999"/>
          <a:ext cx="1622412" cy="811206"/>
        </a:xfrm>
        <a:prstGeom prst="rect">
          <a:avLst/>
        </a:prstGeom>
        <a:noFill/>
        <a:ln w="19050" cap="flat" cmpd="sng" algn="ctr">
          <a:solidFill>
            <a:srgbClr val="0D236A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>
              <a:solidFill>
                <a:srgbClr val="0D236A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rPr>
            <a:t>Special sessions</a:t>
          </a:r>
        </a:p>
      </dsp:txBody>
      <dsp:txXfrm>
        <a:off x="4495803" y="3047999"/>
        <a:ext cx="1622412" cy="811206"/>
      </dsp:txXfrm>
    </dsp:sp>
    <dsp:sp modelId="{2B2E0FCD-2491-F94D-BD17-8E8D286C28A6}">
      <dsp:nvSpPr>
        <dsp:cNvPr id="0" name=""/>
        <dsp:cNvSpPr/>
      </dsp:nvSpPr>
      <dsp:spPr>
        <a:xfrm>
          <a:off x="8305796" y="1143003"/>
          <a:ext cx="1622412" cy="811206"/>
        </a:xfrm>
        <a:prstGeom prst="rect">
          <a:avLst/>
        </a:prstGeom>
        <a:noFill/>
        <a:ln w="19050" cap="flat" cmpd="sng" algn="ctr">
          <a:solidFill>
            <a:srgbClr val="0D236A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>
              <a:solidFill>
                <a:srgbClr val="0D236A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rPr>
            <a:t>HCG Quill</a:t>
          </a:r>
        </a:p>
      </dsp:txBody>
      <dsp:txXfrm>
        <a:off x="8305796" y="1143003"/>
        <a:ext cx="1622412" cy="811206"/>
      </dsp:txXfrm>
    </dsp:sp>
    <dsp:sp modelId="{7FE706DB-5F6D-3942-B3E4-7EDB125D6D40}">
      <dsp:nvSpPr>
        <dsp:cNvPr id="0" name=""/>
        <dsp:cNvSpPr/>
      </dsp:nvSpPr>
      <dsp:spPr>
        <a:xfrm>
          <a:off x="8789988" y="2057403"/>
          <a:ext cx="1622412" cy="811206"/>
        </a:xfrm>
        <a:prstGeom prst="rect">
          <a:avLst/>
        </a:prstGeom>
        <a:noFill/>
        <a:ln w="19050" cap="flat" cmpd="sng" algn="ctr">
          <a:solidFill>
            <a:srgbClr val="0D236A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>
              <a:solidFill>
                <a:srgbClr val="0D236A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rPr>
            <a:t>Client Work</a:t>
          </a:r>
        </a:p>
      </dsp:txBody>
      <dsp:txXfrm>
        <a:off x="8789988" y="2057403"/>
        <a:ext cx="1622412" cy="811206"/>
      </dsp:txXfrm>
    </dsp:sp>
    <dsp:sp modelId="{8B35CAB0-413B-D141-A775-B72144143A21}">
      <dsp:nvSpPr>
        <dsp:cNvPr id="0" name=""/>
        <dsp:cNvSpPr/>
      </dsp:nvSpPr>
      <dsp:spPr>
        <a:xfrm>
          <a:off x="8789988" y="3047999"/>
          <a:ext cx="1622412" cy="811206"/>
        </a:xfrm>
        <a:prstGeom prst="rect">
          <a:avLst/>
        </a:prstGeom>
        <a:noFill/>
        <a:ln w="19050" cap="flat" cmpd="sng" algn="ctr">
          <a:solidFill>
            <a:srgbClr val="0D236A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>
              <a:solidFill>
                <a:srgbClr val="0D236A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rPr>
            <a:t>Collaboration</a:t>
          </a:r>
        </a:p>
      </dsp:txBody>
      <dsp:txXfrm>
        <a:off x="8789988" y="3047999"/>
        <a:ext cx="1622412" cy="81120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8134D3-3924-074A-B50C-E359227CE5A9}">
      <dsp:nvSpPr>
        <dsp:cNvPr id="0" name=""/>
        <dsp:cNvSpPr/>
      </dsp:nvSpPr>
      <dsp:spPr>
        <a:xfrm>
          <a:off x="830" y="0"/>
          <a:ext cx="3573660" cy="3657600"/>
        </a:xfrm>
        <a:prstGeom prst="roundRect">
          <a:avLst>
            <a:gd name="adj" fmla="val 5000"/>
          </a:avLst>
        </a:prstGeom>
        <a:solidFill>
          <a:srgbClr val="0D236A"/>
        </a:solidFill>
        <a:ln w="19050" cap="flat" cmpd="sng" algn="ctr">
          <a:solidFill>
            <a:srgbClr val="0D236A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23444" rIns="160020" bIns="0" numCol="1" spcCol="1270" anchor="t" anchorCtr="0">
          <a:noAutofit/>
        </a:bodyPr>
        <a:lstStyle/>
        <a:p>
          <a:pPr marL="0" lvl="0" indent="0" algn="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i="0" kern="12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Explore</a:t>
          </a:r>
        </a:p>
      </dsp:txBody>
      <dsp:txXfrm rot="16200000">
        <a:off x="-1141419" y="1142249"/>
        <a:ext cx="2999232" cy="714732"/>
      </dsp:txXfrm>
    </dsp:sp>
    <dsp:sp modelId="{BAA63D48-1E1A-4143-9FEF-F6D0EFB0468B}">
      <dsp:nvSpPr>
        <dsp:cNvPr id="0" name=""/>
        <dsp:cNvSpPr/>
      </dsp:nvSpPr>
      <dsp:spPr>
        <a:xfrm>
          <a:off x="715562" y="0"/>
          <a:ext cx="2662377" cy="3657600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96012" rIns="0" bIns="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800" kern="12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Career Center Exposure</a:t>
          </a:r>
        </a:p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800" kern="12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Info Sessions</a:t>
          </a:r>
        </a:p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800" kern="12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Alumni Conversations</a:t>
          </a:r>
        </a:p>
      </dsp:txBody>
      <dsp:txXfrm>
        <a:off x="715562" y="0"/>
        <a:ext cx="2662377" cy="3657600"/>
      </dsp:txXfrm>
    </dsp:sp>
    <dsp:sp modelId="{608A2859-34D1-4342-8394-EE93896E90DC}">
      <dsp:nvSpPr>
        <dsp:cNvPr id="0" name=""/>
        <dsp:cNvSpPr/>
      </dsp:nvSpPr>
      <dsp:spPr>
        <a:xfrm>
          <a:off x="3699569" y="0"/>
          <a:ext cx="3573660" cy="3657600"/>
        </a:xfrm>
        <a:prstGeom prst="roundRect">
          <a:avLst>
            <a:gd name="adj" fmla="val 5000"/>
          </a:avLst>
        </a:prstGeom>
        <a:solidFill>
          <a:schemeClr val="bg1"/>
        </a:solidFill>
        <a:ln w="19050" cap="flat" cmpd="sng" algn="ctr">
          <a:solidFill>
            <a:srgbClr val="0D236A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23444" rIns="160020" bIns="0" numCol="1" spcCol="1270" anchor="t" anchorCtr="0">
          <a:noAutofit/>
        </a:bodyPr>
        <a:lstStyle/>
        <a:p>
          <a:pPr marL="0" lvl="0" indent="0" algn="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i="0" kern="1200" dirty="0">
              <a:solidFill>
                <a:srgbClr val="0D236A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Prepare</a:t>
          </a:r>
        </a:p>
      </dsp:txBody>
      <dsp:txXfrm rot="16200000">
        <a:off x="2557319" y="1142249"/>
        <a:ext cx="2999232" cy="714732"/>
      </dsp:txXfrm>
    </dsp:sp>
    <dsp:sp modelId="{6D464BF2-4424-E146-B450-9BCCA7454C88}">
      <dsp:nvSpPr>
        <dsp:cNvPr id="0" name=""/>
        <dsp:cNvSpPr/>
      </dsp:nvSpPr>
      <dsp:spPr>
        <a:xfrm rot="5400000">
          <a:off x="3448609" y="2868304"/>
          <a:ext cx="537656" cy="536049"/>
        </a:xfrm>
        <a:prstGeom prst="flowChartExtract">
          <a:avLst/>
        </a:prstGeom>
        <a:solidFill>
          <a:srgbClr val="0D236A"/>
        </a:solidFill>
        <a:ln w="1905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6FFE6C-FF79-5649-9593-49EBB2F772FC}">
      <dsp:nvSpPr>
        <dsp:cNvPr id="0" name=""/>
        <dsp:cNvSpPr/>
      </dsp:nvSpPr>
      <dsp:spPr>
        <a:xfrm>
          <a:off x="4414301" y="0"/>
          <a:ext cx="2662377" cy="3657600"/>
        </a:xfrm>
        <a:prstGeom prst="rect">
          <a:avLst/>
        </a:prstGeom>
        <a:solidFill>
          <a:schemeClr val="bg1"/>
        </a:solidFill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96012" rIns="0" bIns="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rgbClr val="0D236A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HCG Case Training</a:t>
          </a:r>
        </a:p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rgbClr val="0D236A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Management Consulted</a:t>
          </a:r>
        </a:p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rgbClr val="0D236A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Opportunities</a:t>
          </a:r>
        </a:p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rgbClr val="0D236A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Consulting Advisor</a:t>
          </a:r>
        </a:p>
      </dsp:txBody>
      <dsp:txXfrm>
        <a:off x="4414301" y="0"/>
        <a:ext cx="2662377" cy="3657600"/>
      </dsp:txXfrm>
    </dsp:sp>
    <dsp:sp modelId="{B7A4FB60-EB18-304F-AD2D-B169062E48FF}">
      <dsp:nvSpPr>
        <dsp:cNvPr id="0" name=""/>
        <dsp:cNvSpPr/>
      </dsp:nvSpPr>
      <dsp:spPr>
        <a:xfrm>
          <a:off x="7398308" y="0"/>
          <a:ext cx="3573660" cy="3657600"/>
        </a:xfrm>
        <a:prstGeom prst="roundRect">
          <a:avLst>
            <a:gd name="adj" fmla="val 5000"/>
          </a:avLst>
        </a:prstGeom>
        <a:solidFill>
          <a:schemeClr val="bg1"/>
        </a:solidFill>
        <a:ln w="19050" cap="flat" cmpd="sng" algn="ctr">
          <a:solidFill>
            <a:srgbClr val="0D236A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23444" rIns="160020" bIns="0" numCol="1" spcCol="1270" anchor="t" anchorCtr="0">
          <a:noAutofit/>
        </a:bodyPr>
        <a:lstStyle/>
        <a:p>
          <a:pPr marL="0" lvl="0" indent="0" algn="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i="0" kern="1200" dirty="0">
              <a:solidFill>
                <a:srgbClr val="0D236A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Convert</a:t>
          </a:r>
        </a:p>
      </dsp:txBody>
      <dsp:txXfrm rot="16200000">
        <a:off x="6256058" y="1142249"/>
        <a:ext cx="2999232" cy="714732"/>
      </dsp:txXfrm>
    </dsp:sp>
    <dsp:sp modelId="{4E1D369F-54C3-ED4B-B98F-716265BFC612}">
      <dsp:nvSpPr>
        <dsp:cNvPr id="0" name=""/>
        <dsp:cNvSpPr/>
      </dsp:nvSpPr>
      <dsp:spPr>
        <a:xfrm rot="5400000">
          <a:off x="7147348" y="2868304"/>
          <a:ext cx="537656" cy="536049"/>
        </a:xfrm>
        <a:prstGeom prst="flowChartExtract">
          <a:avLst/>
        </a:prstGeom>
        <a:solidFill>
          <a:srgbClr val="0D236A"/>
        </a:solidFill>
        <a:ln w="19050" cap="flat" cmpd="sng" algn="ctr">
          <a:solidFill>
            <a:srgbClr val="0D236A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E7D093-5E54-614F-8FF5-0465D18230CB}">
      <dsp:nvSpPr>
        <dsp:cNvPr id="0" name=""/>
        <dsp:cNvSpPr/>
      </dsp:nvSpPr>
      <dsp:spPr>
        <a:xfrm>
          <a:off x="8113040" y="0"/>
          <a:ext cx="2662377" cy="3657600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96012" rIns="0" bIns="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rgbClr val="0D236A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Alumni Referrals</a:t>
          </a:r>
        </a:p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rgbClr val="0D236A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Promoters</a:t>
          </a:r>
        </a:p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rgbClr val="0D236A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Formal Recruiting Timelines</a:t>
          </a:r>
        </a:p>
      </dsp:txBody>
      <dsp:txXfrm>
        <a:off x="8113040" y="0"/>
        <a:ext cx="2662377" cy="365760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FC955B-880A-0A4F-8933-F024BF06D0BF}">
      <dsp:nvSpPr>
        <dsp:cNvPr id="0" name=""/>
        <dsp:cNvSpPr/>
      </dsp:nvSpPr>
      <dsp:spPr>
        <a:xfrm>
          <a:off x="0" y="3794902"/>
          <a:ext cx="10972800" cy="622585"/>
        </a:xfrm>
        <a:prstGeom prst="rect">
          <a:avLst/>
        </a:prstGeom>
        <a:solidFill>
          <a:srgbClr val="0D236A"/>
        </a:solidFill>
        <a:ln w="19050" cap="flat" cmpd="sng" algn="ctr">
          <a:solidFill>
            <a:srgbClr val="0D236A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Synthesize</a:t>
          </a:r>
          <a:endParaRPr lang="en-US" sz="1200" b="0" i="0" kern="1200" dirty="0">
            <a:latin typeface="Helvetica Neue Medium" panose="02000503000000020004" pitchFamily="2" charset="0"/>
            <a:ea typeface="Helvetica Neue Medium" panose="02000503000000020004" pitchFamily="2" charset="0"/>
            <a:cs typeface="Helvetica Neue Medium" panose="02000503000000020004" pitchFamily="2" charset="0"/>
          </a:endParaRPr>
        </a:p>
      </dsp:txBody>
      <dsp:txXfrm>
        <a:off x="0" y="3794902"/>
        <a:ext cx="10972800" cy="336196"/>
      </dsp:txXfrm>
    </dsp:sp>
    <dsp:sp modelId="{C811E64D-E279-384B-AFC6-C251718C9591}">
      <dsp:nvSpPr>
        <dsp:cNvPr id="0" name=""/>
        <dsp:cNvSpPr/>
      </dsp:nvSpPr>
      <dsp:spPr>
        <a:xfrm>
          <a:off x="0" y="4133210"/>
          <a:ext cx="5486399" cy="286389"/>
        </a:xfrm>
        <a:prstGeom prst="rect">
          <a:avLst/>
        </a:prstGeom>
        <a:solidFill>
          <a:schemeClr val="bg1">
            <a:lumMod val="95000"/>
            <a:alpha val="9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Deliver hypothesized answer</a:t>
          </a:r>
        </a:p>
      </dsp:txBody>
      <dsp:txXfrm>
        <a:off x="0" y="4133210"/>
        <a:ext cx="5486399" cy="286389"/>
      </dsp:txXfrm>
    </dsp:sp>
    <dsp:sp modelId="{ADB7152B-3285-024B-954C-C422AB6DF6C3}">
      <dsp:nvSpPr>
        <dsp:cNvPr id="0" name=""/>
        <dsp:cNvSpPr/>
      </dsp:nvSpPr>
      <dsp:spPr>
        <a:xfrm>
          <a:off x="5486400" y="4133210"/>
          <a:ext cx="5486399" cy="286389"/>
        </a:xfrm>
        <a:prstGeom prst="rect">
          <a:avLst/>
        </a:prstGeom>
        <a:solidFill>
          <a:schemeClr val="bg1">
            <a:lumMod val="95000"/>
            <a:alpha val="9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Propose next steps</a:t>
          </a:r>
        </a:p>
      </dsp:txBody>
      <dsp:txXfrm>
        <a:off x="5486400" y="4133210"/>
        <a:ext cx="5486399" cy="286389"/>
      </dsp:txXfrm>
    </dsp:sp>
    <dsp:sp modelId="{1EADA16C-5802-F446-AE3E-3EAF311E78E1}">
      <dsp:nvSpPr>
        <dsp:cNvPr id="0" name=""/>
        <dsp:cNvSpPr/>
      </dsp:nvSpPr>
      <dsp:spPr>
        <a:xfrm rot="10800000">
          <a:off x="0" y="2846704"/>
          <a:ext cx="10972800" cy="957536"/>
        </a:xfrm>
        <a:prstGeom prst="upArrowCallout">
          <a:avLst/>
        </a:prstGeom>
        <a:solidFill>
          <a:srgbClr val="0D236A"/>
        </a:solidFill>
        <a:ln w="19050" cap="flat" cmpd="sng" algn="ctr">
          <a:solidFill>
            <a:srgbClr val="0D236A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Ideate</a:t>
          </a:r>
        </a:p>
      </dsp:txBody>
      <dsp:txXfrm rot="-10800000">
        <a:off x="0" y="2846704"/>
        <a:ext cx="10972800" cy="336095"/>
      </dsp:txXfrm>
    </dsp:sp>
    <dsp:sp modelId="{DEE67E0B-8A50-B34D-A92E-D2DD95F0D47E}">
      <dsp:nvSpPr>
        <dsp:cNvPr id="0" name=""/>
        <dsp:cNvSpPr/>
      </dsp:nvSpPr>
      <dsp:spPr>
        <a:xfrm>
          <a:off x="0" y="3182799"/>
          <a:ext cx="5486399" cy="286303"/>
        </a:xfrm>
        <a:prstGeom prst="rect">
          <a:avLst/>
        </a:prstGeom>
        <a:solidFill>
          <a:schemeClr val="bg1">
            <a:lumMod val="95000"/>
            <a:alpha val="9000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Brainstorm solutions</a:t>
          </a:r>
        </a:p>
      </dsp:txBody>
      <dsp:txXfrm>
        <a:off x="0" y="3182799"/>
        <a:ext cx="5486399" cy="286303"/>
      </dsp:txXfrm>
    </dsp:sp>
    <dsp:sp modelId="{A624078C-3050-284F-92F2-62DF5FDD60C3}">
      <dsp:nvSpPr>
        <dsp:cNvPr id="0" name=""/>
        <dsp:cNvSpPr/>
      </dsp:nvSpPr>
      <dsp:spPr>
        <a:xfrm>
          <a:off x="5486400" y="3182799"/>
          <a:ext cx="5486399" cy="286303"/>
        </a:xfrm>
        <a:prstGeom prst="rect">
          <a:avLst/>
        </a:prstGeom>
        <a:solidFill>
          <a:schemeClr val="bg1">
            <a:lumMod val="95000"/>
            <a:alpha val="9000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Evaluate feasibility</a:t>
          </a:r>
        </a:p>
      </dsp:txBody>
      <dsp:txXfrm>
        <a:off x="5486400" y="3182799"/>
        <a:ext cx="5486399" cy="286303"/>
      </dsp:txXfrm>
    </dsp:sp>
    <dsp:sp modelId="{3A92795C-B2A0-C740-A738-66C813E357D9}">
      <dsp:nvSpPr>
        <dsp:cNvPr id="0" name=""/>
        <dsp:cNvSpPr/>
      </dsp:nvSpPr>
      <dsp:spPr>
        <a:xfrm rot="10800000">
          <a:off x="0" y="1898507"/>
          <a:ext cx="10972800" cy="957536"/>
        </a:xfrm>
        <a:prstGeom prst="upArrowCallout">
          <a:avLst/>
        </a:prstGeom>
        <a:solidFill>
          <a:srgbClr val="0D236A"/>
        </a:solidFill>
        <a:ln w="19050" cap="flat" cmpd="sng" algn="ctr">
          <a:solidFill>
            <a:srgbClr val="0D236A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Analyze</a:t>
          </a:r>
        </a:p>
      </dsp:txBody>
      <dsp:txXfrm rot="-10800000">
        <a:off x="0" y="1898507"/>
        <a:ext cx="10972800" cy="336095"/>
      </dsp:txXfrm>
    </dsp:sp>
    <dsp:sp modelId="{96B52B93-4260-4642-A694-B153C1E6A8BD}">
      <dsp:nvSpPr>
        <dsp:cNvPr id="0" name=""/>
        <dsp:cNvSpPr/>
      </dsp:nvSpPr>
      <dsp:spPr>
        <a:xfrm>
          <a:off x="0" y="2234602"/>
          <a:ext cx="5486399" cy="286303"/>
        </a:xfrm>
        <a:prstGeom prst="rect">
          <a:avLst/>
        </a:prstGeom>
        <a:solidFill>
          <a:schemeClr val="bg1">
            <a:lumMod val="95000"/>
            <a:alpha val="9000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Evidence processed into insights</a:t>
          </a:r>
        </a:p>
      </dsp:txBody>
      <dsp:txXfrm>
        <a:off x="0" y="2234602"/>
        <a:ext cx="5486399" cy="286303"/>
      </dsp:txXfrm>
    </dsp:sp>
    <dsp:sp modelId="{C9EF84DC-AA6E-514D-8290-85409E75C2B1}">
      <dsp:nvSpPr>
        <dsp:cNvPr id="0" name=""/>
        <dsp:cNvSpPr/>
      </dsp:nvSpPr>
      <dsp:spPr>
        <a:xfrm>
          <a:off x="5486400" y="2234602"/>
          <a:ext cx="5486399" cy="286303"/>
        </a:xfrm>
        <a:prstGeom prst="rect">
          <a:avLst/>
        </a:prstGeom>
        <a:solidFill>
          <a:schemeClr val="bg1">
            <a:lumMod val="95000"/>
            <a:alpha val="9000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Iterate hypothesis</a:t>
          </a:r>
        </a:p>
      </dsp:txBody>
      <dsp:txXfrm>
        <a:off x="5486400" y="2234602"/>
        <a:ext cx="5486399" cy="286303"/>
      </dsp:txXfrm>
    </dsp:sp>
    <dsp:sp modelId="{D8025BAD-E17F-4841-B4E6-ADE62B63E5B2}">
      <dsp:nvSpPr>
        <dsp:cNvPr id="0" name=""/>
        <dsp:cNvSpPr/>
      </dsp:nvSpPr>
      <dsp:spPr>
        <a:xfrm rot="10800000">
          <a:off x="0" y="950310"/>
          <a:ext cx="10972800" cy="957536"/>
        </a:xfrm>
        <a:prstGeom prst="upArrowCallout">
          <a:avLst/>
        </a:prstGeom>
        <a:solidFill>
          <a:srgbClr val="0D236A"/>
        </a:solidFill>
        <a:ln w="19050" cap="flat" cmpd="sng" algn="ctr">
          <a:solidFill>
            <a:srgbClr val="0D236A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Structure</a:t>
          </a:r>
          <a:endParaRPr lang="en-US" sz="1200" b="0" i="0" kern="1200" dirty="0">
            <a:latin typeface="Helvetica Neue Medium" panose="02000503000000020004" pitchFamily="2" charset="0"/>
            <a:ea typeface="Helvetica Neue Medium" panose="02000503000000020004" pitchFamily="2" charset="0"/>
            <a:cs typeface="Helvetica Neue Medium" panose="02000503000000020004" pitchFamily="2" charset="0"/>
          </a:endParaRPr>
        </a:p>
      </dsp:txBody>
      <dsp:txXfrm rot="-10800000">
        <a:off x="0" y="950310"/>
        <a:ext cx="10972800" cy="336095"/>
      </dsp:txXfrm>
    </dsp:sp>
    <dsp:sp modelId="{A40216FC-9238-FB41-9D2B-EB33D0BEB512}">
      <dsp:nvSpPr>
        <dsp:cNvPr id="0" name=""/>
        <dsp:cNvSpPr/>
      </dsp:nvSpPr>
      <dsp:spPr>
        <a:xfrm>
          <a:off x="0" y="1286405"/>
          <a:ext cx="5486399" cy="286303"/>
        </a:xfrm>
        <a:prstGeom prst="rect">
          <a:avLst/>
        </a:prstGeom>
        <a:solidFill>
          <a:schemeClr val="bg1">
            <a:lumMod val="95000"/>
            <a:alpha val="9000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Break into its components</a:t>
          </a:r>
        </a:p>
      </dsp:txBody>
      <dsp:txXfrm>
        <a:off x="0" y="1286405"/>
        <a:ext cx="5486399" cy="286303"/>
      </dsp:txXfrm>
    </dsp:sp>
    <dsp:sp modelId="{9FFB5284-6A40-C548-8D18-B52FA2FFAFF3}">
      <dsp:nvSpPr>
        <dsp:cNvPr id="0" name=""/>
        <dsp:cNvSpPr/>
      </dsp:nvSpPr>
      <dsp:spPr>
        <a:xfrm>
          <a:off x="5486400" y="1286405"/>
          <a:ext cx="5486399" cy="286303"/>
        </a:xfrm>
        <a:prstGeom prst="rect">
          <a:avLst/>
        </a:prstGeom>
        <a:solidFill>
          <a:schemeClr val="bg1">
            <a:lumMod val="95000"/>
            <a:alpha val="9000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Develop hypothesis</a:t>
          </a:r>
        </a:p>
      </dsp:txBody>
      <dsp:txXfrm>
        <a:off x="5486400" y="1286405"/>
        <a:ext cx="5486399" cy="286303"/>
      </dsp:txXfrm>
    </dsp:sp>
    <dsp:sp modelId="{A8521C68-5E3F-1249-A139-616B742FB092}">
      <dsp:nvSpPr>
        <dsp:cNvPr id="0" name=""/>
        <dsp:cNvSpPr/>
      </dsp:nvSpPr>
      <dsp:spPr>
        <a:xfrm rot="10800000">
          <a:off x="0" y="2112"/>
          <a:ext cx="10972800" cy="957536"/>
        </a:xfrm>
        <a:prstGeom prst="upArrowCallout">
          <a:avLst/>
        </a:prstGeom>
        <a:solidFill>
          <a:srgbClr val="0D236A"/>
        </a:solidFill>
        <a:ln w="19050" cap="flat" cmpd="sng" algn="ctr">
          <a:solidFill>
            <a:srgbClr val="0D236A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Clarify</a:t>
          </a:r>
        </a:p>
      </dsp:txBody>
      <dsp:txXfrm rot="-10800000">
        <a:off x="0" y="2112"/>
        <a:ext cx="10972800" cy="336095"/>
      </dsp:txXfrm>
    </dsp:sp>
    <dsp:sp modelId="{8FE23CDA-8D97-C941-8693-487D6F1240DA}">
      <dsp:nvSpPr>
        <dsp:cNvPr id="0" name=""/>
        <dsp:cNvSpPr/>
      </dsp:nvSpPr>
      <dsp:spPr>
        <a:xfrm>
          <a:off x="0" y="338207"/>
          <a:ext cx="5486399" cy="286303"/>
        </a:xfrm>
        <a:prstGeom prst="rect">
          <a:avLst/>
        </a:prstGeom>
        <a:solidFill>
          <a:schemeClr val="bg1">
            <a:lumMod val="95000"/>
            <a:alpha val="9000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Define the problem</a:t>
          </a:r>
        </a:p>
      </dsp:txBody>
      <dsp:txXfrm>
        <a:off x="0" y="338207"/>
        <a:ext cx="5486399" cy="286303"/>
      </dsp:txXfrm>
    </dsp:sp>
    <dsp:sp modelId="{60EF35D3-170E-2844-A207-A9A624566E43}">
      <dsp:nvSpPr>
        <dsp:cNvPr id="0" name=""/>
        <dsp:cNvSpPr/>
      </dsp:nvSpPr>
      <dsp:spPr>
        <a:xfrm>
          <a:off x="5486400" y="338207"/>
          <a:ext cx="5486399" cy="286303"/>
        </a:xfrm>
        <a:prstGeom prst="rect">
          <a:avLst/>
        </a:prstGeom>
        <a:solidFill>
          <a:schemeClr val="bg1">
            <a:lumMod val="95000"/>
            <a:alpha val="9000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Choose success metrics</a:t>
          </a:r>
        </a:p>
      </dsp:txBody>
      <dsp:txXfrm>
        <a:off x="5486400" y="338207"/>
        <a:ext cx="5486399" cy="286303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D40EF6-C478-CA47-B9E9-FB857D9CE1F9}">
      <dsp:nvSpPr>
        <dsp:cNvPr id="0" name=""/>
        <dsp:cNvSpPr/>
      </dsp:nvSpPr>
      <dsp:spPr>
        <a:xfrm>
          <a:off x="1339" y="0"/>
          <a:ext cx="3482578" cy="4267200"/>
        </a:xfrm>
        <a:prstGeom prst="roundRect">
          <a:avLst>
            <a:gd name="adj" fmla="val 10000"/>
          </a:avLst>
        </a:prstGeom>
        <a:solidFill>
          <a:schemeClr val="bg1">
            <a:lumMod val="95000"/>
          </a:schemeClr>
        </a:solidFill>
        <a:ln>
          <a:solidFill>
            <a:srgbClr val="0D236A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0" i="0" kern="1200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Now</a:t>
          </a:r>
        </a:p>
      </dsp:txBody>
      <dsp:txXfrm>
        <a:off x="1339" y="0"/>
        <a:ext cx="3482578" cy="1280160"/>
      </dsp:txXfrm>
    </dsp:sp>
    <dsp:sp modelId="{5BA6BC12-2E52-2849-8096-A12566AB48B9}">
      <dsp:nvSpPr>
        <dsp:cNvPr id="0" name=""/>
        <dsp:cNvSpPr/>
      </dsp:nvSpPr>
      <dsp:spPr>
        <a:xfrm>
          <a:off x="349597" y="1280524"/>
          <a:ext cx="2786062" cy="838333"/>
        </a:xfrm>
        <a:prstGeom prst="roundRect">
          <a:avLst>
            <a:gd name="adj" fmla="val 10000"/>
          </a:avLst>
        </a:prstGeom>
        <a:solidFill>
          <a:srgbClr val="0D236A"/>
        </a:solidFill>
        <a:ln w="1905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47625" rIns="6350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Get involved in HCG</a:t>
          </a:r>
          <a:endParaRPr lang="en-US" sz="2500" kern="1200" dirty="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sp:txBody>
      <dsp:txXfrm>
        <a:off x="374151" y="1305078"/>
        <a:ext cx="2736954" cy="789225"/>
      </dsp:txXfrm>
    </dsp:sp>
    <dsp:sp modelId="{9B380625-EF3B-C549-A398-B59B57766A25}">
      <dsp:nvSpPr>
        <dsp:cNvPr id="0" name=""/>
        <dsp:cNvSpPr/>
      </dsp:nvSpPr>
      <dsp:spPr>
        <a:xfrm>
          <a:off x="349597" y="2247833"/>
          <a:ext cx="2786062" cy="838333"/>
        </a:xfrm>
        <a:prstGeom prst="roundRect">
          <a:avLst>
            <a:gd name="adj" fmla="val 10000"/>
          </a:avLst>
        </a:prstGeom>
        <a:solidFill>
          <a:srgbClr val="0D236A"/>
        </a:solidFill>
        <a:ln w="1905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47625" rIns="6350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Map target firms</a:t>
          </a:r>
        </a:p>
      </dsp:txBody>
      <dsp:txXfrm>
        <a:off x="374151" y="2272387"/>
        <a:ext cx="2736954" cy="789225"/>
      </dsp:txXfrm>
    </dsp:sp>
    <dsp:sp modelId="{67D41208-EAA2-5E40-A415-A15BC6889D07}">
      <dsp:nvSpPr>
        <dsp:cNvPr id="0" name=""/>
        <dsp:cNvSpPr/>
      </dsp:nvSpPr>
      <dsp:spPr>
        <a:xfrm>
          <a:off x="349597" y="3215141"/>
          <a:ext cx="2786062" cy="838333"/>
        </a:xfrm>
        <a:prstGeom prst="roundRect">
          <a:avLst>
            <a:gd name="adj" fmla="val 10000"/>
          </a:avLst>
        </a:prstGeom>
        <a:solidFill>
          <a:srgbClr val="0D236A"/>
        </a:solidFill>
        <a:ln w="1905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47625" rIns="6350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Review recruiting timelines</a:t>
          </a:r>
        </a:p>
      </dsp:txBody>
      <dsp:txXfrm>
        <a:off x="374151" y="3239695"/>
        <a:ext cx="2736954" cy="789225"/>
      </dsp:txXfrm>
    </dsp:sp>
    <dsp:sp modelId="{3D4F3783-96FE-A041-A303-36E8919DCA3B}">
      <dsp:nvSpPr>
        <dsp:cNvPr id="0" name=""/>
        <dsp:cNvSpPr/>
      </dsp:nvSpPr>
      <dsp:spPr>
        <a:xfrm>
          <a:off x="3745110" y="0"/>
          <a:ext cx="3482578" cy="4267200"/>
        </a:xfrm>
        <a:prstGeom prst="roundRect">
          <a:avLst>
            <a:gd name="adj" fmla="val 10000"/>
          </a:avLst>
        </a:prstGeom>
        <a:solidFill>
          <a:schemeClr val="bg1">
            <a:lumMod val="95000"/>
          </a:schemeClr>
        </a:solidFill>
        <a:ln>
          <a:solidFill>
            <a:srgbClr val="0D236A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0" i="0" kern="1200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Next</a:t>
          </a:r>
        </a:p>
      </dsp:txBody>
      <dsp:txXfrm>
        <a:off x="3745110" y="0"/>
        <a:ext cx="3482578" cy="1280160"/>
      </dsp:txXfrm>
    </dsp:sp>
    <dsp:sp modelId="{D5D63407-187D-7E47-83FC-052235C5168D}">
      <dsp:nvSpPr>
        <dsp:cNvPr id="0" name=""/>
        <dsp:cNvSpPr/>
      </dsp:nvSpPr>
      <dsp:spPr>
        <a:xfrm>
          <a:off x="4093368" y="1281410"/>
          <a:ext cx="2786062" cy="1286619"/>
        </a:xfrm>
        <a:prstGeom prst="roundRect">
          <a:avLst>
            <a:gd name="adj" fmla="val 10000"/>
          </a:avLst>
        </a:prstGeom>
        <a:solidFill>
          <a:srgbClr val="0D236A"/>
        </a:solidFill>
        <a:ln w="1905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47625" rIns="6350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Draft 3-4 leadership/impact stories</a:t>
          </a:r>
        </a:p>
      </dsp:txBody>
      <dsp:txXfrm>
        <a:off x="4131052" y="1319094"/>
        <a:ext cx="2710694" cy="1211251"/>
      </dsp:txXfrm>
    </dsp:sp>
    <dsp:sp modelId="{9C9993BF-A05E-2349-AD95-F38AF012DA1C}">
      <dsp:nvSpPr>
        <dsp:cNvPr id="0" name=""/>
        <dsp:cNvSpPr/>
      </dsp:nvSpPr>
      <dsp:spPr>
        <a:xfrm>
          <a:off x="4093368" y="2765970"/>
          <a:ext cx="2786062" cy="1286619"/>
        </a:xfrm>
        <a:prstGeom prst="roundRect">
          <a:avLst>
            <a:gd name="adj" fmla="val 10000"/>
          </a:avLst>
        </a:prstGeom>
        <a:solidFill>
          <a:srgbClr val="0D236A"/>
        </a:solidFill>
        <a:ln w="1905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47625" rIns="6350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Reach out to alumni</a:t>
          </a:r>
        </a:p>
      </dsp:txBody>
      <dsp:txXfrm>
        <a:off x="4131052" y="2803654"/>
        <a:ext cx="2710694" cy="1211251"/>
      </dsp:txXfrm>
    </dsp:sp>
    <dsp:sp modelId="{A3E4452F-C8E9-B043-A1AD-2FC873D2CBA8}">
      <dsp:nvSpPr>
        <dsp:cNvPr id="0" name=""/>
        <dsp:cNvSpPr/>
      </dsp:nvSpPr>
      <dsp:spPr>
        <a:xfrm>
          <a:off x="7488882" y="0"/>
          <a:ext cx="3482578" cy="4267200"/>
        </a:xfrm>
        <a:prstGeom prst="roundRect">
          <a:avLst>
            <a:gd name="adj" fmla="val 10000"/>
          </a:avLst>
        </a:prstGeom>
        <a:solidFill>
          <a:schemeClr val="bg1">
            <a:lumMod val="95000"/>
          </a:schemeClr>
        </a:solidFill>
        <a:ln>
          <a:solidFill>
            <a:srgbClr val="0D236A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0" i="0" kern="1200" dirty="0"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</a:rPr>
            <a:t>Future</a:t>
          </a:r>
        </a:p>
      </dsp:txBody>
      <dsp:txXfrm>
        <a:off x="7488882" y="0"/>
        <a:ext cx="3482578" cy="1280160"/>
      </dsp:txXfrm>
    </dsp:sp>
    <dsp:sp modelId="{6930B1EC-F409-974E-A415-24FA125E2178}">
      <dsp:nvSpPr>
        <dsp:cNvPr id="0" name=""/>
        <dsp:cNvSpPr/>
      </dsp:nvSpPr>
      <dsp:spPr>
        <a:xfrm>
          <a:off x="7837140" y="1280524"/>
          <a:ext cx="2786062" cy="838333"/>
        </a:xfrm>
        <a:prstGeom prst="roundRect">
          <a:avLst>
            <a:gd name="adj" fmla="val 10000"/>
          </a:avLst>
        </a:prstGeom>
        <a:solidFill>
          <a:srgbClr val="0D236A"/>
        </a:solidFill>
        <a:ln w="1905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47625" rIns="6350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Case interview reps</a:t>
          </a:r>
        </a:p>
      </dsp:txBody>
      <dsp:txXfrm>
        <a:off x="7861694" y="1305078"/>
        <a:ext cx="2736954" cy="789225"/>
      </dsp:txXfrm>
    </dsp:sp>
    <dsp:sp modelId="{AD62CEDC-7B52-0542-92C0-3E4D244D1B4A}">
      <dsp:nvSpPr>
        <dsp:cNvPr id="0" name=""/>
        <dsp:cNvSpPr/>
      </dsp:nvSpPr>
      <dsp:spPr>
        <a:xfrm>
          <a:off x="7837140" y="2247833"/>
          <a:ext cx="2786062" cy="838333"/>
        </a:xfrm>
        <a:prstGeom prst="roundRect">
          <a:avLst>
            <a:gd name="adj" fmla="val 10000"/>
          </a:avLst>
        </a:prstGeom>
        <a:solidFill>
          <a:srgbClr val="0D236A"/>
        </a:solidFill>
        <a:ln w="1905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47625" rIns="6350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Practice core skills</a:t>
          </a:r>
        </a:p>
      </dsp:txBody>
      <dsp:txXfrm>
        <a:off x="7861694" y="2272387"/>
        <a:ext cx="2736954" cy="789225"/>
      </dsp:txXfrm>
    </dsp:sp>
    <dsp:sp modelId="{C57AE297-A217-974F-92BE-DD6D8E57489E}">
      <dsp:nvSpPr>
        <dsp:cNvPr id="0" name=""/>
        <dsp:cNvSpPr/>
      </dsp:nvSpPr>
      <dsp:spPr>
        <a:xfrm>
          <a:off x="7837140" y="3215141"/>
          <a:ext cx="2786062" cy="838333"/>
        </a:xfrm>
        <a:prstGeom prst="roundRect">
          <a:avLst>
            <a:gd name="adj" fmla="val 10000"/>
          </a:avLst>
        </a:prstGeom>
        <a:solidFill>
          <a:srgbClr val="0D236A"/>
        </a:solidFill>
        <a:ln w="1905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47625" rIns="6350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Work on resumes and applications</a:t>
          </a:r>
        </a:p>
      </dsp:txBody>
      <dsp:txXfrm>
        <a:off x="7861694" y="3239695"/>
        <a:ext cx="2736954" cy="7892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Process7">
  <dgm:title val=""/>
  <dgm:desc val=""/>
  <dgm:catLst>
    <dgm:cat type="process" pri="21000"/>
    <dgm:cat type="lis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ch" forName="hSp" refType="w" refFor="ch" refForName="compositeNode" fact="-0.035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-0.08"/>
      <dgm:constr type="primFontSz" for="des" forName="parentNode" op="equ"/>
      <dgm:constr type="primFontSz" for="des" forName="childNode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hoose name="Name5">
          <dgm:if name="Name6" func="var" arg="dir" op="equ" val="norm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l" for="ch" forName="bgRect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l" for="ch" forName="parentNode"/>
              <dgm:constr type="r" for="ch" forName="childNode" refType="r" refFor="ch" refForName="bgRect" fact="0.945"/>
              <dgm:constr type="h" for="ch" forName="childNode" refType="h" refFor="ch" refForName="bgRect" op="equ"/>
              <dgm:constr type="t" for="ch" forName="childNode"/>
              <dgm:constr type="l" for="ch" forName="childNode" refType="r" refFor="ch" refForName="parentNode"/>
            </dgm:constrLst>
          </dgm:if>
          <dgm:else name="Name7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r" for="ch" forName="bgRect" refType="w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r" for="ch" forName="parentNode" refType="w"/>
              <dgm:constr type="h" for="ch" forName="childNode" refType="h" refFor="ch" refForName="bgRect"/>
              <dgm:constr type="t" for="ch" forName="childNode"/>
              <dgm:constr type="r" for="ch" forName="childNode" refType="l" refFor="ch" refForName="parentNode"/>
              <dgm:constr type="l" for="ch" forName="childNode" refType="w" refFor="ch" refForName="bgRect" fact="0.055"/>
            </dgm:constrLst>
          </dgm:else>
        </dgm:choose>
        <dgm:ruleLst>
          <dgm:rule type="w" for="ch" forName="childNode" val="NaN" fact="NaN" max="30"/>
        </dgm:ruleLst>
        <dgm:layoutNode name="bgRect" styleLbl="node1">
          <dgm:alg type="sp"/>
          <dgm:shape xmlns:r="http://schemas.openxmlformats.org/officeDocument/2006/relationships" type="roundRect" r:blip="" zOrderOff="-1">
            <dgm:adjLst>
              <dgm:adj idx="1" val="0.05"/>
            </dgm:adjLst>
          </dgm:shape>
          <dgm:presOf axis="self"/>
          <dgm:constrLst/>
          <dgm:ruleLst/>
        </dgm:layoutNode>
        <dgm:layoutNode name="parentNode" styleLbl="node1">
          <dgm:varLst>
            <dgm:chMax val="0"/>
            <dgm:bulletEnabled val="1"/>
          </dgm:varLst>
          <dgm:presOf axis="self"/>
          <dgm:choose name="Name8">
            <dgm:if name="Name9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 hideGeom="1">
                <dgm:adjLst/>
              </dgm:shape>
              <dgm:constrLst>
                <dgm:constr type="primFontSz" val="65"/>
                <dgm:constr type="lMarg"/>
                <dgm:constr type="rMarg" refType="primFontSz" fact="0.35"/>
                <dgm:constr type="tMarg" refType="primFontSz" fact="0.27"/>
                <dgm:constr type="bMarg"/>
              </dgm:constrLst>
            </dgm:if>
            <dgm:else name="Name10">
              <dgm:alg type="tx">
                <dgm:param type="autoTxRot" val="grav"/>
                <dgm:param type="txAnchorVert" val="t"/>
                <dgm:param type="parTxLTRAlign" val="l"/>
                <dgm:param type="parTxRTLAlign" val="l"/>
              </dgm:alg>
              <dgm:shape xmlns:r="http://schemas.openxmlformats.org/officeDocument/2006/relationships" rot="90" type="rect" r:blip="" hideGeom="1">
                <dgm:adjLst/>
              </dgm:shape>
              <dgm:constrLst>
                <dgm:constr type="primFontSz" val="65"/>
                <dgm:constr type="lMarg" refType="primFontSz" fact="0.35"/>
                <dgm:constr type="rMarg"/>
                <dgm:constr type="tMarg" refType="primFontSz" fact="0.27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choose name="Name11">
          <dgm:if name="Name12" axis="ch" ptType="node" func="cnt" op="gte" val="1">
            <dgm:layoutNode name="childNode" styleLbl="node1" moveWith="bgRect">
              <dgm:varLst>
                <dgm:bulletEnabled val="1"/>
              </dgm:varLst>
              <dgm:alg type="tx">
                <dgm:param type="parTxLTRAlign" val="l"/>
                <dgm:param type="parTxRTLAlign" val="r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des" ptType="node"/>
              <dgm:constrLst>
                <dgm:constr type="primFontSz" val="65"/>
                <dgm:constr type="lMarg"/>
                <dgm:constr type="bMarg"/>
                <dgm:constr type="tMarg" refType="primFontSz" fact="0.27"/>
                <dgm:constr type="rMarg"/>
              </dgm:constrLst>
              <dgm:ruleLst>
                <dgm:rule type="prim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h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vProcSp" moveWith="bgRec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vSp1" refType="w"/>
            <dgm:constr type="w" for="ch" forName="simulatedConn" refType="w"/>
            <dgm:constr type="w" for="ch" forName="vSp2" refType="w"/>
          </dgm:constrLst>
          <dgm:ruleLst/>
          <dgm:layoutNode name="vSp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imulatedConn" styleLbl="solidFgAcc1">
            <dgm:alg type="sp"/>
            <dgm:choose name="Name15">
              <dgm:if name="Name16" func="var" arg="dir" op="equ" val="norm">
                <dgm:shape xmlns:r="http://schemas.openxmlformats.org/officeDocument/2006/relationships" rot="90" type="flowChartExtract" r:blip="">
                  <dgm:adjLst/>
                </dgm:shape>
              </dgm:if>
              <dgm:else name="Name17">
                <dgm:shape xmlns:r="http://schemas.openxmlformats.org/officeDocument/2006/relationships" rot="-90" type="flowChartExtract" r:blip="">
                  <dgm:adjLst/>
                </dgm:shape>
              </dgm:else>
            </dgm:choose>
            <dgm:presOf/>
            <dgm:constrLst/>
            <dgm:ruleLst/>
          </dgm:layoutNode>
          <dgm:layoutNode name="vSp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409342-4ABC-FD44-A768-31DD4FFCCEF3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943EEC-B675-3D46-BC26-9089B662A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953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943EEC-B675-3D46-BC26-9089B662ABD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4366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943EEC-B675-3D46-BC26-9089B662ABD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423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gradFill>
          <a:gsLst>
            <a:gs pos="0">
              <a:srgbClr val="0C2670">
                <a:lumMod val="45000"/>
              </a:srgbClr>
            </a:gs>
            <a:gs pos="50000">
              <a:srgbClr val="0C2670">
                <a:lumMod val="95807"/>
              </a:srgb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64378-F5C1-9386-69CF-BC27215241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1671096"/>
            <a:ext cx="4572000" cy="2283221"/>
          </a:xfrm>
        </p:spPr>
        <p:txBody>
          <a:bodyPr anchor="ctr">
            <a:noAutofit/>
          </a:bodyPr>
          <a:lstStyle>
            <a:lvl1pPr algn="l">
              <a:defRPr sz="4800" b="1" i="0">
                <a:solidFill>
                  <a:schemeClr val="bg1"/>
                </a:solidFill>
                <a:latin typeface="Baskerville SemiBold" panose="02020502070401020303" pitchFamily="18" charset="0"/>
                <a:ea typeface="Baskerville SemiBold" panose="020205020704010203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1E6273-49AD-8EEE-F276-ACA8830E56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4026730"/>
            <a:ext cx="4572000" cy="1160173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Helvetica Neue UltraLight" panose="02000206000000020004" pitchFamily="2" charset="0"/>
                <a:ea typeface="Helvetica Neue UltraLight" panose="02000206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2FEF1122-E22D-AA6B-99C9-49180480D4C7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609600" y="5259315"/>
            <a:ext cx="4572000" cy="365125"/>
          </a:xfrm>
          <a:prstGeom prst="rect">
            <a:avLst/>
          </a:prstGeom>
        </p:spPr>
        <p:txBody>
          <a:bodyPr/>
          <a:lstStyle>
            <a:lvl1pPr>
              <a:defRPr sz="2000" b="0" i="1">
                <a:solidFill>
                  <a:schemeClr val="bg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</a:lstStyle>
          <a:p>
            <a:endParaRPr lang="en-US" dirty="0"/>
          </a:p>
        </p:txBody>
      </p:sp>
      <p:pic>
        <p:nvPicPr>
          <p:cNvPr id="486" name="Picture 485">
            <a:extLst>
              <a:ext uri="{FF2B5EF4-FFF2-40B4-BE49-F238E27FC236}">
                <a16:creationId xmlns:a16="http://schemas.microsoft.com/office/drawing/2014/main" id="{A044250D-0DA9-36CF-0CB6-B4332794E8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38503" y="304800"/>
            <a:ext cx="1769308" cy="581299"/>
          </a:xfrm>
          <a:prstGeom prst="rect">
            <a:avLst/>
          </a:prstGeom>
        </p:spPr>
      </p:pic>
      <p:grpSp>
        <p:nvGrpSpPr>
          <p:cNvPr id="1040" name="Group 1039">
            <a:extLst>
              <a:ext uri="{FF2B5EF4-FFF2-40B4-BE49-F238E27FC236}">
                <a16:creationId xmlns:a16="http://schemas.microsoft.com/office/drawing/2014/main" id="{9EFFBEDF-F15C-A60B-3B5E-03D9EB2BC1DC}"/>
              </a:ext>
            </a:extLst>
          </p:cNvPr>
          <p:cNvGrpSpPr/>
          <p:nvPr userDrawn="1"/>
        </p:nvGrpSpPr>
        <p:grpSpPr>
          <a:xfrm rot="5400000">
            <a:off x="4991100" y="-1562100"/>
            <a:ext cx="8763000" cy="8382000"/>
            <a:chOff x="5404362" y="509310"/>
            <a:chExt cx="4969201" cy="4917948"/>
          </a:xfrm>
        </p:grpSpPr>
        <p:sp>
          <p:nvSpPr>
            <p:cNvPr id="924" name="Freeform 923">
              <a:extLst>
                <a:ext uri="{FF2B5EF4-FFF2-40B4-BE49-F238E27FC236}">
                  <a16:creationId xmlns:a16="http://schemas.microsoft.com/office/drawing/2014/main" id="{7A3F3D6D-9553-F134-25C4-ED90DB069FA6}"/>
                </a:ext>
              </a:extLst>
            </p:cNvPr>
            <p:cNvSpPr/>
            <p:nvPr userDrawn="1"/>
          </p:nvSpPr>
          <p:spPr>
            <a:xfrm rot="16200000">
              <a:off x="5437563" y="476109"/>
              <a:ext cx="2615867" cy="2682270"/>
            </a:xfrm>
            <a:custGeom>
              <a:avLst/>
              <a:gdLst>
                <a:gd name="csX0" fmla="*/ 1893 w 3484511"/>
                <a:gd name="csY0" fmla="*/ 3509215 h 3511799"/>
                <a:gd name="csX1" fmla="*/ 1514170 w 3484511"/>
                <a:gd name="csY1" fmla="*/ 1703861 h 3511799"/>
                <a:gd name="csX2" fmla="*/ 2029985 w 3484511"/>
                <a:gd name="csY2" fmla="*/ 226753 h 3511799"/>
                <a:gd name="csX3" fmla="*/ 3378139 w 3484511"/>
                <a:gd name="csY3" fmla="*/ 144692 h 3511799"/>
                <a:gd name="csX4" fmla="*/ 3225739 w 3484511"/>
                <a:gd name="csY4" fmla="*/ 1586630 h 3511799"/>
                <a:gd name="csX5" fmla="*/ 1854139 w 3484511"/>
                <a:gd name="csY5" fmla="*/ 2090723 h 3511799"/>
                <a:gd name="csX6" fmla="*/ 1893 w 3484511"/>
                <a:gd name="csY6" fmla="*/ 3509215 h 3511799"/>
                <a:gd name="csX0" fmla="*/ 1352 w 4094215"/>
                <a:gd name="csY0" fmla="*/ 4103738 h 4105568"/>
                <a:gd name="csX1" fmla="*/ 2123874 w 4094215"/>
                <a:gd name="csY1" fmla="*/ 1703861 h 4105568"/>
                <a:gd name="csX2" fmla="*/ 2639689 w 4094215"/>
                <a:gd name="csY2" fmla="*/ 226753 h 4105568"/>
                <a:gd name="csX3" fmla="*/ 3987843 w 4094215"/>
                <a:gd name="csY3" fmla="*/ 144692 h 4105568"/>
                <a:gd name="csX4" fmla="*/ 3835443 w 4094215"/>
                <a:gd name="csY4" fmla="*/ 1586630 h 4105568"/>
                <a:gd name="csX5" fmla="*/ 2463843 w 4094215"/>
                <a:gd name="csY5" fmla="*/ 2090723 h 4105568"/>
                <a:gd name="csX6" fmla="*/ 1352 w 4094215"/>
                <a:gd name="csY6" fmla="*/ 4103738 h 4105568"/>
                <a:gd name="csX0" fmla="*/ 1978 w 4094841"/>
                <a:gd name="csY0" fmla="*/ 4101966 h 4104114"/>
                <a:gd name="csX1" fmla="*/ 2058783 w 4094841"/>
                <a:gd name="csY1" fmla="*/ 1668597 h 4104114"/>
                <a:gd name="csX2" fmla="*/ 2640315 w 4094841"/>
                <a:gd name="csY2" fmla="*/ 224981 h 4104114"/>
                <a:gd name="csX3" fmla="*/ 3988469 w 4094841"/>
                <a:gd name="csY3" fmla="*/ 142920 h 4104114"/>
                <a:gd name="csX4" fmla="*/ 3836069 w 4094841"/>
                <a:gd name="csY4" fmla="*/ 1584858 h 4104114"/>
                <a:gd name="csX5" fmla="*/ 2464469 w 4094841"/>
                <a:gd name="csY5" fmla="*/ 2088951 h 4104114"/>
                <a:gd name="csX6" fmla="*/ 1978 w 4094841"/>
                <a:gd name="csY6" fmla="*/ 4101966 h 4104114"/>
                <a:gd name="csX0" fmla="*/ 1943 w 4132359"/>
                <a:gd name="csY0" fmla="*/ 3750277 h 3752868"/>
                <a:gd name="csX1" fmla="*/ 2096301 w 4132359"/>
                <a:gd name="csY1" fmla="*/ 1668597 h 3752868"/>
                <a:gd name="csX2" fmla="*/ 2677833 w 4132359"/>
                <a:gd name="csY2" fmla="*/ 224981 h 3752868"/>
                <a:gd name="csX3" fmla="*/ 4025987 w 4132359"/>
                <a:gd name="csY3" fmla="*/ 142920 h 3752868"/>
                <a:gd name="csX4" fmla="*/ 3873587 w 4132359"/>
                <a:gd name="csY4" fmla="*/ 1584858 h 3752868"/>
                <a:gd name="csX5" fmla="*/ 2501987 w 4132359"/>
                <a:gd name="csY5" fmla="*/ 2088951 h 3752868"/>
                <a:gd name="csX6" fmla="*/ 1943 w 4132359"/>
                <a:gd name="csY6" fmla="*/ 3750277 h 3752868"/>
                <a:gd name="csX0" fmla="*/ 7123 w 4137539"/>
                <a:gd name="csY0" fmla="*/ 3776554 h 3776601"/>
                <a:gd name="csX1" fmla="*/ 1782278 w 4137539"/>
                <a:gd name="csY1" fmla="*/ 2163796 h 3776601"/>
                <a:gd name="csX2" fmla="*/ 2683013 w 4137539"/>
                <a:gd name="csY2" fmla="*/ 251258 h 3776601"/>
                <a:gd name="csX3" fmla="*/ 4031167 w 4137539"/>
                <a:gd name="csY3" fmla="*/ 169197 h 3776601"/>
                <a:gd name="csX4" fmla="*/ 3878767 w 4137539"/>
                <a:gd name="csY4" fmla="*/ 1611135 h 3776601"/>
                <a:gd name="csX5" fmla="*/ 2507167 w 4137539"/>
                <a:gd name="csY5" fmla="*/ 2115228 h 3776601"/>
                <a:gd name="csX6" fmla="*/ 7123 w 4137539"/>
                <a:gd name="csY6" fmla="*/ 3776554 h 3776601"/>
                <a:gd name="csX0" fmla="*/ 25 w 4130441"/>
                <a:gd name="csY0" fmla="*/ 3776554 h 3776586"/>
                <a:gd name="csX1" fmla="*/ 1775180 w 4130441"/>
                <a:gd name="csY1" fmla="*/ 2163796 h 3776586"/>
                <a:gd name="csX2" fmla="*/ 2675915 w 4130441"/>
                <a:gd name="csY2" fmla="*/ 251258 h 3776586"/>
                <a:gd name="csX3" fmla="*/ 4024069 w 4130441"/>
                <a:gd name="csY3" fmla="*/ 169197 h 3776586"/>
                <a:gd name="csX4" fmla="*/ 3871669 w 4130441"/>
                <a:gd name="csY4" fmla="*/ 1611135 h 3776586"/>
                <a:gd name="csX5" fmla="*/ 1814719 w 4130441"/>
                <a:gd name="csY5" fmla="*/ 2207339 h 3776586"/>
                <a:gd name="csX6" fmla="*/ 25 w 4130441"/>
                <a:gd name="csY6" fmla="*/ 3776554 h 3776586"/>
                <a:gd name="csX0" fmla="*/ 25 w 4130441"/>
                <a:gd name="csY0" fmla="*/ 3776554 h 3776589"/>
                <a:gd name="csX1" fmla="*/ 1775180 w 4130441"/>
                <a:gd name="csY1" fmla="*/ 2163796 h 3776589"/>
                <a:gd name="csX2" fmla="*/ 2675915 w 4130441"/>
                <a:gd name="csY2" fmla="*/ 251258 h 3776589"/>
                <a:gd name="csX3" fmla="*/ 4024069 w 4130441"/>
                <a:gd name="csY3" fmla="*/ 169197 h 3776589"/>
                <a:gd name="csX4" fmla="*/ 3871669 w 4130441"/>
                <a:gd name="csY4" fmla="*/ 1611135 h 3776589"/>
                <a:gd name="csX5" fmla="*/ 1814719 w 4130441"/>
                <a:gd name="csY5" fmla="*/ 2207339 h 3776589"/>
                <a:gd name="csX6" fmla="*/ 25 w 4130441"/>
                <a:gd name="csY6" fmla="*/ 3776554 h 3776589"/>
                <a:gd name="csX0" fmla="*/ 25 w 3957457"/>
                <a:gd name="csY0" fmla="*/ 3611866 h 3611901"/>
                <a:gd name="csX1" fmla="*/ 1775180 w 3957457"/>
                <a:gd name="csY1" fmla="*/ 1999108 h 3611901"/>
                <a:gd name="csX2" fmla="*/ 2675915 w 3957457"/>
                <a:gd name="csY2" fmla="*/ 86570 h 3611901"/>
                <a:gd name="csX3" fmla="*/ 3554650 w 3957457"/>
                <a:gd name="csY3" fmla="*/ 439934 h 3611901"/>
                <a:gd name="csX4" fmla="*/ 3871669 w 3957457"/>
                <a:gd name="csY4" fmla="*/ 1446447 h 3611901"/>
                <a:gd name="csX5" fmla="*/ 1814719 w 3957457"/>
                <a:gd name="csY5" fmla="*/ 2042651 h 3611901"/>
                <a:gd name="csX6" fmla="*/ 25 w 3957457"/>
                <a:gd name="csY6" fmla="*/ 3611866 h 3611901"/>
                <a:gd name="csX0" fmla="*/ 25 w 3957253"/>
                <a:gd name="csY0" fmla="*/ 3368639 h 3368674"/>
                <a:gd name="csX1" fmla="*/ 1775180 w 3957253"/>
                <a:gd name="csY1" fmla="*/ 1755881 h 3368674"/>
                <a:gd name="csX2" fmla="*/ 2685304 w 3957253"/>
                <a:gd name="csY2" fmla="*/ 144791 h 3368674"/>
                <a:gd name="csX3" fmla="*/ 3554650 w 3957253"/>
                <a:gd name="csY3" fmla="*/ 196707 h 3368674"/>
                <a:gd name="csX4" fmla="*/ 3871669 w 3957253"/>
                <a:gd name="csY4" fmla="*/ 1203220 h 3368674"/>
                <a:gd name="csX5" fmla="*/ 1814719 w 3957253"/>
                <a:gd name="csY5" fmla="*/ 1799424 h 3368674"/>
                <a:gd name="csX6" fmla="*/ 25 w 3957253"/>
                <a:gd name="csY6" fmla="*/ 3368639 h 3368674"/>
                <a:gd name="csX0" fmla="*/ 25 w 3705517"/>
                <a:gd name="csY0" fmla="*/ 3358570 h 3358603"/>
                <a:gd name="csX1" fmla="*/ 1775180 w 3705517"/>
                <a:gd name="csY1" fmla="*/ 1745812 h 3358603"/>
                <a:gd name="csX2" fmla="*/ 2685304 w 3705517"/>
                <a:gd name="csY2" fmla="*/ 134722 h 3358603"/>
                <a:gd name="csX3" fmla="*/ 3554650 w 3705517"/>
                <a:gd name="csY3" fmla="*/ 186638 h 3358603"/>
                <a:gd name="csX4" fmla="*/ 3552464 w 3705517"/>
                <a:gd name="csY4" fmla="*/ 975438 h 3358603"/>
                <a:gd name="csX5" fmla="*/ 1814719 w 3705517"/>
                <a:gd name="csY5" fmla="*/ 1789355 h 3358603"/>
                <a:gd name="csX6" fmla="*/ 25 w 3705517"/>
                <a:gd name="csY6" fmla="*/ 3358570 h 3358603"/>
                <a:gd name="csX0" fmla="*/ 2290 w 3707782"/>
                <a:gd name="csY0" fmla="*/ 3305196 h 3314287"/>
                <a:gd name="csX1" fmla="*/ 2199921 w 3707782"/>
                <a:gd name="csY1" fmla="*/ 955568 h 3314287"/>
                <a:gd name="csX2" fmla="*/ 2687569 w 3707782"/>
                <a:gd name="csY2" fmla="*/ 81348 h 3314287"/>
                <a:gd name="csX3" fmla="*/ 3556915 w 3707782"/>
                <a:gd name="csY3" fmla="*/ 133264 h 3314287"/>
                <a:gd name="csX4" fmla="*/ 3554729 w 3707782"/>
                <a:gd name="csY4" fmla="*/ 922064 h 3314287"/>
                <a:gd name="csX5" fmla="*/ 1816984 w 3707782"/>
                <a:gd name="csY5" fmla="*/ 1735981 h 3314287"/>
                <a:gd name="csX6" fmla="*/ 2290 w 3707782"/>
                <a:gd name="csY6" fmla="*/ 3305196 h 3314287"/>
                <a:gd name="csX0" fmla="*/ 377 w 3705869"/>
                <a:gd name="csY0" fmla="*/ 3305196 h 3313168"/>
                <a:gd name="csX1" fmla="*/ 2198008 w 3705869"/>
                <a:gd name="csY1" fmla="*/ 955568 h 3313168"/>
                <a:gd name="csX2" fmla="*/ 2685656 w 3705869"/>
                <a:gd name="csY2" fmla="*/ 81348 h 3313168"/>
                <a:gd name="csX3" fmla="*/ 3555002 w 3705869"/>
                <a:gd name="csY3" fmla="*/ 133264 h 3313168"/>
                <a:gd name="csX4" fmla="*/ 3552816 w 3705869"/>
                <a:gd name="csY4" fmla="*/ 922064 h 3313168"/>
                <a:gd name="csX5" fmla="*/ 2378375 w 3705869"/>
                <a:gd name="csY5" fmla="*/ 1694113 h 3313168"/>
                <a:gd name="csX6" fmla="*/ 377 w 3705869"/>
                <a:gd name="csY6" fmla="*/ 3305196 h 3313168"/>
                <a:gd name="csX0" fmla="*/ 377 w 3705869"/>
                <a:gd name="csY0" fmla="*/ 3305196 h 3311216"/>
                <a:gd name="csX1" fmla="*/ 2198008 w 3705869"/>
                <a:gd name="csY1" fmla="*/ 955568 h 3311216"/>
                <a:gd name="csX2" fmla="*/ 2685656 w 3705869"/>
                <a:gd name="csY2" fmla="*/ 81348 h 3311216"/>
                <a:gd name="csX3" fmla="*/ 3555002 w 3705869"/>
                <a:gd name="csY3" fmla="*/ 133264 h 3311216"/>
                <a:gd name="csX4" fmla="*/ 3552816 w 3705869"/>
                <a:gd name="csY4" fmla="*/ 922064 h 3311216"/>
                <a:gd name="csX5" fmla="*/ 2378375 w 3705869"/>
                <a:gd name="csY5" fmla="*/ 1694113 h 3311216"/>
                <a:gd name="csX6" fmla="*/ 377 w 3705869"/>
                <a:gd name="csY6" fmla="*/ 3305196 h 3311216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31250"/>
                <a:gd name="csY0" fmla="*/ 3306034 h 3313991"/>
                <a:gd name="csX1" fmla="*/ 2198008 w 4431250"/>
                <a:gd name="csY1" fmla="*/ 956406 h 3313991"/>
                <a:gd name="csX2" fmla="*/ 2685656 w 4431250"/>
                <a:gd name="csY2" fmla="*/ 82186 h 3313991"/>
                <a:gd name="csX3" fmla="*/ 3555002 w 4431250"/>
                <a:gd name="csY3" fmla="*/ 134102 h 3313991"/>
                <a:gd name="csX4" fmla="*/ 4425936 w 4431250"/>
                <a:gd name="csY4" fmla="*/ 939649 h 3313991"/>
                <a:gd name="csX5" fmla="*/ 2378375 w 4431250"/>
                <a:gd name="csY5" fmla="*/ 1694951 h 3313991"/>
                <a:gd name="csX6" fmla="*/ 377 w 4431250"/>
                <a:gd name="csY6" fmla="*/ 3306034 h 3313991"/>
                <a:gd name="csX0" fmla="*/ 377 w 4425936"/>
                <a:gd name="csY0" fmla="*/ 3306034 h 3313991"/>
                <a:gd name="csX1" fmla="*/ 2198008 w 4425936"/>
                <a:gd name="csY1" fmla="*/ 956406 h 3313991"/>
                <a:gd name="csX2" fmla="*/ 2685656 w 4425936"/>
                <a:gd name="csY2" fmla="*/ 82186 h 3313991"/>
                <a:gd name="csX3" fmla="*/ 3555002 w 4425936"/>
                <a:gd name="csY3" fmla="*/ 134102 h 3313991"/>
                <a:gd name="csX4" fmla="*/ 4425936 w 4425936"/>
                <a:gd name="csY4" fmla="*/ 939649 h 3313991"/>
                <a:gd name="csX5" fmla="*/ 2378375 w 4425936"/>
                <a:gd name="csY5" fmla="*/ 1694951 h 3313991"/>
                <a:gd name="csX6" fmla="*/ 377 w 4425936"/>
                <a:gd name="csY6" fmla="*/ 3306034 h 3313991"/>
                <a:gd name="csX0" fmla="*/ 377 w 4472878"/>
                <a:gd name="csY0" fmla="*/ 3303952 h 3311947"/>
                <a:gd name="csX1" fmla="*/ 2198008 w 4472878"/>
                <a:gd name="csY1" fmla="*/ 954324 h 3311947"/>
                <a:gd name="csX2" fmla="*/ 2685656 w 4472878"/>
                <a:gd name="csY2" fmla="*/ 80104 h 3311947"/>
                <a:gd name="csX3" fmla="*/ 3555002 w 4472878"/>
                <a:gd name="csY3" fmla="*/ 132020 h 3311947"/>
                <a:gd name="csX4" fmla="*/ 4472878 w 4472878"/>
                <a:gd name="csY4" fmla="*/ 895700 h 3311947"/>
                <a:gd name="csX5" fmla="*/ 2378375 w 4472878"/>
                <a:gd name="csY5" fmla="*/ 1692869 h 3311947"/>
                <a:gd name="csX6" fmla="*/ 377 w 4472878"/>
                <a:gd name="csY6" fmla="*/ 3303952 h 3311947"/>
                <a:gd name="csX0" fmla="*/ 377 w 4472878"/>
                <a:gd name="csY0" fmla="*/ 3489034 h 3497029"/>
                <a:gd name="csX1" fmla="*/ 2198008 w 4472878"/>
                <a:gd name="csY1" fmla="*/ 1139406 h 3497029"/>
                <a:gd name="csX2" fmla="*/ 2685656 w 4472878"/>
                <a:gd name="csY2" fmla="*/ 265186 h 3497029"/>
                <a:gd name="csX3" fmla="*/ 3742770 w 4472878"/>
                <a:gd name="csY3" fmla="*/ 49148 h 3497029"/>
                <a:gd name="csX4" fmla="*/ 4472878 w 4472878"/>
                <a:gd name="csY4" fmla="*/ 1080782 h 3497029"/>
                <a:gd name="csX5" fmla="*/ 2378375 w 4472878"/>
                <a:gd name="csY5" fmla="*/ 1877951 h 3497029"/>
                <a:gd name="csX6" fmla="*/ 377 w 4472878"/>
                <a:gd name="csY6" fmla="*/ 3489034 h 3497029"/>
                <a:gd name="csX0" fmla="*/ 377 w 4482266"/>
                <a:gd name="csY0" fmla="*/ 3489034 h 3497029"/>
                <a:gd name="csX1" fmla="*/ 2198008 w 4482266"/>
                <a:gd name="csY1" fmla="*/ 1139406 h 3497029"/>
                <a:gd name="csX2" fmla="*/ 2685656 w 4482266"/>
                <a:gd name="csY2" fmla="*/ 265186 h 3497029"/>
                <a:gd name="csX3" fmla="*/ 3742770 w 4482266"/>
                <a:gd name="csY3" fmla="*/ 49148 h 3497029"/>
                <a:gd name="csX4" fmla="*/ 4482266 w 4482266"/>
                <a:gd name="csY4" fmla="*/ 1080782 h 3497029"/>
                <a:gd name="csX5" fmla="*/ 2378375 w 4482266"/>
                <a:gd name="csY5" fmla="*/ 1877951 h 3497029"/>
                <a:gd name="csX6" fmla="*/ 377 w 4482266"/>
                <a:gd name="csY6" fmla="*/ 3489034 h 3497029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10188 w 4492077"/>
                <a:gd name="csY0" fmla="*/ 3488052 h 3497366"/>
                <a:gd name="csX1" fmla="*/ 1804118 w 4492077"/>
                <a:gd name="csY1" fmla="*/ 1096559 h 3497366"/>
                <a:gd name="csX2" fmla="*/ 2695467 w 4492077"/>
                <a:gd name="csY2" fmla="*/ 264204 h 3497366"/>
                <a:gd name="csX3" fmla="*/ 3752581 w 4492077"/>
                <a:gd name="csY3" fmla="*/ 48166 h 3497366"/>
                <a:gd name="csX4" fmla="*/ 4492077 w 4492077"/>
                <a:gd name="csY4" fmla="*/ 1079800 h 3497366"/>
                <a:gd name="csX5" fmla="*/ 2688616 w 4492077"/>
                <a:gd name="csY5" fmla="*/ 1893718 h 3497366"/>
                <a:gd name="csX6" fmla="*/ 10188 w 4492077"/>
                <a:gd name="csY6" fmla="*/ 3488052 h 3497366"/>
                <a:gd name="csX0" fmla="*/ 10188 w 4492077"/>
                <a:gd name="csY0" fmla="*/ 3488052 h 3500595"/>
                <a:gd name="csX1" fmla="*/ 1804118 w 4492077"/>
                <a:gd name="csY1" fmla="*/ 1096559 h 3500595"/>
                <a:gd name="csX2" fmla="*/ 2695467 w 4492077"/>
                <a:gd name="csY2" fmla="*/ 264204 h 3500595"/>
                <a:gd name="csX3" fmla="*/ 3752581 w 4492077"/>
                <a:gd name="csY3" fmla="*/ 48166 h 3500595"/>
                <a:gd name="csX4" fmla="*/ 4492077 w 4492077"/>
                <a:gd name="csY4" fmla="*/ 1079800 h 3500595"/>
                <a:gd name="csX5" fmla="*/ 2688616 w 4492077"/>
                <a:gd name="csY5" fmla="*/ 1893718 h 3500595"/>
                <a:gd name="csX6" fmla="*/ 10188 w 4492077"/>
                <a:gd name="csY6" fmla="*/ 3488052 h 3500595"/>
                <a:gd name="csX0" fmla="*/ 10188 w 4492077"/>
                <a:gd name="csY0" fmla="*/ 3488052 h 3500888"/>
                <a:gd name="csX1" fmla="*/ 1804118 w 4492077"/>
                <a:gd name="csY1" fmla="*/ 1096559 h 3500888"/>
                <a:gd name="csX2" fmla="*/ 2695467 w 4492077"/>
                <a:gd name="csY2" fmla="*/ 264204 h 3500888"/>
                <a:gd name="csX3" fmla="*/ 3752581 w 4492077"/>
                <a:gd name="csY3" fmla="*/ 48166 h 3500888"/>
                <a:gd name="csX4" fmla="*/ 4492077 w 4492077"/>
                <a:gd name="csY4" fmla="*/ 1079800 h 3500888"/>
                <a:gd name="csX5" fmla="*/ 2688616 w 4492077"/>
                <a:gd name="csY5" fmla="*/ 1893718 h 3500888"/>
                <a:gd name="csX6" fmla="*/ 10188 w 4492077"/>
                <a:gd name="csY6" fmla="*/ 3488052 h 3500888"/>
                <a:gd name="csX0" fmla="*/ 27731 w 3289130"/>
                <a:gd name="csY0" fmla="*/ 2449732 h 2473361"/>
                <a:gd name="csX1" fmla="*/ 601171 w 3289130"/>
                <a:gd name="csY1" fmla="*/ 1096559 h 2473361"/>
                <a:gd name="csX2" fmla="*/ 1492520 w 3289130"/>
                <a:gd name="csY2" fmla="*/ 264204 h 2473361"/>
                <a:gd name="csX3" fmla="*/ 2549634 w 3289130"/>
                <a:gd name="csY3" fmla="*/ 48166 h 2473361"/>
                <a:gd name="csX4" fmla="*/ 3289130 w 3289130"/>
                <a:gd name="csY4" fmla="*/ 1079800 h 2473361"/>
                <a:gd name="csX5" fmla="*/ 1485669 w 3289130"/>
                <a:gd name="csY5" fmla="*/ 1893718 h 2473361"/>
                <a:gd name="csX6" fmla="*/ 27731 w 3289130"/>
                <a:gd name="csY6" fmla="*/ 2449732 h 2473361"/>
                <a:gd name="csX0" fmla="*/ 367 w 3261766"/>
                <a:gd name="csY0" fmla="*/ 2449732 h 2449966"/>
                <a:gd name="csX1" fmla="*/ 573807 w 3261766"/>
                <a:gd name="csY1" fmla="*/ 1096559 h 2449966"/>
                <a:gd name="csX2" fmla="*/ 1465156 w 3261766"/>
                <a:gd name="csY2" fmla="*/ 264204 h 2449966"/>
                <a:gd name="csX3" fmla="*/ 2522270 w 3261766"/>
                <a:gd name="csY3" fmla="*/ 48166 h 2449966"/>
                <a:gd name="csX4" fmla="*/ 3261766 w 3261766"/>
                <a:gd name="csY4" fmla="*/ 1079800 h 2449966"/>
                <a:gd name="csX5" fmla="*/ 1458305 w 3261766"/>
                <a:gd name="csY5" fmla="*/ 1893718 h 2449966"/>
                <a:gd name="csX6" fmla="*/ 367 w 3261766"/>
                <a:gd name="csY6" fmla="*/ 2449732 h 2449966"/>
                <a:gd name="csX0" fmla="*/ 62959 w 3324358"/>
                <a:gd name="csY0" fmla="*/ 2449732 h 2487147"/>
                <a:gd name="csX1" fmla="*/ 636399 w 3324358"/>
                <a:gd name="csY1" fmla="*/ 1096559 h 2487147"/>
                <a:gd name="csX2" fmla="*/ 1527748 w 3324358"/>
                <a:gd name="csY2" fmla="*/ 264204 h 2487147"/>
                <a:gd name="csX3" fmla="*/ 2584862 w 3324358"/>
                <a:gd name="csY3" fmla="*/ 48166 h 2487147"/>
                <a:gd name="csX4" fmla="*/ 3324358 w 3324358"/>
                <a:gd name="csY4" fmla="*/ 1079800 h 2487147"/>
                <a:gd name="csX5" fmla="*/ 1520897 w 3324358"/>
                <a:gd name="csY5" fmla="*/ 1893718 h 2487147"/>
                <a:gd name="csX6" fmla="*/ 62959 w 3324358"/>
                <a:gd name="csY6" fmla="*/ 2449732 h 2487147"/>
                <a:gd name="csX0" fmla="*/ 38478 w 4482813"/>
                <a:gd name="csY0" fmla="*/ 3496425 h 3519813"/>
                <a:gd name="csX1" fmla="*/ 1794854 w 4482813"/>
                <a:gd name="csY1" fmla="*/ 1096559 h 3519813"/>
                <a:gd name="csX2" fmla="*/ 2686203 w 4482813"/>
                <a:gd name="csY2" fmla="*/ 264204 h 3519813"/>
                <a:gd name="csX3" fmla="*/ 3743317 w 4482813"/>
                <a:gd name="csY3" fmla="*/ 48166 h 3519813"/>
                <a:gd name="csX4" fmla="*/ 4482813 w 4482813"/>
                <a:gd name="csY4" fmla="*/ 1079800 h 3519813"/>
                <a:gd name="csX5" fmla="*/ 2679352 w 4482813"/>
                <a:gd name="csY5" fmla="*/ 1893718 h 3519813"/>
                <a:gd name="csX6" fmla="*/ 38478 w 4482813"/>
                <a:gd name="csY6" fmla="*/ 3496425 h 3519813"/>
                <a:gd name="csX0" fmla="*/ 9071 w 4453406"/>
                <a:gd name="csY0" fmla="*/ 3496425 h 3510301"/>
                <a:gd name="csX1" fmla="*/ 1765447 w 4453406"/>
                <a:gd name="csY1" fmla="*/ 1096559 h 3510301"/>
                <a:gd name="csX2" fmla="*/ 2656796 w 4453406"/>
                <a:gd name="csY2" fmla="*/ 264204 h 3510301"/>
                <a:gd name="csX3" fmla="*/ 3713910 w 4453406"/>
                <a:gd name="csY3" fmla="*/ 48166 h 3510301"/>
                <a:gd name="csX4" fmla="*/ 4453406 w 4453406"/>
                <a:gd name="csY4" fmla="*/ 1079800 h 3510301"/>
                <a:gd name="csX5" fmla="*/ 2649945 w 4453406"/>
                <a:gd name="csY5" fmla="*/ 1893718 h 3510301"/>
                <a:gd name="csX6" fmla="*/ 9071 w 4453406"/>
                <a:gd name="csY6" fmla="*/ 3496425 h 3510301"/>
                <a:gd name="csX0" fmla="*/ 9071 w 4453406"/>
                <a:gd name="csY0" fmla="*/ 3496425 h 3512169"/>
                <a:gd name="csX1" fmla="*/ 1765447 w 4453406"/>
                <a:gd name="csY1" fmla="*/ 1096559 h 3512169"/>
                <a:gd name="csX2" fmla="*/ 2656796 w 4453406"/>
                <a:gd name="csY2" fmla="*/ 264204 h 3512169"/>
                <a:gd name="csX3" fmla="*/ 3713910 w 4453406"/>
                <a:gd name="csY3" fmla="*/ 48166 h 3512169"/>
                <a:gd name="csX4" fmla="*/ 4453406 w 4453406"/>
                <a:gd name="csY4" fmla="*/ 1079800 h 3512169"/>
                <a:gd name="csX5" fmla="*/ 2649945 w 4453406"/>
                <a:gd name="csY5" fmla="*/ 1893718 h 3512169"/>
                <a:gd name="csX6" fmla="*/ 9071 w 4453406"/>
                <a:gd name="csY6" fmla="*/ 3496425 h 3512169"/>
                <a:gd name="csX0" fmla="*/ 9640 w 4453975"/>
                <a:gd name="csY0" fmla="*/ 3496425 h 3512169"/>
                <a:gd name="csX1" fmla="*/ 1766016 w 4453975"/>
                <a:gd name="csY1" fmla="*/ 1096559 h 3512169"/>
                <a:gd name="csX2" fmla="*/ 2657365 w 4453975"/>
                <a:gd name="csY2" fmla="*/ 264204 h 3512169"/>
                <a:gd name="csX3" fmla="*/ 3714479 w 4453975"/>
                <a:gd name="csY3" fmla="*/ 48166 h 3512169"/>
                <a:gd name="csX4" fmla="*/ 4453975 w 4453975"/>
                <a:gd name="csY4" fmla="*/ 1079800 h 3512169"/>
                <a:gd name="csX5" fmla="*/ 2650514 w 4453975"/>
                <a:gd name="csY5" fmla="*/ 1893718 h 3512169"/>
                <a:gd name="csX6" fmla="*/ 9640 w 4453975"/>
                <a:gd name="csY6" fmla="*/ 3496425 h 3512169"/>
                <a:gd name="csX0" fmla="*/ 9640 w 4453975"/>
                <a:gd name="csY0" fmla="*/ 3993467 h 4008123"/>
                <a:gd name="csX1" fmla="*/ 1766016 w 4453975"/>
                <a:gd name="csY1" fmla="*/ 1593601 h 4008123"/>
                <a:gd name="csX2" fmla="*/ 2601034 w 4453975"/>
                <a:gd name="csY2" fmla="*/ 41122 h 4008123"/>
                <a:gd name="csX3" fmla="*/ 3714479 w 4453975"/>
                <a:gd name="csY3" fmla="*/ 545208 h 4008123"/>
                <a:gd name="csX4" fmla="*/ 4453975 w 4453975"/>
                <a:gd name="csY4" fmla="*/ 1576842 h 4008123"/>
                <a:gd name="csX5" fmla="*/ 2650514 w 4453975"/>
                <a:gd name="csY5" fmla="*/ 2390760 h 4008123"/>
                <a:gd name="csX6" fmla="*/ 9640 w 4453975"/>
                <a:gd name="csY6" fmla="*/ 3993467 h 4008123"/>
                <a:gd name="csX0" fmla="*/ 9640 w 4453975"/>
                <a:gd name="csY0" fmla="*/ 3952894 h 3967550"/>
                <a:gd name="csX1" fmla="*/ 1766016 w 4453975"/>
                <a:gd name="csY1" fmla="*/ 1553028 h 3967550"/>
                <a:gd name="csX2" fmla="*/ 2601034 w 4453975"/>
                <a:gd name="csY2" fmla="*/ 549 h 3967550"/>
                <a:gd name="csX3" fmla="*/ 3714479 w 4453975"/>
                <a:gd name="csY3" fmla="*/ 504635 h 3967550"/>
                <a:gd name="csX4" fmla="*/ 4453975 w 4453975"/>
                <a:gd name="csY4" fmla="*/ 1536269 h 3967550"/>
                <a:gd name="csX5" fmla="*/ 2650514 w 4453975"/>
                <a:gd name="csY5" fmla="*/ 2350187 h 3967550"/>
                <a:gd name="csX6" fmla="*/ 9640 w 4453975"/>
                <a:gd name="csY6" fmla="*/ 3952894 h 3967550"/>
                <a:gd name="csX0" fmla="*/ 9640 w 4453975"/>
                <a:gd name="csY0" fmla="*/ 3952971 h 3968477"/>
                <a:gd name="csX1" fmla="*/ 1766016 w 4453975"/>
                <a:gd name="csY1" fmla="*/ 1553105 h 3968477"/>
                <a:gd name="csX2" fmla="*/ 2601034 w 4453975"/>
                <a:gd name="csY2" fmla="*/ 626 h 3968477"/>
                <a:gd name="csX3" fmla="*/ 3714479 w 4453975"/>
                <a:gd name="csY3" fmla="*/ 504712 h 3968477"/>
                <a:gd name="csX4" fmla="*/ 4453975 w 4453975"/>
                <a:gd name="csY4" fmla="*/ 1536346 h 3968477"/>
                <a:gd name="csX5" fmla="*/ 2650514 w 4453975"/>
                <a:gd name="csY5" fmla="*/ 2350264 h 3968477"/>
                <a:gd name="csX6" fmla="*/ 9640 w 4453975"/>
                <a:gd name="csY6" fmla="*/ 3952971 h 3968477"/>
                <a:gd name="csX0" fmla="*/ 9640 w 4517542"/>
                <a:gd name="csY0" fmla="*/ 4153948 h 4169453"/>
                <a:gd name="csX1" fmla="*/ 1766016 w 4517542"/>
                <a:gd name="csY1" fmla="*/ 1754082 h 4169453"/>
                <a:gd name="csX2" fmla="*/ 2601034 w 4517542"/>
                <a:gd name="csY2" fmla="*/ 201603 h 4169453"/>
                <a:gd name="csX3" fmla="*/ 4390442 w 4517542"/>
                <a:gd name="csY3" fmla="*/ 186529 h 4169453"/>
                <a:gd name="csX4" fmla="*/ 4453975 w 4517542"/>
                <a:gd name="csY4" fmla="*/ 1737323 h 4169453"/>
                <a:gd name="csX5" fmla="*/ 2650514 w 4517542"/>
                <a:gd name="csY5" fmla="*/ 2551241 h 4169453"/>
                <a:gd name="csX6" fmla="*/ 9640 w 4517542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719798"/>
                <a:gd name="csY0" fmla="*/ 4153948 h 4169453"/>
                <a:gd name="csX1" fmla="*/ 1766016 w 4719798"/>
                <a:gd name="csY1" fmla="*/ 1754082 h 4169453"/>
                <a:gd name="csX2" fmla="*/ 2601034 w 4719798"/>
                <a:gd name="csY2" fmla="*/ 201603 h 4169453"/>
                <a:gd name="csX3" fmla="*/ 4390442 w 4719798"/>
                <a:gd name="csY3" fmla="*/ 186529 h 4169453"/>
                <a:gd name="csX4" fmla="*/ 4453975 w 4719798"/>
                <a:gd name="csY4" fmla="*/ 1737323 h 4169453"/>
                <a:gd name="csX5" fmla="*/ 2650514 w 4719798"/>
                <a:gd name="csY5" fmla="*/ 2551241 h 4169453"/>
                <a:gd name="csX6" fmla="*/ 9640 w 4719798"/>
                <a:gd name="csY6" fmla="*/ 4153948 h 4169453"/>
                <a:gd name="csX0" fmla="*/ 9640 w 4684091"/>
                <a:gd name="csY0" fmla="*/ 4153948 h 4169453"/>
                <a:gd name="csX1" fmla="*/ 1766016 w 4684091"/>
                <a:gd name="csY1" fmla="*/ 1754082 h 4169453"/>
                <a:gd name="csX2" fmla="*/ 2601034 w 4684091"/>
                <a:gd name="csY2" fmla="*/ 201603 h 4169453"/>
                <a:gd name="csX3" fmla="*/ 4390442 w 4684091"/>
                <a:gd name="csY3" fmla="*/ 186529 h 4169453"/>
                <a:gd name="csX4" fmla="*/ 4453975 w 4684091"/>
                <a:gd name="csY4" fmla="*/ 1737323 h 4169453"/>
                <a:gd name="csX5" fmla="*/ 2650514 w 4684091"/>
                <a:gd name="csY5" fmla="*/ 2551241 h 4169453"/>
                <a:gd name="csX6" fmla="*/ 9640 w 4684091"/>
                <a:gd name="csY6" fmla="*/ 4153948 h 4169453"/>
                <a:gd name="csX0" fmla="*/ 9640 w 4747938"/>
                <a:gd name="csY0" fmla="*/ 4153948 h 4169453"/>
                <a:gd name="csX1" fmla="*/ 1766016 w 4747938"/>
                <a:gd name="csY1" fmla="*/ 1754082 h 4169453"/>
                <a:gd name="csX2" fmla="*/ 2601034 w 4747938"/>
                <a:gd name="csY2" fmla="*/ 201603 h 4169453"/>
                <a:gd name="csX3" fmla="*/ 4390442 w 4747938"/>
                <a:gd name="csY3" fmla="*/ 186529 h 4169453"/>
                <a:gd name="csX4" fmla="*/ 4453975 w 4747938"/>
                <a:gd name="csY4" fmla="*/ 1737323 h 4169453"/>
                <a:gd name="csX5" fmla="*/ 2650514 w 4747938"/>
                <a:gd name="csY5" fmla="*/ 2551241 h 4169453"/>
                <a:gd name="csX6" fmla="*/ 9640 w 4747938"/>
                <a:gd name="csY6" fmla="*/ 4153948 h 4169453"/>
                <a:gd name="csX0" fmla="*/ 9640 w 4747938"/>
                <a:gd name="csY0" fmla="*/ 4205765 h 4221270"/>
                <a:gd name="csX1" fmla="*/ 1766016 w 4747938"/>
                <a:gd name="csY1" fmla="*/ 1805899 h 4221270"/>
                <a:gd name="csX2" fmla="*/ 2601034 w 4747938"/>
                <a:gd name="csY2" fmla="*/ 253420 h 4221270"/>
                <a:gd name="csX3" fmla="*/ 4390442 w 4747938"/>
                <a:gd name="csY3" fmla="*/ 238346 h 4221270"/>
                <a:gd name="csX4" fmla="*/ 4453975 w 4747938"/>
                <a:gd name="csY4" fmla="*/ 1789140 h 4221270"/>
                <a:gd name="csX5" fmla="*/ 2650514 w 4747938"/>
                <a:gd name="csY5" fmla="*/ 2603058 h 4221270"/>
                <a:gd name="csX6" fmla="*/ 9640 w 4747938"/>
                <a:gd name="csY6" fmla="*/ 4205765 h 4221270"/>
                <a:gd name="csX0" fmla="*/ 9640 w 4769359"/>
                <a:gd name="csY0" fmla="*/ 4189897 h 4205402"/>
                <a:gd name="csX1" fmla="*/ 1766016 w 4769359"/>
                <a:gd name="csY1" fmla="*/ 1790031 h 4205402"/>
                <a:gd name="csX2" fmla="*/ 2601034 w 4769359"/>
                <a:gd name="csY2" fmla="*/ 237552 h 4205402"/>
                <a:gd name="csX3" fmla="*/ 4446772 w 4769359"/>
                <a:gd name="csY3" fmla="*/ 163863 h 4205402"/>
                <a:gd name="csX4" fmla="*/ 4453975 w 4769359"/>
                <a:gd name="csY4" fmla="*/ 1773272 h 4205402"/>
                <a:gd name="csX5" fmla="*/ 2650514 w 4769359"/>
                <a:gd name="csY5" fmla="*/ 2587190 h 4205402"/>
                <a:gd name="csX6" fmla="*/ 9640 w 4769359"/>
                <a:gd name="csY6" fmla="*/ 4189897 h 4205402"/>
                <a:gd name="csX0" fmla="*/ 9640 w 4747938"/>
                <a:gd name="csY0" fmla="*/ 4212142 h 4227647"/>
                <a:gd name="csX1" fmla="*/ 1766016 w 4747938"/>
                <a:gd name="csY1" fmla="*/ 1812276 h 4227647"/>
                <a:gd name="csX2" fmla="*/ 2601034 w 4747938"/>
                <a:gd name="csY2" fmla="*/ 259797 h 4227647"/>
                <a:gd name="csX3" fmla="*/ 4390441 w 4747938"/>
                <a:gd name="csY3" fmla="*/ 152614 h 4227647"/>
                <a:gd name="csX4" fmla="*/ 4453975 w 4747938"/>
                <a:gd name="csY4" fmla="*/ 1795517 h 4227647"/>
                <a:gd name="csX5" fmla="*/ 2650514 w 4747938"/>
                <a:gd name="csY5" fmla="*/ 2609435 h 4227647"/>
                <a:gd name="csX6" fmla="*/ 9640 w 4747938"/>
                <a:gd name="csY6" fmla="*/ 4212142 h 4227647"/>
                <a:gd name="csX0" fmla="*/ 8567 w 4746865"/>
                <a:gd name="csY0" fmla="*/ 4212143 h 4219435"/>
                <a:gd name="csX1" fmla="*/ 1745271 w 4746865"/>
                <a:gd name="csY1" fmla="*/ 1812279 h 4219435"/>
                <a:gd name="csX2" fmla="*/ 2599961 w 4746865"/>
                <a:gd name="csY2" fmla="*/ 259798 h 4219435"/>
                <a:gd name="csX3" fmla="*/ 4389368 w 4746865"/>
                <a:gd name="csY3" fmla="*/ 152615 h 4219435"/>
                <a:gd name="csX4" fmla="*/ 4452902 w 4746865"/>
                <a:gd name="csY4" fmla="*/ 1795518 h 4219435"/>
                <a:gd name="csX5" fmla="*/ 2649441 w 4746865"/>
                <a:gd name="csY5" fmla="*/ 2609436 h 4219435"/>
                <a:gd name="csX6" fmla="*/ 8567 w 4746865"/>
                <a:gd name="csY6" fmla="*/ 4212143 h 4219435"/>
                <a:gd name="csX0" fmla="*/ 8451 w 4746749"/>
                <a:gd name="csY0" fmla="*/ 4212143 h 4219813"/>
                <a:gd name="csX1" fmla="*/ 1745155 w 4746749"/>
                <a:gd name="csY1" fmla="*/ 1812279 h 4219813"/>
                <a:gd name="csX2" fmla="*/ 2599845 w 4746749"/>
                <a:gd name="csY2" fmla="*/ 259798 h 4219813"/>
                <a:gd name="csX3" fmla="*/ 4389252 w 4746749"/>
                <a:gd name="csY3" fmla="*/ 152615 h 4219813"/>
                <a:gd name="csX4" fmla="*/ 4452786 w 4746749"/>
                <a:gd name="csY4" fmla="*/ 1795518 h 4219813"/>
                <a:gd name="csX5" fmla="*/ 2642769 w 4746749"/>
                <a:gd name="csY5" fmla="*/ 2626986 h 4219813"/>
                <a:gd name="csX6" fmla="*/ 8451 w 4746749"/>
                <a:gd name="csY6" fmla="*/ 4212143 h 4219813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594 w 4746892"/>
                <a:gd name="csY0" fmla="*/ 4213311 h 4220527"/>
                <a:gd name="csX1" fmla="*/ 1738740 w 4746892"/>
                <a:gd name="csY1" fmla="*/ 1836843 h 4220527"/>
                <a:gd name="csX2" fmla="*/ 2599988 w 4746892"/>
                <a:gd name="csY2" fmla="*/ 260966 h 4220527"/>
                <a:gd name="csX3" fmla="*/ 4389395 w 4746892"/>
                <a:gd name="csY3" fmla="*/ 153783 h 4220527"/>
                <a:gd name="csX4" fmla="*/ 4452929 w 4746892"/>
                <a:gd name="csY4" fmla="*/ 1796686 h 4220527"/>
                <a:gd name="csX5" fmla="*/ 2642912 w 4746892"/>
                <a:gd name="csY5" fmla="*/ 2628154 h 4220527"/>
                <a:gd name="csX6" fmla="*/ 8594 w 4746892"/>
                <a:gd name="csY6" fmla="*/ 4213311 h 4220527"/>
                <a:gd name="csX0" fmla="*/ 8594 w 4693867"/>
                <a:gd name="csY0" fmla="*/ 4136922 h 4144138"/>
                <a:gd name="csX1" fmla="*/ 1738740 w 4693867"/>
                <a:gd name="csY1" fmla="*/ 1760454 h 4144138"/>
                <a:gd name="csX2" fmla="*/ 2599988 w 4693867"/>
                <a:gd name="csY2" fmla="*/ 184577 h 4144138"/>
                <a:gd name="csX3" fmla="*/ 4389395 w 4693867"/>
                <a:gd name="csY3" fmla="*/ 77394 h 4144138"/>
                <a:gd name="csX4" fmla="*/ 4452929 w 4693867"/>
                <a:gd name="csY4" fmla="*/ 1720297 h 4144138"/>
                <a:gd name="csX5" fmla="*/ 2642912 w 4693867"/>
                <a:gd name="csY5" fmla="*/ 2551765 h 4144138"/>
                <a:gd name="csX6" fmla="*/ 8594 w 4693867"/>
                <a:gd name="csY6" fmla="*/ 4136922 h 4144138"/>
                <a:gd name="csX0" fmla="*/ 8594 w 4699247"/>
                <a:gd name="csY0" fmla="*/ 4098901 h 4106117"/>
                <a:gd name="csX1" fmla="*/ 1738740 w 4699247"/>
                <a:gd name="csY1" fmla="*/ 1722433 h 4106117"/>
                <a:gd name="csX2" fmla="*/ 2599988 w 4699247"/>
                <a:gd name="csY2" fmla="*/ 146556 h 4106117"/>
                <a:gd name="csX3" fmla="*/ 4409070 w 4699247"/>
                <a:gd name="csY3" fmla="*/ 115412 h 4106117"/>
                <a:gd name="csX4" fmla="*/ 4452929 w 4699247"/>
                <a:gd name="csY4" fmla="*/ 1682276 h 4106117"/>
                <a:gd name="csX5" fmla="*/ 2642912 w 4699247"/>
                <a:gd name="csY5" fmla="*/ 2513744 h 4106117"/>
                <a:gd name="csX6" fmla="*/ 8594 w 4699247"/>
                <a:gd name="csY6" fmla="*/ 4098901 h 4106117"/>
                <a:gd name="csX0" fmla="*/ 8594 w 4703971"/>
                <a:gd name="csY0" fmla="*/ 4107920 h 4115136"/>
                <a:gd name="csX1" fmla="*/ 1738740 w 4703971"/>
                <a:gd name="csY1" fmla="*/ 1731452 h 4115136"/>
                <a:gd name="csX2" fmla="*/ 2599988 w 4703971"/>
                <a:gd name="csY2" fmla="*/ 155575 h 4115136"/>
                <a:gd name="csX3" fmla="*/ 4409070 w 4703971"/>
                <a:gd name="csY3" fmla="*/ 124431 h 4115136"/>
                <a:gd name="csX4" fmla="*/ 4452929 w 4703971"/>
                <a:gd name="csY4" fmla="*/ 1691295 h 4115136"/>
                <a:gd name="csX5" fmla="*/ 2642912 w 4703971"/>
                <a:gd name="csY5" fmla="*/ 2522763 h 4115136"/>
                <a:gd name="csX6" fmla="*/ 8594 w 4703971"/>
                <a:gd name="csY6" fmla="*/ 4107920 h 4115136"/>
                <a:gd name="csX0" fmla="*/ 8594 w 4703971"/>
                <a:gd name="csY0" fmla="*/ 4195888 h 4203104"/>
                <a:gd name="csX1" fmla="*/ 1738740 w 4703971"/>
                <a:gd name="csY1" fmla="*/ 1819420 h 4203104"/>
                <a:gd name="csX2" fmla="*/ 2599988 w 4703971"/>
                <a:gd name="csY2" fmla="*/ 243543 h 4203104"/>
                <a:gd name="csX3" fmla="*/ 4409070 w 4703971"/>
                <a:gd name="csY3" fmla="*/ 212399 h 4203104"/>
                <a:gd name="csX4" fmla="*/ 4452929 w 4703971"/>
                <a:gd name="csY4" fmla="*/ 1779263 h 4203104"/>
                <a:gd name="csX5" fmla="*/ 2642912 w 4703971"/>
                <a:gd name="csY5" fmla="*/ 2610731 h 4203104"/>
                <a:gd name="csX6" fmla="*/ 8594 w 4703971"/>
                <a:gd name="csY6" fmla="*/ 4195888 h 4203104"/>
                <a:gd name="csX0" fmla="*/ 8594 w 4703971"/>
                <a:gd name="csY0" fmla="*/ 4213778 h 4220994"/>
                <a:gd name="csX1" fmla="*/ 1738740 w 4703971"/>
                <a:gd name="csY1" fmla="*/ 1837310 h 4220994"/>
                <a:gd name="csX2" fmla="*/ 2599988 w 4703971"/>
                <a:gd name="csY2" fmla="*/ 261433 h 4220994"/>
                <a:gd name="csX3" fmla="*/ 4409070 w 4703971"/>
                <a:gd name="csY3" fmla="*/ 230289 h 4220994"/>
                <a:gd name="csX4" fmla="*/ 4452929 w 4703971"/>
                <a:gd name="csY4" fmla="*/ 1797153 h 4220994"/>
                <a:gd name="csX5" fmla="*/ 2642912 w 4703971"/>
                <a:gd name="csY5" fmla="*/ 2628621 h 4220994"/>
                <a:gd name="csX6" fmla="*/ 8594 w 4703971"/>
                <a:gd name="csY6" fmla="*/ 4213778 h 4220994"/>
                <a:gd name="csX0" fmla="*/ 8594 w 4855548"/>
                <a:gd name="csY0" fmla="*/ 4390510 h 4397726"/>
                <a:gd name="csX1" fmla="*/ 1738740 w 4855548"/>
                <a:gd name="csY1" fmla="*/ 2014042 h 4397726"/>
                <a:gd name="csX2" fmla="*/ 2599988 w 4855548"/>
                <a:gd name="csY2" fmla="*/ 438165 h 4397726"/>
                <a:gd name="csX3" fmla="*/ 4756647 w 4855548"/>
                <a:gd name="csY3" fmla="*/ 26825 h 4397726"/>
                <a:gd name="csX4" fmla="*/ 4452929 w 4855548"/>
                <a:gd name="csY4" fmla="*/ 1973885 h 4397726"/>
                <a:gd name="csX5" fmla="*/ 2642912 w 4855548"/>
                <a:gd name="csY5" fmla="*/ 2805353 h 4397726"/>
                <a:gd name="csX6" fmla="*/ 8594 w 4855548"/>
                <a:gd name="csY6" fmla="*/ 4390510 h 4397726"/>
                <a:gd name="csX0" fmla="*/ 8594 w 5018748"/>
                <a:gd name="csY0" fmla="*/ 4545598 h 4552814"/>
                <a:gd name="csX1" fmla="*/ 1738740 w 5018748"/>
                <a:gd name="csY1" fmla="*/ 2169130 h 4552814"/>
                <a:gd name="csX2" fmla="*/ 2599988 w 5018748"/>
                <a:gd name="csY2" fmla="*/ 593253 h 4552814"/>
                <a:gd name="csX3" fmla="*/ 4973062 w 5018748"/>
                <a:gd name="csY3" fmla="*/ 18136 h 4552814"/>
                <a:gd name="csX4" fmla="*/ 4452929 w 5018748"/>
                <a:gd name="csY4" fmla="*/ 2128973 h 4552814"/>
                <a:gd name="csX5" fmla="*/ 2642912 w 5018748"/>
                <a:gd name="csY5" fmla="*/ 2960441 h 4552814"/>
                <a:gd name="csX6" fmla="*/ 8594 w 5018748"/>
                <a:gd name="csY6" fmla="*/ 4545598 h 4552814"/>
                <a:gd name="csX0" fmla="*/ 8594 w 5002691"/>
                <a:gd name="csY0" fmla="*/ 4537753 h 4544969"/>
                <a:gd name="csX1" fmla="*/ 1738740 w 5002691"/>
                <a:gd name="csY1" fmla="*/ 2161285 h 4544969"/>
                <a:gd name="csX2" fmla="*/ 2599988 w 5002691"/>
                <a:gd name="csY2" fmla="*/ 585408 h 4544969"/>
                <a:gd name="csX3" fmla="*/ 4973062 w 5002691"/>
                <a:gd name="csY3" fmla="*/ 10291 h 4544969"/>
                <a:gd name="csX4" fmla="*/ 4452929 w 5002691"/>
                <a:gd name="csY4" fmla="*/ 2121128 h 4544969"/>
                <a:gd name="csX5" fmla="*/ 2642912 w 5002691"/>
                <a:gd name="csY5" fmla="*/ 2952596 h 4544969"/>
                <a:gd name="csX6" fmla="*/ 8594 w 5002691"/>
                <a:gd name="csY6" fmla="*/ 4537753 h 4544969"/>
                <a:gd name="csX0" fmla="*/ 8594 w 4705059"/>
                <a:gd name="csY0" fmla="*/ 4122711 h 4129927"/>
                <a:gd name="csX1" fmla="*/ 1738740 w 4705059"/>
                <a:gd name="csY1" fmla="*/ 1746243 h 4129927"/>
                <a:gd name="csX2" fmla="*/ 2599988 w 4705059"/>
                <a:gd name="csY2" fmla="*/ 170366 h 4129927"/>
                <a:gd name="csX3" fmla="*/ 4446032 w 4705059"/>
                <a:gd name="csY3" fmla="*/ 89415 h 4129927"/>
                <a:gd name="csX4" fmla="*/ 4452929 w 4705059"/>
                <a:gd name="csY4" fmla="*/ 1706086 h 4129927"/>
                <a:gd name="csX5" fmla="*/ 2642912 w 4705059"/>
                <a:gd name="csY5" fmla="*/ 2537554 h 4129927"/>
                <a:gd name="csX6" fmla="*/ 8594 w 4705059"/>
                <a:gd name="csY6" fmla="*/ 4122711 h 4129927"/>
                <a:gd name="csX0" fmla="*/ 8594 w 4596663"/>
                <a:gd name="csY0" fmla="*/ 4215533 h 4224499"/>
                <a:gd name="csX1" fmla="*/ 1738740 w 4596663"/>
                <a:gd name="csY1" fmla="*/ 1839065 h 4224499"/>
                <a:gd name="csX2" fmla="*/ 2599988 w 4596663"/>
                <a:gd name="csY2" fmla="*/ 263188 h 4224499"/>
                <a:gd name="csX3" fmla="*/ 4446032 w 4596663"/>
                <a:gd name="csY3" fmla="*/ 182237 h 4224499"/>
                <a:gd name="csX4" fmla="*/ 4129398 w 4596663"/>
                <a:gd name="csY4" fmla="*/ 2079669 h 4224499"/>
                <a:gd name="csX5" fmla="*/ 2642912 w 4596663"/>
                <a:gd name="csY5" fmla="*/ 2630376 h 4224499"/>
                <a:gd name="csX6" fmla="*/ 8594 w 4596663"/>
                <a:gd name="csY6" fmla="*/ 4215533 h 4224499"/>
                <a:gd name="csX0" fmla="*/ 10635 w 4618520"/>
                <a:gd name="csY0" fmla="*/ 4140860 h 4149826"/>
                <a:gd name="csX1" fmla="*/ 1740781 w 4618520"/>
                <a:gd name="csY1" fmla="*/ 1764392 h 4149826"/>
                <a:gd name="csX2" fmla="*/ 2330962 w 4618520"/>
                <a:gd name="csY2" fmla="*/ 399085 h 4149826"/>
                <a:gd name="csX3" fmla="*/ 4448073 w 4618520"/>
                <a:gd name="csY3" fmla="*/ 107564 h 4149826"/>
                <a:gd name="csX4" fmla="*/ 4131439 w 4618520"/>
                <a:gd name="csY4" fmla="*/ 2004996 h 4149826"/>
                <a:gd name="csX5" fmla="*/ 2644953 w 4618520"/>
                <a:gd name="csY5" fmla="*/ 2555703 h 4149826"/>
                <a:gd name="csX6" fmla="*/ 10635 w 4618520"/>
                <a:gd name="csY6" fmla="*/ 4140860 h 4149826"/>
                <a:gd name="csX0" fmla="*/ 2473 w 4610358"/>
                <a:gd name="csY0" fmla="*/ 4148168 h 4152706"/>
                <a:gd name="csX1" fmla="*/ 2161081 w 4610358"/>
                <a:gd name="csY1" fmla="*/ 2013468 h 4152706"/>
                <a:gd name="csX2" fmla="*/ 2322800 w 4610358"/>
                <a:gd name="csY2" fmla="*/ 406393 h 4152706"/>
                <a:gd name="csX3" fmla="*/ 4439911 w 4610358"/>
                <a:gd name="csY3" fmla="*/ 114872 h 4152706"/>
                <a:gd name="csX4" fmla="*/ 4123277 w 4610358"/>
                <a:gd name="csY4" fmla="*/ 2012304 h 4152706"/>
                <a:gd name="csX5" fmla="*/ 2636791 w 4610358"/>
                <a:gd name="csY5" fmla="*/ 2563011 h 4152706"/>
                <a:gd name="csX6" fmla="*/ 2473 w 4610358"/>
                <a:gd name="csY6" fmla="*/ 4148168 h 4152706"/>
                <a:gd name="csX0" fmla="*/ 400 w 4608285"/>
                <a:gd name="csY0" fmla="*/ 4148168 h 4148397"/>
                <a:gd name="csX1" fmla="*/ 2159008 w 4608285"/>
                <a:gd name="csY1" fmla="*/ 2013468 h 4148397"/>
                <a:gd name="csX2" fmla="*/ 2320727 w 4608285"/>
                <a:gd name="csY2" fmla="*/ 406393 h 4148397"/>
                <a:gd name="csX3" fmla="*/ 4437838 w 4608285"/>
                <a:gd name="csY3" fmla="*/ 114872 h 4148397"/>
                <a:gd name="csX4" fmla="*/ 4121204 w 4608285"/>
                <a:gd name="csY4" fmla="*/ 2012304 h 4148397"/>
                <a:gd name="csX5" fmla="*/ 2346163 w 4608285"/>
                <a:gd name="csY5" fmla="*/ 2149669 h 4148397"/>
                <a:gd name="csX6" fmla="*/ 400 w 4608285"/>
                <a:gd name="csY6" fmla="*/ 4148168 h 4148397"/>
                <a:gd name="csX0" fmla="*/ 400 w 4547161"/>
                <a:gd name="csY0" fmla="*/ 4069645 h 4069874"/>
                <a:gd name="csX1" fmla="*/ 2159008 w 4547161"/>
                <a:gd name="csY1" fmla="*/ 1934945 h 4069874"/>
                <a:gd name="csX2" fmla="*/ 2320727 w 4547161"/>
                <a:gd name="csY2" fmla="*/ 327870 h 4069874"/>
                <a:gd name="csX3" fmla="*/ 4437838 w 4547161"/>
                <a:gd name="csY3" fmla="*/ 36349 h 4069874"/>
                <a:gd name="csX4" fmla="*/ 4121204 w 4547161"/>
                <a:gd name="csY4" fmla="*/ 1933781 h 4069874"/>
                <a:gd name="csX5" fmla="*/ 2346163 w 4547161"/>
                <a:gd name="csY5" fmla="*/ 2071146 h 4069874"/>
                <a:gd name="csX6" fmla="*/ 400 w 4547161"/>
                <a:gd name="csY6" fmla="*/ 4069645 h 4069874"/>
                <a:gd name="csX0" fmla="*/ 536 w 3991476"/>
                <a:gd name="csY0" fmla="*/ 3539321 h 3539632"/>
                <a:gd name="csX1" fmla="*/ 1603323 w 3991476"/>
                <a:gd name="csY1" fmla="*/ 1934945 h 3539632"/>
                <a:gd name="csX2" fmla="*/ 1765042 w 3991476"/>
                <a:gd name="csY2" fmla="*/ 327870 h 3539632"/>
                <a:gd name="csX3" fmla="*/ 3882153 w 3991476"/>
                <a:gd name="csY3" fmla="*/ 36349 h 3539632"/>
                <a:gd name="csX4" fmla="*/ 3565519 w 3991476"/>
                <a:gd name="csY4" fmla="*/ 1933781 h 3539632"/>
                <a:gd name="csX5" fmla="*/ 1790478 w 3991476"/>
                <a:gd name="csY5" fmla="*/ 2071146 h 3539632"/>
                <a:gd name="csX6" fmla="*/ 536 w 3991476"/>
                <a:gd name="csY6" fmla="*/ 3539321 h 3539632"/>
                <a:gd name="csX0" fmla="*/ 527 w 4017318"/>
                <a:gd name="csY0" fmla="*/ 3573908 h 3574212"/>
                <a:gd name="csX1" fmla="*/ 1629165 w 4017318"/>
                <a:gd name="csY1" fmla="*/ 1934945 h 3574212"/>
                <a:gd name="csX2" fmla="*/ 1790884 w 4017318"/>
                <a:gd name="csY2" fmla="*/ 327870 h 3574212"/>
                <a:gd name="csX3" fmla="*/ 3907995 w 4017318"/>
                <a:gd name="csY3" fmla="*/ 36349 h 3574212"/>
                <a:gd name="csX4" fmla="*/ 3591361 w 4017318"/>
                <a:gd name="csY4" fmla="*/ 1933781 h 3574212"/>
                <a:gd name="csX5" fmla="*/ 1816320 w 4017318"/>
                <a:gd name="csY5" fmla="*/ 2071146 h 3574212"/>
                <a:gd name="csX6" fmla="*/ 527 w 4017318"/>
                <a:gd name="csY6" fmla="*/ 3573908 h 3574212"/>
                <a:gd name="csX0" fmla="*/ 3641 w 4020432"/>
                <a:gd name="csY0" fmla="*/ 3573908 h 3577567"/>
                <a:gd name="csX1" fmla="*/ 1632279 w 4020432"/>
                <a:gd name="csY1" fmla="*/ 1934945 h 3577567"/>
                <a:gd name="csX2" fmla="*/ 1793998 w 4020432"/>
                <a:gd name="csY2" fmla="*/ 327870 h 3577567"/>
                <a:gd name="csX3" fmla="*/ 3911109 w 4020432"/>
                <a:gd name="csY3" fmla="*/ 36349 h 3577567"/>
                <a:gd name="csX4" fmla="*/ 3594475 w 4020432"/>
                <a:gd name="csY4" fmla="*/ 1933781 h 3577567"/>
                <a:gd name="csX5" fmla="*/ 1819434 w 4020432"/>
                <a:gd name="csY5" fmla="*/ 2071146 h 3577567"/>
                <a:gd name="csX6" fmla="*/ 3641 w 4020432"/>
                <a:gd name="csY6" fmla="*/ 3573908 h 3577567"/>
                <a:gd name="csX0" fmla="*/ 11923 w 4028714"/>
                <a:gd name="csY0" fmla="*/ 3573908 h 3583559"/>
                <a:gd name="csX1" fmla="*/ 1640561 w 4028714"/>
                <a:gd name="csY1" fmla="*/ 1934945 h 3583559"/>
                <a:gd name="csX2" fmla="*/ 1802280 w 4028714"/>
                <a:gd name="csY2" fmla="*/ 327870 h 3583559"/>
                <a:gd name="csX3" fmla="*/ 3919391 w 4028714"/>
                <a:gd name="csY3" fmla="*/ 36349 h 3583559"/>
                <a:gd name="csX4" fmla="*/ 3602757 w 4028714"/>
                <a:gd name="csY4" fmla="*/ 1933781 h 3583559"/>
                <a:gd name="csX5" fmla="*/ 1827716 w 4028714"/>
                <a:gd name="csY5" fmla="*/ 2071146 h 3583559"/>
                <a:gd name="csX6" fmla="*/ 11923 w 4028714"/>
                <a:gd name="csY6" fmla="*/ 3573908 h 3583559"/>
                <a:gd name="csX0" fmla="*/ 1130 w 4017921"/>
                <a:gd name="csY0" fmla="*/ 3573908 h 3577714"/>
                <a:gd name="csX1" fmla="*/ 1629768 w 4017921"/>
                <a:gd name="csY1" fmla="*/ 1934945 h 3577714"/>
                <a:gd name="csX2" fmla="*/ 1791487 w 4017921"/>
                <a:gd name="csY2" fmla="*/ 327870 h 3577714"/>
                <a:gd name="csX3" fmla="*/ 3908598 w 4017921"/>
                <a:gd name="csY3" fmla="*/ 36349 h 3577714"/>
                <a:gd name="csX4" fmla="*/ 3591964 w 4017921"/>
                <a:gd name="csY4" fmla="*/ 1933781 h 3577714"/>
                <a:gd name="csX5" fmla="*/ 1906115 w 4017921"/>
                <a:gd name="csY5" fmla="*/ 2373434 h 3577714"/>
                <a:gd name="csX6" fmla="*/ 1130 w 4017921"/>
                <a:gd name="csY6" fmla="*/ 3573908 h 3577714"/>
                <a:gd name="csX0" fmla="*/ 434 w 4017225"/>
                <a:gd name="csY0" fmla="*/ 3573908 h 3574428"/>
                <a:gd name="csX1" fmla="*/ 1629072 w 4017225"/>
                <a:gd name="csY1" fmla="*/ 1934945 h 3574428"/>
                <a:gd name="csX2" fmla="*/ 1790791 w 4017225"/>
                <a:gd name="csY2" fmla="*/ 327870 h 3574428"/>
                <a:gd name="csX3" fmla="*/ 3907902 w 4017225"/>
                <a:gd name="csY3" fmla="*/ 36349 h 3574428"/>
                <a:gd name="csX4" fmla="*/ 3591268 w 4017225"/>
                <a:gd name="csY4" fmla="*/ 1933781 h 3574428"/>
                <a:gd name="csX5" fmla="*/ 1798394 w 4017225"/>
                <a:gd name="csY5" fmla="*/ 2110926 h 3574428"/>
                <a:gd name="csX6" fmla="*/ 434 w 4017225"/>
                <a:gd name="csY6" fmla="*/ 3573908 h 3574428"/>
                <a:gd name="csX0" fmla="*/ 434 w 4017225"/>
                <a:gd name="csY0" fmla="*/ 3573908 h 3574310"/>
                <a:gd name="csX1" fmla="*/ 1629072 w 4017225"/>
                <a:gd name="csY1" fmla="*/ 1934945 h 3574310"/>
                <a:gd name="csX2" fmla="*/ 1790791 w 4017225"/>
                <a:gd name="csY2" fmla="*/ 327870 h 3574310"/>
                <a:gd name="csX3" fmla="*/ 3907902 w 4017225"/>
                <a:gd name="csY3" fmla="*/ 36349 h 3574310"/>
                <a:gd name="csX4" fmla="*/ 3591268 w 4017225"/>
                <a:gd name="csY4" fmla="*/ 1933781 h 3574310"/>
                <a:gd name="csX5" fmla="*/ 1798394 w 4017225"/>
                <a:gd name="csY5" fmla="*/ 2110926 h 3574310"/>
                <a:gd name="csX6" fmla="*/ 434 w 4017225"/>
                <a:gd name="csY6" fmla="*/ 3573908 h 3574310"/>
                <a:gd name="csX0" fmla="*/ 434 w 4017225"/>
                <a:gd name="csY0" fmla="*/ 3573908 h 3576627"/>
                <a:gd name="csX1" fmla="*/ 1629072 w 4017225"/>
                <a:gd name="csY1" fmla="*/ 1934945 h 3576627"/>
                <a:gd name="csX2" fmla="*/ 1790791 w 4017225"/>
                <a:gd name="csY2" fmla="*/ 327870 h 3576627"/>
                <a:gd name="csX3" fmla="*/ 3907902 w 4017225"/>
                <a:gd name="csY3" fmla="*/ 36349 h 3576627"/>
                <a:gd name="csX4" fmla="*/ 3591268 w 4017225"/>
                <a:gd name="csY4" fmla="*/ 1933781 h 3576627"/>
                <a:gd name="csX5" fmla="*/ 1798395 w 4017225"/>
                <a:gd name="csY5" fmla="*/ 2365482 h 3576627"/>
                <a:gd name="csX6" fmla="*/ 434 w 4017225"/>
                <a:gd name="csY6" fmla="*/ 3573908 h 3576627"/>
                <a:gd name="csX0" fmla="*/ 434 w 4017225"/>
                <a:gd name="csY0" fmla="*/ 3573908 h 3576355"/>
                <a:gd name="csX1" fmla="*/ 1629072 w 4017225"/>
                <a:gd name="csY1" fmla="*/ 1934945 h 3576355"/>
                <a:gd name="csX2" fmla="*/ 1790791 w 4017225"/>
                <a:gd name="csY2" fmla="*/ 327870 h 3576355"/>
                <a:gd name="csX3" fmla="*/ 3907902 w 4017225"/>
                <a:gd name="csY3" fmla="*/ 36349 h 3576355"/>
                <a:gd name="csX4" fmla="*/ 3591268 w 4017225"/>
                <a:gd name="csY4" fmla="*/ 1933781 h 3576355"/>
                <a:gd name="csX5" fmla="*/ 1798395 w 4017225"/>
                <a:gd name="csY5" fmla="*/ 2365482 h 3576355"/>
                <a:gd name="csX6" fmla="*/ 434 w 4017225"/>
                <a:gd name="csY6" fmla="*/ 3573908 h 3576355"/>
                <a:gd name="csX0" fmla="*/ 434 w 4017225"/>
                <a:gd name="csY0" fmla="*/ 3573908 h 3583502"/>
                <a:gd name="csX1" fmla="*/ 1629072 w 4017225"/>
                <a:gd name="csY1" fmla="*/ 1934945 h 3583502"/>
                <a:gd name="csX2" fmla="*/ 1790791 w 4017225"/>
                <a:gd name="csY2" fmla="*/ 327870 h 3583502"/>
                <a:gd name="csX3" fmla="*/ 3907902 w 4017225"/>
                <a:gd name="csY3" fmla="*/ 36349 h 3583502"/>
                <a:gd name="csX4" fmla="*/ 3591268 w 4017225"/>
                <a:gd name="csY4" fmla="*/ 1933781 h 3583502"/>
                <a:gd name="csX5" fmla="*/ 1798396 w 4017225"/>
                <a:gd name="csY5" fmla="*/ 2715497 h 3583502"/>
                <a:gd name="csX6" fmla="*/ 434 w 4017225"/>
                <a:gd name="csY6" fmla="*/ 3573908 h 3583502"/>
                <a:gd name="csX0" fmla="*/ 20204 w 4036995"/>
                <a:gd name="csY0" fmla="*/ 3574326 h 3583563"/>
                <a:gd name="csX1" fmla="*/ 908564 w 4036995"/>
                <a:gd name="csY1" fmla="*/ 1951275 h 3583563"/>
                <a:gd name="csX2" fmla="*/ 1810561 w 4036995"/>
                <a:gd name="csY2" fmla="*/ 328288 h 3583563"/>
                <a:gd name="csX3" fmla="*/ 3927672 w 4036995"/>
                <a:gd name="csY3" fmla="*/ 36767 h 3583563"/>
                <a:gd name="csX4" fmla="*/ 3611038 w 4036995"/>
                <a:gd name="csY4" fmla="*/ 1934199 h 3583563"/>
                <a:gd name="csX5" fmla="*/ 1818166 w 4036995"/>
                <a:gd name="csY5" fmla="*/ 2715915 h 3583563"/>
                <a:gd name="csX6" fmla="*/ 20204 w 4036995"/>
                <a:gd name="csY6" fmla="*/ 3574326 h 3583563"/>
                <a:gd name="csX0" fmla="*/ 12549 w 4029340"/>
                <a:gd name="csY0" fmla="*/ 3574326 h 3583563"/>
                <a:gd name="csX1" fmla="*/ 900909 w 4029340"/>
                <a:gd name="csY1" fmla="*/ 1951275 h 3583563"/>
                <a:gd name="csX2" fmla="*/ 1802906 w 4029340"/>
                <a:gd name="csY2" fmla="*/ 328288 h 3583563"/>
                <a:gd name="csX3" fmla="*/ 3920017 w 4029340"/>
                <a:gd name="csY3" fmla="*/ 36767 h 3583563"/>
                <a:gd name="csX4" fmla="*/ 3603383 w 4029340"/>
                <a:gd name="csY4" fmla="*/ 1934199 h 3583563"/>
                <a:gd name="csX5" fmla="*/ 1810511 w 4029340"/>
                <a:gd name="csY5" fmla="*/ 2715915 h 3583563"/>
                <a:gd name="csX6" fmla="*/ 12549 w 4029340"/>
                <a:gd name="csY6" fmla="*/ 3574326 h 3583563"/>
                <a:gd name="csX0" fmla="*/ 2018 w 4018809"/>
                <a:gd name="csY0" fmla="*/ 3573908 h 3583502"/>
                <a:gd name="csX1" fmla="*/ 1389840 w 4018809"/>
                <a:gd name="csY1" fmla="*/ 1934947 h 3583502"/>
                <a:gd name="csX2" fmla="*/ 1792375 w 4018809"/>
                <a:gd name="csY2" fmla="*/ 327870 h 3583502"/>
                <a:gd name="csX3" fmla="*/ 3909486 w 4018809"/>
                <a:gd name="csY3" fmla="*/ 36349 h 3583502"/>
                <a:gd name="csX4" fmla="*/ 3592852 w 4018809"/>
                <a:gd name="csY4" fmla="*/ 1933781 h 3583502"/>
                <a:gd name="csX5" fmla="*/ 1799980 w 4018809"/>
                <a:gd name="csY5" fmla="*/ 2715497 h 3583502"/>
                <a:gd name="csX6" fmla="*/ 2018 w 4018809"/>
                <a:gd name="csY6" fmla="*/ 3573908 h 3583502"/>
                <a:gd name="csX0" fmla="*/ 2018 w 4018809"/>
                <a:gd name="csY0" fmla="*/ 3573908 h 3575401"/>
                <a:gd name="csX1" fmla="*/ 1389840 w 4018809"/>
                <a:gd name="csY1" fmla="*/ 1934947 h 3575401"/>
                <a:gd name="csX2" fmla="*/ 1792375 w 4018809"/>
                <a:gd name="csY2" fmla="*/ 327870 h 3575401"/>
                <a:gd name="csX3" fmla="*/ 3909486 w 4018809"/>
                <a:gd name="csY3" fmla="*/ 36349 h 3575401"/>
                <a:gd name="csX4" fmla="*/ 3592852 w 4018809"/>
                <a:gd name="csY4" fmla="*/ 1933781 h 3575401"/>
                <a:gd name="csX5" fmla="*/ 1799983 w 4018809"/>
                <a:gd name="csY5" fmla="*/ 2277981 h 3575401"/>
                <a:gd name="csX6" fmla="*/ 2018 w 4018809"/>
                <a:gd name="csY6" fmla="*/ 3573908 h 3575401"/>
                <a:gd name="csX0" fmla="*/ 2279 w 4019070"/>
                <a:gd name="csY0" fmla="*/ 3573908 h 3576883"/>
                <a:gd name="csX1" fmla="*/ 1390101 w 4019070"/>
                <a:gd name="csY1" fmla="*/ 1934947 h 3576883"/>
                <a:gd name="csX2" fmla="*/ 1792636 w 4019070"/>
                <a:gd name="csY2" fmla="*/ 327870 h 3576883"/>
                <a:gd name="csX3" fmla="*/ 3909747 w 4019070"/>
                <a:gd name="csY3" fmla="*/ 36349 h 3576883"/>
                <a:gd name="csX4" fmla="*/ 3593113 w 4019070"/>
                <a:gd name="csY4" fmla="*/ 1933781 h 3576883"/>
                <a:gd name="csX5" fmla="*/ 1827004 w 4019070"/>
                <a:gd name="csY5" fmla="*/ 2405261 h 3576883"/>
                <a:gd name="csX6" fmla="*/ 2279 w 4019070"/>
                <a:gd name="csY6" fmla="*/ 3573908 h 3576883"/>
                <a:gd name="csX0" fmla="*/ 3304 w 4020095"/>
                <a:gd name="csY0" fmla="*/ 3573700 h 3576772"/>
                <a:gd name="csX1" fmla="*/ 1310858 w 4020095"/>
                <a:gd name="csY1" fmla="*/ 1926786 h 3576772"/>
                <a:gd name="csX2" fmla="*/ 1793661 w 4020095"/>
                <a:gd name="csY2" fmla="*/ 327662 h 3576772"/>
                <a:gd name="csX3" fmla="*/ 3910772 w 4020095"/>
                <a:gd name="csY3" fmla="*/ 36141 h 3576772"/>
                <a:gd name="csX4" fmla="*/ 3594138 w 4020095"/>
                <a:gd name="csY4" fmla="*/ 1933573 h 3576772"/>
                <a:gd name="csX5" fmla="*/ 1828029 w 4020095"/>
                <a:gd name="csY5" fmla="*/ 2405053 h 3576772"/>
                <a:gd name="csX6" fmla="*/ 3304 w 4020095"/>
                <a:gd name="csY6" fmla="*/ 3573700 h 3576772"/>
                <a:gd name="csX0" fmla="*/ 3254 w 4020045"/>
                <a:gd name="csY0" fmla="*/ 3573700 h 3576772"/>
                <a:gd name="csX1" fmla="*/ 1310808 w 4020045"/>
                <a:gd name="csY1" fmla="*/ 1926786 h 3576772"/>
                <a:gd name="csX2" fmla="*/ 1793611 w 4020045"/>
                <a:gd name="csY2" fmla="*/ 327662 h 3576772"/>
                <a:gd name="csX3" fmla="*/ 3910722 w 4020045"/>
                <a:gd name="csY3" fmla="*/ 36141 h 3576772"/>
                <a:gd name="csX4" fmla="*/ 3594088 w 4020045"/>
                <a:gd name="csY4" fmla="*/ 1933573 h 3576772"/>
                <a:gd name="csX5" fmla="*/ 1827979 w 4020045"/>
                <a:gd name="csY5" fmla="*/ 2405053 h 3576772"/>
                <a:gd name="csX6" fmla="*/ 3254 w 4020045"/>
                <a:gd name="csY6" fmla="*/ 3573700 h 35767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020045" h="3576772">
                  <a:moveTo>
                    <a:pt x="3254" y="3573700"/>
                  </a:moveTo>
                  <a:cubicBezTo>
                    <a:pt x="-82941" y="3493989"/>
                    <a:pt x="1574310" y="2340515"/>
                    <a:pt x="1310808" y="1926786"/>
                  </a:cubicBezTo>
                  <a:cubicBezTo>
                    <a:pt x="1047306" y="1513057"/>
                    <a:pt x="1360292" y="642769"/>
                    <a:pt x="1793611" y="327662"/>
                  </a:cubicBezTo>
                  <a:cubicBezTo>
                    <a:pt x="2226930" y="12555"/>
                    <a:pt x="3750548" y="-52136"/>
                    <a:pt x="3910722" y="36141"/>
                  </a:cubicBezTo>
                  <a:cubicBezTo>
                    <a:pt x="4070896" y="124418"/>
                    <a:pt x="4120351" y="1358027"/>
                    <a:pt x="3594088" y="1933573"/>
                  </a:cubicBezTo>
                  <a:cubicBezTo>
                    <a:pt x="3171099" y="2391895"/>
                    <a:pt x="2301583" y="2656718"/>
                    <a:pt x="1827979" y="2405053"/>
                  </a:cubicBezTo>
                  <a:cubicBezTo>
                    <a:pt x="1354375" y="2153388"/>
                    <a:pt x="89449" y="3653411"/>
                    <a:pt x="3254" y="3573700"/>
                  </a:cubicBez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2" name="Freeform 1011">
              <a:extLst>
                <a:ext uri="{FF2B5EF4-FFF2-40B4-BE49-F238E27FC236}">
                  <a16:creationId xmlns:a16="http://schemas.microsoft.com/office/drawing/2014/main" id="{4AD4376D-2128-7CA8-167B-3E5054F8B518}"/>
                </a:ext>
              </a:extLst>
            </p:cNvPr>
            <p:cNvSpPr/>
            <p:nvPr userDrawn="1"/>
          </p:nvSpPr>
          <p:spPr>
            <a:xfrm rot="16200000">
              <a:off x="5522264" y="561371"/>
              <a:ext cx="2615867" cy="2682270"/>
            </a:xfrm>
            <a:custGeom>
              <a:avLst/>
              <a:gdLst>
                <a:gd name="csX0" fmla="*/ 1893 w 3484511"/>
                <a:gd name="csY0" fmla="*/ 3509215 h 3511799"/>
                <a:gd name="csX1" fmla="*/ 1514170 w 3484511"/>
                <a:gd name="csY1" fmla="*/ 1703861 h 3511799"/>
                <a:gd name="csX2" fmla="*/ 2029985 w 3484511"/>
                <a:gd name="csY2" fmla="*/ 226753 h 3511799"/>
                <a:gd name="csX3" fmla="*/ 3378139 w 3484511"/>
                <a:gd name="csY3" fmla="*/ 144692 h 3511799"/>
                <a:gd name="csX4" fmla="*/ 3225739 w 3484511"/>
                <a:gd name="csY4" fmla="*/ 1586630 h 3511799"/>
                <a:gd name="csX5" fmla="*/ 1854139 w 3484511"/>
                <a:gd name="csY5" fmla="*/ 2090723 h 3511799"/>
                <a:gd name="csX6" fmla="*/ 1893 w 3484511"/>
                <a:gd name="csY6" fmla="*/ 3509215 h 3511799"/>
                <a:gd name="csX0" fmla="*/ 1352 w 4094215"/>
                <a:gd name="csY0" fmla="*/ 4103738 h 4105568"/>
                <a:gd name="csX1" fmla="*/ 2123874 w 4094215"/>
                <a:gd name="csY1" fmla="*/ 1703861 h 4105568"/>
                <a:gd name="csX2" fmla="*/ 2639689 w 4094215"/>
                <a:gd name="csY2" fmla="*/ 226753 h 4105568"/>
                <a:gd name="csX3" fmla="*/ 3987843 w 4094215"/>
                <a:gd name="csY3" fmla="*/ 144692 h 4105568"/>
                <a:gd name="csX4" fmla="*/ 3835443 w 4094215"/>
                <a:gd name="csY4" fmla="*/ 1586630 h 4105568"/>
                <a:gd name="csX5" fmla="*/ 2463843 w 4094215"/>
                <a:gd name="csY5" fmla="*/ 2090723 h 4105568"/>
                <a:gd name="csX6" fmla="*/ 1352 w 4094215"/>
                <a:gd name="csY6" fmla="*/ 4103738 h 4105568"/>
                <a:gd name="csX0" fmla="*/ 1978 w 4094841"/>
                <a:gd name="csY0" fmla="*/ 4101966 h 4104114"/>
                <a:gd name="csX1" fmla="*/ 2058783 w 4094841"/>
                <a:gd name="csY1" fmla="*/ 1668597 h 4104114"/>
                <a:gd name="csX2" fmla="*/ 2640315 w 4094841"/>
                <a:gd name="csY2" fmla="*/ 224981 h 4104114"/>
                <a:gd name="csX3" fmla="*/ 3988469 w 4094841"/>
                <a:gd name="csY3" fmla="*/ 142920 h 4104114"/>
                <a:gd name="csX4" fmla="*/ 3836069 w 4094841"/>
                <a:gd name="csY4" fmla="*/ 1584858 h 4104114"/>
                <a:gd name="csX5" fmla="*/ 2464469 w 4094841"/>
                <a:gd name="csY5" fmla="*/ 2088951 h 4104114"/>
                <a:gd name="csX6" fmla="*/ 1978 w 4094841"/>
                <a:gd name="csY6" fmla="*/ 4101966 h 4104114"/>
                <a:gd name="csX0" fmla="*/ 1943 w 4132359"/>
                <a:gd name="csY0" fmla="*/ 3750277 h 3752868"/>
                <a:gd name="csX1" fmla="*/ 2096301 w 4132359"/>
                <a:gd name="csY1" fmla="*/ 1668597 h 3752868"/>
                <a:gd name="csX2" fmla="*/ 2677833 w 4132359"/>
                <a:gd name="csY2" fmla="*/ 224981 h 3752868"/>
                <a:gd name="csX3" fmla="*/ 4025987 w 4132359"/>
                <a:gd name="csY3" fmla="*/ 142920 h 3752868"/>
                <a:gd name="csX4" fmla="*/ 3873587 w 4132359"/>
                <a:gd name="csY4" fmla="*/ 1584858 h 3752868"/>
                <a:gd name="csX5" fmla="*/ 2501987 w 4132359"/>
                <a:gd name="csY5" fmla="*/ 2088951 h 3752868"/>
                <a:gd name="csX6" fmla="*/ 1943 w 4132359"/>
                <a:gd name="csY6" fmla="*/ 3750277 h 3752868"/>
                <a:gd name="csX0" fmla="*/ 7123 w 4137539"/>
                <a:gd name="csY0" fmla="*/ 3776554 h 3776601"/>
                <a:gd name="csX1" fmla="*/ 1782278 w 4137539"/>
                <a:gd name="csY1" fmla="*/ 2163796 h 3776601"/>
                <a:gd name="csX2" fmla="*/ 2683013 w 4137539"/>
                <a:gd name="csY2" fmla="*/ 251258 h 3776601"/>
                <a:gd name="csX3" fmla="*/ 4031167 w 4137539"/>
                <a:gd name="csY3" fmla="*/ 169197 h 3776601"/>
                <a:gd name="csX4" fmla="*/ 3878767 w 4137539"/>
                <a:gd name="csY4" fmla="*/ 1611135 h 3776601"/>
                <a:gd name="csX5" fmla="*/ 2507167 w 4137539"/>
                <a:gd name="csY5" fmla="*/ 2115228 h 3776601"/>
                <a:gd name="csX6" fmla="*/ 7123 w 4137539"/>
                <a:gd name="csY6" fmla="*/ 3776554 h 3776601"/>
                <a:gd name="csX0" fmla="*/ 25 w 4130441"/>
                <a:gd name="csY0" fmla="*/ 3776554 h 3776586"/>
                <a:gd name="csX1" fmla="*/ 1775180 w 4130441"/>
                <a:gd name="csY1" fmla="*/ 2163796 h 3776586"/>
                <a:gd name="csX2" fmla="*/ 2675915 w 4130441"/>
                <a:gd name="csY2" fmla="*/ 251258 h 3776586"/>
                <a:gd name="csX3" fmla="*/ 4024069 w 4130441"/>
                <a:gd name="csY3" fmla="*/ 169197 h 3776586"/>
                <a:gd name="csX4" fmla="*/ 3871669 w 4130441"/>
                <a:gd name="csY4" fmla="*/ 1611135 h 3776586"/>
                <a:gd name="csX5" fmla="*/ 1814719 w 4130441"/>
                <a:gd name="csY5" fmla="*/ 2207339 h 3776586"/>
                <a:gd name="csX6" fmla="*/ 25 w 4130441"/>
                <a:gd name="csY6" fmla="*/ 3776554 h 3776586"/>
                <a:gd name="csX0" fmla="*/ 25 w 4130441"/>
                <a:gd name="csY0" fmla="*/ 3776554 h 3776589"/>
                <a:gd name="csX1" fmla="*/ 1775180 w 4130441"/>
                <a:gd name="csY1" fmla="*/ 2163796 h 3776589"/>
                <a:gd name="csX2" fmla="*/ 2675915 w 4130441"/>
                <a:gd name="csY2" fmla="*/ 251258 h 3776589"/>
                <a:gd name="csX3" fmla="*/ 4024069 w 4130441"/>
                <a:gd name="csY3" fmla="*/ 169197 h 3776589"/>
                <a:gd name="csX4" fmla="*/ 3871669 w 4130441"/>
                <a:gd name="csY4" fmla="*/ 1611135 h 3776589"/>
                <a:gd name="csX5" fmla="*/ 1814719 w 4130441"/>
                <a:gd name="csY5" fmla="*/ 2207339 h 3776589"/>
                <a:gd name="csX6" fmla="*/ 25 w 4130441"/>
                <a:gd name="csY6" fmla="*/ 3776554 h 3776589"/>
                <a:gd name="csX0" fmla="*/ 25 w 3957457"/>
                <a:gd name="csY0" fmla="*/ 3611866 h 3611901"/>
                <a:gd name="csX1" fmla="*/ 1775180 w 3957457"/>
                <a:gd name="csY1" fmla="*/ 1999108 h 3611901"/>
                <a:gd name="csX2" fmla="*/ 2675915 w 3957457"/>
                <a:gd name="csY2" fmla="*/ 86570 h 3611901"/>
                <a:gd name="csX3" fmla="*/ 3554650 w 3957457"/>
                <a:gd name="csY3" fmla="*/ 439934 h 3611901"/>
                <a:gd name="csX4" fmla="*/ 3871669 w 3957457"/>
                <a:gd name="csY4" fmla="*/ 1446447 h 3611901"/>
                <a:gd name="csX5" fmla="*/ 1814719 w 3957457"/>
                <a:gd name="csY5" fmla="*/ 2042651 h 3611901"/>
                <a:gd name="csX6" fmla="*/ 25 w 3957457"/>
                <a:gd name="csY6" fmla="*/ 3611866 h 3611901"/>
                <a:gd name="csX0" fmla="*/ 25 w 3957253"/>
                <a:gd name="csY0" fmla="*/ 3368639 h 3368674"/>
                <a:gd name="csX1" fmla="*/ 1775180 w 3957253"/>
                <a:gd name="csY1" fmla="*/ 1755881 h 3368674"/>
                <a:gd name="csX2" fmla="*/ 2685304 w 3957253"/>
                <a:gd name="csY2" fmla="*/ 144791 h 3368674"/>
                <a:gd name="csX3" fmla="*/ 3554650 w 3957253"/>
                <a:gd name="csY3" fmla="*/ 196707 h 3368674"/>
                <a:gd name="csX4" fmla="*/ 3871669 w 3957253"/>
                <a:gd name="csY4" fmla="*/ 1203220 h 3368674"/>
                <a:gd name="csX5" fmla="*/ 1814719 w 3957253"/>
                <a:gd name="csY5" fmla="*/ 1799424 h 3368674"/>
                <a:gd name="csX6" fmla="*/ 25 w 3957253"/>
                <a:gd name="csY6" fmla="*/ 3368639 h 3368674"/>
                <a:gd name="csX0" fmla="*/ 25 w 3705517"/>
                <a:gd name="csY0" fmla="*/ 3358570 h 3358603"/>
                <a:gd name="csX1" fmla="*/ 1775180 w 3705517"/>
                <a:gd name="csY1" fmla="*/ 1745812 h 3358603"/>
                <a:gd name="csX2" fmla="*/ 2685304 w 3705517"/>
                <a:gd name="csY2" fmla="*/ 134722 h 3358603"/>
                <a:gd name="csX3" fmla="*/ 3554650 w 3705517"/>
                <a:gd name="csY3" fmla="*/ 186638 h 3358603"/>
                <a:gd name="csX4" fmla="*/ 3552464 w 3705517"/>
                <a:gd name="csY4" fmla="*/ 975438 h 3358603"/>
                <a:gd name="csX5" fmla="*/ 1814719 w 3705517"/>
                <a:gd name="csY5" fmla="*/ 1789355 h 3358603"/>
                <a:gd name="csX6" fmla="*/ 25 w 3705517"/>
                <a:gd name="csY6" fmla="*/ 3358570 h 3358603"/>
                <a:gd name="csX0" fmla="*/ 2290 w 3707782"/>
                <a:gd name="csY0" fmla="*/ 3305196 h 3314287"/>
                <a:gd name="csX1" fmla="*/ 2199921 w 3707782"/>
                <a:gd name="csY1" fmla="*/ 955568 h 3314287"/>
                <a:gd name="csX2" fmla="*/ 2687569 w 3707782"/>
                <a:gd name="csY2" fmla="*/ 81348 h 3314287"/>
                <a:gd name="csX3" fmla="*/ 3556915 w 3707782"/>
                <a:gd name="csY3" fmla="*/ 133264 h 3314287"/>
                <a:gd name="csX4" fmla="*/ 3554729 w 3707782"/>
                <a:gd name="csY4" fmla="*/ 922064 h 3314287"/>
                <a:gd name="csX5" fmla="*/ 1816984 w 3707782"/>
                <a:gd name="csY5" fmla="*/ 1735981 h 3314287"/>
                <a:gd name="csX6" fmla="*/ 2290 w 3707782"/>
                <a:gd name="csY6" fmla="*/ 3305196 h 3314287"/>
                <a:gd name="csX0" fmla="*/ 377 w 3705869"/>
                <a:gd name="csY0" fmla="*/ 3305196 h 3313168"/>
                <a:gd name="csX1" fmla="*/ 2198008 w 3705869"/>
                <a:gd name="csY1" fmla="*/ 955568 h 3313168"/>
                <a:gd name="csX2" fmla="*/ 2685656 w 3705869"/>
                <a:gd name="csY2" fmla="*/ 81348 h 3313168"/>
                <a:gd name="csX3" fmla="*/ 3555002 w 3705869"/>
                <a:gd name="csY3" fmla="*/ 133264 h 3313168"/>
                <a:gd name="csX4" fmla="*/ 3552816 w 3705869"/>
                <a:gd name="csY4" fmla="*/ 922064 h 3313168"/>
                <a:gd name="csX5" fmla="*/ 2378375 w 3705869"/>
                <a:gd name="csY5" fmla="*/ 1694113 h 3313168"/>
                <a:gd name="csX6" fmla="*/ 377 w 3705869"/>
                <a:gd name="csY6" fmla="*/ 3305196 h 3313168"/>
                <a:gd name="csX0" fmla="*/ 377 w 3705869"/>
                <a:gd name="csY0" fmla="*/ 3305196 h 3311216"/>
                <a:gd name="csX1" fmla="*/ 2198008 w 3705869"/>
                <a:gd name="csY1" fmla="*/ 955568 h 3311216"/>
                <a:gd name="csX2" fmla="*/ 2685656 w 3705869"/>
                <a:gd name="csY2" fmla="*/ 81348 h 3311216"/>
                <a:gd name="csX3" fmla="*/ 3555002 w 3705869"/>
                <a:gd name="csY3" fmla="*/ 133264 h 3311216"/>
                <a:gd name="csX4" fmla="*/ 3552816 w 3705869"/>
                <a:gd name="csY4" fmla="*/ 922064 h 3311216"/>
                <a:gd name="csX5" fmla="*/ 2378375 w 3705869"/>
                <a:gd name="csY5" fmla="*/ 1694113 h 3311216"/>
                <a:gd name="csX6" fmla="*/ 377 w 3705869"/>
                <a:gd name="csY6" fmla="*/ 3305196 h 3311216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31250"/>
                <a:gd name="csY0" fmla="*/ 3306034 h 3313991"/>
                <a:gd name="csX1" fmla="*/ 2198008 w 4431250"/>
                <a:gd name="csY1" fmla="*/ 956406 h 3313991"/>
                <a:gd name="csX2" fmla="*/ 2685656 w 4431250"/>
                <a:gd name="csY2" fmla="*/ 82186 h 3313991"/>
                <a:gd name="csX3" fmla="*/ 3555002 w 4431250"/>
                <a:gd name="csY3" fmla="*/ 134102 h 3313991"/>
                <a:gd name="csX4" fmla="*/ 4425936 w 4431250"/>
                <a:gd name="csY4" fmla="*/ 939649 h 3313991"/>
                <a:gd name="csX5" fmla="*/ 2378375 w 4431250"/>
                <a:gd name="csY5" fmla="*/ 1694951 h 3313991"/>
                <a:gd name="csX6" fmla="*/ 377 w 4431250"/>
                <a:gd name="csY6" fmla="*/ 3306034 h 3313991"/>
                <a:gd name="csX0" fmla="*/ 377 w 4425936"/>
                <a:gd name="csY0" fmla="*/ 3306034 h 3313991"/>
                <a:gd name="csX1" fmla="*/ 2198008 w 4425936"/>
                <a:gd name="csY1" fmla="*/ 956406 h 3313991"/>
                <a:gd name="csX2" fmla="*/ 2685656 w 4425936"/>
                <a:gd name="csY2" fmla="*/ 82186 h 3313991"/>
                <a:gd name="csX3" fmla="*/ 3555002 w 4425936"/>
                <a:gd name="csY3" fmla="*/ 134102 h 3313991"/>
                <a:gd name="csX4" fmla="*/ 4425936 w 4425936"/>
                <a:gd name="csY4" fmla="*/ 939649 h 3313991"/>
                <a:gd name="csX5" fmla="*/ 2378375 w 4425936"/>
                <a:gd name="csY5" fmla="*/ 1694951 h 3313991"/>
                <a:gd name="csX6" fmla="*/ 377 w 4425936"/>
                <a:gd name="csY6" fmla="*/ 3306034 h 3313991"/>
                <a:gd name="csX0" fmla="*/ 377 w 4472878"/>
                <a:gd name="csY0" fmla="*/ 3303952 h 3311947"/>
                <a:gd name="csX1" fmla="*/ 2198008 w 4472878"/>
                <a:gd name="csY1" fmla="*/ 954324 h 3311947"/>
                <a:gd name="csX2" fmla="*/ 2685656 w 4472878"/>
                <a:gd name="csY2" fmla="*/ 80104 h 3311947"/>
                <a:gd name="csX3" fmla="*/ 3555002 w 4472878"/>
                <a:gd name="csY3" fmla="*/ 132020 h 3311947"/>
                <a:gd name="csX4" fmla="*/ 4472878 w 4472878"/>
                <a:gd name="csY4" fmla="*/ 895700 h 3311947"/>
                <a:gd name="csX5" fmla="*/ 2378375 w 4472878"/>
                <a:gd name="csY5" fmla="*/ 1692869 h 3311947"/>
                <a:gd name="csX6" fmla="*/ 377 w 4472878"/>
                <a:gd name="csY6" fmla="*/ 3303952 h 3311947"/>
                <a:gd name="csX0" fmla="*/ 377 w 4472878"/>
                <a:gd name="csY0" fmla="*/ 3489034 h 3497029"/>
                <a:gd name="csX1" fmla="*/ 2198008 w 4472878"/>
                <a:gd name="csY1" fmla="*/ 1139406 h 3497029"/>
                <a:gd name="csX2" fmla="*/ 2685656 w 4472878"/>
                <a:gd name="csY2" fmla="*/ 265186 h 3497029"/>
                <a:gd name="csX3" fmla="*/ 3742770 w 4472878"/>
                <a:gd name="csY3" fmla="*/ 49148 h 3497029"/>
                <a:gd name="csX4" fmla="*/ 4472878 w 4472878"/>
                <a:gd name="csY4" fmla="*/ 1080782 h 3497029"/>
                <a:gd name="csX5" fmla="*/ 2378375 w 4472878"/>
                <a:gd name="csY5" fmla="*/ 1877951 h 3497029"/>
                <a:gd name="csX6" fmla="*/ 377 w 4472878"/>
                <a:gd name="csY6" fmla="*/ 3489034 h 3497029"/>
                <a:gd name="csX0" fmla="*/ 377 w 4482266"/>
                <a:gd name="csY0" fmla="*/ 3489034 h 3497029"/>
                <a:gd name="csX1" fmla="*/ 2198008 w 4482266"/>
                <a:gd name="csY1" fmla="*/ 1139406 h 3497029"/>
                <a:gd name="csX2" fmla="*/ 2685656 w 4482266"/>
                <a:gd name="csY2" fmla="*/ 265186 h 3497029"/>
                <a:gd name="csX3" fmla="*/ 3742770 w 4482266"/>
                <a:gd name="csY3" fmla="*/ 49148 h 3497029"/>
                <a:gd name="csX4" fmla="*/ 4482266 w 4482266"/>
                <a:gd name="csY4" fmla="*/ 1080782 h 3497029"/>
                <a:gd name="csX5" fmla="*/ 2378375 w 4482266"/>
                <a:gd name="csY5" fmla="*/ 1877951 h 3497029"/>
                <a:gd name="csX6" fmla="*/ 377 w 4482266"/>
                <a:gd name="csY6" fmla="*/ 3489034 h 3497029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10188 w 4492077"/>
                <a:gd name="csY0" fmla="*/ 3488052 h 3497366"/>
                <a:gd name="csX1" fmla="*/ 1804118 w 4492077"/>
                <a:gd name="csY1" fmla="*/ 1096559 h 3497366"/>
                <a:gd name="csX2" fmla="*/ 2695467 w 4492077"/>
                <a:gd name="csY2" fmla="*/ 264204 h 3497366"/>
                <a:gd name="csX3" fmla="*/ 3752581 w 4492077"/>
                <a:gd name="csY3" fmla="*/ 48166 h 3497366"/>
                <a:gd name="csX4" fmla="*/ 4492077 w 4492077"/>
                <a:gd name="csY4" fmla="*/ 1079800 h 3497366"/>
                <a:gd name="csX5" fmla="*/ 2688616 w 4492077"/>
                <a:gd name="csY5" fmla="*/ 1893718 h 3497366"/>
                <a:gd name="csX6" fmla="*/ 10188 w 4492077"/>
                <a:gd name="csY6" fmla="*/ 3488052 h 3497366"/>
                <a:gd name="csX0" fmla="*/ 10188 w 4492077"/>
                <a:gd name="csY0" fmla="*/ 3488052 h 3500595"/>
                <a:gd name="csX1" fmla="*/ 1804118 w 4492077"/>
                <a:gd name="csY1" fmla="*/ 1096559 h 3500595"/>
                <a:gd name="csX2" fmla="*/ 2695467 w 4492077"/>
                <a:gd name="csY2" fmla="*/ 264204 h 3500595"/>
                <a:gd name="csX3" fmla="*/ 3752581 w 4492077"/>
                <a:gd name="csY3" fmla="*/ 48166 h 3500595"/>
                <a:gd name="csX4" fmla="*/ 4492077 w 4492077"/>
                <a:gd name="csY4" fmla="*/ 1079800 h 3500595"/>
                <a:gd name="csX5" fmla="*/ 2688616 w 4492077"/>
                <a:gd name="csY5" fmla="*/ 1893718 h 3500595"/>
                <a:gd name="csX6" fmla="*/ 10188 w 4492077"/>
                <a:gd name="csY6" fmla="*/ 3488052 h 3500595"/>
                <a:gd name="csX0" fmla="*/ 10188 w 4492077"/>
                <a:gd name="csY0" fmla="*/ 3488052 h 3500888"/>
                <a:gd name="csX1" fmla="*/ 1804118 w 4492077"/>
                <a:gd name="csY1" fmla="*/ 1096559 h 3500888"/>
                <a:gd name="csX2" fmla="*/ 2695467 w 4492077"/>
                <a:gd name="csY2" fmla="*/ 264204 h 3500888"/>
                <a:gd name="csX3" fmla="*/ 3752581 w 4492077"/>
                <a:gd name="csY3" fmla="*/ 48166 h 3500888"/>
                <a:gd name="csX4" fmla="*/ 4492077 w 4492077"/>
                <a:gd name="csY4" fmla="*/ 1079800 h 3500888"/>
                <a:gd name="csX5" fmla="*/ 2688616 w 4492077"/>
                <a:gd name="csY5" fmla="*/ 1893718 h 3500888"/>
                <a:gd name="csX6" fmla="*/ 10188 w 4492077"/>
                <a:gd name="csY6" fmla="*/ 3488052 h 3500888"/>
                <a:gd name="csX0" fmla="*/ 27731 w 3289130"/>
                <a:gd name="csY0" fmla="*/ 2449732 h 2473361"/>
                <a:gd name="csX1" fmla="*/ 601171 w 3289130"/>
                <a:gd name="csY1" fmla="*/ 1096559 h 2473361"/>
                <a:gd name="csX2" fmla="*/ 1492520 w 3289130"/>
                <a:gd name="csY2" fmla="*/ 264204 h 2473361"/>
                <a:gd name="csX3" fmla="*/ 2549634 w 3289130"/>
                <a:gd name="csY3" fmla="*/ 48166 h 2473361"/>
                <a:gd name="csX4" fmla="*/ 3289130 w 3289130"/>
                <a:gd name="csY4" fmla="*/ 1079800 h 2473361"/>
                <a:gd name="csX5" fmla="*/ 1485669 w 3289130"/>
                <a:gd name="csY5" fmla="*/ 1893718 h 2473361"/>
                <a:gd name="csX6" fmla="*/ 27731 w 3289130"/>
                <a:gd name="csY6" fmla="*/ 2449732 h 2473361"/>
                <a:gd name="csX0" fmla="*/ 367 w 3261766"/>
                <a:gd name="csY0" fmla="*/ 2449732 h 2449966"/>
                <a:gd name="csX1" fmla="*/ 573807 w 3261766"/>
                <a:gd name="csY1" fmla="*/ 1096559 h 2449966"/>
                <a:gd name="csX2" fmla="*/ 1465156 w 3261766"/>
                <a:gd name="csY2" fmla="*/ 264204 h 2449966"/>
                <a:gd name="csX3" fmla="*/ 2522270 w 3261766"/>
                <a:gd name="csY3" fmla="*/ 48166 h 2449966"/>
                <a:gd name="csX4" fmla="*/ 3261766 w 3261766"/>
                <a:gd name="csY4" fmla="*/ 1079800 h 2449966"/>
                <a:gd name="csX5" fmla="*/ 1458305 w 3261766"/>
                <a:gd name="csY5" fmla="*/ 1893718 h 2449966"/>
                <a:gd name="csX6" fmla="*/ 367 w 3261766"/>
                <a:gd name="csY6" fmla="*/ 2449732 h 2449966"/>
                <a:gd name="csX0" fmla="*/ 62959 w 3324358"/>
                <a:gd name="csY0" fmla="*/ 2449732 h 2487147"/>
                <a:gd name="csX1" fmla="*/ 636399 w 3324358"/>
                <a:gd name="csY1" fmla="*/ 1096559 h 2487147"/>
                <a:gd name="csX2" fmla="*/ 1527748 w 3324358"/>
                <a:gd name="csY2" fmla="*/ 264204 h 2487147"/>
                <a:gd name="csX3" fmla="*/ 2584862 w 3324358"/>
                <a:gd name="csY3" fmla="*/ 48166 h 2487147"/>
                <a:gd name="csX4" fmla="*/ 3324358 w 3324358"/>
                <a:gd name="csY4" fmla="*/ 1079800 h 2487147"/>
                <a:gd name="csX5" fmla="*/ 1520897 w 3324358"/>
                <a:gd name="csY5" fmla="*/ 1893718 h 2487147"/>
                <a:gd name="csX6" fmla="*/ 62959 w 3324358"/>
                <a:gd name="csY6" fmla="*/ 2449732 h 2487147"/>
                <a:gd name="csX0" fmla="*/ 38478 w 4482813"/>
                <a:gd name="csY0" fmla="*/ 3496425 h 3519813"/>
                <a:gd name="csX1" fmla="*/ 1794854 w 4482813"/>
                <a:gd name="csY1" fmla="*/ 1096559 h 3519813"/>
                <a:gd name="csX2" fmla="*/ 2686203 w 4482813"/>
                <a:gd name="csY2" fmla="*/ 264204 h 3519813"/>
                <a:gd name="csX3" fmla="*/ 3743317 w 4482813"/>
                <a:gd name="csY3" fmla="*/ 48166 h 3519813"/>
                <a:gd name="csX4" fmla="*/ 4482813 w 4482813"/>
                <a:gd name="csY4" fmla="*/ 1079800 h 3519813"/>
                <a:gd name="csX5" fmla="*/ 2679352 w 4482813"/>
                <a:gd name="csY5" fmla="*/ 1893718 h 3519813"/>
                <a:gd name="csX6" fmla="*/ 38478 w 4482813"/>
                <a:gd name="csY6" fmla="*/ 3496425 h 3519813"/>
                <a:gd name="csX0" fmla="*/ 9071 w 4453406"/>
                <a:gd name="csY0" fmla="*/ 3496425 h 3510301"/>
                <a:gd name="csX1" fmla="*/ 1765447 w 4453406"/>
                <a:gd name="csY1" fmla="*/ 1096559 h 3510301"/>
                <a:gd name="csX2" fmla="*/ 2656796 w 4453406"/>
                <a:gd name="csY2" fmla="*/ 264204 h 3510301"/>
                <a:gd name="csX3" fmla="*/ 3713910 w 4453406"/>
                <a:gd name="csY3" fmla="*/ 48166 h 3510301"/>
                <a:gd name="csX4" fmla="*/ 4453406 w 4453406"/>
                <a:gd name="csY4" fmla="*/ 1079800 h 3510301"/>
                <a:gd name="csX5" fmla="*/ 2649945 w 4453406"/>
                <a:gd name="csY5" fmla="*/ 1893718 h 3510301"/>
                <a:gd name="csX6" fmla="*/ 9071 w 4453406"/>
                <a:gd name="csY6" fmla="*/ 3496425 h 3510301"/>
                <a:gd name="csX0" fmla="*/ 9071 w 4453406"/>
                <a:gd name="csY0" fmla="*/ 3496425 h 3512169"/>
                <a:gd name="csX1" fmla="*/ 1765447 w 4453406"/>
                <a:gd name="csY1" fmla="*/ 1096559 h 3512169"/>
                <a:gd name="csX2" fmla="*/ 2656796 w 4453406"/>
                <a:gd name="csY2" fmla="*/ 264204 h 3512169"/>
                <a:gd name="csX3" fmla="*/ 3713910 w 4453406"/>
                <a:gd name="csY3" fmla="*/ 48166 h 3512169"/>
                <a:gd name="csX4" fmla="*/ 4453406 w 4453406"/>
                <a:gd name="csY4" fmla="*/ 1079800 h 3512169"/>
                <a:gd name="csX5" fmla="*/ 2649945 w 4453406"/>
                <a:gd name="csY5" fmla="*/ 1893718 h 3512169"/>
                <a:gd name="csX6" fmla="*/ 9071 w 4453406"/>
                <a:gd name="csY6" fmla="*/ 3496425 h 3512169"/>
                <a:gd name="csX0" fmla="*/ 9640 w 4453975"/>
                <a:gd name="csY0" fmla="*/ 3496425 h 3512169"/>
                <a:gd name="csX1" fmla="*/ 1766016 w 4453975"/>
                <a:gd name="csY1" fmla="*/ 1096559 h 3512169"/>
                <a:gd name="csX2" fmla="*/ 2657365 w 4453975"/>
                <a:gd name="csY2" fmla="*/ 264204 h 3512169"/>
                <a:gd name="csX3" fmla="*/ 3714479 w 4453975"/>
                <a:gd name="csY3" fmla="*/ 48166 h 3512169"/>
                <a:gd name="csX4" fmla="*/ 4453975 w 4453975"/>
                <a:gd name="csY4" fmla="*/ 1079800 h 3512169"/>
                <a:gd name="csX5" fmla="*/ 2650514 w 4453975"/>
                <a:gd name="csY5" fmla="*/ 1893718 h 3512169"/>
                <a:gd name="csX6" fmla="*/ 9640 w 4453975"/>
                <a:gd name="csY6" fmla="*/ 3496425 h 3512169"/>
                <a:gd name="csX0" fmla="*/ 9640 w 4453975"/>
                <a:gd name="csY0" fmla="*/ 3993467 h 4008123"/>
                <a:gd name="csX1" fmla="*/ 1766016 w 4453975"/>
                <a:gd name="csY1" fmla="*/ 1593601 h 4008123"/>
                <a:gd name="csX2" fmla="*/ 2601034 w 4453975"/>
                <a:gd name="csY2" fmla="*/ 41122 h 4008123"/>
                <a:gd name="csX3" fmla="*/ 3714479 w 4453975"/>
                <a:gd name="csY3" fmla="*/ 545208 h 4008123"/>
                <a:gd name="csX4" fmla="*/ 4453975 w 4453975"/>
                <a:gd name="csY4" fmla="*/ 1576842 h 4008123"/>
                <a:gd name="csX5" fmla="*/ 2650514 w 4453975"/>
                <a:gd name="csY5" fmla="*/ 2390760 h 4008123"/>
                <a:gd name="csX6" fmla="*/ 9640 w 4453975"/>
                <a:gd name="csY6" fmla="*/ 3993467 h 4008123"/>
                <a:gd name="csX0" fmla="*/ 9640 w 4453975"/>
                <a:gd name="csY0" fmla="*/ 3952894 h 3967550"/>
                <a:gd name="csX1" fmla="*/ 1766016 w 4453975"/>
                <a:gd name="csY1" fmla="*/ 1553028 h 3967550"/>
                <a:gd name="csX2" fmla="*/ 2601034 w 4453975"/>
                <a:gd name="csY2" fmla="*/ 549 h 3967550"/>
                <a:gd name="csX3" fmla="*/ 3714479 w 4453975"/>
                <a:gd name="csY3" fmla="*/ 504635 h 3967550"/>
                <a:gd name="csX4" fmla="*/ 4453975 w 4453975"/>
                <a:gd name="csY4" fmla="*/ 1536269 h 3967550"/>
                <a:gd name="csX5" fmla="*/ 2650514 w 4453975"/>
                <a:gd name="csY5" fmla="*/ 2350187 h 3967550"/>
                <a:gd name="csX6" fmla="*/ 9640 w 4453975"/>
                <a:gd name="csY6" fmla="*/ 3952894 h 3967550"/>
                <a:gd name="csX0" fmla="*/ 9640 w 4453975"/>
                <a:gd name="csY0" fmla="*/ 3952971 h 3968477"/>
                <a:gd name="csX1" fmla="*/ 1766016 w 4453975"/>
                <a:gd name="csY1" fmla="*/ 1553105 h 3968477"/>
                <a:gd name="csX2" fmla="*/ 2601034 w 4453975"/>
                <a:gd name="csY2" fmla="*/ 626 h 3968477"/>
                <a:gd name="csX3" fmla="*/ 3714479 w 4453975"/>
                <a:gd name="csY3" fmla="*/ 504712 h 3968477"/>
                <a:gd name="csX4" fmla="*/ 4453975 w 4453975"/>
                <a:gd name="csY4" fmla="*/ 1536346 h 3968477"/>
                <a:gd name="csX5" fmla="*/ 2650514 w 4453975"/>
                <a:gd name="csY5" fmla="*/ 2350264 h 3968477"/>
                <a:gd name="csX6" fmla="*/ 9640 w 4453975"/>
                <a:gd name="csY6" fmla="*/ 3952971 h 3968477"/>
                <a:gd name="csX0" fmla="*/ 9640 w 4517542"/>
                <a:gd name="csY0" fmla="*/ 4153948 h 4169453"/>
                <a:gd name="csX1" fmla="*/ 1766016 w 4517542"/>
                <a:gd name="csY1" fmla="*/ 1754082 h 4169453"/>
                <a:gd name="csX2" fmla="*/ 2601034 w 4517542"/>
                <a:gd name="csY2" fmla="*/ 201603 h 4169453"/>
                <a:gd name="csX3" fmla="*/ 4390442 w 4517542"/>
                <a:gd name="csY3" fmla="*/ 186529 h 4169453"/>
                <a:gd name="csX4" fmla="*/ 4453975 w 4517542"/>
                <a:gd name="csY4" fmla="*/ 1737323 h 4169453"/>
                <a:gd name="csX5" fmla="*/ 2650514 w 4517542"/>
                <a:gd name="csY5" fmla="*/ 2551241 h 4169453"/>
                <a:gd name="csX6" fmla="*/ 9640 w 4517542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719798"/>
                <a:gd name="csY0" fmla="*/ 4153948 h 4169453"/>
                <a:gd name="csX1" fmla="*/ 1766016 w 4719798"/>
                <a:gd name="csY1" fmla="*/ 1754082 h 4169453"/>
                <a:gd name="csX2" fmla="*/ 2601034 w 4719798"/>
                <a:gd name="csY2" fmla="*/ 201603 h 4169453"/>
                <a:gd name="csX3" fmla="*/ 4390442 w 4719798"/>
                <a:gd name="csY3" fmla="*/ 186529 h 4169453"/>
                <a:gd name="csX4" fmla="*/ 4453975 w 4719798"/>
                <a:gd name="csY4" fmla="*/ 1737323 h 4169453"/>
                <a:gd name="csX5" fmla="*/ 2650514 w 4719798"/>
                <a:gd name="csY5" fmla="*/ 2551241 h 4169453"/>
                <a:gd name="csX6" fmla="*/ 9640 w 4719798"/>
                <a:gd name="csY6" fmla="*/ 4153948 h 4169453"/>
                <a:gd name="csX0" fmla="*/ 9640 w 4684091"/>
                <a:gd name="csY0" fmla="*/ 4153948 h 4169453"/>
                <a:gd name="csX1" fmla="*/ 1766016 w 4684091"/>
                <a:gd name="csY1" fmla="*/ 1754082 h 4169453"/>
                <a:gd name="csX2" fmla="*/ 2601034 w 4684091"/>
                <a:gd name="csY2" fmla="*/ 201603 h 4169453"/>
                <a:gd name="csX3" fmla="*/ 4390442 w 4684091"/>
                <a:gd name="csY3" fmla="*/ 186529 h 4169453"/>
                <a:gd name="csX4" fmla="*/ 4453975 w 4684091"/>
                <a:gd name="csY4" fmla="*/ 1737323 h 4169453"/>
                <a:gd name="csX5" fmla="*/ 2650514 w 4684091"/>
                <a:gd name="csY5" fmla="*/ 2551241 h 4169453"/>
                <a:gd name="csX6" fmla="*/ 9640 w 4684091"/>
                <a:gd name="csY6" fmla="*/ 4153948 h 4169453"/>
                <a:gd name="csX0" fmla="*/ 9640 w 4747938"/>
                <a:gd name="csY0" fmla="*/ 4153948 h 4169453"/>
                <a:gd name="csX1" fmla="*/ 1766016 w 4747938"/>
                <a:gd name="csY1" fmla="*/ 1754082 h 4169453"/>
                <a:gd name="csX2" fmla="*/ 2601034 w 4747938"/>
                <a:gd name="csY2" fmla="*/ 201603 h 4169453"/>
                <a:gd name="csX3" fmla="*/ 4390442 w 4747938"/>
                <a:gd name="csY3" fmla="*/ 186529 h 4169453"/>
                <a:gd name="csX4" fmla="*/ 4453975 w 4747938"/>
                <a:gd name="csY4" fmla="*/ 1737323 h 4169453"/>
                <a:gd name="csX5" fmla="*/ 2650514 w 4747938"/>
                <a:gd name="csY5" fmla="*/ 2551241 h 4169453"/>
                <a:gd name="csX6" fmla="*/ 9640 w 4747938"/>
                <a:gd name="csY6" fmla="*/ 4153948 h 4169453"/>
                <a:gd name="csX0" fmla="*/ 9640 w 4747938"/>
                <a:gd name="csY0" fmla="*/ 4205765 h 4221270"/>
                <a:gd name="csX1" fmla="*/ 1766016 w 4747938"/>
                <a:gd name="csY1" fmla="*/ 1805899 h 4221270"/>
                <a:gd name="csX2" fmla="*/ 2601034 w 4747938"/>
                <a:gd name="csY2" fmla="*/ 253420 h 4221270"/>
                <a:gd name="csX3" fmla="*/ 4390442 w 4747938"/>
                <a:gd name="csY3" fmla="*/ 238346 h 4221270"/>
                <a:gd name="csX4" fmla="*/ 4453975 w 4747938"/>
                <a:gd name="csY4" fmla="*/ 1789140 h 4221270"/>
                <a:gd name="csX5" fmla="*/ 2650514 w 4747938"/>
                <a:gd name="csY5" fmla="*/ 2603058 h 4221270"/>
                <a:gd name="csX6" fmla="*/ 9640 w 4747938"/>
                <a:gd name="csY6" fmla="*/ 4205765 h 4221270"/>
                <a:gd name="csX0" fmla="*/ 9640 w 4769359"/>
                <a:gd name="csY0" fmla="*/ 4189897 h 4205402"/>
                <a:gd name="csX1" fmla="*/ 1766016 w 4769359"/>
                <a:gd name="csY1" fmla="*/ 1790031 h 4205402"/>
                <a:gd name="csX2" fmla="*/ 2601034 w 4769359"/>
                <a:gd name="csY2" fmla="*/ 237552 h 4205402"/>
                <a:gd name="csX3" fmla="*/ 4446772 w 4769359"/>
                <a:gd name="csY3" fmla="*/ 163863 h 4205402"/>
                <a:gd name="csX4" fmla="*/ 4453975 w 4769359"/>
                <a:gd name="csY4" fmla="*/ 1773272 h 4205402"/>
                <a:gd name="csX5" fmla="*/ 2650514 w 4769359"/>
                <a:gd name="csY5" fmla="*/ 2587190 h 4205402"/>
                <a:gd name="csX6" fmla="*/ 9640 w 4769359"/>
                <a:gd name="csY6" fmla="*/ 4189897 h 4205402"/>
                <a:gd name="csX0" fmla="*/ 9640 w 4747938"/>
                <a:gd name="csY0" fmla="*/ 4212142 h 4227647"/>
                <a:gd name="csX1" fmla="*/ 1766016 w 4747938"/>
                <a:gd name="csY1" fmla="*/ 1812276 h 4227647"/>
                <a:gd name="csX2" fmla="*/ 2601034 w 4747938"/>
                <a:gd name="csY2" fmla="*/ 259797 h 4227647"/>
                <a:gd name="csX3" fmla="*/ 4390441 w 4747938"/>
                <a:gd name="csY3" fmla="*/ 152614 h 4227647"/>
                <a:gd name="csX4" fmla="*/ 4453975 w 4747938"/>
                <a:gd name="csY4" fmla="*/ 1795517 h 4227647"/>
                <a:gd name="csX5" fmla="*/ 2650514 w 4747938"/>
                <a:gd name="csY5" fmla="*/ 2609435 h 4227647"/>
                <a:gd name="csX6" fmla="*/ 9640 w 4747938"/>
                <a:gd name="csY6" fmla="*/ 4212142 h 4227647"/>
                <a:gd name="csX0" fmla="*/ 8567 w 4746865"/>
                <a:gd name="csY0" fmla="*/ 4212143 h 4219435"/>
                <a:gd name="csX1" fmla="*/ 1745271 w 4746865"/>
                <a:gd name="csY1" fmla="*/ 1812279 h 4219435"/>
                <a:gd name="csX2" fmla="*/ 2599961 w 4746865"/>
                <a:gd name="csY2" fmla="*/ 259798 h 4219435"/>
                <a:gd name="csX3" fmla="*/ 4389368 w 4746865"/>
                <a:gd name="csY3" fmla="*/ 152615 h 4219435"/>
                <a:gd name="csX4" fmla="*/ 4452902 w 4746865"/>
                <a:gd name="csY4" fmla="*/ 1795518 h 4219435"/>
                <a:gd name="csX5" fmla="*/ 2649441 w 4746865"/>
                <a:gd name="csY5" fmla="*/ 2609436 h 4219435"/>
                <a:gd name="csX6" fmla="*/ 8567 w 4746865"/>
                <a:gd name="csY6" fmla="*/ 4212143 h 4219435"/>
                <a:gd name="csX0" fmla="*/ 8451 w 4746749"/>
                <a:gd name="csY0" fmla="*/ 4212143 h 4219813"/>
                <a:gd name="csX1" fmla="*/ 1745155 w 4746749"/>
                <a:gd name="csY1" fmla="*/ 1812279 h 4219813"/>
                <a:gd name="csX2" fmla="*/ 2599845 w 4746749"/>
                <a:gd name="csY2" fmla="*/ 259798 h 4219813"/>
                <a:gd name="csX3" fmla="*/ 4389252 w 4746749"/>
                <a:gd name="csY3" fmla="*/ 152615 h 4219813"/>
                <a:gd name="csX4" fmla="*/ 4452786 w 4746749"/>
                <a:gd name="csY4" fmla="*/ 1795518 h 4219813"/>
                <a:gd name="csX5" fmla="*/ 2642769 w 4746749"/>
                <a:gd name="csY5" fmla="*/ 2626986 h 4219813"/>
                <a:gd name="csX6" fmla="*/ 8451 w 4746749"/>
                <a:gd name="csY6" fmla="*/ 4212143 h 4219813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594 w 4746892"/>
                <a:gd name="csY0" fmla="*/ 4213311 h 4220527"/>
                <a:gd name="csX1" fmla="*/ 1738740 w 4746892"/>
                <a:gd name="csY1" fmla="*/ 1836843 h 4220527"/>
                <a:gd name="csX2" fmla="*/ 2599988 w 4746892"/>
                <a:gd name="csY2" fmla="*/ 260966 h 4220527"/>
                <a:gd name="csX3" fmla="*/ 4389395 w 4746892"/>
                <a:gd name="csY3" fmla="*/ 153783 h 4220527"/>
                <a:gd name="csX4" fmla="*/ 4452929 w 4746892"/>
                <a:gd name="csY4" fmla="*/ 1796686 h 4220527"/>
                <a:gd name="csX5" fmla="*/ 2642912 w 4746892"/>
                <a:gd name="csY5" fmla="*/ 2628154 h 4220527"/>
                <a:gd name="csX6" fmla="*/ 8594 w 4746892"/>
                <a:gd name="csY6" fmla="*/ 4213311 h 4220527"/>
                <a:gd name="csX0" fmla="*/ 8594 w 4693867"/>
                <a:gd name="csY0" fmla="*/ 4136922 h 4144138"/>
                <a:gd name="csX1" fmla="*/ 1738740 w 4693867"/>
                <a:gd name="csY1" fmla="*/ 1760454 h 4144138"/>
                <a:gd name="csX2" fmla="*/ 2599988 w 4693867"/>
                <a:gd name="csY2" fmla="*/ 184577 h 4144138"/>
                <a:gd name="csX3" fmla="*/ 4389395 w 4693867"/>
                <a:gd name="csY3" fmla="*/ 77394 h 4144138"/>
                <a:gd name="csX4" fmla="*/ 4452929 w 4693867"/>
                <a:gd name="csY4" fmla="*/ 1720297 h 4144138"/>
                <a:gd name="csX5" fmla="*/ 2642912 w 4693867"/>
                <a:gd name="csY5" fmla="*/ 2551765 h 4144138"/>
                <a:gd name="csX6" fmla="*/ 8594 w 4693867"/>
                <a:gd name="csY6" fmla="*/ 4136922 h 4144138"/>
                <a:gd name="csX0" fmla="*/ 8594 w 4699247"/>
                <a:gd name="csY0" fmla="*/ 4098901 h 4106117"/>
                <a:gd name="csX1" fmla="*/ 1738740 w 4699247"/>
                <a:gd name="csY1" fmla="*/ 1722433 h 4106117"/>
                <a:gd name="csX2" fmla="*/ 2599988 w 4699247"/>
                <a:gd name="csY2" fmla="*/ 146556 h 4106117"/>
                <a:gd name="csX3" fmla="*/ 4409070 w 4699247"/>
                <a:gd name="csY3" fmla="*/ 115412 h 4106117"/>
                <a:gd name="csX4" fmla="*/ 4452929 w 4699247"/>
                <a:gd name="csY4" fmla="*/ 1682276 h 4106117"/>
                <a:gd name="csX5" fmla="*/ 2642912 w 4699247"/>
                <a:gd name="csY5" fmla="*/ 2513744 h 4106117"/>
                <a:gd name="csX6" fmla="*/ 8594 w 4699247"/>
                <a:gd name="csY6" fmla="*/ 4098901 h 4106117"/>
                <a:gd name="csX0" fmla="*/ 8594 w 4703971"/>
                <a:gd name="csY0" fmla="*/ 4107920 h 4115136"/>
                <a:gd name="csX1" fmla="*/ 1738740 w 4703971"/>
                <a:gd name="csY1" fmla="*/ 1731452 h 4115136"/>
                <a:gd name="csX2" fmla="*/ 2599988 w 4703971"/>
                <a:gd name="csY2" fmla="*/ 155575 h 4115136"/>
                <a:gd name="csX3" fmla="*/ 4409070 w 4703971"/>
                <a:gd name="csY3" fmla="*/ 124431 h 4115136"/>
                <a:gd name="csX4" fmla="*/ 4452929 w 4703971"/>
                <a:gd name="csY4" fmla="*/ 1691295 h 4115136"/>
                <a:gd name="csX5" fmla="*/ 2642912 w 4703971"/>
                <a:gd name="csY5" fmla="*/ 2522763 h 4115136"/>
                <a:gd name="csX6" fmla="*/ 8594 w 4703971"/>
                <a:gd name="csY6" fmla="*/ 4107920 h 4115136"/>
                <a:gd name="csX0" fmla="*/ 8594 w 4703971"/>
                <a:gd name="csY0" fmla="*/ 4195888 h 4203104"/>
                <a:gd name="csX1" fmla="*/ 1738740 w 4703971"/>
                <a:gd name="csY1" fmla="*/ 1819420 h 4203104"/>
                <a:gd name="csX2" fmla="*/ 2599988 w 4703971"/>
                <a:gd name="csY2" fmla="*/ 243543 h 4203104"/>
                <a:gd name="csX3" fmla="*/ 4409070 w 4703971"/>
                <a:gd name="csY3" fmla="*/ 212399 h 4203104"/>
                <a:gd name="csX4" fmla="*/ 4452929 w 4703971"/>
                <a:gd name="csY4" fmla="*/ 1779263 h 4203104"/>
                <a:gd name="csX5" fmla="*/ 2642912 w 4703971"/>
                <a:gd name="csY5" fmla="*/ 2610731 h 4203104"/>
                <a:gd name="csX6" fmla="*/ 8594 w 4703971"/>
                <a:gd name="csY6" fmla="*/ 4195888 h 4203104"/>
                <a:gd name="csX0" fmla="*/ 8594 w 4703971"/>
                <a:gd name="csY0" fmla="*/ 4213778 h 4220994"/>
                <a:gd name="csX1" fmla="*/ 1738740 w 4703971"/>
                <a:gd name="csY1" fmla="*/ 1837310 h 4220994"/>
                <a:gd name="csX2" fmla="*/ 2599988 w 4703971"/>
                <a:gd name="csY2" fmla="*/ 261433 h 4220994"/>
                <a:gd name="csX3" fmla="*/ 4409070 w 4703971"/>
                <a:gd name="csY3" fmla="*/ 230289 h 4220994"/>
                <a:gd name="csX4" fmla="*/ 4452929 w 4703971"/>
                <a:gd name="csY4" fmla="*/ 1797153 h 4220994"/>
                <a:gd name="csX5" fmla="*/ 2642912 w 4703971"/>
                <a:gd name="csY5" fmla="*/ 2628621 h 4220994"/>
                <a:gd name="csX6" fmla="*/ 8594 w 4703971"/>
                <a:gd name="csY6" fmla="*/ 4213778 h 4220994"/>
                <a:gd name="csX0" fmla="*/ 8594 w 4855548"/>
                <a:gd name="csY0" fmla="*/ 4390510 h 4397726"/>
                <a:gd name="csX1" fmla="*/ 1738740 w 4855548"/>
                <a:gd name="csY1" fmla="*/ 2014042 h 4397726"/>
                <a:gd name="csX2" fmla="*/ 2599988 w 4855548"/>
                <a:gd name="csY2" fmla="*/ 438165 h 4397726"/>
                <a:gd name="csX3" fmla="*/ 4756647 w 4855548"/>
                <a:gd name="csY3" fmla="*/ 26825 h 4397726"/>
                <a:gd name="csX4" fmla="*/ 4452929 w 4855548"/>
                <a:gd name="csY4" fmla="*/ 1973885 h 4397726"/>
                <a:gd name="csX5" fmla="*/ 2642912 w 4855548"/>
                <a:gd name="csY5" fmla="*/ 2805353 h 4397726"/>
                <a:gd name="csX6" fmla="*/ 8594 w 4855548"/>
                <a:gd name="csY6" fmla="*/ 4390510 h 4397726"/>
                <a:gd name="csX0" fmla="*/ 8594 w 5018748"/>
                <a:gd name="csY0" fmla="*/ 4545598 h 4552814"/>
                <a:gd name="csX1" fmla="*/ 1738740 w 5018748"/>
                <a:gd name="csY1" fmla="*/ 2169130 h 4552814"/>
                <a:gd name="csX2" fmla="*/ 2599988 w 5018748"/>
                <a:gd name="csY2" fmla="*/ 593253 h 4552814"/>
                <a:gd name="csX3" fmla="*/ 4973062 w 5018748"/>
                <a:gd name="csY3" fmla="*/ 18136 h 4552814"/>
                <a:gd name="csX4" fmla="*/ 4452929 w 5018748"/>
                <a:gd name="csY4" fmla="*/ 2128973 h 4552814"/>
                <a:gd name="csX5" fmla="*/ 2642912 w 5018748"/>
                <a:gd name="csY5" fmla="*/ 2960441 h 4552814"/>
                <a:gd name="csX6" fmla="*/ 8594 w 5018748"/>
                <a:gd name="csY6" fmla="*/ 4545598 h 4552814"/>
                <a:gd name="csX0" fmla="*/ 8594 w 5002691"/>
                <a:gd name="csY0" fmla="*/ 4537753 h 4544969"/>
                <a:gd name="csX1" fmla="*/ 1738740 w 5002691"/>
                <a:gd name="csY1" fmla="*/ 2161285 h 4544969"/>
                <a:gd name="csX2" fmla="*/ 2599988 w 5002691"/>
                <a:gd name="csY2" fmla="*/ 585408 h 4544969"/>
                <a:gd name="csX3" fmla="*/ 4973062 w 5002691"/>
                <a:gd name="csY3" fmla="*/ 10291 h 4544969"/>
                <a:gd name="csX4" fmla="*/ 4452929 w 5002691"/>
                <a:gd name="csY4" fmla="*/ 2121128 h 4544969"/>
                <a:gd name="csX5" fmla="*/ 2642912 w 5002691"/>
                <a:gd name="csY5" fmla="*/ 2952596 h 4544969"/>
                <a:gd name="csX6" fmla="*/ 8594 w 5002691"/>
                <a:gd name="csY6" fmla="*/ 4537753 h 4544969"/>
                <a:gd name="csX0" fmla="*/ 8594 w 4705059"/>
                <a:gd name="csY0" fmla="*/ 4122711 h 4129927"/>
                <a:gd name="csX1" fmla="*/ 1738740 w 4705059"/>
                <a:gd name="csY1" fmla="*/ 1746243 h 4129927"/>
                <a:gd name="csX2" fmla="*/ 2599988 w 4705059"/>
                <a:gd name="csY2" fmla="*/ 170366 h 4129927"/>
                <a:gd name="csX3" fmla="*/ 4446032 w 4705059"/>
                <a:gd name="csY3" fmla="*/ 89415 h 4129927"/>
                <a:gd name="csX4" fmla="*/ 4452929 w 4705059"/>
                <a:gd name="csY4" fmla="*/ 1706086 h 4129927"/>
                <a:gd name="csX5" fmla="*/ 2642912 w 4705059"/>
                <a:gd name="csY5" fmla="*/ 2537554 h 4129927"/>
                <a:gd name="csX6" fmla="*/ 8594 w 4705059"/>
                <a:gd name="csY6" fmla="*/ 4122711 h 4129927"/>
                <a:gd name="csX0" fmla="*/ 8594 w 4596663"/>
                <a:gd name="csY0" fmla="*/ 4215533 h 4224499"/>
                <a:gd name="csX1" fmla="*/ 1738740 w 4596663"/>
                <a:gd name="csY1" fmla="*/ 1839065 h 4224499"/>
                <a:gd name="csX2" fmla="*/ 2599988 w 4596663"/>
                <a:gd name="csY2" fmla="*/ 263188 h 4224499"/>
                <a:gd name="csX3" fmla="*/ 4446032 w 4596663"/>
                <a:gd name="csY3" fmla="*/ 182237 h 4224499"/>
                <a:gd name="csX4" fmla="*/ 4129398 w 4596663"/>
                <a:gd name="csY4" fmla="*/ 2079669 h 4224499"/>
                <a:gd name="csX5" fmla="*/ 2642912 w 4596663"/>
                <a:gd name="csY5" fmla="*/ 2630376 h 4224499"/>
                <a:gd name="csX6" fmla="*/ 8594 w 4596663"/>
                <a:gd name="csY6" fmla="*/ 4215533 h 4224499"/>
                <a:gd name="csX0" fmla="*/ 10635 w 4618520"/>
                <a:gd name="csY0" fmla="*/ 4140860 h 4149826"/>
                <a:gd name="csX1" fmla="*/ 1740781 w 4618520"/>
                <a:gd name="csY1" fmla="*/ 1764392 h 4149826"/>
                <a:gd name="csX2" fmla="*/ 2330962 w 4618520"/>
                <a:gd name="csY2" fmla="*/ 399085 h 4149826"/>
                <a:gd name="csX3" fmla="*/ 4448073 w 4618520"/>
                <a:gd name="csY3" fmla="*/ 107564 h 4149826"/>
                <a:gd name="csX4" fmla="*/ 4131439 w 4618520"/>
                <a:gd name="csY4" fmla="*/ 2004996 h 4149826"/>
                <a:gd name="csX5" fmla="*/ 2644953 w 4618520"/>
                <a:gd name="csY5" fmla="*/ 2555703 h 4149826"/>
                <a:gd name="csX6" fmla="*/ 10635 w 4618520"/>
                <a:gd name="csY6" fmla="*/ 4140860 h 4149826"/>
                <a:gd name="csX0" fmla="*/ 2473 w 4610358"/>
                <a:gd name="csY0" fmla="*/ 4148168 h 4152706"/>
                <a:gd name="csX1" fmla="*/ 2161081 w 4610358"/>
                <a:gd name="csY1" fmla="*/ 2013468 h 4152706"/>
                <a:gd name="csX2" fmla="*/ 2322800 w 4610358"/>
                <a:gd name="csY2" fmla="*/ 406393 h 4152706"/>
                <a:gd name="csX3" fmla="*/ 4439911 w 4610358"/>
                <a:gd name="csY3" fmla="*/ 114872 h 4152706"/>
                <a:gd name="csX4" fmla="*/ 4123277 w 4610358"/>
                <a:gd name="csY4" fmla="*/ 2012304 h 4152706"/>
                <a:gd name="csX5" fmla="*/ 2636791 w 4610358"/>
                <a:gd name="csY5" fmla="*/ 2563011 h 4152706"/>
                <a:gd name="csX6" fmla="*/ 2473 w 4610358"/>
                <a:gd name="csY6" fmla="*/ 4148168 h 4152706"/>
                <a:gd name="csX0" fmla="*/ 400 w 4608285"/>
                <a:gd name="csY0" fmla="*/ 4148168 h 4148397"/>
                <a:gd name="csX1" fmla="*/ 2159008 w 4608285"/>
                <a:gd name="csY1" fmla="*/ 2013468 h 4148397"/>
                <a:gd name="csX2" fmla="*/ 2320727 w 4608285"/>
                <a:gd name="csY2" fmla="*/ 406393 h 4148397"/>
                <a:gd name="csX3" fmla="*/ 4437838 w 4608285"/>
                <a:gd name="csY3" fmla="*/ 114872 h 4148397"/>
                <a:gd name="csX4" fmla="*/ 4121204 w 4608285"/>
                <a:gd name="csY4" fmla="*/ 2012304 h 4148397"/>
                <a:gd name="csX5" fmla="*/ 2346163 w 4608285"/>
                <a:gd name="csY5" fmla="*/ 2149669 h 4148397"/>
                <a:gd name="csX6" fmla="*/ 400 w 4608285"/>
                <a:gd name="csY6" fmla="*/ 4148168 h 4148397"/>
                <a:gd name="csX0" fmla="*/ 400 w 4547161"/>
                <a:gd name="csY0" fmla="*/ 4069645 h 4069874"/>
                <a:gd name="csX1" fmla="*/ 2159008 w 4547161"/>
                <a:gd name="csY1" fmla="*/ 1934945 h 4069874"/>
                <a:gd name="csX2" fmla="*/ 2320727 w 4547161"/>
                <a:gd name="csY2" fmla="*/ 327870 h 4069874"/>
                <a:gd name="csX3" fmla="*/ 4437838 w 4547161"/>
                <a:gd name="csY3" fmla="*/ 36349 h 4069874"/>
                <a:gd name="csX4" fmla="*/ 4121204 w 4547161"/>
                <a:gd name="csY4" fmla="*/ 1933781 h 4069874"/>
                <a:gd name="csX5" fmla="*/ 2346163 w 4547161"/>
                <a:gd name="csY5" fmla="*/ 2071146 h 4069874"/>
                <a:gd name="csX6" fmla="*/ 400 w 4547161"/>
                <a:gd name="csY6" fmla="*/ 4069645 h 4069874"/>
                <a:gd name="csX0" fmla="*/ 536 w 3991476"/>
                <a:gd name="csY0" fmla="*/ 3539321 h 3539632"/>
                <a:gd name="csX1" fmla="*/ 1603323 w 3991476"/>
                <a:gd name="csY1" fmla="*/ 1934945 h 3539632"/>
                <a:gd name="csX2" fmla="*/ 1765042 w 3991476"/>
                <a:gd name="csY2" fmla="*/ 327870 h 3539632"/>
                <a:gd name="csX3" fmla="*/ 3882153 w 3991476"/>
                <a:gd name="csY3" fmla="*/ 36349 h 3539632"/>
                <a:gd name="csX4" fmla="*/ 3565519 w 3991476"/>
                <a:gd name="csY4" fmla="*/ 1933781 h 3539632"/>
                <a:gd name="csX5" fmla="*/ 1790478 w 3991476"/>
                <a:gd name="csY5" fmla="*/ 2071146 h 3539632"/>
                <a:gd name="csX6" fmla="*/ 536 w 3991476"/>
                <a:gd name="csY6" fmla="*/ 3539321 h 3539632"/>
                <a:gd name="csX0" fmla="*/ 527 w 4017318"/>
                <a:gd name="csY0" fmla="*/ 3573908 h 3574212"/>
                <a:gd name="csX1" fmla="*/ 1629165 w 4017318"/>
                <a:gd name="csY1" fmla="*/ 1934945 h 3574212"/>
                <a:gd name="csX2" fmla="*/ 1790884 w 4017318"/>
                <a:gd name="csY2" fmla="*/ 327870 h 3574212"/>
                <a:gd name="csX3" fmla="*/ 3907995 w 4017318"/>
                <a:gd name="csY3" fmla="*/ 36349 h 3574212"/>
                <a:gd name="csX4" fmla="*/ 3591361 w 4017318"/>
                <a:gd name="csY4" fmla="*/ 1933781 h 3574212"/>
                <a:gd name="csX5" fmla="*/ 1816320 w 4017318"/>
                <a:gd name="csY5" fmla="*/ 2071146 h 3574212"/>
                <a:gd name="csX6" fmla="*/ 527 w 4017318"/>
                <a:gd name="csY6" fmla="*/ 3573908 h 3574212"/>
                <a:gd name="csX0" fmla="*/ 3641 w 4020432"/>
                <a:gd name="csY0" fmla="*/ 3573908 h 3577567"/>
                <a:gd name="csX1" fmla="*/ 1632279 w 4020432"/>
                <a:gd name="csY1" fmla="*/ 1934945 h 3577567"/>
                <a:gd name="csX2" fmla="*/ 1793998 w 4020432"/>
                <a:gd name="csY2" fmla="*/ 327870 h 3577567"/>
                <a:gd name="csX3" fmla="*/ 3911109 w 4020432"/>
                <a:gd name="csY3" fmla="*/ 36349 h 3577567"/>
                <a:gd name="csX4" fmla="*/ 3594475 w 4020432"/>
                <a:gd name="csY4" fmla="*/ 1933781 h 3577567"/>
                <a:gd name="csX5" fmla="*/ 1819434 w 4020432"/>
                <a:gd name="csY5" fmla="*/ 2071146 h 3577567"/>
                <a:gd name="csX6" fmla="*/ 3641 w 4020432"/>
                <a:gd name="csY6" fmla="*/ 3573908 h 3577567"/>
                <a:gd name="csX0" fmla="*/ 11923 w 4028714"/>
                <a:gd name="csY0" fmla="*/ 3573908 h 3583559"/>
                <a:gd name="csX1" fmla="*/ 1640561 w 4028714"/>
                <a:gd name="csY1" fmla="*/ 1934945 h 3583559"/>
                <a:gd name="csX2" fmla="*/ 1802280 w 4028714"/>
                <a:gd name="csY2" fmla="*/ 327870 h 3583559"/>
                <a:gd name="csX3" fmla="*/ 3919391 w 4028714"/>
                <a:gd name="csY3" fmla="*/ 36349 h 3583559"/>
                <a:gd name="csX4" fmla="*/ 3602757 w 4028714"/>
                <a:gd name="csY4" fmla="*/ 1933781 h 3583559"/>
                <a:gd name="csX5" fmla="*/ 1827716 w 4028714"/>
                <a:gd name="csY5" fmla="*/ 2071146 h 3583559"/>
                <a:gd name="csX6" fmla="*/ 11923 w 4028714"/>
                <a:gd name="csY6" fmla="*/ 3573908 h 3583559"/>
                <a:gd name="csX0" fmla="*/ 1130 w 4017921"/>
                <a:gd name="csY0" fmla="*/ 3573908 h 3577714"/>
                <a:gd name="csX1" fmla="*/ 1629768 w 4017921"/>
                <a:gd name="csY1" fmla="*/ 1934945 h 3577714"/>
                <a:gd name="csX2" fmla="*/ 1791487 w 4017921"/>
                <a:gd name="csY2" fmla="*/ 327870 h 3577714"/>
                <a:gd name="csX3" fmla="*/ 3908598 w 4017921"/>
                <a:gd name="csY3" fmla="*/ 36349 h 3577714"/>
                <a:gd name="csX4" fmla="*/ 3591964 w 4017921"/>
                <a:gd name="csY4" fmla="*/ 1933781 h 3577714"/>
                <a:gd name="csX5" fmla="*/ 1906115 w 4017921"/>
                <a:gd name="csY5" fmla="*/ 2373434 h 3577714"/>
                <a:gd name="csX6" fmla="*/ 1130 w 4017921"/>
                <a:gd name="csY6" fmla="*/ 3573908 h 3577714"/>
                <a:gd name="csX0" fmla="*/ 434 w 4017225"/>
                <a:gd name="csY0" fmla="*/ 3573908 h 3574428"/>
                <a:gd name="csX1" fmla="*/ 1629072 w 4017225"/>
                <a:gd name="csY1" fmla="*/ 1934945 h 3574428"/>
                <a:gd name="csX2" fmla="*/ 1790791 w 4017225"/>
                <a:gd name="csY2" fmla="*/ 327870 h 3574428"/>
                <a:gd name="csX3" fmla="*/ 3907902 w 4017225"/>
                <a:gd name="csY3" fmla="*/ 36349 h 3574428"/>
                <a:gd name="csX4" fmla="*/ 3591268 w 4017225"/>
                <a:gd name="csY4" fmla="*/ 1933781 h 3574428"/>
                <a:gd name="csX5" fmla="*/ 1798394 w 4017225"/>
                <a:gd name="csY5" fmla="*/ 2110926 h 3574428"/>
                <a:gd name="csX6" fmla="*/ 434 w 4017225"/>
                <a:gd name="csY6" fmla="*/ 3573908 h 3574428"/>
                <a:gd name="csX0" fmla="*/ 434 w 4017225"/>
                <a:gd name="csY0" fmla="*/ 3573908 h 3574310"/>
                <a:gd name="csX1" fmla="*/ 1629072 w 4017225"/>
                <a:gd name="csY1" fmla="*/ 1934945 h 3574310"/>
                <a:gd name="csX2" fmla="*/ 1790791 w 4017225"/>
                <a:gd name="csY2" fmla="*/ 327870 h 3574310"/>
                <a:gd name="csX3" fmla="*/ 3907902 w 4017225"/>
                <a:gd name="csY3" fmla="*/ 36349 h 3574310"/>
                <a:gd name="csX4" fmla="*/ 3591268 w 4017225"/>
                <a:gd name="csY4" fmla="*/ 1933781 h 3574310"/>
                <a:gd name="csX5" fmla="*/ 1798394 w 4017225"/>
                <a:gd name="csY5" fmla="*/ 2110926 h 3574310"/>
                <a:gd name="csX6" fmla="*/ 434 w 4017225"/>
                <a:gd name="csY6" fmla="*/ 3573908 h 3574310"/>
                <a:gd name="csX0" fmla="*/ 434 w 4017225"/>
                <a:gd name="csY0" fmla="*/ 3573908 h 3576627"/>
                <a:gd name="csX1" fmla="*/ 1629072 w 4017225"/>
                <a:gd name="csY1" fmla="*/ 1934945 h 3576627"/>
                <a:gd name="csX2" fmla="*/ 1790791 w 4017225"/>
                <a:gd name="csY2" fmla="*/ 327870 h 3576627"/>
                <a:gd name="csX3" fmla="*/ 3907902 w 4017225"/>
                <a:gd name="csY3" fmla="*/ 36349 h 3576627"/>
                <a:gd name="csX4" fmla="*/ 3591268 w 4017225"/>
                <a:gd name="csY4" fmla="*/ 1933781 h 3576627"/>
                <a:gd name="csX5" fmla="*/ 1798395 w 4017225"/>
                <a:gd name="csY5" fmla="*/ 2365482 h 3576627"/>
                <a:gd name="csX6" fmla="*/ 434 w 4017225"/>
                <a:gd name="csY6" fmla="*/ 3573908 h 3576627"/>
                <a:gd name="csX0" fmla="*/ 434 w 4017225"/>
                <a:gd name="csY0" fmla="*/ 3573908 h 3576355"/>
                <a:gd name="csX1" fmla="*/ 1629072 w 4017225"/>
                <a:gd name="csY1" fmla="*/ 1934945 h 3576355"/>
                <a:gd name="csX2" fmla="*/ 1790791 w 4017225"/>
                <a:gd name="csY2" fmla="*/ 327870 h 3576355"/>
                <a:gd name="csX3" fmla="*/ 3907902 w 4017225"/>
                <a:gd name="csY3" fmla="*/ 36349 h 3576355"/>
                <a:gd name="csX4" fmla="*/ 3591268 w 4017225"/>
                <a:gd name="csY4" fmla="*/ 1933781 h 3576355"/>
                <a:gd name="csX5" fmla="*/ 1798395 w 4017225"/>
                <a:gd name="csY5" fmla="*/ 2365482 h 3576355"/>
                <a:gd name="csX6" fmla="*/ 434 w 4017225"/>
                <a:gd name="csY6" fmla="*/ 3573908 h 3576355"/>
                <a:gd name="csX0" fmla="*/ 434 w 4017225"/>
                <a:gd name="csY0" fmla="*/ 3573908 h 3583502"/>
                <a:gd name="csX1" fmla="*/ 1629072 w 4017225"/>
                <a:gd name="csY1" fmla="*/ 1934945 h 3583502"/>
                <a:gd name="csX2" fmla="*/ 1790791 w 4017225"/>
                <a:gd name="csY2" fmla="*/ 327870 h 3583502"/>
                <a:gd name="csX3" fmla="*/ 3907902 w 4017225"/>
                <a:gd name="csY3" fmla="*/ 36349 h 3583502"/>
                <a:gd name="csX4" fmla="*/ 3591268 w 4017225"/>
                <a:gd name="csY4" fmla="*/ 1933781 h 3583502"/>
                <a:gd name="csX5" fmla="*/ 1798396 w 4017225"/>
                <a:gd name="csY5" fmla="*/ 2715497 h 3583502"/>
                <a:gd name="csX6" fmla="*/ 434 w 4017225"/>
                <a:gd name="csY6" fmla="*/ 3573908 h 3583502"/>
                <a:gd name="csX0" fmla="*/ 20204 w 4036995"/>
                <a:gd name="csY0" fmla="*/ 3574326 h 3583563"/>
                <a:gd name="csX1" fmla="*/ 908564 w 4036995"/>
                <a:gd name="csY1" fmla="*/ 1951275 h 3583563"/>
                <a:gd name="csX2" fmla="*/ 1810561 w 4036995"/>
                <a:gd name="csY2" fmla="*/ 328288 h 3583563"/>
                <a:gd name="csX3" fmla="*/ 3927672 w 4036995"/>
                <a:gd name="csY3" fmla="*/ 36767 h 3583563"/>
                <a:gd name="csX4" fmla="*/ 3611038 w 4036995"/>
                <a:gd name="csY4" fmla="*/ 1934199 h 3583563"/>
                <a:gd name="csX5" fmla="*/ 1818166 w 4036995"/>
                <a:gd name="csY5" fmla="*/ 2715915 h 3583563"/>
                <a:gd name="csX6" fmla="*/ 20204 w 4036995"/>
                <a:gd name="csY6" fmla="*/ 3574326 h 3583563"/>
                <a:gd name="csX0" fmla="*/ 12549 w 4029340"/>
                <a:gd name="csY0" fmla="*/ 3574326 h 3583563"/>
                <a:gd name="csX1" fmla="*/ 900909 w 4029340"/>
                <a:gd name="csY1" fmla="*/ 1951275 h 3583563"/>
                <a:gd name="csX2" fmla="*/ 1802906 w 4029340"/>
                <a:gd name="csY2" fmla="*/ 328288 h 3583563"/>
                <a:gd name="csX3" fmla="*/ 3920017 w 4029340"/>
                <a:gd name="csY3" fmla="*/ 36767 h 3583563"/>
                <a:gd name="csX4" fmla="*/ 3603383 w 4029340"/>
                <a:gd name="csY4" fmla="*/ 1934199 h 3583563"/>
                <a:gd name="csX5" fmla="*/ 1810511 w 4029340"/>
                <a:gd name="csY5" fmla="*/ 2715915 h 3583563"/>
                <a:gd name="csX6" fmla="*/ 12549 w 4029340"/>
                <a:gd name="csY6" fmla="*/ 3574326 h 3583563"/>
                <a:gd name="csX0" fmla="*/ 2018 w 4018809"/>
                <a:gd name="csY0" fmla="*/ 3573908 h 3583502"/>
                <a:gd name="csX1" fmla="*/ 1389840 w 4018809"/>
                <a:gd name="csY1" fmla="*/ 1934947 h 3583502"/>
                <a:gd name="csX2" fmla="*/ 1792375 w 4018809"/>
                <a:gd name="csY2" fmla="*/ 327870 h 3583502"/>
                <a:gd name="csX3" fmla="*/ 3909486 w 4018809"/>
                <a:gd name="csY3" fmla="*/ 36349 h 3583502"/>
                <a:gd name="csX4" fmla="*/ 3592852 w 4018809"/>
                <a:gd name="csY4" fmla="*/ 1933781 h 3583502"/>
                <a:gd name="csX5" fmla="*/ 1799980 w 4018809"/>
                <a:gd name="csY5" fmla="*/ 2715497 h 3583502"/>
                <a:gd name="csX6" fmla="*/ 2018 w 4018809"/>
                <a:gd name="csY6" fmla="*/ 3573908 h 3583502"/>
                <a:gd name="csX0" fmla="*/ 2018 w 4018809"/>
                <a:gd name="csY0" fmla="*/ 3573908 h 3575401"/>
                <a:gd name="csX1" fmla="*/ 1389840 w 4018809"/>
                <a:gd name="csY1" fmla="*/ 1934947 h 3575401"/>
                <a:gd name="csX2" fmla="*/ 1792375 w 4018809"/>
                <a:gd name="csY2" fmla="*/ 327870 h 3575401"/>
                <a:gd name="csX3" fmla="*/ 3909486 w 4018809"/>
                <a:gd name="csY3" fmla="*/ 36349 h 3575401"/>
                <a:gd name="csX4" fmla="*/ 3592852 w 4018809"/>
                <a:gd name="csY4" fmla="*/ 1933781 h 3575401"/>
                <a:gd name="csX5" fmla="*/ 1799983 w 4018809"/>
                <a:gd name="csY5" fmla="*/ 2277981 h 3575401"/>
                <a:gd name="csX6" fmla="*/ 2018 w 4018809"/>
                <a:gd name="csY6" fmla="*/ 3573908 h 3575401"/>
                <a:gd name="csX0" fmla="*/ 2279 w 4019070"/>
                <a:gd name="csY0" fmla="*/ 3573908 h 3576883"/>
                <a:gd name="csX1" fmla="*/ 1390101 w 4019070"/>
                <a:gd name="csY1" fmla="*/ 1934947 h 3576883"/>
                <a:gd name="csX2" fmla="*/ 1792636 w 4019070"/>
                <a:gd name="csY2" fmla="*/ 327870 h 3576883"/>
                <a:gd name="csX3" fmla="*/ 3909747 w 4019070"/>
                <a:gd name="csY3" fmla="*/ 36349 h 3576883"/>
                <a:gd name="csX4" fmla="*/ 3593113 w 4019070"/>
                <a:gd name="csY4" fmla="*/ 1933781 h 3576883"/>
                <a:gd name="csX5" fmla="*/ 1827004 w 4019070"/>
                <a:gd name="csY5" fmla="*/ 2405261 h 3576883"/>
                <a:gd name="csX6" fmla="*/ 2279 w 4019070"/>
                <a:gd name="csY6" fmla="*/ 3573908 h 3576883"/>
                <a:gd name="csX0" fmla="*/ 3304 w 4020095"/>
                <a:gd name="csY0" fmla="*/ 3573700 h 3576772"/>
                <a:gd name="csX1" fmla="*/ 1310858 w 4020095"/>
                <a:gd name="csY1" fmla="*/ 1926786 h 3576772"/>
                <a:gd name="csX2" fmla="*/ 1793661 w 4020095"/>
                <a:gd name="csY2" fmla="*/ 327662 h 3576772"/>
                <a:gd name="csX3" fmla="*/ 3910772 w 4020095"/>
                <a:gd name="csY3" fmla="*/ 36141 h 3576772"/>
                <a:gd name="csX4" fmla="*/ 3594138 w 4020095"/>
                <a:gd name="csY4" fmla="*/ 1933573 h 3576772"/>
                <a:gd name="csX5" fmla="*/ 1828029 w 4020095"/>
                <a:gd name="csY5" fmla="*/ 2405053 h 3576772"/>
                <a:gd name="csX6" fmla="*/ 3304 w 4020095"/>
                <a:gd name="csY6" fmla="*/ 3573700 h 3576772"/>
                <a:gd name="csX0" fmla="*/ 3254 w 4020045"/>
                <a:gd name="csY0" fmla="*/ 3573700 h 3576772"/>
                <a:gd name="csX1" fmla="*/ 1310808 w 4020045"/>
                <a:gd name="csY1" fmla="*/ 1926786 h 3576772"/>
                <a:gd name="csX2" fmla="*/ 1793611 w 4020045"/>
                <a:gd name="csY2" fmla="*/ 327662 h 3576772"/>
                <a:gd name="csX3" fmla="*/ 3910722 w 4020045"/>
                <a:gd name="csY3" fmla="*/ 36141 h 3576772"/>
                <a:gd name="csX4" fmla="*/ 3594088 w 4020045"/>
                <a:gd name="csY4" fmla="*/ 1933573 h 3576772"/>
                <a:gd name="csX5" fmla="*/ 1827979 w 4020045"/>
                <a:gd name="csY5" fmla="*/ 2405053 h 3576772"/>
                <a:gd name="csX6" fmla="*/ 3254 w 4020045"/>
                <a:gd name="csY6" fmla="*/ 3573700 h 35767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020045" h="3576772">
                  <a:moveTo>
                    <a:pt x="3254" y="3573700"/>
                  </a:moveTo>
                  <a:cubicBezTo>
                    <a:pt x="-82941" y="3493989"/>
                    <a:pt x="1574310" y="2340515"/>
                    <a:pt x="1310808" y="1926786"/>
                  </a:cubicBezTo>
                  <a:cubicBezTo>
                    <a:pt x="1047306" y="1513057"/>
                    <a:pt x="1360292" y="642769"/>
                    <a:pt x="1793611" y="327662"/>
                  </a:cubicBezTo>
                  <a:cubicBezTo>
                    <a:pt x="2226930" y="12555"/>
                    <a:pt x="3750548" y="-52136"/>
                    <a:pt x="3910722" y="36141"/>
                  </a:cubicBezTo>
                  <a:cubicBezTo>
                    <a:pt x="4070896" y="124418"/>
                    <a:pt x="4120351" y="1358027"/>
                    <a:pt x="3594088" y="1933573"/>
                  </a:cubicBezTo>
                  <a:cubicBezTo>
                    <a:pt x="3171099" y="2391895"/>
                    <a:pt x="2301583" y="2656718"/>
                    <a:pt x="1827979" y="2405053"/>
                  </a:cubicBezTo>
                  <a:cubicBezTo>
                    <a:pt x="1354375" y="2153388"/>
                    <a:pt x="89449" y="3653411"/>
                    <a:pt x="3254" y="3573700"/>
                  </a:cubicBez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3" name="Freeform 1012">
              <a:extLst>
                <a:ext uri="{FF2B5EF4-FFF2-40B4-BE49-F238E27FC236}">
                  <a16:creationId xmlns:a16="http://schemas.microsoft.com/office/drawing/2014/main" id="{B4CC8946-E120-2A54-E497-B30441E687CC}"/>
                </a:ext>
              </a:extLst>
            </p:cNvPr>
            <p:cNvSpPr/>
            <p:nvPr userDrawn="1"/>
          </p:nvSpPr>
          <p:spPr>
            <a:xfrm rot="16200000">
              <a:off x="5606965" y="646634"/>
              <a:ext cx="2615869" cy="2682270"/>
            </a:xfrm>
            <a:custGeom>
              <a:avLst/>
              <a:gdLst>
                <a:gd name="csX0" fmla="*/ 1893 w 3484511"/>
                <a:gd name="csY0" fmla="*/ 3509215 h 3511799"/>
                <a:gd name="csX1" fmla="*/ 1514170 w 3484511"/>
                <a:gd name="csY1" fmla="*/ 1703861 h 3511799"/>
                <a:gd name="csX2" fmla="*/ 2029985 w 3484511"/>
                <a:gd name="csY2" fmla="*/ 226753 h 3511799"/>
                <a:gd name="csX3" fmla="*/ 3378139 w 3484511"/>
                <a:gd name="csY3" fmla="*/ 144692 h 3511799"/>
                <a:gd name="csX4" fmla="*/ 3225739 w 3484511"/>
                <a:gd name="csY4" fmla="*/ 1586630 h 3511799"/>
                <a:gd name="csX5" fmla="*/ 1854139 w 3484511"/>
                <a:gd name="csY5" fmla="*/ 2090723 h 3511799"/>
                <a:gd name="csX6" fmla="*/ 1893 w 3484511"/>
                <a:gd name="csY6" fmla="*/ 3509215 h 3511799"/>
                <a:gd name="csX0" fmla="*/ 1352 w 4094215"/>
                <a:gd name="csY0" fmla="*/ 4103738 h 4105568"/>
                <a:gd name="csX1" fmla="*/ 2123874 w 4094215"/>
                <a:gd name="csY1" fmla="*/ 1703861 h 4105568"/>
                <a:gd name="csX2" fmla="*/ 2639689 w 4094215"/>
                <a:gd name="csY2" fmla="*/ 226753 h 4105568"/>
                <a:gd name="csX3" fmla="*/ 3987843 w 4094215"/>
                <a:gd name="csY3" fmla="*/ 144692 h 4105568"/>
                <a:gd name="csX4" fmla="*/ 3835443 w 4094215"/>
                <a:gd name="csY4" fmla="*/ 1586630 h 4105568"/>
                <a:gd name="csX5" fmla="*/ 2463843 w 4094215"/>
                <a:gd name="csY5" fmla="*/ 2090723 h 4105568"/>
                <a:gd name="csX6" fmla="*/ 1352 w 4094215"/>
                <a:gd name="csY6" fmla="*/ 4103738 h 4105568"/>
                <a:gd name="csX0" fmla="*/ 1978 w 4094841"/>
                <a:gd name="csY0" fmla="*/ 4101966 h 4104114"/>
                <a:gd name="csX1" fmla="*/ 2058783 w 4094841"/>
                <a:gd name="csY1" fmla="*/ 1668597 h 4104114"/>
                <a:gd name="csX2" fmla="*/ 2640315 w 4094841"/>
                <a:gd name="csY2" fmla="*/ 224981 h 4104114"/>
                <a:gd name="csX3" fmla="*/ 3988469 w 4094841"/>
                <a:gd name="csY3" fmla="*/ 142920 h 4104114"/>
                <a:gd name="csX4" fmla="*/ 3836069 w 4094841"/>
                <a:gd name="csY4" fmla="*/ 1584858 h 4104114"/>
                <a:gd name="csX5" fmla="*/ 2464469 w 4094841"/>
                <a:gd name="csY5" fmla="*/ 2088951 h 4104114"/>
                <a:gd name="csX6" fmla="*/ 1978 w 4094841"/>
                <a:gd name="csY6" fmla="*/ 4101966 h 4104114"/>
                <a:gd name="csX0" fmla="*/ 1943 w 4132359"/>
                <a:gd name="csY0" fmla="*/ 3750277 h 3752868"/>
                <a:gd name="csX1" fmla="*/ 2096301 w 4132359"/>
                <a:gd name="csY1" fmla="*/ 1668597 h 3752868"/>
                <a:gd name="csX2" fmla="*/ 2677833 w 4132359"/>
                <a:gd name="csY2" fmla="*/ 224981 h 3752868"/>
                <a:gd name="csX3" fmla="*/ 4025987 w 4132359"/>
                <a:gd name="csY3" fmla="*/ 142920 h 3752868"/>
                <a:gd name="csX4" fmla="*/ 3873587 w 4132359"/>
                <a:gd name="csY4" fmla="*/ 1584858 h 3752868"/>
                <a:gd name="csX5" fmla="*/ 2501987 w 4132359"/>
                <a:gd name="csY5" fmla="*/ 2088951 h 3752868"/>
                <a:gd name="csX6" fmla="*/ 1943 w 4132359"/>
                <a:gd name="csY6" fmla="*/ 3750277 h 3752868"/>
                <a:gd name="csX0" fmla="*/ 7123 w 4137539"/>
                <a:gd name="csY0" fmla="*/ 3776554 h 3776601"/>
                <a:gd name="csX1" fmla="*/ 1782278 w 4137539"/>
                <a:gd name="csY1" fmla="*/ 2163796 h 3776601"/>
                <a:gd name="csX2" fmla="*/ 2683013 w 4137539"/>
                <a:gd name="csY2" fmla="*/ 251258 h 3776601"/>
                <a:gd name="csX3" fmla="*/ 4031167 w 4137539"/>
                <a:gd name="csY3" fmla="*/ 169197 h 3776601"/>
                <a:gd name="csX4" fmla="*/ 3878767 w 4137539"/>
                <a:gd name="csY4" fmla="*/ 1611135 h 3776601"/>
                <a:gd name="csX5" fmla="*/ 2507167 w 4137539"/>
                <a:gd name="csY5" fmla="*/ 2115228 h 3776601"/>
                <a:gd name="csX6" fmla="*/ 7123 w 4137539"/>
                <a:gd name="csY6" fmla="*/ 3776554 h 3776601"/>
                <a:gd name="csX0" fmla="*/ 25 w 4130441"/>
                <a:gd name="csY0" fmla="*/ 3776554 h 3776586"/>
                <a:gd name="csX1" fmla="*/ 1775180 w 4130441"/>
                <a:gd name="csY1" fmla="*/ 2163796 h 3776586"/>
                <a:gd name="csX2" fmla="*/ 2675915 w 4130441"/>
                <a:gd name="csY2" fmla="*/ 251258 h 3776586"/>
                <a:gd name="csX3" fmla="*/ 4024069 w 4130441"/>
                <a:gd name="csY3" fmla="*/ 169197 h 3776586"/>
                <a:gd name="csX4" fmla="*/ 3871669 w 4130441"/>
                <a:gd name="csY4" fmla="*/ 1611135 h 3776586"/>
                <a:gd name="csX5" fmla="*/ 1814719 w 4130441"/>
                <a:gd name="csY5" fmla="*/ 2207339 h 3776586"/>
                <a:gd name="csX6" fmla="*/ 25 w 4130441"/>
                <a:gd name="csY6" fmla="*/ 3776554 h 3776586"/>
                <a:gd name="csX0" fmla="*/ 25 w 4130441"/>
                <a:gd name="csY0" fmla="*/ 3776554 h 3776589"/>
                <a:gd name="csX1" fmla="*/ 1775180 w 4130441"/>
                <a:gd name="csY1" fmla="*/ 2163796 h 3776589"/>
                <a:gd name="csX2" fmla="*/ 2675915 w 4130441"/>
                <a:gd name="csY2" fmla="*/ 251258 h 3776589"/>
                <a:gd name="csX3" fmla="*/ 4024069 w 4130441"/>
                <a:gd name="csY3" fmla="*/ 169197 h 3776589"/>
                <a:gd name="csX4" fmla="*/ 3871669 w 4130441"/>
                <a:gd name="csY4" fmla="*/ 1611135 h 3776589"/>
                <a:gd name="csX5" fmla="*/ 1814719 w 4130441"/>
                <a:gd name="csY5" fmla="*/ 2207339 h 3776589"/>
                <a:gd name="csX6" fmla="*/ 25 w 4130441"/>
                <a:gd name="csY6" fmla="*/ 3776554 h 3776589"/>
                <a:gd name="csX0" fmla="*/ 25 w 3957457"/>
                <a:gd name="csY0" fmla="*/ 3611866 h 3611901"/>
                <a:gd name="csX1" fmla="*/ 1775180 w 3957457"/>
                <a:gd name="csY1" fmla="*/ 1999108 h 3611901"/>
                <a:gd name="csX2" fmla="*/ 2675915 w 3957457"/>
                <a:gd name="csY2" fmla="*/ 86570 h 3611901"/>
                <a:gd name="csX3" fmla="*/ 3554650 w 3957457"/>
                <a:gd name="csY3" fmla="*/ 439934 h 3611901"/>
                <a:gd name="csX4" fmla="*/ 3871669 w 3957457"/>
                <a:gd name="csY4" fmla="*/ 1446447 h 3611901"/>
                <a:gd name="csX5" fmla="*/ 1814719 w 3957457"/>
                <a:gd name="csY5" fmla="*/ 2042651 h 3611901"/>
                <a:gd name="csX6" fmla="*/ 25 w 3957457"/>
                <a:gd name="csY6" fmla="*/ 3611866 h 3611901"/>
                <a:gd name="csX0" fmla="*/ 25 w 3957253"/>
                <a:gd name="csY0" fmla="*/ 3368639 h 3368674"/>
                <a:gd name="csX1" fmla="*/ 1775180 w 3957253"/>
                <a:gd name="csY1" fmla="*/ 1755881 h 3368674"/>
                <a:gd name="csX2" fmla="*/ 2685304 w 3957253"/>
                <a:gd name="csY2" fmla="*/ 144791 h 3368674"/>
                <a:gd name="csX3" fmla="*/ 3554650 w 3957253"/>
                <a:gd name="csY3" fmla="*/ 196707 h 3368674"/>
                <a:gd name="csX4" fmla="*/ 3871669 w 3957253"/>
                <a:gd name="csY4" fmla="*/ 1203220 h 3368674"/>
                <a:gd name="csX5" fmla="*/ 1814719 w 3957253"/>
                <a:gd name="csY5" fmla="*/ 1799424 h 3368674"/>
                <a:gd name="csX6" fmla="*/ 25 w 3957253"/>
                <a:gd name="csY6" fmla="*/ 3368639 h 3368674"/>
                <a:gd name="csX0" fmla="*/ 25 w 3705517"/>
                <a:gd name="csY0" fmla="*/ 3358570 h 3358603"/>
                <a:gd name="csX1" fmla="*/ 1775180 w 3705517"/>
                <a:gd name="csY1" fmla="*/ 1745812 h 3358603"/>
                <a:gd name="csX2" fmla="*/ 2685304 w 3705517"/>
                <a:gd name="csY2" fmla="*/ 134722 h 3358603"/>
                <a:gd name="csX3" fmla="*/ 3554650 w 3705517"/>
                <a:gd name="csY3" fmla="*/ 186638 h 3358603"/>
                <a:gd name="csX4" fmla="*/ 3552464 w 3705517"/>
                <a:gd name="csY4" fmla="*/ 975438 h 3358603"/>
                <a:gd name="csX5" fmla="*/ 1814719 w 3705517"/>
                <a:gd name="csY5" fmla="*/ 1789355 h 3358603"/>
                <a:gd name="csX6" fmla="*/ 25 w 3705517"/>
                <a:gd name="csY6" fmla="*/ 3358570 h 3358603"/>
                <a:gd name="csX0" fmla="*/ 2290 w 3707782"/>
                <a:gd name="csY0" fmla="*/ 3305196 h 3314287"/>
                <a:gd name="csX1" fmla="*/ 2199921 w 3707782"/>
                <a:gd name="csY1" fmla="*/ 955568 h 3314287"/>
                <a:gd name="csX2" fmla="*/ 2687569 w 3707782"/>
                <a:gd name="csY2" fmla="*/ 81348 h 3314287"/>
                <a:gd name="csX3" fmla="*/ 3556915 w 3707782"/>
                <a:gd name="csY3" fmla="*/ 133264 h 3314287"/>
                <a:gd name="csX4" fmla="*/ 3554729 w 3707782"/>
                <a:gd name="csY4" fmla="*/ 922064 h 3314287"/>
                <a:gd name="csX5" fmla="*/ 1816984 w 3707782"/>
                <a:gd name="csY5" fmla="*/ 1735981 h 3314287"/>
                <a:gd name="csX6" fmla="*/ 2290 w 3707782"/>
                <a:gd name="csY6" fmla="*/ 3305196 h 3314287"/>
                <a:gd name="csX0" fmla="*/ 377 w 3705869"/>
                <a:gd name="csY0" fmla="*/ 3305196 h 3313168"/>
                <a:gd name="csX1" fmla="*/ 2198008 w 3705869"/>
                <a:gd name="csY1" fmla="*/ 955568 h 3313168"/>
                <a:gd name="csX2" fmla="*/ 2685656 w 3705869"/>
                <a:gd name="csY2" fmla="*/ 81348 h 3313168"/>
                <a:gd name="csX3" fmla="*/ 3555002 w 3705869"/>
                <a:gd name="csY3" fmla="*/ 133264 h 3313168"/>
                <a:gd name="csX4" fmla="*/ 3552816 w 3705869"/>
                <a:gd name="csY4" fmla="*/ 922064 h 3313168"/>
                <a:gd name="csX5" fmla="*/ 2378375 w 3705869"/>
                <a:gd name="csY5" fmla="*/ 1694113 h 3313168"/>
                <a:gd name="csX6" fmla="*/ 377 w 3705869"/>
                <a:gd name="csY6" fmla="*/ 3305196 h 3313168"/>
                <a:gd name="csX0" fmla="*/ 377 w 3705869"/>
                <a:gd name="csY0" fmla="*/ 3305196 h 3311216"/>
                <a:gd name="csX1" fmla="*/ 2198008 w 3705869"/>
                <a:gd name="csY1" fmla="*/ 955568 h 3311216"/>
                <a:gd name="csX2" fmla="*/ 2685656 w 3705869"/>
                <a:gd name="csY2" fmla="*/ 81348 h 3311216"/>
                <a:gd name="csX3" fmla="*/ 3555002 w 3705869"/>
                <a:gd name="csY3" fmla="*/ 133264 h 3311216"/>
                <a:gd name="csX4" fmla="*/ 3552816 w 3705869"/>
                <a:gd name="csY4" fmla="*/ 922064 h 3311216"/>
                <a:gd name="csX5" fmla="*/ 2378375 w 3705869"/>
                <a:gd name="csY5" fmla="*/ 1694113 h 3311216"/>
                <a:gd name="csX6" fmla="*/ 377 w 3705869"/>
                <a:gd name="csY6" fmla="*/ 3305196 h 3311216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31250"/>
                <a:gd name="csY0" fmla="*/ 3306034 h 3313991"/>
                <a:gd name="csX1" fmla="*/ 2198008 w 4431250"/>
                <a:gd name="csY1" fmla="*/ 956406 h 3313991"/>
                <a:gd name="csX2" fmla="*/ 2685656 w 4431250"/>
                <a:gd name="csY2" fmla="*/ 82186 h 3313991"/>
                <a:gd name="csX3" fmla="*/ 3555002 w 4431250"/>
                <a:gd name="csY3" fmla="*/ 134102 h 3313991"/>
                <a:gd name="csX4" fmla="*/ 4425936 w 4431250"/>
                <a:gd name="csY4" fmla="*/ 939649 h 3313991"/>
                <a:gd name="csX5" fmla="*/ 2378375 w 4431250"/>
                <a:gd name="csY5" fmla="*/ 1694951 h 3313991"/>
                <a:gd name="csX6" fmla="*/ 377 w 4431250"/>
                <a:gd name="csY6" fmla="*/ 3306034 h 3313991"/>
                <a:gd name="csX0" fmla="*/ 377 w 4425936"/>
                <a:gd name="csY0" fmla="*/ 3306034 h 3313991"/>
                <a:gd name="csX1" fmla="*/ 2198008 w 4425936"/>
                <a:gd name="csY1" fmla="*/ 956406 h 3313991"/>
                <a:gd name="csX2" fmla="*/ 2685656 w 4425936"/>
                <a:gd name="csY2" fmla="*/ 82186 h 3313991"/>
                <a:gd name="csX3" fmla="*/ 3555002 w 4425936"/>
                <a:gd name="csY3" fmla="*/ 134102 h 3313991"/>
                <a:gd name="csX4" fmla="*/ 4425936 w 4425936"/>
                <a:gd name="csY4" fmla="*/ 939649 h 3313991"/>
                <a:gd name="csX5" fmla="*/ 2378375 w 4425936"/>
                <a:gd name="csY5" fmla="*/ 1694951 h 3313991"/>
                <a:gd name="csX6" fmla="*/ 377 w 4425936"/>
                <a:gd name="csY6" fmla="*/ 3306034 h 3313991"/>
                <a:gd name="csX0" fmla="*/ 377 w 4472878"/>
                <a:gd name="csY0" fmla="*/ 3303952 h 3311947"/>
                <a:gd name="csX1" fmla="*/ 2198008 w 4472878"/>
                <a:gd name="csY1" fmla="*/ 954324 h 3311947"/>
                <a:gd name="csX2" fmla="*/ 2685656 w 4472878"/>
                <a:gd name="csY2" fmla="*/ 80104 h 3311947"/>
                <a:gd name="csX3" fmla="*/ 3555002 w 4472878"/>
                <a:gd name="csY3" fmla="*/ 132020 h 3311947"/>
                <a:gd name="csX4" fmla="*/ 4472878 w 4472878"/>
                <a:gd name="csY4" fmla="*/ 895700 h 3311947"/>
                <a:gd name="csX5" fmla="*/ 2378375 w 4472878"/>
                <a:gd name="csY5" fmla="*/ 1692869 h 3311947"/>
                <a:gd name="csX6" fmla="*/ 377 w 4472878"/>
                <a:gd name="csY6" fmla="*/ 3303952 h 3311947"/>
                <a:gd name="csX0" fmla="*/ 377 w 4472878"/>
                <a:gd name="csY0" fmla="*/ 3489034 h 3497029"/>
                <a:gd name="csX1" fmla="*/ 2198008 w 4472878"/>
                <a:gd name="csY1" fmla="*/ 1139406 h 3497029"/>
                <a:gd name="csX2" fmla="*/ 2685656 w 4472878"/>
                <a:gd name="csY2" fmla="*/ 265186 h 3497029"/>
                <a:gd name="csX3" fmla="*/ 3742770 w 4472878"/>
                <a:gd name="csY3" fmla="*/ 49148 h 3497029"/>
                <a:gd name="csX4" fmla="*/ 4472878 w 4472878"/>
                <a:gd name="csY4" fmla="*/ 1080782 h 3497029"/>
                <a:gd name="csX5" fmla="*/ 2378375 w 4472878"/>
                <a:gd name="csY5" fmla="*/ 1877951 h 3497029"/>
                <a:gd name="csX6" fmla="*/ 377 w 4472878"/>
                <a:gd name="csY6" fmla="*/ 3489034 h 3497029"/>
                <a:gd name="csX0" fmla="*/ 377 w 4482266"/>
                <a:gd name="csY0" fmla="*/ 3489034 h 3497029"/>
                <a:gd name="csX1" fmla="*/ 2198008 w 4482266"/>
                <a:gd name="csY1" fmla="*/ 1139406 h 3497029"/>
                <a:gd name="csX2" fmla="*/ 2685656 w 4482266"/>
                <a:gd name="csY2" fmla="*/ 265186 h 3497029"/>
                <a:gd name="csX3" fmla="*/ 3742770 w 4482266"/>
                <a:gd name="csY3" fmla="*/ 49148 h 3497029"/>
                <a:gd name="csX4" fmla="*/ 4482266 w 4482266"/>
                <a:gd name="csY4" fmla="*/ 1080782 h 3497029"/>
                <a:gd name="csX5" fmla="*/ 2378375 w 4482266"/>
                <a:gd name="csY5" fmla="*/ 1877951 h 3497029"/>
                <a:gd name="csX6" fmla="*/ 377 w 4482266"/>
                <a:gd name="csY6" fmla="*/ 3489034 h 3497029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10188 w 4492077"/>
                <a:gd name="csY0" fmla="*/ 3488052 h 3497366"/>
                <a:gd name="csX1" fmla="*/ 1804118 w 4492077"/>
                <a:gd name="csY1" fmla="*/ 1096559 h 3497366"/>
                <a:gd name="csX2" fmla="*/ 2695467 w 4492077"/>
                <a:gd name="csY2" fmla="*/ 264204 h 3497366"/>
                <a:gd name="csX3" fmla="*/ 3752581 w 4492077"/>
                <a:gd name="csY3" fmla="*/ 48166 h 3497366"/>
                <a:gd name="csX4" fmla="*/ 4492077 w 4492077"/>
                <a:gd name="csY4" fmla="*/ 1079800 h 3497366"/>
                <a:gd name="csX5" fmla="*/ 2688616 w 4492077"/>
                <a:gd name="csY5" fmla="*/ 1893718 h 3497366"/>
                <a:gd name="csX6" fmla="*/ 10188 w 4492077"/>
                <a:gd name="csY6" fmla="*/ 3488052 h 3497366"/>
                <a:gd name="csX0" fmla="*/ 10188 w 4492077"/>
                <a:gd name="csY0" fmla="*/ 3488052 h 3500595"/>
                <a:gd name="csX1" fmla="*/ 1804118 w 4492077"/>
                <a:gd name="csY1" fmla="*/ 1096559 h 3500595"/>
                <a:gd name="csX2" fmla="*/ 2695467 w 4492077"/>
                <a:gd name="csY2" fmla="*/ 264204 h 3500595"/>
                <a:gd name="csX3" fmla="*/ 3752581 w 4492077"/>
                <a:gd name="csY3" fmla="*/ 48166 h 3500595"/>
                <a:gd name="csX4" fmla="*/ 4492077 w 4492077"/>
                <a:gd name="csY4" fmla="*/ 1079800 h 3500595"/>
                <a:gd name="csX5" fmla="*/ 2688616 w 4492077"/>
                <a:gd name="csY5" fmla="*/ 1893718 h 3500595"/>
                <a:gd name="csX6" fmla="*/ 10188 w 4492077"/>
                <a:gd name="csY6" fmla="*/ 3488052 h 3500595"/>
                <a:gd name="csX0" fmla="*/ 10188 w 4492077"/>
                <a:gd name="csY0" fmla="*/ 3488052 h 3500888"/>
                <a:gd name="csX1" fmla="*/ 1804118 w 4492077"/>
                <a:gd name="csY1" fmla="*/ 1096559 h 3500888"/>
                <a:gd name="csX2" fmla="*/ 2695467 w 4492077"/>
                <a:gd name="csY2" fmla="*/ 264204 h 3500888"/>
                <a:gd name="csX3" fmla="*/ 3752581 w 4492077"/>
                <a:gd name="csY3" fmla="*/ 48166 h 3500888"/>
                <a:gd name="csX4" fmla="*/ 4492077 w 4492077"/>
                <a:gd name="csY4" fmla="*/ 1079800 h 3500888"/>
                <a:gd name="csX5" fmla="*/ 2688616 w 4492077"/>
                <a:gd name="csY5" fmla="*/ 1893718 h 3500888"/>
                <a:gd name="csX6" fmla="*/ 10188 w 4492077"/>
                <a:gd name="csY6" fmla="*/ 3488052 h 3500888"/>
                <a:gd name="csX0" fmla="*/ 27731 w 3289130"/>
                <a:gd name="csY0" fmla="*/ 2449732 h 2473361"/>
                <a:gd name="csX1" fmla="*/ 601171 w 3289130"/>
                <a:gd name="csY1" fmla="*/ 1096559 h 2473361"/>
                <a:gd name="csX2" fmla="*/ 1492520 w 3289130"/>
                <a:gd name="csY2" fmla="*/ 264204 h 2473361"/>
                <a:gd name="csX3" fmla="*/ 2549634 w 3289130"/>
                <a:gd name="csY3" fmla="*/ 48166 h 2473361"/>
                <a:gd name="csX4" fmla="*/ 3289130 w 3289130"/>
                <a:gd name="csY4" fmla="*/ 1079800 h 2473361"/>
                <a:gd name="csX5" fmla="*/ 1485669 w 3289130"/>
                <a:gd name="csY5" fmla="*/ 1893718 h 2473361"/>
                <a:gd name="csX6" fmla="*/ 27731 w 3289130"/>
                <a:gd name="csY6" fmla="*/ 2449732 h 2473361"/>
                <a:gd name="csX0" fmla="*/ 367 w 3261766"/>
                <a:gd name="csY0" fmla="*/ 2449732 h 2449966"/>
                <a:gd name="csX1" fmla="*/ 573807 w 3261766"/>
                <a:gd name="csY1" fmla="*/ 1096559 h 2449966"/>
                <a:gd name="csX2" fmla="*/ 1465156 w 3261766"/>
                <a:gd name="csY2" fmla="*/ 264204 h 2449966"/>
                <a:gd name="csX3" fmla="*/ 2522270 w 3261766"/>
                <a:gd name="csY3" fmla="*/ 48166 h 2449966"/>
                <a:gd name="csX4" fmla="*/ 3261766 w 3261766"/>
                <a:gd name="csY4" fmla="*/ 1079800 h 2449966"/>
                <a:gd name="csX5" fmla="*/ 1458305 w 3261766"/>
                <a:gd name="csY5" fmla="*/ 1893718 h 2449966"/>
                <a:gd name="csX6" fmla="*/ 367 w 3261766"/>
                <a:gd name="csY6" fmla="*/ 2449732 h 2449966"/>
                <a:gd name="csX0" fmla="*/ 62959 w 3324358"/>
                <a:gd name="csY0" fmla="*/ 2449732 h 2487147"/>
                <a:gd name="csX1" fmla="*/ 636399 w 3324358"/>
                <a:gd name="csY1" fmla="*/ 1096559 h 2487147"/>
                <a:gd name="csX2" fmla="*/ 1527748 w 3324358"/>
                <a:gd name="csY2" fmla="*/ 264204 h 2487147"/>
                <a:gd name="csX3" fmla="*/ 2584862 w 3324358"/>
                <a:gd name="csY3" fmla="*/ 48166 h 2487147"/>
                <a:gd name="csX4" fmla="*/ 3324358 w 3324358"/>
                <a:gd name="csY4" fmla="*/ 1079800 h 2487147"/>
                <a:gd name="csX5" fmla="*/ 1520897 w 3324358"/>
                <a:gd name="csY5" fmla="*/ 1893718 h 2487147"/>
                <a:gd name="csX6" fmla="*/ 62959 w 3324358"/>
                <a:gd name="csY6" fmla="*/ 2449732 h 2487147"/>
                <a:gd name="csX0" fmla="*/ 38478 w 4482813"/>
                <a:gd name="csY0" fmla="*/ 3496425 h 3519813"/>
                <a:gd name="csX1" fmla="*/ 1794854 w 4482813"/>
                <a:gd name="csY1" fmla="*/ 1096559 h 3519813"/>
                <a:gd name="csX2" fmla="*/ 2686203 w 4482813"/>
                <a:gd name="csY2" fmla="*/ 264204 h 3519813"/>
                <a:gd name="csX3" fmla="*/ 3743317 w 4482813"/>
                <a:gd name="csY3" fmla="*/ 48166 h 3519813"/>
                <a:gd name="csX4" fmla="*/ 4482813 w 4482813"/>
                <a:gd name="csY4" fmla="*/ 1079800 h 3519813"/>
                <a:gd name="csX5" fmla="*/ 2679352 w 4482813"/>
                <a:gd name="csY5" fmla="*/ 1893718 h 3519813"/>
                <a:gd name="csX6" fmla="*/ 38478 w 4482813"/>
                <a:gd name="csY6" fmla="*/ 3496425 h 3519813"/>
                <a:gd name="csX0" fmla="*/ 9071 w 4453406"/>
                <a:gd name="csY0" fmla="*/ 3496425 h 3510301"/>
                <a:gd name="csX1" fmla="*/ 1765447 w 4453406"/>
                <a:gd name="csY1" fmla="*/ 1096559 h 3510301"/>
                <a:gd name="csX2" fmla="*/ 2656796 w 4453406"/>
                <a:gd name="csY2" fmla="*/ 264204 h 3510301"/>
                <a:gd name="csX3" fmla="*/ 3713910 w 4453406"/>
                <a:gd name="csY3" fmla="*/ 48166 h 3510301"/>
                <a:gd name="csX4" fmla="*/ 4453406 w 4453406"/>
                <a:gd name="csY4" fmla="*/ 1079800 h 3510301"/>
                <a:gd name="csX5" fmla="*/ 2649945 w 4453406"/>
                <a:gd name="csY5" fmla="*/ 1893718 h 3510301"/>
                <a:gd name="csX6" fmla="*/ 9071 w 4453406"/>
                <a:gd name="csY6" fmla="*/ 3496425 h 3510301"/>
                <a:gd name="csX0" fmla="*/ 9071 w 4453406"/>
                <a:gd name="csY0" fmla="*/ 3496425 h 3512169"/>
                <a:gd name="csX1" fmla="*/ 1765447 w 4453406"/>
                <a:gd name="csY1" fmla="*/ 1096559 h 3512169"/>
                <a:gd name="csX2" fmla="*/ 2656796 w 4453406"/>
                <a:gd name="csY2" fmla="*/ 264204 h 3512169"/>
                <a:gd name="csX3" fmla="*/ 3713910 w 4453406"/>
                <a:gd name="csY3" fmla="*/ 48166 h 3512169"/>
                <a:gd name="csX4" fmla="*/ 4453406 w 4453406"/>
                <a:gd name="csY4" fmla="*/ 1079800 h 3512169"/>
                <a:gd name="csX5" fmla="*/ 2649945 w 4453406"/>
                <a:gd name="csY5" fmla="*/ 1893718 h 3512169"/>
                <a:gd name="csX6" fmla="*/ 9071 w 4453406"/>
                <a:gd name="csY6" fmla="*/ 3496425 h 3512169"/>
                <a:gd name="csX0" fmla="*/ 9640 w 4453975"/>
                <a:gd name="csY0" fmla="*/ 3496425 h 3512169"/>
                <a:gd name="csX1" fmla="*/ 1766016 w 4453975"/>
                <a:gd name="csY1" fmla="*/ 1096559 h 3512169"/>
                <a:gd name="csX2" fmla="*/ 2657365 w 4453975"/>
                <a:gd name="csY2" fmla="*/ 264204 h 3512169"/>
                <a:gd name="csX3" fmla="*/ 3714479 w 4453975"/>
                <a:gd name="csY3" fmla="*/ 48166 h 3512169"/>
                <a:gd name="csX4" fmla="*/ 4453975 w 4453975"/>
                <a:gd name="csY4" fmla="*/ 1079800 h 3512169"/>
                <a:gd name="csX5" fmla="*/ 2650514 w 4453975"/>
                <a:gd name="csY5" fmla="*/ 1893718 h 3512169"/>
                <a:gd name="csX6" fmla="*/ 9640 w 4453975"/>
                <a:gd name="csY6" fmla="*/ 3496425 h 3512169"/>
                <a:gd name="csX0" fmla="*/ 9640 w 4453975"/>
                <a:gd name="csY0" fmla="*/ 3993467 h 4008123"/>
                <a:gd name="csX1" fmla="*/ 1766016 w 4453975"/>
                <a:gd name="csY1" fmla="*/ 1593601 h 4008123"/>
                <a:gd name="csX2" fmla="*/ 2601034 w 4453975"/>
                <a:gd name="csY2" fmla="*/ 41122 h 4008123"/>
                <a:gd name="csX3" fmla="*/ 3714479 w 4453975"/>
                <a:gd name="csY3" fmla="*/ 545208 h 4008123"/>
                <a:gd name="csX4" fmla="*/ 4453975 w 4453975"/>
                <a:gd name="csY4" fmla="*/ 1576842 h 4008123"/>
                <a:gd name="csX5" fmla="*/ 2650514 w 4453975"/>
                <a:gd name="csY5" fmla="*/ 2390760 h 4008123"/>
                <a:gd name="csX6" fmla="*/ 9640 w 4453975"/>
                <a:gd name="csY6" fmla="*/ 3993467 h 4008123"/>
                <a:gd name="csX0" fmla="*/ 9640 w 4453975"/>
                <a:gd name="csY0" fmla="*/ 3952894 h 3967550"/>
                <a:gd name="csX1" fmla="*/ 1766016 w 4453975"/>
                <a:gd name="csY1" fmla="*/ 1553028 h 3967550"/>
                <a:gd name="csX2" fmla="*/ 2601034 w 4453975"/>
                <a:gd name="csY2" fmla="*/ 549 h 3967550"/>
                <a:gd name="csX3" fmla="*/ 3714479 w 4453975"/>
                <a:gd name="csY3" fmla="*/ 504635 h 3967550"/>
                <a:gd name="csX4" fmla="*/ 4453975 w 4453975"/>
                <a:gd name="csY4" fmla="*/ 1536269 h 3967550"/>
                <a:gd name="csX5" fmla="*/ 2650514 w 4453975"/>
                <a:gd name="csY5" fmla="*/ 2350187 h 3967550"/>
                <a:gd name="csX6" fmla="*/ 9640 w 4453975"/>
                <a:gd name="csY6" fmla="*/ 3952894 h 3967550"/>
                <a:gd name="csX0" fmla="*/ 9640 w 4453975"/>
                <a:gd name="csY0" fmla="*/ 3952971 h 3968477"/>
                <a:gd name="csX1" fmla="*/ 1766016 w 4453975"/>
                <a:gd name="csY1" fmla="*/ 1553105 h 3968477"/>
                <a:gd name="csX2" fmla="*/ 2601034 w 4453975"/>
                <a:gd name="csY2" fmla="*/ 626 h 3968477"/>
                <a:gd name="csX3" fmla="*/ 3714479 w 4453975"/>
                <a:gd name="csY3" fmla="*/ 504712 h 3968477"/>
                <a:gd name="csX4" fmla="*/ 4453975 w 4453975"/>
                <a:gd name="csY4" fmla="*/ 1536346 h 3968477"/>
                <a:gd name="csX5" fmla="*/ 2650514 w 4453975"/>
                <a:gd name="csY5" fmla="*/ 2350264 h 3968477"/>
                <a:gd name="csX6" fmla="*/ 9640 w 4453975"/>
                <a:gd name="csY6" fmla="*/ 3952971 h 3968477"/>
                <a:gd name="csX0" fmla="*/ 9640 w 4517542"/>
                <a:gd name="csY0" fmla="*/ 4153948 h 4169453"/>
                <a:gd name="csX1" fmla="*/ 1766016 w 4517542"/>
                <a:gd name="csY1" fmla="*/ 1754082 h 4169453"/>
                <a:gd name="csX2" fmla="*/ 2601034 w 4517542"/>
                <a:gd name="csY2" fmla="*/ 201603 h 4169453"/>
                <a:gd name="csX3" fmla="*/ 4390442 w 4517542"/>
                <a:gd name="csY3" fmla="*/ 186529 h 4169453"/>
                <a:gd name="csX4" fmla="*/ 4453975 w 4517542"/>
                <a:gd name="csY4" fmla="*/ 1737323 h 4169453"/>
                <a:gd name="csX5" fmla="*/ 2650514 w 4517542"/>
                <a:gd name="csY5" fmla="*/ 2551241 h 4169453"/>
                <a:gd name="csX6" fmla="*/ 9640 w 4517542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719798"/>
                <a:gd name="csY0" fmla="*/ 4153948 h 4169453"/>
                <a:gd name="csX1" fmla="*/ 1766016 w 4719798"/>
                <a:gd name="csY1" fmla="*/ 1754082 h 4169453"/>
                <a:gd name="csX2" fmla="*/ 2601034 w 4719798"/>
                <a:gd name="csY2" fmla="*/ 201603 h 4169453"/>
                <a:gd name="csX3" fmla="*/ 4390442 w 4719798"/>
                <a:gd name="csY3" fmla="*/ 186529 h 4169453"/>
                <a:gd name="csX4" fmla="*/ 4453975 w 4719798"/>
                <a:gd name="csY4" fmla="*/ 1737323 h 4169453"/>
                <a:gd name="csX5" fmla="*/ 2650514 w 4719798"/>
                <a:gd name="csY5" fmla="*/ 2551241 h 4169453"/>
                <a:gd name="csX6" fmla="*/ 9640 w 4719798"/>
                <a:gd name="csY6" fmla="*/ 4153948 h 4169453"/>
                <a:gd name="csX0" fmla="*/ 9640 w 4684091"/>
                <a:gd name="csY0" fmla="*/ 4153948 h 4169453"/>
                <a:gd name="csX1" fmla="*/ 1766016 w 4684091"/>
                <a:gd name="csY1" fmla="*/ 1754082 h 4169453"/>
                <a:gd name="csX2" fmla="*/ 2601034 w 4684091"/>
                <a:gd name="csY2" fmla="*/ 201603 h 4169453"/>
                <a:gd name="csX3" fmla="*/ 4390442 w 4684091"/>
                <a:gd name="csY3" fmla="*/ 186529 h 4169453"/>
                <a:gd name="csX4" fmla="*/ 4453975 w 4684091"/>
                <a:gd name="csY4" fmla="*/ 1737323 h 4169453"/>
                <a:gd name="csX5" fmla="*/ 2650514 w 4684091"/>
                <a:gd name="csY5" fmla="*/ 2551241 h 4169453"/>
                <a:gd name="csX6" fmla="*/ 9640 w 4684091"/>
                <a:gd name="csY6" fmla="*/ 4153948 h 4169453"/>
                <a:gd name="csX0" fmla="*/ 9640 w 4747938"/>
                <a:gd name="csY0" fmla="*/ 4153948 h 4169453"/>
                <a:gd name="csX1" fmla="*/ 1766016 w 4747938"/>
                <a:gd name="csY1" fmla="*/ 1754082 h 4169453"/>
                <a:gd name="csX2" fmla="*/ 2601034 w 4747938"/>
                <a:gd name="csY2" fmla="*/ 201603 h 4169453"/>
                <a:gd name="csX3" fmla="*/ 4390442 w 4747938"/>
                <a:gd name="csY3" fmla="*/ 186529 h 4169453"/>
                <a:gd name="csX4" fmla="*/ 4453975 w 4747938"/>
                <a:gd name="csY4" fmla="*/ 1737323 h 4169453"/>
                <a:gd name="csX5" fmla="*/ 2650514 w 4747938"/>
                <a:gd name="csY5" fmla="*/ 2551241 h 4169453"/>
                <a:gd name="csX6" fmla="*/ 9640 w 4747938"/>
                <a:gd name="csY6" fmla="*/ 4153948 h 4169453"/>
                <a:gd name="csX0" fmla="*/ 9640 w 4747938"/>
                <a:gd name="csY0" fmla="*/ 4205765 h 4221270"/>
                <a:gd name="csX1" fmla="*/ 1766016 w 4747938"/>
                <a:gd name="csY1" fmla="*/ 1805899 h 4221270"/>
                <a:gd name="csX2" fmla="*/ 2601034 w 4747938"/>
                <a:gd name="csY2" fmla="*/ 253420 h 4221270"/>
                <a:gd name="csX3" fmla="*/ 4390442 w 4747938"/>
                <a:gd name="csY3" fmla="*/ 238346 h 4221270"/>
                <a:gd name="csX4" fmla="*/ 4453975 w 4747938"/>
                <a:gd name="csY4" fmla="*/ 1789140 h 4221270"/>
                <a:gd name="csX5" fmla="*/ 2650514 w 4747938"/>
                <a:gd name="csY5" fmla="*/ 2603058 h 4221270"/>
                <a:gd name="csX6" fmla="*/ 9640 w 4747938"/>
                <a:gd name="csY6" fmla="*/ 4205765 h 4221270"/>
                <a:gd name="csX0" fmla="*/ 9640 w 4769359"/>
                <a:gd name="csY0" fmla="*/ 4189897 h 4205402"/>
                <a:gd name="csX1" fmla="*/ 1766016 w 4769359"/>
                <a:gd name="csY1" fmla="*/ 1790031 h 4205402"/>
                <a:gd name="csX2" fmla="*/ 2601034 w 4769359"/>
                <a:gd name="csY2" fmla="*/ 237552 h 4205402"/>
                <a:gd name="csX3" fmla="*/ 4446772 w 4769359"/>
                <a:gd name="csY3" fmla="*/ 163863 h 4205402"/>
                <a:gd name="csX4" fmla="*/ 4453975 w 4769359"/>
                <a:gd name="csY4" fmla="*/ 1773272 h 4205402"/>
                <a:gd name="csX5" fmla="*/ 2650514 w 4769359"/>
                <a:gd name="csY5" fmla="*/ 2587190 h 4205402"/>
                <a:gd name="csX6" fmla="*/ 9640 w 4769359"/>
                <a:gd name="csY6" fmla="*/ 4189897 h 4205402"/>
                <a:gd name="csX0" fmla="*/ 9640 w 4747938"/>
                <a:gd name="csY0" fmla="*/ 4212142 h 4227647"/>
                <a:gd name="csX1" fmla="*/ 1766016 w 4747938"/>
                <a:gd name="csY1" fmla="*/ 1812276 h 4227647"/>
                <a:gd name="csX2" fmla="*/ 2601034 w 4747938"/>
                <a:gd name="csY2" fmla="*/ 259797 h 4227647"/>
                <a:gd name="csX3" fmla="*/ 4390441 w 4747938"/>
                <a:gd name="csY3" fmla="*/ 152614 h 4227647"/>
                <a:gd name="csX4" fmla="*/ 4453975 w 4747938"/>
                <a:gd name="csY4" fmla="*/ 1795517 h 4227647"/>
                <a:gd name="csX5" fmla="*/ 2650514 w 4747938"/>
                <a:gd name="csY5" fmla="*/ 2609435 h 4227647"/>
                <a:gd name="csX6" fmla="*/ 9640 w 4747938"/>
                <a:gd name="csY6" fmla="*/ 4212142 h 4227647"/>
                <a:gd name="csX0" fmla="*/ 8567 w 4746865"/>
                <a:gd name="csY0" fmla="*/ 4212143 h 4219435"/>
                <a:gd name="csX1" fmla="*/ 1745271 w 4746865"/>
                <a:gd name="csY1" fmla="*/ 1812279 h 4219435"/>
                <a:gd name="csX2" fmla="*/ 2599961 w 4746865"/>
                <a:gd name="csY2" fmla="*/ 259798 h 4219435"/>
                <a:gd name="csX3" fmla="*/ 4389368 w 4746865"/>
                <a:gd name="csY3" fmla="*/ 152615 h 4219435"/>
                <a:gd name="csX4" fmla="*/ 4452902 w 4746865"/>
                <a:gd name="csY4" fmla="*/ 1795518 h 4219435"/>
                <a:gd name="csX5" fmla="*/ 2649441 w 4746865"/>
                <a:gd name="csY5" fmla="*/ 2609436 h 4219435"/>
                <a:gd name="csX6" fmla="*/ 8567 w 4746865"/>
                <a:gd name="csY6" fmla="*/ 4212143 h 4219435"/>
                <a:gd name="csX0" fmla="*/ 8451 w 4746749"/>
                <a:gd name="csY0" fmla="*/ 4212143 h 4219813"/>
                <a:gd name="csX1" fmla="*/ 1745155 w 4746749"/>
                <a:gd name="csY1" fmla="*/ 1812279 h 4219813"/>
                <a:gd name="csX2" fmla="*/ 2599845 w 4746749"/>
                <a:gd name="csY2" fmla="*/ 259798 h 4219813"/>
                <a:gd name="csX3" fmla="*/ 4389252 w 4746749"/>
                <a:gd name="csY3" fmla="*/ 152615 h 4219813"/>
                <a:gd name="csX4" fmla="*/ 4452786 w 4746749"/>
                <a:gd name="csY4" fmla="*/ 1795518 h 4219813"/>
                <a:gd name="csX5" fmla="*/ 2642769 w 4746749"/>
                <a:gd name="csY5" fmla="*/ 2626986 h 4219813"/>
                <a:gd name="csX6" fmla="*/ 8451 w 4746749"/>
                <a:gd name="csY6" fmla="*/ 4212143 h 4219813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594 w 4746892"/>
                <a:gd name="csY0" fmla="*/ 4213311 h 4220527"/>
                <a:gd name="csX1" fmla="*/ 1738740 w 4746892"/>
                <a:gd name="csY1" fmla="*/ 1836843 h 4220527"/>
                <a:gd name="csX2" fmla="*/ 2599988 w 4746892"/>
                <a:gd name="csY2" fmla="*/ 260966 h 4220527"/>
                <a:gd name="csX3" fmla="*/ 4389395 w 4746892"/>
                <a:gd name="csY3" fmla="*/ 153783 h 4220527"/>
                <a:gd name="csX4" fmla="*/ 4452929 w 4746892"/>
                <a:gd name="csY4" fmla="*/ 1796686 h 4220527"/>
                <a:gd name="csX5" fmla="*/ 2642912 w 4746892"/>
                <a:gd name="csY5" fmla="*/ 2628154 h 4220527"/>
                <a:gd name="csX6" fmla="*/ 8594 w 4746892"/>
                <a:gd name="csY6" fmla="*/ 4213311 h 4220527"/>
                <a:gd name="csX0" fmla="*/ 8594 w 4693867"/>
                <a:gd name="csY0" fmla="*/ 4136922 h 4144138"/>
                <a:gd name="csX1" fmla="*/ 1738740 w 4693867"/>
                <a:gd name="csY1" fmla="*/ 1760454 h 4144138"/>
                <a:gd name="csX2" fmla="*/ 2599988 w 4693867"/>
                <a:gd name="csY2" fmla="*/ 184577 h 4144138"/>
                <a:gd name="csX3" fmla="*/ 4389395 w 4693867"/>
                <a:gd name="csY3" fmla="*/ 77394 h 4144138"/>
                <a:gd name="csX4" fmla="*/ 4452929 w 4693867"/>
                <a:gd name="csY4" fmla="*/ 1720297 h 4144138"/>
                <a:gd name="csX5" fmla="*/ 2642912 w 4693867"/>
                <a:gd name="csY5" fmla="*/ 2551765 h 4144138"/>
                <a:gd name="csX6" fmla="*/ 8594 w 4693867"/>
                <a:gd name="csY6" fmla="*/ 4136922 h 4144138"/>
                <a:gd name="csX0" fmla="*/ 8594 w 4699247"/>
                <a:gd name="csY0" fmla="*/ 4098901 h 4106117"/>
                <a:gd name="csX1" fmla="*/ 1738740 w 4699247"/>
                <a:gd name="csY1" fmla="*/ 1722433 h 4106117"/>
                <a:gd name="csX2" fmla="*/ 2599988 w 4699247"/>
                <a:gd name="csY2" fmla="*/ 146556 h 4106117"/>
                <a:gd name="csX3" fmla="*/ 4409070 w 4699247"/>
                <a:gd name="csY3" fmla="*/ 115412 h 4106117"/>
                <a:gd name="csX4" fmla="*/ 4452929 w 4699247"/>
                <a:gd name="csY4" fmla="*/ 1682276 h 4106117"/>
                <a:gd name="csX5" fmla="*/ 2642912 w 4699247"/>
                <a:gd name="csY5" fmla="*/ 2513744 h 4106117"/>
                <a:gd name="csX6" fmla="*/ 8594 w 4699247"/>
                <a:gd name="csY6" fmla="*/ 4098901 h 4106117"/>
                <a:gd name="csX0" fmla="*/ 8594 w 4703971"/>
                <a:gd name="csY0" fmla="*/ 4107920 h 4115136"/>
                <a:gd name="csX1" fmla="*/ 1738740 w 4703971"/>
                <a:gd name="csY1" fmla="*/ 1731452 h 4115136"/>
                <a:gd name="csX2" fmla="*/ 2599988 w 4703971"/>
                <a:gd name="csY2" fmla="*/ 155575 h 4115136"/>
                <a:gd name="csX3" fmla="*/ 4409070 w 4703971"/>
                <a:gd name="csY3" fmla="*/ 124431 h 4115136"/>
                <a:gd name="csX4" fmla="*/ 4452929 w 4703971"/>
                <a:gd name="csY4" fmla="*/ 1691295 h 4115136"/>
                <a:gd name="csX5" fmla="*/ 2642912 w 4703971"/>
                <a:gd name="csY5" fmla="*/ 2522763 h 4115136"/>
                <a:gd name="csX6" fmla="*/ 8594 w 4703971"/>
                <a:gd name="csY6" fmla="*/ 4107920 h 4115136"/>
                <a:gd name="csX0" fmla="*/ 8594 w 4703971"/>
                <a:gd name="csY0" fmla="*/ 4195888 h 4203104"/>
                <a:gd name="csX1" fmla="*/ 1738740 w 4703971"/>
                <a:gd name="csY1" fmla="*/ 1819420 h 4203104"/>
                <a:gd name="csX2" fmla="*/ 2599988 w 4703971"/>
                <a:gd name="csY2" fmla="*/ 243543 h 4203104"/>
                <a:gd name="csX3" fmla="*/ 4409070 w 4703971"/>
                <a:gd name="csY3" fmla="*/ 212399 h 4203104"/>
                <a:gd name="csX4" fmla="*/ 4452929 w 4703971"/>
                <a:gd name="csY4" fmla="*/ 1779263 h 4203104"/>
                <a:gd name="csX5" fmla="*/ 2642912 w 4703971"/>
                <a:gd name="csY5" fmla="*/ 2610731 h 4203104"/>
                <a:gd name="csX6" fmla="*/ 8594 w 4703971"/>
                <a:gd name="csY6" fmla="*/ 4195888 h 4203104"/>
                <a:gd name="csX0" fmla="*/ 8594 w 4703971"/>
                <a:gd name="csY0" fmla="*/ 4213778 h 4220994"/>
                <a:gd name="csX1" fmla="*/ 1738740 w 4703971"/>
                <a:gd name="csY1" fmla="*/ 1837310 h 4220994"/>
                <a:gd name="csX2" fmla="*/ 2599988 w 4703971"/>
                <a:gd name="csY2" fmla="*/ 261433 h 4220994"/>
                <a:gd name="csX3" fmla="*/ 4409070 w 4703971"/>
                <a:gd name="csY3" fmla="*/ 230289 h 4220994"/>
                <a:gd name="csX4" fmla="*/ 4452929 w 4703971"/>
                <a:gd name="csY4" fmla="*/ 1797153 h 4220994"/>
                <a:gd name="csX5" fmla="*/ 2642912 w 4703971"/>
                <a:gd name="csY5" fmla="*/ 2628621 h 4220994"/>
                <a:gd name="csX6" fmla="*/ 8594 w 4703971"/>
                <a:gd name="csY6" fmla="*/ 4213778 h 4220994"/>
                <a:gd name="csX0" fmla="*/ 8594 w 4855548"/>
                <a:gd name="csY0" fmla="*/ 4390510 h 4397726"/>
                <a:gd name="csX1" fmla="*/ 1738740 w 4855548"/>
                <a:gd name="csY1" fmla="*/ 2014042 h 4397726"/>
                <a:gd name="csX2" fmla="*/ 2599988 w 4855548"/>
                <a:gd name="csY2" fmla="*/ 438165 h 4397726"/>
                <a:gd name="csX3" fmla="*/ 4756647 w 4855548"/>
                <a:gd name="csY3" fmla="*/ 26825 h 4397726"/>
                <a:gd name="csX4" fmla="*/ 4452929 w 4855548"/>
                <a:gd name="csY4" fmla="*/ 1973885 h 4397726"/>
                <a:gd name="csX5" fmla="*/ 2642912 w 4855548"/>
                <a:gd name="csY5" fmla="*/ 2805353 h 4397726"/>
                <a:gd name="csX6" fmla="*/ 8594 w 4855548"/>
                <a:gd name="csY6" fmla="*/ 4390510 h 4397726"/>
                <a:gd name="csX0" fmla="*/ 8594 w 5018748"/>
                <a:gd name="csY0" fmla="*/ 4545598 h 4552814"/>
                <a:gd name="csX1" fmla="*/ 1738740 w 5018748"/>
                <a:gd name="csY1" fmla="*/ 2169130 h 4552814"/>
                <a:gd name="csX2" fmla="*/ 2599988 w 5018748"/>
                <a:gd name="csY2" fmla="*/ 593253 h 4552814"/>
                <a:gd name="csX3" fmla="*/ 4973062 w 5018748"/>
                <a:gd name="csY3" fmla="*/ 18136 h 4552814"/>
                <a:gd name="csX4" fmla="*/ 4452929 w 5018748"/>
                <a:gd name="csY4" fmla="*/ 2128973 h 4552814"/>
                <a:gd name="csX5" fmla="*/ 2642912 w 5018748"/>
                <a:gd name="csY5" fmla="*/ 2960441 h 4552814"/>
                <a:gd name="csX6" fmla="*/ 8594 w 5018748"/>
                <a:gd name="csY6" fmla="*/ 4545598 h 4552814"/>
                <a:gd name="csX0" fmla="*/ 8594 w 5002691"/>
                <a:gd name="csY0" fmla="*/ 4537753 h 4544969"/>
                <a:gd name="csX1" fmla="*/ 1738740 w 5002691"/>
                <a:gd name="csY1" fmla="*/ 2161285 h 4544969"/>
                <a:gd name="csX2" fmla="*/ 2599988 w 5002691"/>
                <a:gd name="csY2" fmla="*/ 585408 h 4544969"/>
                <a:gd name="csX3" fmla="*/ 4973062 w 5002691"/>
                <a:gd name="csY3" fmla="*/ 10291 h 4544969"/>
                <a:gd name="csX4" fmla="*/ 4452929 w 5002691"/>
                <a:gd name="csY4" fmla="*/ 2121128 h 4544969"/>
                <a:gd name="csX5" fmla="*/ 2642912 w 5002691"/>
                <a:gd name="csY5" fmla="*/ 2952596 h 4544969"/>
                <a:gd name="csX6" fmla="*/ 8594 w 5002691"/>
                <a:gd name="csY6" fmla="*/ 4537753 h 4544969"/>
                <a:gd name="csX0" fmla="*/ 8594 w 4705059"/>
                <a:gd name="csY0" fmla="*/ 4122711 h 4129927"/>
                <a:gd name="csX1" fmla="*/ 1738740 w 4705059"/>
                <a:gd name="csY1" fmla="*/ 1746243 h 4129927"/>
                <a:gd name="csX2" fmla="*/ 2599988 w 4705059"/>
                <a:gd name="csY2" fmla="*/ 170366 h 4129927"/>
                <a:gd name="csX3" fmla="*/ 4446032 w 4705059"/>
                <a:gd name="csY3" fmla="*/ 89415 h 4129927"/>
                <a:gd name="csX4" fmla="*/ 4452929 w 4705059"/>
                <a:gd name="csY4" fmla="*/ 1706086 h 4129927"/>
                <a:gd name="csX5" fmla="*/ 2642912 w 4705059"/>
                <a:gd name="csY5" fmla="*/ 2537554 h 4129927"/>
                <a:gd name="csX6" fmla="*/ 8594 w 4705059"/>
                <a:gd name="csY6" fmla="*/ 4122711 h 4129927"/>
                <a:gd name="csX0" fmla="*/ 8594 w 4596663"/>
                <a:gd name="csY0" fmla="*/ 4215533 h 4224499"/>
                <a:gd name="csX1" fmla="*/ 1738740 w 4596663"/>
                <a:gd name="csY1" fmla="*/ 1839065 h 4224499"/>
                <a:gd name="csX2" fmla="*/ 2599988 w 4596663"/>
                <a:gd name="csY2" fmla="*/ 263188 h 4224499"/>
                <a:gd name="csX3" fmla="*/ 4446032 w 4596663"/>
                <a:gd name="csY3" fmla="*/ 182237 h 4224499"/>
                <a:gd name="csX4" fmla="*/ 4129398 w 4596663"/>
                <a:gd name="csY4" fmla="*/ 2079669 h 4224499"/>
                <a:gd name="csX5" fmla="*/ 2642912 w 4596663"/>
                <a:gd name="csY5" fmla="*/ 2630376 h 4224499"/>
                <a:gd name="csX6" fmla="*/ 8594 w 4596663"/>
                <a:gd name="csY6" fmla="*/ 4215533 h 4224499"/>
                <a:gd name="csX0" fmla="*/ 10635 w 4618520"/>
                <a:gd name="csY0" fmla="*/ 4140860 h 4149826"/>
                <a:gd name="csX1" fmla="*/ 1740781 w 4618520"/>
                <a:gd name="csY1" fmla="*/ 1764392 h 4149826"/>
                <a:gd name="csX2" fmla="*/ 2330962 w 4618520"/>
                <a:gd name="csY2" fmla="*/ 399085 h 4149826"/>
                <a:gd name="csX3" fmla="*/ 4448073 w 4618520"/>
                <a:gd name="csY3" fmla="*/ 107564 h 4149826"/>
                <a:gd name="csX4" fmla="*/ 4131439 w 4618520"/>
                <a:gd name="csY4" fmla="*/ 2004996 h 4149826"/>
                <a:gd name="csX5" fmla="*/ 2644953 w 4618520"/>
                <a:gd name="csY5" fmla="*/ 2555703 h 4149826"/>
                <a:gd name="csX6" fmla="*/ 10635 w 4618520"/>
                <a:gd name="csY6" fmla="*/ 4140860 h 4149826"/>
                <a:gd name="csX0" fmla="*/ 2473 w 4610358"/>
                <a:gd name="csY0" fmla="*/ 4148168 h 4152706"/>
                <a:gd name="csX1" fmla="*/ 2161081 w 4610358"/>
                <a:gd name="csY1" fmla="*/ 2013468 h 4152706"/>
                <a:gd name="csX2" fmla="*/ 2322800 w 4610358"/>
                <a:gd name="csY2" fmla="*/ 406393 h 4152706"/>
                <a:gd name="csX3" fmla="*/ 4439911 w 4610358"/>
                <a:gd name="csY3" fmla="*/ 114872 h 4152706"/>
                <a:gd name="csX4" fmla="*/ 4123277 w 4610358"/>
                <a:gd name="csY4" fmla="*/ 2012304 h 4152706"/>
                <a:gd name="csX5" fmla="*/ 2636791 w 4610358"/>
                <a:gd name="csY5" fmla="*/ 2563011 h 4152706"/>
                <a:gd name="csX6" fmla="*/ 2473 w 4610358"/>
                <a:gd name="csY6" fmla="*/ 4148168 h 4152706"/>
                <a:gd name="csX0" fmla="*/ 400 w 4608285"/>
                <a:gd name="csY0" fmla="*/ 4148168 h 4148397"/>
                <a:gd name="csX1" fmla="*/ 2159008 w 4608285"/>
                <a:gd name="csY1" fmla="*/ 2013468 h 4148397"/>
                <a:gd name="csX2" fmla="*/ 2320727 w 4608285"/>
                <a:gd name="csY2" fmla="*/ 406393 h 4148397"/>
                <a:gd name="csX3" fmla="*/ 4437838 w 4608285"/>
                <a:gd name="csY3" fmla="*/ 114872 h 4148397"/>
                <a:gd name="csX4" fmla="*/ 4121204 w 4608285"/>
                <a:gd name="csY4" fmla="*/ 2012304 h 4148397"/>
                <a:gd name="csX5" fmla="*/ 2346163 w 4608285"/>
                <a:gd name="csY5" fmla="*/ 2149669 h 4148397"/>
                <a:gd name="csX6" fmla="*/ 400 w 4608285"/>
                <a:gd name="csY6" fmla="*/ 4148168 h 4148397"/>
                <a:gd name="csX0" fmla="*/ 400 w 4547161"/>
                <a:gd name="csY0" fmla="*/ 4069645 h 4069874"/>
                <a:gd name="csX1" fmla="*/ 2159008 w 4547161"/>
                <a:gd name="csY1" fmla="*/ 1934945 h 4069874"/>
                <a:gd name="csX2" fmla="*/ 2320727 w 4547161"/>
                <a:gd name="csY2" fmla="*/ 327870 h 4069874"/>
                <a:gd name="csX3" fmla="*/ 4437838 w 4547161"/>
                <a:gd name="csY3" fmla="*/ 36349 h 4069874"/>
                <a:gd name="csX4" fmla="*/ 4121204 w 4547161"/>
                <a:gd name="csY4" fmla="*/ 1933781 h 4069874"/>
                <a:gd name="csX5" fmla="*/ 2346163 w 4547161"/>
                <a:gd name="csY5" fmla="*/ 2071146 h 4069874"/>
                <a:gd name="csX6" fmla="*/ 400 w 4547161"/>
                <a:gd name="csY6" fmla="*/ 4069645 h 4069874"/>
                <a:gd name="csX0" fmla="*/ 536 w 3991476"/>
                <a:gd name="csY0" fmla="*/ 3539321 h 3539632"/>
                <a:gd name="csX1" fmla="*/ 1603323 w 3991476"/>
                <a:gd name="csY1" fmla="*/ 1934945 h 3539632"/>
                <a:gd name="csX2" fmla="*/ 1765042 w 3991476"/>
                <a:gd name="csY2" fmla="*/ 327870 h 3539632"/>
                <a:gd name="csX3" fmla="*/ 3882153 w 3991476"/>
                <a:gd name="csY3" fmla="*/ 36349 h 3539632"/>
                <a:gd name="csX4" fmla="*/ 3565519 w 3991476"/>
                <a:gd name="csY4" fmla="*/ 1933781 h 3539632"/>
                <a:gd name="csX5" fmla="*/ 1790478 w 3991476"/>
                <a:gd name="csY5" fmla="*/ 2071146 h 3539632"/>
                <a:gd name="csX6" fmla="*/ 536 w 3991476"/>
                <a:gd name="csY6" fmla="*/ 3539321 h 3539632"/>
                <a:gd name="csX0" fmla="*/ 527 w 4017318"/>
                <a:gd name="csY0" fmla="*/ 3573908 h 3574212"/>
                <a:gd name="csX1" fmla="*/ 1629165 w 4017318"/>
                <a:gd name="csY1" fmla="*/ 1934945 h 3574212"/>
                <a:gd name="csX2" fmla="*/ 1790884 w 4017318"/>
                <a:gd name="csY2" fmla="*/ 327870 h 3574212"/>
                <a:gd name="csX3" fmla="*/ 3907995 w 4017318"/>
                <a:gd name="csY3" fmla="*/ 36349 h 3574212"/>
                <a:gd name="csX4" fmla="*/ 3591361 w 4017318"/>
                <a:gd name="csY4" fmla="*/ 1933781 h 3574212"/>
                <a:gd name="csX5" fmla="*/ 1816320 w 4017318"/>
                <a:gd name="csY5" fmla="*/ 2071146 h 3574212"/>
                <a:gd name="csX6" fmla="*/ 527 w 4017318"/>
                <a:gd name="csY6" fmla="*/ 3573908 h 3574212"/>
                <a:gd name="csX0" fmla="*/ 3641 w 4020432"/>
                <a:gd name="csY0" fmla="*/ 3573908 h 3577567"/>
                <a:gd name="csX1" fmla="*/ 1632279 w 4020432"/>
                <a:gd name="csY1" fmla="*/ 1934945 h 3577567"/>
                <a:gd name="csX2" fmla="*/ 1793998 w 4020432"/>
                <a:gd name="csY2" fmla="*/ 327870 h 3577567"/>
                <a:gd name="csX3" fmla="*/ 3911109 w 4020432"/>
                <a:gd name="csY3" fmla="*/ 36349 h 3577567"/>
                <a:gd name="csX4" fmla="*/ 3594475 w 4020432"/>
                <a:gd name="csY4" fmla="*/ 1933781 h 3577567"/>
                <a:gd name="csX5" fmla="*/ 1819434 w 4020432"/>
                <a:gd name="csY5" fmla="*/ 2071146 h 3577567"/>
                <a:gd name="csX6" fmla="*/ 3641 w 4020432"/>
                <a:gd name="csY6" fmla="*/ 3573908 h 3577567"/>
                <a:gd name="csX0" fmla="*/ 11923 w 4028714"/>
                <a:gd name="csY0" fmla="*/ 3573908 h 3583559"/>
                <a:gd name="csX1" fmla="*/ 1640561 w 4028714"/>
                <a:gd name="csY1" fmla="*/ 1934945 h 3583559"/>
                <a:gd name="csX2" fmla="*/ 1802280 w 4028714"/>
                <a:gd name="csY2" fmla="*/ 327870 h 3583559"/>
                <a:gd name="csX3" fmla="*/ 3919391 w 4028714"/>
                <a:gd name="csY3" fmla="*/ 36349 h 3583559"/>
                <a:gd name="csX4" fmla="*/ 3602757 w 4028714"/>
                <a:gd name="csY4" fmla="*/ 1933781 h 3583559"/>
                <a:gd name="csX5" fmla="*/ 1827716 w 4028714"/>
                <a:gd name="csY5" fmla="*/ 2071146 h 3583559"/>
                <a:gd name="csX6" fmla="*/ 11923 w 4028714"/>
                <a:gd name="csY6" fmla="*/ 3573908 h 3583559"/>
                <a:gd name="csX0" fmla="*/ 1130 w 4017921"/>
                <a:gd name="csY0" fmla="*/ 3573908 h 3577714"/>
                <a:gd name="csX1" fmla="*/ 1629768 w 4017921"/>
                <a:gd name="csY1" fmla="*/ 1934945 h 3577714"/>
                <a:gd name="csX2" fmla="*/ 1791487 w 4017921"/>
                <a:gd name="csY2" fmla="*/ 327870 h 3577714"/>
                <a:gd name="csX3" fmla="*/ 3908598 w 4017921"/>
                <a:gd name="csY3" fmla="*/ 36349 h 3577714"/>
                <a:gd name="csX4" fmla="*/ 3591964 w 4017921"/>
                <a:gd name="csY4" fmla="*/ 1933781 h 3577714"/>
                <a:gd name="csX5" fmla="*/ 1906115 w 4017921"/>
                <a:gd name="csY5" fmla="*/ 2373434 h 3577714"/>
                <a:gd name="csX6" fmla="*/ 1130 w 4017921"/>
                <a:gd name="csY6" fmla="*/ 3573908 h 3577714"/>
                <a:gd name="csX0" fmla="*/ 434 w 4017225"/>
                <a:gd name="csY0" fmla="*/ 3573908 h 3574428"/>
                <a:gd name="csX1" fmla="*/ 1629072 w 4017225"/>
                <a:gd name="csY1" fmla="*/ 1934945 h 3574428"/>
                <a:gd name="csX2" fmla="*/ 1790791 w 4017225"/>
                <a:gd name="csY2" fmla="*/ 327870 h 3574428"/>
                <a:gd name="csX3" fmla="*/ 3907902 w 4017225"/>
                <a:gd name="csY3" fmla="*/ 36349 h 3574428"/>
                <a:gd name="csX4" fmla="*/ 3591268 w 4017225"/>
                <a:gd name="csY4" fmla="*/ 1933781 h 3574428"/>
                <a:gd name="csX5" fmla="*/ 1798394 w 4017225"/>
                <a:gd name="csY5" fmla="*/ 2110926 h 3574428"/>
                <a:gd name="csX6" fmla="*/ 434 w 4017225"/>
                <a:gd name="csY6" fmla="*/ 3573908 h 3574428"/>
                <a:gd name="csX0" fmla="*/ 434 w 4017225"/>
                <a:gd name="csY0" fmla="*/ 3573908 h 3574310"/>
                <a:gd name="csX1" fmla="*/ 1629072 w 4017225"/>
                <a:gd name="csY1" fmla="*/ 1934945 h 3574310"/>
                <a:gd name="csX2" fmla="*/ 1790791 w 4017225"/>
                <a:gd name="csY2" fmla="*/ 327870 h 3574310"/>
                <a:gd name="csX3" fmla="*/ 3907902 w 4017225"/>
                <a:gd name="csY3" fmla="*/ 36349 h 3574310"/>
                <a:gd name="csX4" fmla="*/ 3591268 w 4017225"/>
                <a:gd name="csY4" fmla="*/ 1933781 h 3574310"/>
                <a:gd name="csX5" fmla="*/ 1798394 w 4017225"/>
                <a:gd name="csY5" fmla="*/ 2110926 h 3574310"/>
                <a:gd name="csX6" fmla="*/ 434 w 4017225"/>
                <a:gd name="csY6" fmla="*/ 3573908 h 3574310"/>
                <a:gd name="csX0" fmla="*/ 434 w 4017225"/>
                <a:gd name="csY0" fmla="*/ 3573908 h 3576627"/>
                <a:gd name="csX1" fmla="*/ 1629072 w 4017225"/>
                <a:gd name="csY1" fmla="*/ 1934945 h 3576627"/>
                <a:gd name="csX2" fmla="*/ 1790791 w 4017225"/>
                <a:gd name="csY2" fmla="*/ 327870 h 3576627"/>
                <a:gd name="csX3" fmla="*/ 3907902 w 4017225"/>
                <a:gd name="csY3" fmla="*/ 36349 h 3576627"/>
                <a:gd name="csX4" fmla="*/ 3591268 w 4017225"/>
                <a:gd name="csY4" fmla="*/ 1933781 h 3576627"/>
                <a:gd name="csX5" fmla="*/ 1798395 w 4017225"/>
                <a:gd name="csY5" fmla="*/ 2365482 h 3576627"/>
                <a:gd name="csX6" fmla="*/ 434 w 4017225"/>
                <a:gd name="csY6" fmla="*/ 3573908 h 3576627"/>
                <a:gd name="csX0" fmla="*/ 434 w 4017225"/>
                <a:gd name="csY0" fmla="*/ 3573908 h 3576355"/>
                <a:gd name="csX1" fmla="*/ 1629072 w 4017225"/>
                <a:gd name="csY1" fmla="*/ 1934945 h 3576355"/>
                <a:gd name="csX2" fmla="*/ 1790791 w 4017225"/>
                <a:gd name="csY2" fmla="*/ 327870 h 3576355"/>
                <a:gd name="csX3" fmla="*/ 3907902 w 4017225"/>
                <a:gd name="csY3" fmla="*/ 36349 h 3576355"/>
                <a:gd name="csX4" fmla="*/ 3591268 w 4017225"/>
                <a:gd name="csY4" fmla="*/ 1933781 h 3576355"/>
                <a:gd name="csX5" fmla="*/ 1798395 w 4017225"/>
                <a:gd name="csY5" fmla="*/ 2365482 h 3576355"/>
                <a:gd name="csX6" fmla="*/ 434 w 4017225"/>
                <a:gd name="csY6" fmla="*/ 3573908 h 3576355"/>
                <a:gd name="csX0" fmla="*/ 434 w 4017225"/>
                <a:gd name="csY0" fmla="*/ 3573908 h 3583502"/>
                <a:gd name="csX1" fmla="*/ 1629072 w 4017225"/>
                <a:gd name="csY1" fmla="*/ 1934945 h 3583502"/>
                <a:gd name="csX2" fmla="*/ 1790791 w 4017225"/>
                <a:gd name="csY2" fmla="*/ 327870 h 3583502"/>
                <a:gd name="csX3" fmla="*/ 3907902 w 4017225"/>
                <a:gd name="csY3" fmla="*/ 36349 h 3583502"/>
                <a:gd name="csX4" fmla="*/ 3591268 w 4017225"/>
                <a:gd name="csY4" fmla="*/ 1933781 h 3583502"/>
                <a:gd name="csX5" fmla="*/ 1798396 w 4017225"/>
                <a:gd name="csY5" fmla="*/ 2715497 h 3583502"/>
                <a:gd name="csX6" fmla="*/ 434 w 4017225"/>
                <a:gd name="csY6" fmla="*/ 3573908 h 3583502"/>
                <a:gd name="csX0" fmla="*/ 20204 w 4036995"/>
                <a:gd name="csY0" fmla="*/ 3574326 h 3583563"/>
                <a:gd name="csX1" fmla="*/ 908564 w 4036995"/>
                <a:gd name="csY1" fmla="*/ 1951275 h 3583563"/>
                <a:gd name="csX2" fmla="*/ 1810561 w 4036995"/>
                <a:gd name="csY2" fmla="*/ 328288 h 3583563"/>
                <a:gd name="csX3" fmla="*/ 3927672 w 4036995"/>
                <a:gd name="csY3" fmla="*/ 36767 h 3583563"/>
                <a:gd name="csX4" fmla="*/ 3611038 w 4036995"/>
                <a:gd name="csY4" fmla="*/ 1934199 h 3583563"/>
                <a:gd name="csX5" fmla="*/ 1818166 w 4036995"/>
                <a:gd name="csY5" fmla="*/ 2715915 h 3583563"/>
                <a:gd name="csX6" fmla="*/ 20204 w 4036995"/>
                <a:gd name="csY6" fmla="*/ 3574326 h 3583563"/>
                <a:gd name="csX0" fmla="*/ 12549 w 4029340"/>
                <a:gd name="csY0" fmla="*/ 3574326 h 3583563"/>
                <a:gd name="csX1" fmla="*/ 900909 w 4029340"/>
                <a:gd name="csY1" fmla="*/ 1951275 h 3583563"/>
                <a:gd name="csX2" fmla="*/ 1802906 w 4029340"/>
                <a:gd name="csY2" fmla="*/ 328288 h 3583563"/>
                <a:gd name="csX3" fmla="*/ 3920017 w 4029340"/>
                <a:gd name="csY3" fmla="*/ 36767 h 3583563"/>
                <a:gd name="csX4" fmla="*/ 3603383 w 4029340"/>
                <a:gd name="csY4" fmla="*/ 1934199 h 3583563"/>
                <a:gd name="csX5" fmla="*/ 1810511 w 4029340"/>
                <a:gd name="csY5" fmla="*/ 2715915 h 3583563"/>
                <a:gd name="csX6" fmla="*/ 12549 w 4029340"/>
                <a:gd name="csY6" fmla="*/ 3574326 h 3583563"/>
                <a:gd name="csX0" fmla="*/ 2018 w 4018809"/>
                <a:gd name="csY0" fmla="*/ 3573908 h 3583502"/>
                <a:gd name="csX1" fmla="*/ 1389840 w 4018809"/>
                <a:gd name="csY1" fmla="*/ 1934947 h 3583502"/>
                <a:gd name="csX2" fmla="*/ 1792375 w 4018809"/>
                <a:gd name="csY2" fmla="*/ 327870 h 3583502"/>
                <a:gd name="csX3" fmla="*/ 3909486 w 4018809"/>
                <a:gd name="csY3" fmla="*/ 36349 h 3583502"/>
                <a:gd name="csX4" fmla="*/ 3592852 w 4018809"/>
                <a:gd name="csY4" fmla="*/ 1933781 h 3583502"/>
                <a:gd name="csX5" fmla="*/ 1799980 w 4018809"/>
                <a:gd name="csY5" fmla="*/ 2715497 h 3583502"/>
                <a:gd name="csX6" fmla="*/ 2018 w 4018809"/>
                <a:gd name="csY6" fmla="*/ 3573908 h 3583502"/>
                <a:gd name="csX0" fmla="*/ 2018 w 4018809"/>
                <a:gd name="csY0" fmla="*/ 3573908 h 3575401"/>
                <a:gd name="csX1" fmla="*/ 1389840 w 4018809"/>
                <a:gd name="csY1" fmla="*/ 1934947 h 3575401"/>
                <a:gd name="csX2" fmla="*/ 1792375 w 4018809"/>
                <a:gd name="csY2" fmla="*/ 327870 h 3575401"/>
                <a:gd name="csX3" fmla="*/ 3909486 w 4018809"/>
                <a:gd name="csY3" fmla="*/ 36349 h 3575401"/>
                <a:gd name="csX4" fmla="*/ 3592852 w 4018809"/>
                <a:gd name="csY4" fmla="*/ 1933781 h 3575401"/>
                <a:gd name="csX5" fmla="*/ 1799983 w 4018809"/>
                <a:gd name="csY5" fmla="*/ 2277981 h 3575401"/>
                <a:gd name="csX6" fmla="*/ 2018 w 4018809"/>
                <a:gd name="csY6" fmla="*/ 3573908 h 3575401"/>
                <a:gd name="csX0" fmla="*/ 2279 w 4019070"/>
                <a:gd name="csY0" fmla="*/ 3573908 h 3576883"/>
                <a:gd name="csX1" fmla="*/ 1390101 w 4019070"/>
                <a:gd name="csY1" fmla="*/ 1934947 h 3576883"/>
                <a:gd name="csX2" fmla="*/ 1792636 w 4019070"/>
                <a:gd name="csY2" fmla="*/ 327870 h 3576883"/>
                <a:gd name="csX3" fmla="*/ 3909747 w 4019070"/>
                <a:gd name="csY3" fmla="*/ 36349 h 3576883"/>
                <a:gd name="csX4" fmla="*/ 3593113 w 4019070"/>
                <a:gd name="csY4" fmla="*/ 1933781 h 3576883"/>
                <a:gd name="csX5" fmla="*/ 1827004 w 4019070"/>
                <a:gd name="csY5" fmla="*/ 2405261 h 3576883"/>
                <a:gd name="csX6" fmla="*/ 2279 w 4019070"/>
                <a:gd name="csY6" fmla="*/ 3573908 h 3576883"/>
                <a:gd name="csX0" fmla="*/ 3304 w 4020095"/>
                <a:gd name="csY0" fmla="*/ 3573700 h 3576772"/>
                <a:gd name="csX1" fmla="*/ 1310858 w 4020095"/>
                <a:gd name="csY1" fmla="*/ 1926786 h 3576772"/>
                <a:gd name="csX2" fmla="*/ 1793661 w 4020095"/>
                <a:gd name="csY2" fmla="*/ 327662 h 3576772"/>
                <a:gd name="csX3" fmla="*/ 3910772 w 4020095"/>
                <a:gd name="csY3" fmla="*/ 36141 h 3576772"/>
                <a:gd name="csX4" fmla="*/ 3594138 w 4020095"/>
                <a:gd name="csY4" fmla="*/ 1933573 h 3576772"/>
                <a:gd name="csX5" fmla="*/ 1828029 w 4020095"/>
                <a:gd name="csY5" fmla="*/ 2405053 h 3576772"/>
                <a:gd name="csX6" fmla="*/ 3304 w 4020095"/>
                <a:gd name="csY6" fmla="*/ 3573700 h 3576772"/>
                <a:gd name="csX0" fmla="*/ 3254 w 4020045"/>
                <a:gd name="csY0" fmla="*/ 3573700 h 3576772"/>
                <a:gd name="csX1" fmla="*/ 1310808 w 4020045"/>
                <a:gd name="csY1" fmla="*/ 1926786 h 3576772"/>
                <a:gd name="csX2" fmla="*/ 1793611 w 4020045"/>
                <a:gd name="csY2" fmla="*/ 327662 h 3576772"/>
                <a:gd name="csX3" fmla="*/ 3910722 w 4020045"/>
                <a:gd name="csY3" fmla="*/ 36141 h 3576772"/>
                <a:gd name="csX4" fmla="*/ 3594088 w 4020045"/>
                <a:gd name="csY4" fmla="*/ 1933573 h 3576772"/>
                <a:gd name="csX5" fmla="*/ 1827979 w 4020045"/>
                <a:gd name="csY5" fmla="*/ 2405053 h 3576772"/>
                <a:gd name="csX6" fmla="*/ 3254 w 4020045"/>
                <a:gd name="csY6" fmla="*/ 3573700 h 35767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020045" h="3576772">
                  <a:moveTo>
                    <a:pt x="3254" y="3573700"/>
                  </a:moveTo>
                  <a:cubicBezTo>
                    <a:pt x="-82941" y="3493989"/>
                    <a:pt x="1574310" y="2340515"/>
                    <a:pt x="1310808" y="1926786"/>
                  </a:cubicBezTo>
                  <a:cubicBezTo>
                    <a:pt x="1047306" y="1513057"/>
                    <a:pt x="1360292" y="642769"/>
                    <a:pt x="1793611" y="327662"/>
                  </a:cubicBezTo>
                  <a:cubicBezTo>
                    <a:pt x="2226930" y="12555"/>
                    <a:pt x="3750548" y="-52136"/>
                    <a:pt x="3910722" y="36141"/>
                  </a:cubicBezTo>
                  <a:cubicBezTo>
                    <a:pt x="4070896" y="124418"/>
                    <a:pt x="4120351" y="1358027"/>
                    <a:pt x="3594088" y="1933573"/>
                  </a:cubicBezTo>
                  <a:cubicBezTo>
                    <a:pt x="3171099" y="2391895"/>
                    <a:pt x="2301583" y="2656718"/>
                    <a:pt x="1827979" y="2405053"/>
                  </a:cubicBezTo>
                  <a:cubicBezTo>
                    <a:pt x="1354375" y="2153388"/>
                    <a:pt x="89449" y="3653411"/>
                    <a:pt x="3254" y="3573700"/>
                  </a:cubicBez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4" name="Freeform 1013">
              <a:extLst>
                <a:ext uri="{FF2B5EF4-FFF2-40B4-BE49-F238E27FC236}">
                  <a16:creationId xmlns:a16="http://schemas.microsoft.com/office/drawing/2014/main" id="{9228C8E6-C80A-6BB7-C6FD-8AEFD386FB28}"/>
                </a:ext>
              </a:extLst>
            </p:cNvPr>
            <p:cNvSpPr/>
            <p:nvPr userDrawn="1"/>
          </p:nvSpPr>
          <p:spPr>
            <a:xfrm rot="16200000">
              <a:off x="5691666" y="731896"/>
              <a:ext cx="2615869" cy="2682270"/>
            </a:xfrm>
            <a:custGeom>
              <a:avLst/>
              <a:gdLst>
                <a:gd name="csX0" fmla="*/ 1893 w 3484511"/>
                <a:gd name="csY0" fmla="*/ 3509215 h 3511799"/>
                <a:gd name="csX1" fmla="*/ 1514170 w 3484511"/>
                <a:gd name="csY1" fmla="*/ 1703861 h 3511799"/>
                <a:gd name="csX2" fmla="*/ 2029985 w 3484511"/>
                <a:gd name="csY2" fmla="*/ 226753 h 3511799"/>
                <a:gd name="csX3" fmla="*/ 3378139 w 3484511"/>
                <a:gd name="csY3" fmla="*/ 144692 h 3511799"/>
                <a:gd name="csX4" fmla="*/ 3225739 w 3484511"/>
                <a:gd name="csY4" fmla="*/ 1586630 h 3511799"/>
                <a:gd name="csX5" fmla="*/ 1854139 w 3484511"/>
                <a:gd name="csY5" fmla="*/ 2090723 h 3511799"/>
                <a:gd name="csX6" fmla="*/ 1893 w 3484511"/>
                <a:gd name="csY6" fmla="*/ 3509215 h 3511799"/>
                <a:gd name="csX0" fmla="*/ 1352 w 4094215"/>
                <a:gd name="csY0" fmla="*/ 4103738 h 4105568"/>
                <a:gd name="csX1" fmla="*/ 2123874 w 4094215"/>
                <a:gd name="csY1" fmla="*/ 1703861 h 4105568"/>
                <a:gd name="csX2" fmla="*/ 2639689 w 4094215"/>
                <a:gd name="csY2" fmla="*/ 226753 h 4105568"/>
                <a:gd name="csX3" fmla="*/ 3987843 w 4094215"/>
                <a:gd name="csY3" fmla="*/ 144692 h 4105568"/>
                <a:gd name="csX4" fmla="*/ 3835443 w 4094215"/>
                <a:gd name="csY4" fmla="*/ 1586630 h 4105568"/>
                <a:gd name="csX5" fmla="*/ 2463843 w 4094215"/>
                <a:gd name="csY5" fmla="*/ 2090723 h 4105568"/>
                <a:gd name="csX6" fmla="*/ 1352 w 4094215"/>
                <a:gd name="csY6" fmla="*/ 4103738 h 4105568"/>
                <a:gd name="csX0" fmla="*/ 1978 w 4094841"/>
                <a:gd name="csY0" fmla="*/ 4101966 h 4104114"/>
                <a:gd name="csX1" fmla="*/ 2058783 w 4094841"/>
                <a:gd name="csY1" fmla="*/ 1668597 h 4104114"/>
                <a:gd name="csX2" fmla="*/ 2640315 w 4094841"/>
                <a:gd name="csY2" fmla="*/ 224981 h 4104114"/>
                <a:gd name="csX3" fmla="*/ 3988469 w 4094841"/>
                <a:gd name="csY3" fmla="*/ 142920 h 4104114"/>
                <a:gd name="csX4" fmla="*/ 3836069 w 4094841"/>
                <a:gd name="csY4" fmla="*/ 1584858 h 4104114"/>
                <a:gd name="csX5" fmla="*/ 2464469 w 4094841"/>
                <a:gd name="csY5" fmla="*/ 2088951 h 4104114"/>
                <a:gd name="csX6" fmla="*/ 1978 w 4094841"/>
                <a:gd name="csY6" fmla="*/ 4101966 h 4104114"/>
                <a:gd name="csX0" fmla="*/ 1943 w 4132359"/>
                <a:gd name="csY0" fmla="*/ 3750277 h 3752868"/>
                <a:gd name="csX1" fmla="*/ 2096301 w 4132359"/>
                <a:gd name="csY1" fmla="*/ 1668597 h 3752868"/>
                <a:gd name="csX2" fmla="*/ 2677833 w 4132359"/>
                <a:gd name="csY2" fmla="*/ 224981 h 3752868"/>
                <a:gd name="csX3" fmla="*/ 4025987 w 4132359"/>
                <a:gd name="csY3" fmla="*/ 142920 h 3752868"/>
                <a:gd name="csX4" fmla="*/ 3873587 w 4132359"/>
                <a:gd name="csY4" fmla="*/ 1584858 h 3752868"/>
                <a:gd name="csX5" fmla="*/ 2501987 w 4132359"/>
                <a:gd name="csY5" fmla="*/ 2088951 h 3752868"/>
                <a:gd name="csX6" fmla="*/ 1943 w 4132359"/>
                <a:gd name="csY6" fmla="*/ 3750277 h 3752868"/>
                <a:gd name="csX0" fmla="*/ 7123 w 4137539"/>
                <a:gd name="csY0" fmla="*/ 3776554 h 3776601"/>
                <a:gd name="csX1" fmla="*/ 1782278 w 4137539"/>
                <a:gd name="csY1" fmla="*/ 2163796 h 3776601"/>
                <a:gd name="csX2" fmla="*/ 2683013 w 4137539"/>
                <a:gd name="csY2" fmla="*/ 251258 h 3776601"/>
                <a:gd name="csX3" fmla="*/ 4031167 w 4137539"/>
                <a:gd name="csY3" fmla="*/ 169197 h 3776601"/>
                <a:gd name="csX4" fmla="*/ 3878767 w 4137539"/>
                <a:gd name="csY4" fmla="*/ 1611135 h 3776601"/>
                <a:gd name="csX5" fmla="*/ 2507167 w 4137539"/>
                <a:gd name="csY5" fmla="*/ 2115228 h 3776601"/>
                <a:gd name="csX6" fmla="*/ 7123 w 4137539"/>
                <a:gd name="csY6" fmla="*/ 3776554 h 3776601"/>
                <a:gd name="csX0" fmla="*/ 25 w 4130441"/>
                <a:gd name="csY0" fmla="*/ 3776554 h 3776586"/>
                <a:gd name="csX1" fmla="*/ 1775180 w 4130441"/>
                <a:gd name="csY1" fmla="*/ 2163796 h 3776586"/>
                <a:gd name="csX2" fmla="*/ 2675915 w 4130441"/>
                <a:gd name="csY2" fmla="*/ 251258 h 3776586"/>
                <a:gd name="csX3" fmla="*/ 4024069 w 4130441"/>
                <a:gd name="csY3" fmla="*/ 169197 h 3776586"/>
                <a:gd name="csX4" fmla="*/ 3871669 w 4130441"/>
                <a:gd name="csY4" fmla="*/ 1611135 h 3776586"/>
                <a:gd name="csX5" fmla="*/ 1814719 w 4130441"/>
                <a:gd name="csY5" fmla="*/ 2207339 h 3776586"/>
                <a:gd name="csX6" fmla="*/ 25 w 4130441"/>
                <a:gd name="csY6" fmla="*/ 3776554 h 3776586"/>
                <a:gd name="csX0" fmla="*/ 25 w 4130441"/>
                <a:gd name="csY0" fmla="*/ 3776554 h 3776589"/>
                <a:gd name="csX1" fmla="*/ 1775180 w 4130441"/>
                <a:gd name="csY1" fmla="*/ 2163796 h 3776589"/>
                <a:gd name="csX2" fmla="*/ 2675915 w 4130441"/>
                <a:gd name="csY2" fmla="*/ 251258 h 3776589"/>
                <a:gd name="csX3" fmla="*/ 4024069 w 4130441"/>
                <a:gd name="csY3" fmla="*/ 169197 h 3776589"/>
                <a:gd name="csX4" fmla="*/ 3871669 w 4130441"/>
                <a:gd name="csY4" fmla="*/ 1611135 h 3776589"/>
                <a:gd name="csX5" fmla="*/ 1814719 w 4130441"/>
                <a:gd name="csY5" fmla="*/ 2207339 h 3776589"/>
                <a:gd name="csX6" fmla="*/ 25 w 4130441"/>
                <a:gd name="csY6" fmla="*/ 3776554 h 3776589"/>
                <a:gd name="csX0" fmla="*/ 25 w 3957457"/>
                <a:gd name="csY0" fmla="*/ 3611866 h 3611901"/>
                <a:gd name="csX1" fmla="*/ 1775180 w 3957457"/>
                <a:gd name="csY1" fmla="*/ 1999108 h 3611901"/>
                <a:gd name="csX2" fmla="*/ 2675915 w 3957457"/>
                <a:gd name="csY2" fmla="*/ 86570 h 3611901"/>
                <a:gd name="csX3" fmla="*/ 3554650 w 3957457"/>
                <a:gd name="csY3" fmla="*/ 439934 h 3611901"/>
                <a:gd name="csX4" fmla="*/ 3871669 w 3957457"/>
                <a:gd name="csY4" fmla="*/ 1446447 h 3611901"/>
                <a:gd name="csX5" fmla="*/ 1814719 w 3957457"/>
                <a:gd name="csY5" fmla="*/ 2042651 h 3611901"/>
                <a:gd name="csX6" fmla="*/ 25 w 3957457"/>
                <a:gd name="csY6" fmla="*/ 3611866 h 3611901"/>
                <a:gd name="csX0" fmla="*/ 25 w 3957253"/>
                <a:gd name="csY0" fmla="*/ 3368639 h 3368674"/>
                <a:gd name="csX1" fmla="*/ 1775180 w 3957253"/>
                <a:gd name="csY1" fmla="*/ 1755881 h 3368674"/>
                <a:gd name="csX2" fmla="*/ 2685304 w 3957253"/>
                <a:gd name="csY2" fmla="*/ 144791 h 3368674"/>
                <a:gd name="csX3" fmla="*/ 3554650 w 3957253"/>
                <a:gd name="csY3" fmla="*/ 196707 h 3368674"/>
                <a:gd name="csX4" fmla="*/ 3871669 w 3957253"/>
                <a:gd name="csY4" fmla="*/ 1203220 h 3368674"/>
                <a:gd name="csX5" fmla="*/ 1814719 w 3957253"/>
                <a:gd name="csY5" fmla="*/ 1799424 h 3368674"/>
                <a:gd name="csX6" fmla="*/ 25 w 3957253"/>
                <a:gd name="csY6" fmla="*/ 3368639 h 3368674"/>
                <a:gd name="csX0" fmla="*/ 25 w 3705517"/>
                <a:gd name="csY0" fmla="*/ 3358570 h 3358603"/>
                <a:gd name="csX1" fmla="*/ 1775180 w 3705517"/>
                <a:gd name="csY1" fmla="*/ 1745812 h 3358603"/>
                <a:gd name="csX2" fmla="*/ 2685304 w 3705517"/>
                <a:gd name="csY2" fmla="*/ 134722 h 3358603"/>
                <a:gd name="csX3" fmla="*/ 3554650 w 3705517"/>
                <a:gd name="csY3" fmla="*/ 186638 h 3358603"/>
                <a:gd name="csX4" fmla="*/ 3552464 w 3705517"/>
                <a:gd name="csY4" fmla="*/ 975438 h 3358603"/>
                <a:gd name="csX5" fmla="*/ 1814719 w 3705517"/>
                <a:gd name="csY5" fmla="*/ 1789355 h 3358603"/>
                <a:gd name="csX6" fmla="*/ 25 w 3705517"/>
                <a:gd name="csY6" fmla="*/ 3358570 h 3358603"/>
                <a:gd name="csX0" fmla="*/ 2290 w 3707782"/>
                <a:gd name="csY0" fmla="*/ 3305196 h 3314287"/>
                <a:gd name="csX1" fmla="*/ 2199921 w 3707782"/>
                <a:gd name="csY1" fmla="*/ 955568 h 3314287"/>
                <a:gd name="csX2" fmla="*/ 2687569 w 3707782"/>
                <a:gd name="csY2" fmla="*/ 81348 h 3314287"/>
                <a:gd name="csX3" fmla="*/ 3556915 w 3707782"/>
                <a:gd name="csY3" fmla="*/ 133264 h 3314287"/>
                <a:gd name="csX4" fmla="*/ 3554729 w 3707782"/>
                <a:gd name="csY4" fmla="*/ 922064 h 3314287"/>
                <a:gd name="csX5" fmla="*/ 1816984 w 3707782"/>
                <a:gd name="csY5" fmla="*/ 1735981 h 3314287"/>
                <a:gd name="csX6" fmla="*/ 2290 w 3707782"/>
                <a:gd name="csY6" fmla="*/ 3305196 h 3314287"/>
                <a:gd name="csX0" fmla="*/ 377 w 3705869"/>
                <a:gd name="csY0" fmla="*/ 3305196 h 3313168"/>
                <a:gd name="csX1" fmla="*/ 2198008 w 3705869"/>
                <a:gd name="csY1" fmla="*/ 955568 h 3313168"/>
                <a:gd name="csX2" fmla="*/ 2685656 w 3705869"/>
                <a:gd name="csY2" fmla="*/ 81348 h 3313168"/>
                <a:gd name="csX3" fmla="*/ 3555002 w 3705869"/>
                <a:gd name="csY3" fmla="*/ 133264 h 3313168"/>
                <a:gd name="csX4" fmla="*/ 3552816 w 3705869"/>
                <a:gd name="csY4" fmla="*/ 922064 h 3313168"/>
                <a:gd name="csX5" fmla="*/ 2378375 w 3705869"/>
                <a:gd name="csY5" fmla="*/ 1694113 h 3313168"/>
                <a:gd name="csX6" fmla="*/ 377 w 3705869"/>
                <a:gd name="csY6" fmla="*/ 3305196 h 3313168"/>
                <a:gd name="csX0" fmla="*/ 377 w 3705869"/>
                <a:gd name="csY0" fmla="*/ 3305196 h 3311216"/>
                <a:gd name="csX1" fmla="*/ 2198008 w 3705869"/>
                <a:gd name="csY1" fmla="*/ 955568 h 3311216"/>
                <a:gd name="csX2" fmla="*/ 2685656 w 3705869"/>
                <a:gd name="csY2" fmla="*/ 81348 h 3311216"/>
                <a:gd name="csX3" fmla="*/ 3555002 w 3705869"/>
                <a:gd name="csY3" fmla="*/ 133264 h 3311216"/>
                <a:gd name="csX4" fmla="*/ 3552816 w 3705869"/>
                <a:gd name="csY4" fmla="*/ 922064 h 3311216"/>
                <a:gd name="csX5" fmla="*/ 2378375 w 3705869"/>
                <a:gd name="csY5" fmla="*/ 1694113 h 3311216"/>
                <a:gd name="csX6" fmla="*/ 377 w 3705869"/>
                <a:gd name="csY6" fmla="*/ 3305196 h 3311216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31250"/>
                <a:gd name="csY0" fmla="*/ 3306034 h 3313991"/>
                <a:gd name="csX1" fmla="*/ 2198008 w 4431250"/>
                <a:gd name="csY1" fmla="*/ 956406 h 3313991"/>
                <a:gd name="csX2" fmla="*/ 2685656 w 4431250"/>
                <a:gd name="csY2" fmla="*/ 82186 h 3313991"/>
                <a:gd name="csX3" fmla="*/ 3555002 w 4431250"/>
                <a:gd name="csY3" fmla="*/ 134102 h 3313991"/>
                <a:gd name="csX4" fmla="*/ 4425936 w 4431250"/>
                <a:gd name="csY4" fmla="*/ 939649 h 3313991"/>
                <a:gd name="csX5" fmla="*/ 2378375 w 4431250"/>
                <a:gd name="csY5" fmla="*/ 1694951 h 3313991"/>
                <a:gd name="csX6" fmla="*/ 377 w 4431250"/>
                <a:gd name="csY6" fmla="*/ 3306034 h 3313991"/>
                <a:gd name="csX0" fmla="*/ 377 w 4425936"/>
                <a:gd name="csY0" fmla="*/ 3306034 h 3313991"/>
                <a:gd name="csX1" fmla="*/ 2198008 w 4425936"/>
                <a:gd name="csY1" fmla="*/ 956406 h 3313991"/>
                <a:gd name="csX2" fmla="*/ 2685656 w 4425936"/>
                <a:gd name="csY2" fmla="*/ 82186 h 3313991"/>
                <a:gd name="csX3" fmla="*/ 3555002 w 4425936"/>
                <a:gd name="csY3" fmla="*/ 134102 h 3313991"/>
                <a:gd name="csX4" fmla="*/ 4425936 w 4425936"/>
                <a:gd name="csY4" fmla="*/ 939649 h 3313991"/>
                <a:gd name="csX5" fmla="*/ 2378375 w 4425936"/>
                <a:gd name="csY5" fmla="*/ 1694951 h 3313991"/>
                <a:gd name="csX6" fmla="*/ 377 w 4425936"/>
                <a:gd name="csY6" fmla="*/ 3306034 h 3313991"/>
                <a:gd name="csX0" fmla="*/ 377 w 4472878"/>
                <a:gd name="csY0" fmla="*/ 3303952 h 3311947"/>
                <a:gd name="csX1" fmla="*/ 2198008 w 4472878"/>
                <a:gd name="csY1" fmla="*/ 954324 h 3311947"/>
                <a:gd name="csX2" fmla="*/ 2685656 w 4472878"/>
                <a:gd name="csY2" fmla="*/ 80104 h 3311947"/>
                <a:gd name="csX3" fmla="*/ 3555002 w 4472878"/>
                <a:gd name="csY3" fmla="*/ 132020 h 3311947"/>
                <a:gd name="csX4" fmla="*/ 4472878 w 4472878"/>
                <a:gd name="csY4" fmla="*/ 895700 h 3311947"/>
                <a:gd name="csX5" fmla="*/ 2378375 w 4472878"/>
                <a:gd name="csY5" fmla="*/ 1692869 h 3311947"/>
                <a:gd name="csX6" fmla="*/ 377 w 4472878"/>
                <a:gd name="csY6" fmla="*/ 3303952 h 3311947"/>
                <a:gd name="csX0" fmla="*/ 377 w 4472878"/>
                <a:gd name="csY0" fmla="*/ 3489034 h 3497029"/>
                <a:gd name="csX1" fmla="*/ 2198008 w 4472878"/>
                <a:gd name="csY1" fmla="*/ 1139406 h 3497029"/>
                <a:gd name="csX2" fmla="*/ 2685656 w 4472878"/>
                <a:gd name="csY2" fmla="*/ 265186 h 3497029"/>
                <a:gd name="csX3" fmla="*/ 3742770 w 4472878"/>
                <a:gd name="csY3" fmla="*/ 49148 h 3497029"/>
                <a:gd name="csX4" fmla="*/ 4472878 w 4472878"/>
                <a:gd name="csY4" fmla="*/ 1080782 h 3497029"/>
                <a:gd name="csX5" fmla="*/ 2378375 w 4472878"/>
                <a:gd name="csY5" fmla="*/ 1877951 h 3497029"/>
                <a:gd name="csX6" fmla="*/ 377 w 4472878"/>
                <a:gd name="csY6" fmla="*/ 3489034 h 3497029"/>
                <a:gd name="csX0" fmla="*/ 377 w 4482266"/>
                <a:gd name="csY0" fmla="*/ 3489034 h 3497029"/>
                <a:gd name="csX1" fmla="*/ 2198008 w 4482266"/>
                <a:gd name="csY1" fmla="*/ 1139406 h 3497029"/>
                <a:gd name="csX2" fmla="*/ 2685656 w 4482266"/>
                <a:gd name="csY2" fmla="*/ 265186 h 3497029"/>
                <a:gd name="csX3" fmla="*/ 3742770 w 4482266"/>
                <a:gd name="csY3" fmla="*/ 49148 h 3497029"/>
                <a:gd name="csX4" fmla="*/ 4482266 w 4482266"/>
                <a:gd name="csY4" fmla="*/ 1080782 h 3497029"/>
                <a:gd name="csX5" fmla="*/ 2378375 w 4482266"/>
                <a:gd name="csY5" fmla="*/ 1877951 h 3497029"/>
                <a:gd name="csX6" fmla="*/ 377 w 4482266"/>
                <a:gd name="csY6" fmla="*/ 3489034 h 3497029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10188 w 4492077"/>
                <a:gd name="csY0" fmla="*/ 3488052 h 3497366"/>
                <a:gd name="csX1" fmla="*/ 1804118 w 4492077"/>
                <a:gd name="csY1" fmla="*/ 1096559 h 3497366"/>
                <a:gd name="csX2" fmla="*/ 2695467 w 4492077"/>
                <a:gd name="csY2" fmla="*/ 264204 h 3497366"/>
                <a:gd name="csX3" fmla="*/ 3752581 w 4492077"/>
                <a:gd name="csY3" fmla="*/ 48166 h 3497366"/>
                <a:gd name="csX4" fmla="*/ 4492077 w 4492077"/>
                <a:gd name="csY4" fmla="*/ 1079800 h 3497366"/>
                <a:gd name="csX5" fmla="*/ 2688616 w 4492077"/>
                <a:gd name="csY5" fmla="*/ 1893718 h 3497366"/>
                <a:gd name="csX6" fmla="*/ 10188 w 4492077"/>
                <a:gd name="csY6" fmla="*/ 3488052 h 3497366"/>
                <a:gd name="csX0" fmla="*/ 10188 w 4492077"/>
                <a:gd name="csY0" fmla="*/ 3488052 h 3500595"/>
                <a:gd name="csX1" fmla="*/ 1804118 w 4492077"/>
                <a:gd name="csY1" fmla="*/ 1096559 h 3500595"/>
                <a:gd name="csX2" fmla="*/ 2695467 w 4492077"/>
                <a:gd name="csY2" fmla="*/ 264204 h 3500595"/>
                <a:gd name="csX3" fmla="*/ 3752581 w 4492077"/>
                <a:gd name="csY3" fmla="*/ 48166 h 3500595"/>
                <a:gd name="csX4" fmla="*/ 4492077 w 4492077"/>
                <a:gd name="csY4" fmla="*/ 1079800 h 3500595"/>
                <a:gd name="csX5" fmla="*/ 2688616 w 4492077"/>
                <a:gd name="csY5" fmla="*/ 1893718 h 3500595"/>
                <a:gd name="csX6" fmla="*/ 10188 w 4492077"/>
                <a:gd name="csY6" fmla="*/ 3488052 h 3500595"/>
                <a:gd name="csX0" fmla="*/ 10188 w 4492077"/>
                <a:gd name="csY0" fmla="*/ 3488052 h 3500888"/>
                <a:gd name="csX1" fmla="*/ 1804118 w 4492077"/>
                <a:gd name="csY1" fmla="*/ 1096559 h 3500888"/>
                <a:gd name="csX2" fmla="*/ 2695467 w 4492077"/>
                <a:gd name="csY2" fmla="*/ 264204 h 3500888"/>
                <a:gd name="csX3" fmla="*/ 3752581 w 4492077"/>
                <a:gd name="csY3" fmla="*/ 48166 h 3500888"/>
                <a:gd name="csX4" fmla="*/ 4492077 w 4492077"/>
                <a:gd name="csY4" fmla="*/ 1079800 h 3500888"/>
                <a:gd name="csX5" fmla="*/ 2688616 w 4492077"/>
                <a:gd name="csY5" fmla="*/ 1893718 h 3500888"/>
                <a:gd name="csX6" fmla="*/ 10188 w 4492077"/>
                <a:gd name="csY6" fmla="*/ 3488052 h 3500888"/>
                <a:gd name="csX0" fmla="*/ 27731 w 3289130"/>
                <a:gd name="csY0" fmla="*/ 2449732 h 2473361"/>
                <a:gd name="csX1" fmla="*/ 601171 w 3289130"/>
                <a:gd name="csY1" fmla="*/ 1096559 h 2473361"/>
                <a:gd name="csX2" fmla="*/ 1492520 w 3289130"/>
                <a:gd name="csY2" fmla="*/ 264204 h 2473361"/>
                <a:gd name="csX3" fmla="*/ 2549634 w 3289130"/>
                <a:gd name="csY3" fmla="*/ 48166 h 2473361"/>
                <a:gd name="csX4" fmla="*/ 3289130 w 3289130"/>
                <a:gd name="csY4" fmla="*/ 1079800 h 2473361"/>
                <a:gd name="csX5" fmla="*/ 1485669 w 3289130"/>
                <a:gd name="csY5" fmla="*/ 1893718 h 2473361"/>
                <a:gd name="csX6" fmla="*/ 27731 w 3289130"/>
                <a:gd name="csY6" fmla="*/ 2449732 h 2473361"/>
                <a:gd name="csX0" fmla="*/ 367 w 3261766"/>
                <a:gd name="csY0" fmla="*/ 2449732 h 2449966"/>
                <a:gd name="csX1" fmla="*/ 573807 w 3261766"/>
                <a:gd name="csY1" fmla="*/ 1096559 h 2449966"/>
                <a:gd name="csX2" fmla="*/ 1465156 w 3261766"/>
                <a:gd name="csY2" fmla="*/ 264204 h 2449966"/>
                <a:gd name="csX3" fmla="*/ 2522270 w 3261766"/>
                <a:gd name="csY3" fmla="*/ 48166 h 2449966"/>
                <a:gd name="csX4" fmla="*/ 3261766 w 3261766"/>
                <a:gd name="csY4" fmla="*/ 1079800 h 2449966"/>
                <a:gd name="csX5" fmla="*/ 1458305 w 3261766"/>
                <a:gd name="csY5" fmla="*/ 1893718 h 2449966"/>
                <a:gd name="csX6" fmla="*/ 367 w 3261766"/>
                <a:gd name="csY6" fmla="*/ 2449732 h 2449966"/>
                <a:gd name="csX0" fmla="*/ 62959 w 3324358"/>
                <a:gd name="csY0" fmla="*/ 2449732 h 2487147"/>
                <a:gd name="csX1" fmla="*/ 636399 w 3324358"/>
                <a:gd name="csY1" fmla="*/ 1096559 h 2487147"/>
                <a:gd name="csX2" fmla="*/ 1527748 w 3324358"/>
                <a:gd name="csY2" fmla="*/ 264204 h 2487147"/>
                <a:gd name="csX3" fmla="*/ 2584862 w 3324358"/>
                <a:gd name="csY3" fmla="*/ 48166 h 2487147"/>
                <a:gd name="csX4" fmla="*/ 3324358 w 3324358"/>
                <a:gd name="csY4" fmla="*/ 1079800 h 2487147"/>
                <a:gd name="csX5" fmla="*/ 1520897 w 3324358"/>
                <a:gd name="csY5" fmla="*/ 1893718 h 2487147"/>
                <a:gd name="csX6" fmla="*/ 62959 w 3324358"/>
                <a:gd name="csY6" fmla="*/ 2449732 h 2487147"/>
                <a:gd name="csX0" fmla="*/ 38478 w 4482813"/>
                <a:gd name="csY0" fmla="*/ 3496425 h 3519813"/>
                <a:gd name="csX1" fmla="*/ 1794854 w 4482813"/>
                <a:gd name="csY1" fmla="*/ 1096559 h 3519813"/>
                <a:gd name="csX2" fmla="*/ 2686203 w 4482813"/>
                <a:gd name="csY2" fmla="*/ 264204 h 3519813"/>
                <a:gd name="csX3" fmla="*/ 3743317 w 4482813"/>
                <a:gd name="csY3" fmla="*/ 48166 h 3519813"/>
                <a:gd name="csX4" fmla="*/ 4482813 w 4482813"/>
                <a:gd name="csY4" fmla="*/ 1079800 h 3519813"/>
                <a:gd name="csX5" fmla="*/ 2679352 w 4482813"/>
                <a:gd name="csY5" fmla="*/ 1893718 h 3519813"/>
                <a:gd name="csX6" fmla="*/ 38478 w 4482813"/>
                <a:gd name="csY6" fmla="*/ 3496425 h 3519813"/>
                <a:gd name="csX0" fmla="*/ 9071 w 4453406"/>
                <a:gd name="csY0" fmla="*/ 3496425 h 3510301"/>
                <a:gd name="csX1" fmla="*/ 1765447 w 4453406"/>
                <a:gd name="csY1" fmla="*/ 1096559 h 3510301"/>
                <a:gd name="csX2" fmla="*/ 2656796 w 4453406"/>
                <a:gd name="csY2" fmla="*/ 264204 h 3510301"/>
                <a:gd name="csX3" fmla="*/ 3713910 w 4453406"/>
                <a:gd name="csY3" fmla="*/ 48166 h 3510301"/>
                <a:gd name="csX4" fmla="*/ 4453406 w 4453406"/>
                <a:gd name="csY4" fmla="*/ 1079800 h 3510301"/>
                <a:gd name="csX5" fmla="*/ 2649945 w 4453406"/>
                <a:gd name="csY5" fmla="*/ 1893718 h 3510301"/>
                <a:gd name="csX6" fmla="*/ 9071 w 4453406"/>
                <a:gd name="csY6" fmla="*/ 3496425 h 3510301"/>
                <a:gd name="csX0" fmla="*/ 9071 w 4453406"/>
                <a:gd name="csY0" fmla="*/ 3496425 h 3512169"/>
                <a:gd name="csX1" fmla="*/ 1765447 w 4453406"/>
                <a:gd name="csY1" fmla="*/ 1096559 h 3512169"/>
                <a:gd name="csX2" fmla="*/ 2656796 w 4453406"/>
                <a:gd name="csY2" fmla="*/ 264204 h 3512169"/>
                <a:gd name="csX3" fmla="*/ 3713910 w 4453406"/>
                <a:gd name="csY3" fmla="*/ 48166 h 3512169"/>
                <a:gd name="csX4" fmla="*/ 4453406 w 4453406"/>
                <a:gd name="csY4" fmla="*/ 1079800 h 3512169"/>
                <a:gd name="csX5" fmla="*/ 2649945 w 4453406"/>
                <a:gd name="csY5" fmla="*/ 1893718 h 3512169"/>
                <a:gd name="csX6" fmla="*/ 9071 w 4453406"/>
                <a:gd name="csY6" fmla="*/ 3496425 h 3512169"/>
                <a:gd name="csX0" fmla="*/ 9640 w 4453975"/>
                <a:gd name="csY0" fmla="*/ 3496425 h 3512169"/>
                <a:gd name="csX1" fmla="*/ 1766016 w 4453975"/>
                <a:gd name="csY1" fmla="*/ 1096559 h 3512169"/>
                <a:gd name="csX2" fmla="*/ 2657365 w 4453975"/>
                <a:gd name="csY2" fmla="*/ 264204 h 3512169"/>
                <a:gd name="csX3" fmla="*/ 3714479 w 4453975"/>
                <a:gd name="csY3" fmla="*/ 48166 h 3512169"/>
                <a:gd name="csX4" fmla="*/ 4453975 w 4453975"/>
                <a:gd name="csY4" fmla="*/ 1079800 h 3512169"/>
                <a:gd name="csX5" fmla="*/ 2650514 w 4453975"/>
                <a:gd name="csY5" fmla="*/ 1893718 h 3512169"/>
                <a:gd name="csX6" fmla="*/ 9640 w 4453975"/>
                <a:gd name="csY6" fmla="*/ 3496425 h 3512169"/>
                <a:gd name="csX0" fmla="*/ 9640 w 4453975"/>
                <a:gd name="csY0" fmla="*/ 3993467 h 4008123"/>
                <a:gd name="csX1" fmla="*/ 1766016 w 4453975"/>
                <a:gd name="csY1" fmla="*/ 1593601 h 4008123"/>
                <a:gd name="csX2" fmla="*/ 2601034 w 4453975"/>
                <a:gd name="csY2" fmla="*/ 41122 h 4008123"/>
                <a:gd name="csX3" fmla="*/ 3714479 w 4453975"/>
                <a:gd name="csY3" fmla="*/ 545208 h 4008123"/>
                <a:gd name="csX4" fmla="*/ 4453975 w 4453975"/>
                <a:gd name="csY4" fmla="*/ 1576842 h 4008123"/>
                <a:gd name="csX5" fmla="*/ 2650514 w 4453975"/>
                <a:gd name="csY5" fmla="*/ 2390760 h 4008123"/>
                <a:gd name="csX6" fmla="*/ 9640 w 4453975"/>
                <a:gd name="csY6" fmla="*/ 3993467 h 4008123"/>
                <a:gd name="csX0" fmla="*/ 9640 w 4453975"/>
                <a:gd name="csY0" fmla="*/ 3952894 h 3967550"/>
                <a:gd name="csX1" fmla="*/ 1766016 w 4453975"/>
                <a:gd name="csY1" fmla="*/ 1553028 h 3967550"/>
                <a:gd name="csX2" fmla="*/ 2601034 w 4453975"/>
                <a:gd name="csY2" fmla="*/ 549 h 3967550"/>
                <a:gd name="csX3" fmla="*/ 3714479 w 4453975"/>
                <a:gd name="csY3" fmla="*/ 504635 h 3967550"/>
                <a:gd name="csX4" fmla="*/ 4453975 w 4453975"/>
                <a:gd name="csY4" fmla="*/ 1536269 h 3967550"/>
                <a:gd name="csX5" fmla="*/ 2650514 w 4453975"/>
                <a:gd name="csY5" fmla="*/ 2350187 h 3967550"/>
                <a:gd name="csX6" fmla="*/ 9640 w 4453975"/>
                <a:gd name="csY6" fmla="*/ 3952894 h 3967550"/>
                <a:gd name="csX0" fmla="*/ 9640 w 4453975"/>
                <a:gd name="csY0" fmla="*/ 3952971 h 3968477"/>
                <a:gd name="csX1" fmla="*/ 1766016 w 4453975"/>
                <a:gd name="csY1" fmla="*/ 1553105 h 3968477"/>
                <a:gd name="csX2" fmla="*/ 2601034 w 4453975"/>
                <a:gd name="csY2" fmla="*/ 626 h 3968477"/>
                <a:gd name="csX3" fmla="*/ 3714479 w 4453975"/>
                <a:gd name="csY3" fmla="*/ 504712 h 3968477"/>
                <a:gd name="csX4" fmla="*/ 4453975 w 4453975"/>
                <a:gd name="csY4" fmla="*/ 1536346 h 3968477"/>
                <a:gd name="csX5" fmla="*/ 2650514 w 4453975"/>
                <a:gd name="csY5" fmla="*/ 2350264 h 3968477"/>
                <a:gd name="csX6" fmla="*/ 9640 w 4453975"/>
                <a:gd name="csY6" fmla="*/ 3952971 h 3968477"/>
                <a:gd name="csX0" fmla="*/ 9640 w 4517542"/>
                <a:gd name="csY0" fmla="*/ 4153948 h 4169453"/>
                <a:gd name="csX1" fmla="*/ 1766016 w 4517542"/>
                <a:gd name="csY1" fmla="*/ 1754082 h 4169453"/>
                <a:gd name="csX2" fmla="*/ 2601034 w 4517542"/>
                <a:gd name="csY2" fmla="*/ 201603 h 4169453"/>
                <a:gd name="csX3" fmla="*/ 4390442 w 4517542"/>
                <a:gd name="csY3" fmla="*/ 186529 h 4169453"/>
                <a:gd name="csX4" fmla="*/ 4453975 w 4517542"/>
                <a:gd name="csY4" fmla="*/ 1737323 h 4169453"/>
                <a:gd name="csX5" fmla="*/ 2650514 w 4517542"/>
                <a:gd name="csY5" fmla="*/ 2551241 h 4169453"/>
                <a:gd name="csX6" fmla="*/ 9640 w 4517542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719798"/>
                <a:gd name="csY0" fmla="*/ 4153948 h 4169453"/>
                <a:gd name="csX1" fmla="*/ 1766016 w 4719798"/>
                <a:gd name="csY1" fmla="*/ 1754082 h 4169453"/>
                <a:gd name="csX2" fmla="*/ 2601034 w 4719798"/>
                <a:gd name="csY2" fmla="*/ 201603 h 4169453"/>
                <a:gd name="csX3" fmla="*/ 4390442 w 4719798"/>
                <a:gd name="csY3" fmla="*/ 186529 h 4169453"/>
                <a:gd name="csX4" fmla="*/ 4453975 w 4719798"/>
                <a:gd name="csY4" fmla="*/ 1737323 h 4169453"/>
                <a:gd name="csX5" fmla="*/ 2650514 w 4719798"/>
                <a:gd name="csY5" fmla="*/ 2551241 h 4169453"/>
                <a:gd name="csX6" fmla="*/ 9640 w 4719798"/>
                <a:gd name="csY6" fmla="*/ 4153948 h 4169453"/>
                <a:gd name="csX0" fmla="*/ 9640 w 4684091"/>
                <a:gd name="csY0" fmla="*/ 4153948 h 4169453"/>
                <a:gd name="csX1" fmla="*/ 1766016 w 4684091"/>
                <a:gd name="csY1" fmla="*/ 1754082 h 4169453"/>
                <a:gd name="csX2" fmla="*/ 2601034 w 4684091"/>
                <a:gd name="csY2" fmla="*/ 201603 h 4169453"/>
                <a:gd name="csX3" fmla="*/ 4390442 w 4684091"/>
                <a:gd name="csY3" fmla="*/ 186529 h 4169453"/>
                <a:gd name="csX4" fmla="*/ 4453975 w 4684091"/>
                <a:gd name="csY4" fmla="*/ 1737323 h 4169453"/>
                <a:gd name="csX5" fmla="*/ 2650514 w 4684091"/>
                <a:gd name="csY5" fmla="*/ 2551241 h 4169453"/>
                <a:gd name="csX6" fmla="*/ 9640 w 4684091"/>
                <a:gd name="csY6" fmla="*/ 4153948 h 4169453"/>
                <a:gd name="csX0" fmla="*/ 9640 w 4747938"/>
                <a:gd name="csY0" fmla="*/ 4153948 h 4169453"/>
                <a:gd name="csX1" fmla="*/ 1766016 w 4747938"/>
                <a:gd name="csY1" fmla="*/ 1754082 h 4169453"/>
                <a:gd name="csX2" fmla="*/ 2601034 w 4747938"/>
                <a:gd name="csY2" fmla="*/ 201603 h 4169453"/>
                <a:gd name="csX3" fmla="*/ 4390442 w 4747938"/>
                <a:gd name="csY3" fmla="*/ 186529 h 4169453"/>
                <a:gd name="csX4" fmla="*/ 4453975 w 4747938"/>
                <a:gd name="csY4" fmla="*/ 1737323 h 4169453"/>
                <a:gd name="csX5" fmla="*/ 2650514 w 4747938"/>
                <a:gd name="csY5" fmla="*/ 2551241 h 4169453"/>
                <a:gd name="csX6" fmla="*/ 9640 w 4747938"/>
                <a:gd name="csY6" fmla="*/ 4153948 h 4169453"/>
                <a:gd name="csX0" fmla="*/ 9640 w 4747938"/>
                <a:gd name="csY0" fmla="*/ 4205765 h 4221270"/>
                <a:gd name="csX1" fmla="*/ 1766016 w 4747938"/>
                <a:gd name="csY1" fmla="*/ 1805899 h 4221270"/>
                <a:gd name="csX2" fmla="*/ 2601034 w 4747938"/>
                <a:gd name="csY2" fmla="*/ 253420 h 4221270"/>
                <a:gd name="csX3" fmla="*/ 4390442 w 4747938"/>
                <a:gd name="csY3" fmla="*/ 238346 h 4221270"/>
                <a:gd name="csX4" fmla="*/ 4453975 w 4747938"/>
                <a:gd name="csY4" fmla="*/ 1789140 h 4221270"/>
                <a:gd name="csX5" fmla="*/ 2650514 w 4747938"/>
                <a:gd name="csY5" fmla="*/ 2603058 h 4221270"/>
                <a:gd name="csX6" fmla="*/ 9640 w 4747938"/>
                <a:gd name="csY6" fmla="*/ 4205765 h 4221270"/>
                <a:gd name="csX0" fmla="*/ 9640 w 4769359"/>
                <a:gd name="csY0" fmla="*/ 4189897 h 4205402"/>
                <a:gd name="csX1" fmla="*/ 1766016 w 4769359"/>
                <a:gd name="csY1" fmla="*/ 1790031 h 4205402"/>
                <a:gd name="csX2" fmla="*/ 2601034 w 4769359"/>
                <a:gd name="csY2" fmla="*/ 237552 h 4205402"/>
                <a:gd name="csX3" fmla="*/ 4446772 w 4769359"/>
                <a:gd name="csY3" fmla="*/ 163863 h 4205402"/>
                <a:gd name="csX4" fmla="*/ 4453975 w 4769359"/>
                <a:gd name="csY4" fmla="*/ 1773272 h 4205402"/>
                <a:gd name="csX5" fmla="*/ 2650514 w 4769359"/>
                <a:gd name="csY5" fmla="*/ 2587190 h 4205402"/>
                <a:gd name="csX6" fmla="*/ 9640 w 4769359"/>
                <a:gd name="csY6" fmla="*/ 4189897 h 4205402"/>
                <a:gd name="csX0" fmla="*/ 9640 w 4747938"/>
                <a:gd name="csY0" fmla="*/ 4212142 h 4227647"/>
                <a:gd name="csX1" fmla="*/ 1766016 w 4747938"/>
                <a:gd name="csY1" fmla="*/ 1812276 h 4227647"/>
                <a:gd name="csX2" fmla="*/ 2601034 w 4747938"/>
                <a:gd name="csY2" fmla="*/ 259797 h 4227647"/>
                <a:gd name="csX3" fmla="*/ 4390441 w 4747938"/>
                <a:gd name="csY3" fmla="*/ 152614 h 4227647"/>
                <a:gd name="csX4" fmla="*/ 4453975 w 4747938"/>
                <a:gd name="csY4" fmla="*/ 1795517 h 4227647"/>
                <a:gd name="csX5" fmla="*/ 2650514 w 4747938"/>
                <a:gd name="csY5" fmla="*/ 2609435 h 4227647"/>
                <a:gd name="csX6" fmla="*/ 9640 w 4747938"/>
                <a:gd name="csY6" fmla="*/ 4212142 h 4227647"/>
                <a:gd name="csX0" fmla="*/ 8567 w 4746865"/>
                <a:gd name="csY0" fmla="*/ 4212143 h 4219435"/>
                <a:gd name="csX1" fmla="*/ 1745271 w 4746865"/>
                <a:gd name="csY1" fmla="*/ 1812279 h 4219435"/>
                <a:gd name="csX2" fmla="*/ 2599961 w 4746865"/>
                <a:gd name="csY2" fmla="*/ 259798 h 4219435"/>
                <a:gd name="csX3" fmla="*/ 4389368 w 4746865"/>
                <a:gd name="csY3" fmla="*/ 152615 h 4219435"/>
                <a:gd name="csX4" fmla="*/ 4452902 w 4746865"/>
                <a:gd name="csY4" fmla="*/ 1795518 h 4219435"/>
                <a:gd name="csX5" fmla="*/ 2649441 w 4746865"/>
                <a:gd name="csY5" fmla="*/ 2609436 h 4219435"/>
                <a:gd name="csX6" fmla="*/ 8567 w 4746865"/>
                <a:gd name="csY6" fmla="*/ 4212143 h 4219435"/>
                <a:gd name="csX0" fmla="*/ 8451 w 4746749"/>
                <a:gd name="csY0" fmla="*/ 4212143 h 4219813"/>
                <a:gd name="csX1" fmla="*/ 1745155 w 4746749"/>
                <a:gd name="csY1" fmla="*/ 1812279 h 4219813"/>
                <a:gd name="csX2" fmla="*/ 2599845 w 4746749"/>
                <a:gd name="csY2" fmla="*/ 259798 h 4219813"/>
                <a:gd name="csX3" fmla="*/ 4389252 w 4746749"/>
                <a:gd name="csY3" fmla="*/ 152615 h 4219813"/>
                <a:gd name="csX4" fmla="*/ 4452786 w 4746749"/>
                <a:gd name="csY4" fmla="*/ 1795518 h 4219813"/>
                <a:gd name="csX5" fmla="*/ 2642769 w 4746749"/>
                <a:gd name="csY5" fmla="*/ 2626986 h 4219813"/>
                <a:gd name="csX6" fmla="*/ 8451 w 4746749"/>
                <a:gd name="csY6" fmla="*/ 4212143 h 4219813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594 w 4746892"/>
                <a:gd name="csY0" fmla="*/ 4213311 h 4220527"/>
                <a:gd name="csX1" fmla="*/ 1738740 w 4746892"/>
                <a:gd name="csY1" fmla="*/ 1836843 h 4220527"/>
                <a:gd name="csX2" fmla="*/ 2599988 w 4746892"/>
                <a:gd name="csY2" fmla="*/ 260966 h 4220527"/>
                <a:gd name="csX3" fmla="*/ 4389395 w 4746892"/>
                <a:gd name="csY3" fmla="*/ 153783 h 4220527"/>
                <a:gd name="csX4" fmla="*/ 4452929 w 4746892"/>
                <a:gd name="csY4" fmla="*/ 1796686 h 4220527"/>
                <a:gd name="csX5" fmla="*/ 2642912 w 4746892"/>
                <a:gd name="csY5" fmla="*/ 2628154 h 4220527"/>
                <a:gd name="csX6" fmla="*/ 8594 w 4746892"/>
                <a:gd name="csY6" fmla="*/ 4213311 h 4220527"/>
                <a:gd name="csX0" fmla="*/ 8594 w 4693867"/>
                <a:gd name="csY0" fmla="*/ 4136922 h 4144138"/>
                <a:gd name="csX1" fmla="*/ 1738740 w 4693867"/>
                <a:gd name="csY1" fmla="*/ 1760454 h 4144138"/>
                <a:gd name="csX2" fmla="*/ 2599988 w 4693867"/>
                <a:gd name="csY2" fmla="*/ 184577 h 4144138"/>
                <a:gd name="csX3" fmla="*/ 4389395 w 4693867"/>
                <a:gd name="csY3" fmla="*/ 77394 h 4144138"/>
                <a:gd name="csX4" fmla="*/ 4452929 w 4693867"/>
                <a:gd name="csY4" fmla="*/ 1720297 h 4144138"/>
                <a:gd name="csX5" fmla="*/ 2642912 w 4693867"/>
                <a:gd name="csY5" fmla="*/ 2551765 h 4144138"/>
                <a:gd name="csX6" fmla="*/ 8594 w 4693867"/>
                <a:gd name="csY6" fmla="*/ 4136922 h 4144138"/>
                <a:gd name="csX0" fmla="*/ 8594 w 4699247"/>
                <a:gd name="csY0" fmla="*/ 4098901 h 4106117"/>
                <a:gd name="csX1" fmla="*/ 1738740 w 4699247"/>
                <a:gd name="csY1" fmla="*/ 1722433 h 4106117"/>
                <a:gd name="csX2" fmla="*/ 2599988 w 4699247"/>
                <a:gd name="csY2" fmla="*/ 146556 h 4106117"/>
                <a:gd name="csX3" fmla="*/ 4409070 w 4699247"/>
                <a:gd name="csY3" fmla="*/ 115412 h 4106117"/>
                <a:gd name="csX4" fmla="*/ 4452929 w 4699247"/>
                <a:gd name="csY4" fmla="*/ 1682276 h 4106117"/>
                <a:gd name="csX5" fmla="*/ 2642912 w 4699247"/>
                <a:gd name="csY5" fmla="*/ 2513744 h 4106117"/>
                <a:gd name="csX6" fmla="*/ 8594 w 4699247"/>
                <a:gd name="csY6" fmla="*/ 4098901 h 4106117"/>
                <a:gd name="csX0" fmla="*/ 8594 w 4703971"/>
                <a:gd name="csY0" fmla="*/ 4107920 h 4115136"/>
                <a:gd name="csX1" fmla="*/ 1738740 w 4703971"/>
                <a:gd name="csY1" fmla="*/ 1731452 h 4115136"/>
                <a:gd name="csX2" fmla="*/ 2599988 w 4703971"/>
                <a:gd name="csY2" fmla="*/ 155575 h 4115136"/>
                <a:gd name="csX3" fmla="*/ 4409070 w 4703971"/>
                <a:gd name="csY3" fmla="*/ 124431 h 4115136"/>
                <a:gd name="csX4" fmla="*/ 4452929 w 4703971"/>
                <a:gd name="csY4" fmla="*/ 1691295 h 4115136"/>
                <a:gd name="csX5" fmla="*/ 2642912 w 4703971"/>
                <a:gd name="csY5" fmla="*/ 2522763 h 4115136"/>
                <a:gd name="csX6" fmla="*/ 8594 w 4703971"/>
                <a:gd name="csY6" fmla="*/ 4107920 h 4115136"/>
                <a:gd name="csX0" fmla="*/ 8594 w 4703971"/>
                <a:gd name="csY0" fmla="*/ 4195888 h 4203104"/>
                <a:gd name="csX1" fmla="*/ 1738740 w 4703971"/>
                <a:gd name="csY1" fmla="*/ 1819420 h 4203104"/>
                <a:gd name="csX2" fmla="*/ 2599988 w 4703971"/>
                <a:gd name="csY2" fmla="*/ 243543 h 4203104"/>
                <a:gd name="csX3" fmla="*/ 4409070 w 4703971"/>
                <a:gd name="csY3" fmla="*/ 212399 h 4203104"/>
                <a:gd name="csX4" fmla="*/ 4452929 w 4703971"/>
                <a:gd name="csY4" fmla="*/ 1779263 h 4203104"/>
                <a:gd name="csX5" fmla="*/ 2642912 w 4703971"/>
                <a:gd name="csY5" fmla="*/ 2610731 h 4203104"/>
                <a:gd name="csX6" fmla="*/ 8594 w 4703971"/>
                <a:gd name="csY6" fmla="*/ 4195888 h 4203104"/>
                <a:gd name="csX0" fmla="*/ 8594 w 4703971"/>
                <a:gd name="csY0" fmla="*/ 4213778 h 4220994"/>
                <a:gd name="csX1" fmla="*/ 1738740 w 4703971"/>
                <a:gd name="csY1" fmla="*/ 1837310 h 4220994"/>
                <a:gd name="csX2" fmla="*/ 2599988 w 4703971"/>
                <a:gd name="csY2" fmla="*/ 261433 h 4220994"/>
                <a:gd name="csX3" fmla="*/ 4409070 w 4703971"/>
                <a:gd name="csY3" fmla="*/ 230289 h 4220994"/>
                <a:gd name="csX4" fmla="*/ 4452929 w 4703971"/>
                <a:gd name="csY4" fmla="*/ 1797153 h 4220994"/>
                <a:gd name="csX5" fmla="*/ 2642912 w 4703971"/>
                <a:gd name="csY5" fmla="*/ 2628621 h 4220994"/>
                <a:gd name="csX6" fmla="*/ 8594 w 4703971"/>
                <a:gd name="csY6" fmla="*/ 4213778 h 4220994"/>
                <a:gd name="csX0" fmla="*/ 8594 w 4855548"/>
                <a:gd name="csY0" fmla="*/ 4390510 h 4397726"/>
                <a:gd name="csX1" fmla="*/ 1738740 w 4855548"/>
                <a:gd name="csY1" fmla="*/ 2014042 h 4397726"/>
                <a:gd name="csX2" fmla="*/ 2599988 w 4855548"/>
                <a:gd name="csY2" fmla="*/ 438165 h 4397726"/>
                <a:gd name="csX3" fmla="*/ 4756647 w 4855548"/>
                <a:gd name="csY3" fmla="*/ 26825 h 4397726"/>
                <a:gd name="csX4" fmla="*/ 4452929 w 4855548"/>
                <a:gd name="csY4" fmla="*/ 1973885 h 4397726"/>
                <a:gd name="csX5" fmla="*/ 2642912 w 4855548"/>
                <a:gd name="csY5" fmla="*/ 2805353 h 4397726"/>
                <a:gd name="csX6" fmla="*/ 8594 w 4855548"/>
                <a:gd name="csY6" fmla="*/ 4390510 h 4397726"/>
                <a:gd name="csX0" fmla="*/ 8594 w 5018748"/>
                <a:gd name="csY0" fmla="*/ 4545598 h 4552814"/>
                <a:gd name="csX1" fmla="*/ 1738740 w 5018748"/>
                <a:gd name="csY1" fmla="*/ 2169130 h 4552814"/>
                <a:gd name="csX2" fmla="*/ 2599988 w 5018748"/>
                <a:gd name="csY2" fmla="*/ 593253 h 4552814"/>
                <a:gd name="csX3" fmla="*/ 4973062 w 5018748"/>
                <a:gd name="csY3" fmla="*/ 18136 h 4552814"/>
                <a:gd name="csX4" fmla="*/ 4452929 w 5018748"/>
                <a:gd name="csY4" fmla="*/ 2128973 h 4552814"/>
                <a:gd name="csX5" fmla="*/ 2642912 w 5018748"/>
                <a:gd name="csY5" fmla="*/ 2960441 h 4552814"/>
                <a:gd name="csX6" fmla="*/ 8594 w 5018748"/>
                <a:gd name="csY6" fmla="*/ 4545598 h 4552814"/>
                <a:gd name="csX0" fmla="*/ 8594 w 5002691"/>
                <a:gd name="csY0" fmla="*/ 4537753 h 4544969"/>
                <a:gd name="csX1" fmla="*/ 1738740 w 5002691"/>
                <a:gd name="csY1" fmla="*/ 2161285 h 4544969"/>
                <a:gd name="csX2" fmla="*/ 2599988 w 5002691"/>
                <a:gd name="csY2" fmla="*/ 585408 h 4544969"/>
                <a:gd name="csX3" fmla="*/ 4973062 w 5002691"/>
                <a:gd name="csY3" fmla="*/ 10291 h 4544969"/>
                <a:gd name="csX4" fmla="*/ 4452929 w 5002691"/>
                <a:gd name="csY4" fmla="*/ 2121128 h 4544969"/>
                <a:gd name="csX5" fmla="*/ 2642912 w 5002691"/>
                <a:gd name="csY5" fmla="*/ 2952596 h 4544969"/>
                <a:gd name="csX6" fmla="*/ 8594 w 5002691"/>
                <a:gd name="csY6" fmla="*/ 4537753 h 4544969"/>
                <a:gd name="csX0" fmla="*/ 8594 w 4705059"/>
                <a:gd name="csY0" fmla="*/ 4122711 h 4129927"/>
                <a:gd name="csX1" fmla="*/ 1738740 w 4705059"/>
                <a:gd name="csY1" fmla="*/ 1746243 h 4129927"/>
                <a:gd name="csX2" fmla="*/ 2599988 w 4705059"/>
                <a:gd name="csY2" fmla="*/ 170366 h 4129927"/>
                <a:gd name="csX3" fmla="*/ 4446032 w 4705059"/>
                <a:gd name="csY3" fmla="*/ 89415 h 4129927"/>
                <a:gd name="csX4" fmla="*/ 4452929 w 4705059"/>
                <a:gd name="csY4" fmla="*/ 1706086 h 4129927"/>
                <a:gd name="csX5" fmla="*/ 2642912 w 4705059"/>
                <a:gd name="csY5" fmla="*/ 2537554 h 4129927"/>
                <a:gd name="csX6" fmla="*/ 8594 w 4705059"/>
                <a:gd name="csY6" fmla="*/ 4122711 h 4129927"/>
                <a:gd name="csX0" fmla="*/ 8594 w 4596663"/>
                <a:gd name="csY0" fmla="*/ 4215533 h 4224499"/>
                <a:gd name="csX1" fmla="*/ 1738740 w 4596663"/>
                <a:gd name="csY1" fmla="*/ 1839065 h 4224499"/>
                <a:gd name="csX2" fmla="*/ 2599988 w 4596663"/>
                <a:gd name="csY2" fmla="*/ 263188 h 4224499"/>
                <a:gd name="csX3" fmla="*/ 4446032 w 4596663"/>
                <a:gd name="csY3" fmla="*/ 182237 h 4224499"/>
                <a:gd name="csX4" fmla="*/ 4129398 w 4596663"/>
                <a:gd name="csY4" fmla="*/ 2079669 h 4224499"/>
                <a:gd name="csX5" fmla="*/ 2642912 w 4596663"/>
                <a:gd name="csY5" fmla="*/ 2630376 h 4224499"/>
                <a:gd name="csX6" fmla="*/ 8594 w 4596663"/>
                <a:gd name="csY6" fmla="*/ 4215533 h 4224499"/>
                <a:gd name="csX0" fmla="*/ 10635 w 4618520"/>
                <a:gd name="csY0" fmla="*/ 4140860 h 4149826"/>
                <a:gd name="csX1" fmla="*/ 1740781 w 4618520"/>
                <a:gd name="csY1" fmla="*/ 1764392 h 4149826"/>
                <a:gd name="csX2" fmla="*/ 2330962 w 4618520"/>
                <a:gd name="csY2" fmla="*/ 399085 h 4149826"/>
                <a:gd name="csX3" fmla="*/ 4448073 w 4618520"/>
                <a:gd name="csY3" fmla="*/ 107564 h 4149826"/>
                <a:gd name="csX4" fmla="*/ 4131439 w 4618520"/>
                <a:gd name="csY4" fmla="*/ 2004996 h 4149826"/>
                <a:gd name="csX5" fmla="*/ 2644953 w 4618520"/>
                <a:gd name="csY5" fmla="*/ 2555703 h 4149826"/>
                <a:gd name="csX6" fmla="*/ 10635 w 4618520"/>
                <a:gd name="csY6" fmla="*/ 4140860 h 4149826"/>
                <a:gd name="csX0" fmla="*/ 2473 w 4610358"/>
                <a:gd name="csY0" fmla="*/ 4148168 h 4152706"/>
                <a:gd name="csX1" fmla="*/ 2161081 w 4610358"/>
                <a:gd name="csY1" fmla="*/ 2013468 h 4152706"/>
                <a:gd name="csX2" fmla="*/ 2322800 w 4610358"/>
                <a:gd name="csY2" fmla="*/ 406393 h 4152706"/>
                <a:gd name="csX3" fmla="*/ 4439911 w 4610358"/>
                <a:gd name="csY3" fmla="*/ 114872 h 4152706"/>
                <a:gd name="csX4" fmla="*/ 4123277 w 4610358"/>
                <a:gd name="csY4" fmla="*/ 2012304 h 4152706"/>
                <a:gd name="csX5" fmla="*/ 2636791 w 4610358"/>
                <a:gd name="csY5" fmla="*/ 2563011 h 4152706"/>
                <a:gd name="csX6" fmla="*/ 2473 w 4610358"/>
                <a:gd name="csY6" fmla="*/ 4148168 h 4152706"/>
                <a:gd name="csX0" fmla="*/ 400 w 4608285"/>
                <a:gd name="csY0" fmla="*/ 4148168 h 4148397"/>
                <a:gd name="csX1" fmla="*/ 2159008 w 4608285"/>
                <a:gd name="csY1" fmla="*/ 2013468 h 4148397"/>
                <a:gd name="csX2" fmla="*/ 2320727 w 4608285"/>
                <a:gd name="csY2" fmla="*/ 406393 h 4148397"/>
                <a:gd name="csX3" fmla="*/ 4437838 w 4608285"/>
                <a:gd name="csY3" fmla="*/ 114872 h 4148397"/>
                <a:gd name="csX4" fmla="*/ 4121204 w 4608285"/>
                <a:gd name="csY4" fmla="*/ 2012304 h 4148397"/>
                <a:gd name="csX5" fmla="*/ 2346163 w 4608285"/>
                <a:gd name="csY5" fmla="*/ 2149669 h 4148397"/>
                <a:gd name="csX6" fmla="*/ 400 w 4608285"/>
                <a:gd name="csY6" fmla="*/ 4148168 h 4148397"/>
                <a:gd name="csX0" fmla="*/ 400 w 4547161"/>
                <a:gd name="csY0" fmla="*/ 4069645 h 4069874"/>
                <a:gd name="csX1" fmla="*/ 2159008 w 4547161"/>
                <a:gd name="csY1" fmla="*/ 1934945 h 4069874"/>
                <a:gd name="csX2" fmla="*/ 2320727 w 4547161"/>
                <a:gd name="csY2" fmla="*/ 327870 h 4069874"/>
                <a:gd name="csX3" fmla="*/ 4437838 w 4547161"/>
                <a:gd name="csY3" fmla="*/ 36349 h 4069874"/>
                <a:gd name="csX4" fmla="*/ 4121204 w 4547161"/>
                <a:gd name="csY4" fmla="*/ 1933781 h 4069874"/>
                <a:gd name="csX5" fmla="*/ 2346163 w 4547161"/>
                <a:gd name="csY5" fmla="*/ 2071146 h 4069874"/>
                <a:gd name="csX6" fmla="*/ 400 w 4547161"/>
                <a:gd name="csY6" fmla="*/ 4069645 h 4069874"/>
                <a:gd name="csX0" fmla="*/ 536 w 3991476"/>
                <a:gd name="csY0" fmla="*/ 3539321 h 3539632"/>
                <a:gd name="csX1" fmla="*/ 1603323 w 3991476"/>
                <a:gd name="csY1" fmla="*/ 1934945 h 3539632"/>
                <a:gd name="csX2" fmla="*/ 1765042 w 3991476"/>
                <a:gd name="csY2" fmla="*/ 327870 h 3539632"/>
                <a:gd name="csX3" fmla="*/ 3882153 w 3991476"/>
                <a:gd name="csY3" fmla="*/ 36349 h 3539632"/>
                <a:gd name="csX4" fmla="*/ 3565519 w 3991476"/>
                <a:gd name="csY4" fmla="*/ 1933781 h 3539632"/>
                <a:gd name="csX5" fmla="*/ 1790478 w 3991476"/>
                <a:gd name="csY5" fmla="*/ 2071146 h 3539632"/>
                <a:gd name="csX6" fmla="*/ 536 w 3991476"/>
                <a:gd name="csY6" fmla="*/ 3539321 h 3539632"/>
                <a:gd name="csX0" fmla="*/ 527 w 4017318"/>
                <a:gd name="csY0" fmla="*/ 3573908 h 3574212"/>
                <a:gd name="csX1" fmla="*/ 1629165 w 4017318"/>
                <a:gd name="csY1" fmla="*/ 1934945 h 3574212"/>
                <a:gd name="csX2" fmla="*/ 1790884 w 4017318"/>
                <a:gd name="csY2" fmla="*/ 327870 h 3574212"/>
                <a:gd name="csX3" fmla="*/ 3907995 w 4017318"/>
                <a:gd name="csY3" fmla="*/ 36349 h 3574212"/>
                <a:gd name="csX4" fmla="*/ 3591361 w 4017318"/>
                <a:gd name="csY4" fmla="*/ 1933781 h 3574212"/>
                <a:gd name="csX5" fmla="*/ 1816320 w 4017318"/>
                <a:gd name="csY5" fmla="*/ 2071146 h 3574212"/>
                <a:gd name="csX6" fmla="*/ 527 w 4017318"/>
                <a:gd name="csY6" fmla="*/ 3573908 h 3574212"/>
                <a:gd name="csX0" fmla="*/ 3641 w 4020432"/>
                <a:gd name="csY0" fmla="*/ 3573908 h 3577567"/>
                <a:gd name="csX1" fmla="*/ 1632279 w 4020432"/>
                <a:gd name="csY1" fmla="*/ 1934945 h 3577567"/>
                <a:gd name="csX2" fmla="*/ 1793998 w 4020432"/>
                <a:gd name="csY2" fmla="*/ 327870 h 3577567"/>
                <a:gd name="csX3" fmla="*/ 3911109 w 4020432"/>
                <a:gd name="csY3" fmla="*/ 36349 h 3577567"/>
                <a:gd name="csX4" fmla="*/ 3594475 w 4020432"/>
                <a:gd name="csY4" fmla="*/ 1933781 h 3577567"/>
                <a:gd name="csX5" fmla="*/ 1819434 w 4020432"/>
                <a:gd name="csY5" fmla="*/ 2071146 h 3577567"/>
                <a:gd name="csX6" fmla="*/ 3641 w 4020432"/>
                <a:gd name="csY6" fmla="*/ 3573908 h 3577567"/>
                <a:gd name="csX0" fmla="*/ 11923 w 4028714"/>
                <a:gd name="csY0" fmla="*/ 3573908 h 3583559"/>
                <a:gd name="csX1" fmla="*/ 1640561 w 4028714"/>
                <a:gd name="csY1" fmla="*/ 1934945 h 3583559"/>
                <a:gd name="csX2" fmla="*/ 1802280 w 4028714"/>
                <a:gd name="csY2" fmla="*/ 327870 h 3583559"/>
                <a:gd name="csX3" fmla="*/ 3919391 w 4028714"/>
                <a:gd name="csY3" fmla="*/ 36349 h 3583559"/>
                <a:gd name="csX4" fmla="*/ 3602757 w 4028714"/>
                <a:gd name="csY4" fmla="*/ 1933781 h 3583559"/>
                <a:gd name="csX5" fmla="*/ 1827716 w 4028714"/>
                <a:gd name="csY5" fmla="*/ 2071146 h 3583559"/>
                <a:gd name="csX6" fmla="*/ 11923 w 4028714"/>
                <a:gd name="csY6" fmla="*/ 3573908 h 3583559"/>
                <a:gd name="csX0" fmla="*/ 1130 w 4017921"/>
                <a:gd name="csY0" fmla="*/ 3573908 h 3577714"/>
                <a:gd name="csX1" fmla="*/ 1629768 w 4017921"/>
                <a:gd name="csY1" fmla="*/ 1934945 h 3577714"/>
                <a:gd name="csX2" fmla="*/ 1791487 w 4017921"/>
                <a:gd name="csY2" fmla="*/ 327870 h 3577714"/>
                <a:gd name="csX3" fmla="*/ 3908598 w 4017921"/>
                <a:gd name="csY3" fmla="*/ 36349 h 3577714"/>
                <a:gd name="csX4" fmla="*/ 3591964 w 4017921"/>
                <a:gd name="csY4" fmla="*/ 1933781 h 3577714"/>
                <a:gd name="csX5" fmla="*/ 1906115 w 4017921"/>
                <a:gd name="csY5" fmla="*/ 2373434 h 3577714"/>
                <a:gd name="csX6" fmla="*/ 1130 w 4017921"/>
                <a:gd name="csY6" fmla="*/ 3573908 h 3577714"/>
                <a:gd name="csX0" fmla="*/ 434 w 4017225"/>
                <a:gd name="csY0" fmla="*/ 3573908 h 3574428"/>
                <a:gd name="csX1" fmla="*/ 1629072 w 4017225"/>
                <a:gd name="csY1" fmla="*/ 1934945 h 3574428"/>
                <a:gd name="csX2" fmla="*/ 1790791 w 4017225"/>
                <a:gd name="csY2" fmla="*/ 327870 h 3574428"/>
                <a:gd name="csX3" fmla="*/ 3907902 w 4017225"/>
                <a:gd name="csY3" fmla="*/ 36349 h 3574428"/>
                <a:gd name="csX4" fmla="*/ 3591268 w 4017225"/>
                <a:gd name="csY4" fmla="*/ 1933781 h 3574428"/>
                <a:gd name="csX5" fmla="*/ 1798394 w 4017225"/>
                <a:gd name="csY5" fmla="*/ 2110926 h 3574428"/>
                <a:gd name="csX6" fmla="*/ 434 w 4017225"/>
                <a:gd name="csY6" fmla="*/ 3573908 h 3574428"/>
                <a:gd name="csX0" fmla="*/ 434 w 4017225"/>
                <a:gd name="csY0" fmla="*/ 3573908 h 3574310"/>
                <a:gd name="csX1" fmla="*/ 1629072 w 4017225"/>
                <a:gd name="csY1" fmla="*/ 1934945 h 3574310"/>
                <a:gd name="csX2" fmla="*/ 1790791 w 4017225"/>
                <a:gd name="csY2" fmla="*/ 327870 h 3574310"/>
                <a:gd name="csX3" fmla="*/ 3907902 w 4017225"/>
                <a:gd name="csY3" fmla="*/ 36349 h 3574310"/>
                <a:gd name="csX4" fmla="*/ 3591268 w 4017225"/>
                <a:gd name="csY4" fmla="*/ 1933781 h 3574310"/>
                <a:gd name="csX5" fmla="*/ 1798394 w 4017225"/>
                <a:gd name="csY5" fmla="*/ 2110926 h 3574310"/>
                <a:gd name="csX6" fmla="*/ 434 w 4017225"/>
                <a:gd name="csY6" fmla="*/ 3573908 h 3574310"/>
                <a:gd name="csX0" fmla="*/ 434 w 4017225"/>
                <a:gd name="csY0" fmla="*/ 3573908 h 3576627"/>
                <a:gd name="csX1" fmla="*/ 1629072 w 4017225"/>
                <a:gd name="csY1" fmla="*/ 1934945 h 3576627"/>
                <a:gd name="csX2" fmla="*/ 1790791 w 4017225"/>
                <a:gd name="csY2" fmla="*/ 327870 h 3576627"/>
                <a:gd name="csX3" fmla="*/ 3907902 w 4017225"/>
                <a:gd name="csY3" fmla="*/ 36349 h 3576627"/>
                <a:gd name="csX4" fmla="*/ 3591268 w 4017225"/>
                <a:gd name="csY4" fmla="*/ 1933781 h 3576627"/>
                <a:gd name="csX5" fmla="*/ 1798395 w 4017225"/>
                <a:gd name="csY5" fmla="*/ 2365482 h 3576627"/>
                <a:gd name="csX6" fmla="*/ 434 w 4017225"/>
                <a:gd name="csY6" fmla="*/ 3573908 h 3576627"/>
                <a:gd name="csX0" fmla="*/ 434 w 4017225"/>
                <a:gd name="csY0" fmla="*/ 3573908 h 3576355"/>
                <a:gd name="csX1" fmla="*/ 1629072 w 4017225"/>
                <a:gd name="csY1" fmla="*/ 1934945 h 3576355"/>
                <a:gd name="csX2" fmla="*/ 1790791 w 4017225"/>
                <a:gd name="csY2" fmla="*/ 327870 h 3576355"/>
                <a:gd name="csX3" fmla="*/ 3907902 w 4017225"/>
                <a:gd name="csY3" fmla="*/ 36349 h 3576355"/>
                <a:gd name="csX4" fmla="*/ 3591268 w 4017225"/>
                <a:gd name="csY4" fmla="*/ 1933781 h 3576355"/>
                <a:gd name="csX5" fmla="*/ 1798395 w 4017225"/>
                <a:gd name="csY5" fmla="*/ 2365482 h 3576355"/>
                <a:gd name="csX6" fmla="*/ 434 w 4017225"/>
                <a:gd name="csY6" fmla="*/ 3573908 h 3576355"/>
                <a:gd name="csX0" fmla="*/ 434 w 4017225"/>
                <a:gd name="csY0" fmla="*/ 3573908 h 3583502"/>
                <a:gd name="csX1" fmla="*/ 1629072 w 4017225"/>
                <a:gd name="csY1" fmla="*/ 1934945 h 3583502"/>
                <a:gd name="csX2" fmla="*/ 1790791 w 4017225"/>
                <a:gd name="csY2" fmla="*/ 327870 h 3583502"/>
                <a:gd name="csX3" fmla="*/ 3907902 w 4017225"/>
                <a:gd name="csY3" fmla="*/ 36349 h 3583502"/>
                <a:gd name="csX4" fmla="*/ 3591268 w 4017225"/>
                <a:gd name="csY4" fmla="*/ 1933781 h 3583502"/>
                <a:gd name="csX5" fmla="*/ 1798396 w 4017225"/>
                <a:gd name="csY5" fmla="*/ 2715497 h 3583502"/>
                <a:gd name="csX6" fmla="*/ 434 w 4017225"/>
                <a:gd name="csY6" fmla="*/ 3573908 h 3583502"/>
                <a:gd name="csX0" fmla="*/ 20204 w 4036995"/>
                <a:gd name="csY0" fmla="*/ 3574326 h 3583563"/>
                <a:gd name="csX1" fmla="*/ 908564 w 4036995"/>
                <a:gd name="csY1" fmla="*/ 1951275 h 3583563"/>
                <a:gd name="csX2" fmla="*/ 1810561 w 4036995"/>
                <a:gd name="csY2" fmla="*/ 328288 h 3583563"/>
                <a:gd name="csX3" fmla="*/ 3927672 w 4036995"/>
                <a:gd name="csY3" fmla="*/ 36767 h 3583563"/>
                <a:gd name="csX4" fmla="*/ 3611038 w 4036995"/>
                <a:gd name="csY4" fmla="*/ 1934199 h 3583563"/>
                <a:gd name="csX5" fmla="*/ 1818166 w 4036995"/>
                <a:gd name="csY5" fmla="*/ 2715915 h 3583563"/>
                <a:gd name="csX6" fmla="*/ 20204 w 4036995"/>
                <a:gd name="csY6" fmla="*/ 3574326 h 3583563"/>
                <a:gd name="csX0" fmla="*/ 12549 w 4029340"/>
                <a:gd name="csY0" fmla="*/ 3574326 h 3583563"/>
                <a:gd name="csX1" fmla="*/ 900909 w 4029340"/>
                <a:gd name="csY1" fmla="*/ 1951275 h 3583563"/>
                <a:gd name="csX2" fmla="*/ 1802906 w 4029340"/>
                <a:gd name="csY2" fmla="*/ 328288 h 3583563"/>
                <a:gd name="csX3" fmla="*/ 3920017 w 4029340"/>
                <a:gd name="csY3" fmla="*/ 36767 h 3583563"/>
                <a:gd name="csX4" fmla="*/ 3603383 w 4029340"/>
                <a:gd name="csY4" fmla="*/ 1934199 h 3583563"/>
                <a:gd name="csX5" fmla="*/ 1810511 w 4029340"/>
                <a:gd name="csY5" fmla="*/ 2715915 h 3583563"/>
                <a:gd name="csX6" fmla="*/ 12549 w 4029340"/>
                <a:gd name="csY6" fmla="*/ 3574326 h 3583563"/>
                <a:gd name="csX0" fmla="*/ 2018 w 4018809"/>
                <a:gd name="csY0" fmla="*/ 3573908 h 3583502"/>
                <a:gd name="csX1" fmla="*/ 1389840 w 4018809"/>
                <a:gd name="csY1" fmla="*/ 1934947 h 3583502"/>
                <a:gd name="csX2" fmla="*/ 1792375 w 4018809"/>
                <a:gd name="csY2" fmla="*/ 327870 h 3583502"/>
                <a:gd name="csX3" fmla="*/ 3909486 w 4018809"/>
                <a:gd name="csY3" fmla="*/ 36349 h 3583502"/>
                <a:gd name="csX4" fmla="*/ 3592852 w 4018809"/>
                <a:gd name="csY4" fmla="*/ 1933781 h 3583502"/>
                <a:gd name="csX5" fmla="*/ 1799980 w 4018809"/>
                <a:gd name="csY5" fmla="*/ 2715497 h 3583502"/>
                <a:gd name="csX6" fmla="*/ 2018 w 4018809"/>
                <a:gd name="csY6" fmla="*/ 3573908 h 3583502"/>
                <a:gd name="csX0" fmla="*/ 2018 w 4018809"/>
                <a:gd name="csY0" fmla="*/ 3573908 h 3575401"/>
                <a:gd name="csX1" fmla="*/ 1389840 w 4018809"/>
                <a:gd name="csY1" fmla="*/ 1934947 h 3575401"/>
                <a:gd name="csX2" fmla="*/ 1792375 w 4018809"/>
                <a:gd name="csY2" fmla="*/ 327870 h 3575401"/>
                <a:gd name="csX3" fmla="*/ 3909486 w 4018809"/>
                <a:gd name="csY3" fmla="*/ 36349 h 3575401"/>
                <a:gd name="csX4" fmla="*/ 3592852 w 4018809"/>
                <a:gd name="csY4" fmla="*/ 1933781 h 3575401"/>
                <a:gd name="csX5" fmla="*/ 1799983 w 4018809"/>
                <a:gd name="csY5" fmla="*/ 2277981 h 3575401"/>
                <a:gd name="csX6" fmla="*/ 2018 w 4018809"/>
                <a:gd name="csY6" fmla="*/ 3573908 h 3575401"/>
                <a:gd name="csX0" fmla="*/ 2279 w 4019070"/>
                <a:gd name="csY0" fmla="*/ 3573908 h 3576883"/>
                <a:gd name="csX1" fmla="*/ 1390101 w 4019070"/>
                <a:gd name="csY1" fmla="*/ 1934947 h 3576883"/>
                <a:gd name="csX2" fmla="*/ 1792636 w 4019070"/>
                <a:gd name="csY2" fmla="*/ 327870 h 3576883"/>
                <a:gd name="csX3" fmla="*/ 3909747 w 4019070"/>
                <a:gd name="csY3" fmla="*/ 36349 h 3576883"/>
                <a:gd name="csX4" fmla="*/ 3593113 w 4019070"/>
                <a:gd name="csY4" fmla="*/ 1933781 h 3576883"/>
                <a:gd name="csX5" fmla="*/ 1827004 w 4019070"/>
                <a:gd name="csY5" fmla="*/ 2405261 h 3576883"/>
                <a:gd name="csX6" fmla="*/ 2279 w 4019070"/>
                <a:gd name="csY6" fmla="*/ 3573908 h 3576883"/>
                <a:gd name="csX0" fmla="*/ 3304 w 4020095"/>
                <a:gd name="csY0" fmla="*/ 3573700 h 3576772"/>
                <a:gd name="csX1" fmla="*/ 1310858 w 4020095"/>
                <a:gd name="csY1" fmla="*/ 1926786 h 3576772"/>
                <a:gd name="csX2" fmla="*/ 1793661 w 4020095"/>
                <a:gd name="csY2" fmla="*/ 327662 h 3576772"/>
                <a:gd name="csX3" fmla="*/ 3910772 w 4020095"/>
                <a:gd name="csY3" fmla="*/ 36141 h 3576772"/>
                <a:gd name="csX4" fmla="*/ 3594138 w 4020095"/>
                <a:gd name="csY4" fmla="*/ 1933573 h 3576772"/>
                <a:gd name="csX5" fmla="*/ 1828029 w 4020095"/>
                <a:gd name="csY5" fmla="*/ 2405053 h 3576772"/>
                <a:gd name="csX6" fmla="*/ 3304 w 4020095"/>
                <a:gd name="csY6" fmla="*/ 3573700 h 3576772"/>
                <a:gd name="csX0" fmla="*/ 3254 w 4020045"/>
                <a:gd name="csY0" fmla="*/ 3573700 h 3576772"/>
                <a:gd name="csX1" fmla="*/ 1310808 w 4020045"/>
                <a:gd name="csY1" fmla="*/ 1926786 h 3576772"/>
                <a:gd name="csX2" fmla="*/ 1793611 w 4020045"/>
                <a:gd name="csY2" fmla="*/ 327662 h 3576772"/>
                <a:gd name="csX3" fmla="*/ 3910722 w 4020045"/>
                <a:gd name="csY3" fmla="*/ 36141 h 3576772"/>
                <a:gd name="csX4" fmla="*/ 3594088 w 4020045"/>
                <a:gd name="csY4" fmla="*/ 1933573 h 3576772"/>
                <a:gd name="csX5" fmla="*/ 1827979 w 4020045"/>
                <a:gd name="csY5" fmla="*/ 2405053 h 3576772"/>
                <a:gd name="csX6" fmla="*/ 3254 w 4020045"/>
                <a:gd name="csY6" fmla="*/ 3573700 h 35767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020045" h="3576772">
                  <a:moveTo>
                    <a:pt x="3254" y="3573700"/>
                  </a:moveTo>
                  <a:cubicBezTo>
                    <a:pt x="-82941" y="3493989"/>
                    <a:pt x="1574310" y="2340515"/>
                    <a:pt x="1310808" y="1926786"/>
                  </a:cubicBezTo>
                  <a:cubicBezTo>
                    <a:pt x="1047306" y="1513057"/>
                    <a:pt x="1360292" y="642769"/>
                    <a:pt x="1793611" y="327662"/>
                  </a:cubicBezTo>
                  <a:cubicBezTo>
                    <a:pt x="2226930" y="12555"/>
                    <a:pt x="3750548" y="-52136"/>
                    <a:pt x="3910722" y="36141"/>
                  </a:cubicBezTo>
                  <a:cubicBezTo>
                    <a:pt x="4070896" y="124418"/>
                    <a:pt x="4120351" y="1358027"/>
                    <a:pt x="3594088" y="1933573"/>
                  </a:cubicBezTo>
                  <a:cubicBezTo>
                    <a:pt x="3171099" y="2391895"/>
                    <a:pt x="2301583" y="2656718"/>
                    <a:pt x="1827979" y="2405053"/>
                  </a:cubicBezTo>
                  <a:cubicBezTo>
                    <a:pt x="1354375" y="2153388"/>
                    <a:pt x="89449" y="3653411"/>
                    <a:pt x="3254" y="3573700"/>
                  </a:cubicBez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5" name="Freeform 1014">
              <a:extLst>
                <a:ext uri="{FF2B5EF4-FFF2-40B4-BE49-F238E27FC236}">
                  <a16:creationId xmlns:a16="http://schemas.microsoft.com/office/drawing/2014/main" id="{7053B108-3BFA-086A-00F7-0EE3C6F3D3ED}"/>
                </a:ext>
              </a:extLst>
            </p:cNvPr>
            <p:cNvSpPr/>
            <p:nvPr userDrawn="1"/>
          </p:nvSpPr>
          <p:spPr>
            <a:xfrm rot="16200000">
              <a:off x="5776368" y="817159"/>
              <a:ext cx="2615869" cy="2682270"/>
            </a:xfrm>
            <a:custGeom>
              <a:avLst/>
              <a:gdLst>
                <a:gd name="csX0" fmla="*/ 1893 w 3484511"/>
                <a:gd name="csY0" fmla="*/ 3509215 h 3511799"/>
                <a:gd name="csX1" fmla="*/ 1514170 w 3484511"/>
                <a:gd name="csY1" fmla="*/ 1703861 h 3511799"/>
                <a:gd name="csX2" fmla="*/ 2029985 w 3484511"/>
                <a:gd name="csY2" fmla="*/ 226753 h 3511799"/>
                <a:gd name="csX3" fmla="*/ 3378139 w 3484511"/>
                <a:gd name="csY3" fmla="*/ 144692 h 3511799"/>
                <a:gd name="csX4" fmla="*/ 3225739 w 3484511"/>
                <a:gd name="csY4" fmla="*/ 1586630 h 3511799"/>
                <a:gd name="csX5" fmla="*/ 1854139 w 3484511"/>
                <a:gd name="csY5" fmla="*/ 2090723 h 3511799"/>
                <a:gd name="csX6" fmla="*/ 1893 w 3484511"/>
                <a:gd name="csY6" fmla="*/ 3509215 h 3511799"/>
                <a:gd name="csX0" fmla="*/ 1352 w 4094215"/>
                <a:gd name="csY0" fmla="*/ 4103738 h 4105568"/>
                <a:gd name="csX1" fmla="*/ 2123874 w 4094215"/>
                <a:gd name="csY1" fmla="*/ 1703861 h 4105568"/>
                <a:gd name="csX2" fmla="*/ 2639689 w 4094215"/>
                <a:gd name="csY2" fmla="*/ 226753 h 4105568"/>
                <a:gd name="csX3" fmla="*/ 3987843 w 4094215"/>
                <a:gd name="csY3" fmla="*/ 144692 h 4105568"/>
                <a:gd name="csX4" fmla="*/ 3835443 w 4094215"/>
                <a:gd name="csY4" fmla="*/ 1586630 h 4105568"/>
                <a:gd name="csX5" fmla="*/ 2463843 w 4094215"/>
                <a:gd name="csY5" fmla="*/ 2090723 h 4105568"/>
                <a:gd name="csX6" fmla="*/ 1352 w 4094215"/>
                <a:gd name="csY6" fmla="*/ 4103738 h 4105568"/>
                <a:gd name="csX0" fmla="*/ 1978 w 4094841"/>
                <a:gd name="csY0" fmla="*/ 4101966 h 4104114"/>
                <a:gd name="csX1" fmla="*/ 2058783 w 4094841"/>
                <a:gd name="csY1" fmla="*/ 1668597 h 4104114"/>
                <a:gd name="csX2" fmla="*/ 2640315 w 4094841"/>
                <a:gd name="csY2" fmla="*/ 224981 h 4104114"/>
                <a:gd name="csX3" fmla="*/ 3988469 w 4094841"/>
                <a:gd name="csY3" fmla="*/ 142920 h 4104114"/>
                <a:gd name="csX4" fmla="*/ 3836069 w 4094841"/>
                <a:gd name="csY4" fmla="*/ 1584858 h 4104114"/>
                <a:gd name="csX5" fmla="*/ 2464469 w 4094841"/>
                <a:gd name="csY5" fmla="*/ 2088951 h 4104114"/>
                <a:gd name="csX6" fmla="*/ 1978 w 4094841"/>
                <a:gd name="csY6" fmla="*/ 4101966 h 4104114"/>
                <a:gd name="csX0" fmla="*/ 1943 w 4132359"/>
                <a:gd name="csY0" fmla="*/ 3750277 h 3752868"/>
                <a:gd name="csX1" fmla="*/ 2096301 w 4132359"/>
                <a:gd name="csY1" fmla="*/ 1668597 h 3752868"/>
                <a:gd name="csX2" fmla="*/ 2677833 w 4132359"/>
                <a:gd name="csY2" fmla="*/ 224981 h 3752868"/>
                <a:gd name="csX3" fmla="*/ 4025987 w 4132359"/>
                <a:gd name="csY3" fmla="*/ 142920 h 3752868"/>
                <a:gd name="csX4" fmla="*/ 3873587 w 4132359"/>
                <a:gd name="csY4" fmla="*/ 1584858 h 3752868"/>
                <a:gd name="csX5" fmla="*/ 2501987 w 4132359"/>
                <a:gd name="csY5" fmla="*/ 2088951 h 3752868"/>
                <a:gd name="csX6" fmla="*/ 1943 w 4132359"/>
                <a:gd name="csY6" fmla="*/ 3750277 h 3752868"/>
                <a:gd name="csX0" fmla="*/ 7123 w 4137539"/>
                <a:gd name="csY0" fmla="*/ 3776554 h 3776601"/>
                <a:gd name="csX1" fmla="*/ 1782278 w 4137539"/>
                <a:gd name="csY1" fmla="*/ 2163796 h 3776601"/>
                <a:gd name="csX2" fmla="*/ 2683013 w 4137539"/>
                <a:gd name="csY2" fmla="*/ 251258 h 3776601"/>
                <a:gd name="csX3" fmla="*/ 4031167 w 4137539"/>
                <a:gd name="csY3" fmla="*/ 169197 h 3776601"/>
                <a:gd name="csX4" fmla="*/ 3878767 w 4137539"/>
                <a:gd name="csY4" fmla="*/ 1611135 h 3776601"/>
                <a:gd name="csX5" fmla="*/ 2507167 w 4137539"/>
                <a:gd name="csY5" fmla="*/ 2115228 h 3776601"/>
                <a:gd name="csX6" fmla="*/ 7123 w 4137539"/>
                <a:gd name="csY6" fmla="*/ 3776554 h 3776601"/>
                <a:gd name="csX0" fmla="*/ 25 w 4130441"/>
                <a:gd name="csY0" fmla="*/ 3776554 h 3776586"/>
                <a:gd name="csX1" fmla="*/ 1775180 w 4130441"/>
                <a:gd name="csY1" fmla="*/ 2163796 h 3776586"/>
                <a:gd name="csX2" fmla="*/ 2675915 w 4130441"/>
                <a:gd name="csY2" fmla="*/ 251258 h 3776586"/>
                <a:gd name="csX3" fmla="*/ 4024069 w 4130441"/>
                <a:gd name="csY3" fmla="*/ 169197 h 3776586"/>
                <a:gd name="csX4" fmla="*/ 3871669 w 4130441"/>
                <a:gd name="csY4" fmla="*/ 1611135 h 3776586"/>
                <a:gd name="csX5" fmla="*/ 1814719 w 4130441"/>
                <a:gd name="csY5" fmla="*/ 2207339 h 3776586"/>
                <a:gd name="csX6" fmla="*/ 25 w 4130441"/>
                <a:gd name="csY6" fmla="*/ 3776554 h 3776586"/>
                <a:gd name="csX0" fmla="*/ 25 w 4130441"/>
                <a:gd name="csY0" fmla="*/ 3776554 h 3776589"/>
                <a:gd name="csX1" fmla="*/ 1775180 w 4130441"/>
                <a:gd name="csY1" fmla="*/ 2163796 h 3776589"/>
                <a:gd name="csX2" fmla="*/ 2675915 w 4130441"/>
                <a:gd name="csY2" fmla="*/ 251258 h 3776589"/>
                <a:gd name="csX3" fmla="*/ 4024069 w 4130441"/>
                <a:gd name="csY3" fmla="*/ 169197 h 3776589"/>
                <a:gd name="csX4" fmla="*/ 3871669 w 4130441"/>
                <a:gd name="csY4" fmla="*/ 1611135 h 3776589"/>
                <a:gd name="csX5" fmla="*/ 1814719 w 4130441"/>
                <a:gd name="csY5" fmla="*/ 2207339 h 3776589"/>
                <a:gd name="csX6" fmla="*/ 25 w 4130441"/>
                <a:gd name="csY6" fmla="*/ 3776554 h 3776589"/>
                <a:gd name="csX0" fmla="*/ 25 w 3957457"/>
                <a:gd name="csY0" fmla="*/ 3611866 h 3611901"/>
                <a:gd name="csX1" fmla="*/ 1775180 w 3957457"/>
                <a:gd name="csY1" fmla="*/ 1999108 h 3611901"/>
                <a:gd name="csX2" fmla="*/ 2675915 w 3957457"/>
                <a:gd name="csY2" fmla="*/ 86570 h 3611901"/>
                <a:gd name="csX3" fmla="*/ 3554650 w 3957457"/>
                <a:gd name="csY3" fmla="*/ 439934 h 3611901"/>
                <a:gd name="csX4" fmla="*/ 3871669 w 3957457"/>
                <a:gd name="csY4" fmla="*/ 1446447 h 3611901"/>
                <a:gd name="csX5" fmla="*/ 1814719 w 3957457"/>
                <a:gd name="csY5" fmla="*/ 2042651 h 3611901"/>
                <a:gd name="csX6" fmla="*/ 25 w 3957457"/>
                <a:gd name="csY6" fmla="*/ 3611866 h 3611901"/>
                <a:gd name="csX0" fmla="*/ 25 w 3957253"/>
                <a:gd name="csY0" fmla="*/ 3368639 h 3368674"/>
                <a:gd name="csX1" fmla="*/ 1775180 w 3957253"/>
                <a:gd name="csY1" fmla="*/ 1755881 h 3368674"/>
                <a:gd name="csX2" fmla="*/ 2685304 w 3957253"/>
                <a:gd name="csY2" fmla="*/ 144791 h 3368674"/>
                <a:gd name="csX3" fmla="*/ 3554650 w 3957253"/>
                <a:gd name="csY3" fmla="*/ 196707 h 3368674"/>
                <a:gd name="csX4" fmla="*/ 3871669 w 3957253"/>
                <a:gd name="csY4" fmla="*/ 1203220 h 3368674"/>
                <a:gd name="csX5" fmla="*/ 1814719 w 3957253"/>
                <a:gd name="csY5" fmla="*/ 1799424 h 3368674"/>
                <a:gd name="csX6" fmla="*/ 25 w 3957253"/>
                <a:gd name="csY6" fmla="*/ 3368639 h 3368674"/>
                <a:gd name="csX0" fmla="*/ 25 w 3705517"/>
                <a:gd name="csY0" fmla="*/ 3358570 h 3358603"/>
                <a:gd name="csX1" fmla="*/ 1775180 w 3705517"/>
                <a:gd name="csY1" fmla="*/ 1745812 h 3358603"/>
                <a:gd name="csX2" fmla="*/ 2685304 w 3705517"/>
                <a:gd name="csY2" fmla="*/ 134722 h 3358603"/>
                <a:gd name="csX3" fmla="*/ 3554650 w 3705517"/>
                <a:gd name="csY3" fmla="*/ 186638 h 3358603"/>
                <a:gd name="csX4" fmla="*/ 3552464 w 3705517"/>
                <a:gd name="csY4" fmla="*/ 975438 h 3358603"/>
                <a:gd name="csX5" fmla="*/ 1814719 w 3705517"/>
                <a:gd name="csY5" fmla="*/ 1789355 h 3358603"/>
                <a:gd name="csX6" fmla="*/ 25 w 3705517"/>
                <a:gd name="csY6" fmla="*/ 3358570 h 3358603"/>
                <a:gd name="csX0" fmla="*/ 2290 w 3707782"/>
                <a:gd name="csY0" fmla="*/ 3305196 h 3314287"/>
                <a:gd name="csX1" fmla="*/ 2199921 w 3707782"/>
                <a:gd name="csY1" fmla="*/ 955568 h 3314287"/>
                <a:gd name="csX2" fmla="*/ 2687569 w 3707782"/>
                <a:gd name="csY2" fmla="*/ 81348 h 3314287"/>
                <a:gd name="csX3" fmla="*/ 3556915 w 3707782"/>
                <a:gd name="csY3" fmla="*/ 133264 h 3314287"/>
                <a:gd name="csX4" fmla="*/ 3554729 w 3707782"/>
                <a:gd name="csY4" fmla="*/ 922064 h 3314287"/>
                <a:gd name="csX5" fmla="*/ 1816984 w 3707782"/>
                <a:gd name="csY5" fmla="*/ 1735981 h 3314287"/>
                <a:gd name="csX6" fmla="*/ 2290 w 3707782"/>
                <a:gd name="csY6" fmla="*/ 3305196 h 3314287"/>
                <a:gd name="csX0" fmla="*/ 377 w 3705869"/>
                <a:gd name="csY0" fmla="*/ 3305196 h 3313168"/>
                <a:gd name="csX1" fmla="*/ 2198008 w 3705869"/>
                <a:gd name="csY1" fmla="*/ 955568 h 3313168"/>
                <a:gd name="csX2" fmla="*/ 2685656 w 3705869"/>
                <a:gd name="csY2" fmla="*/ 81348 h 3313168"/>
                <a:gd name="csX3" fmla="*/ 3555002 w 3705869"/>
                <a:gd name="csY3" fmla="*/ 133264 h 3313168"/>
                <a:gd name="csX4" fmla="*/ 3552816 w 3705869"/>
                <a:gd name="csY4" fmla="*/ 922064 h 3313168"/>
                <a:gd name="csX5" fmla="*/ 2378375 w 3705869"/>
                <a:gd name="csY5" fmla="*/ 1694113 h 3313168"/>
                <a:gd name="csX6" fmla="*/ 377 w 3705869"/>
                <a:gd name="csY6" fmla="*/ 3305196 h 3313168"/>
                <a:gd name="csX0" fmla="*/ 377 w 3705869"/>
                <a:gd name="csY0" fmla="*/ 3305196 h 3311216"/>
                <a:gd name="csX1" fmla="*/ 2198008 w 3705869"/>
                <a:gd name="csY1" fmla="*/ 955568 h 3311216"/>
                <a:gd name="csX2" fmla="*/ 2685656 w 3705869"/>
                <a:gd name="csY2" fmla="*/ 81348 h 3311216"/>
                <a:gd name="csX3" fmla="*/ 3555002 w 3705869"/>
                <a:gd name="csY3" fmla="*/ 133264 h 3311216"/>
                <a:gd name="csX4" fmla="*/ 3552816 w 3705869"/>
                <a:gd name="csY4" fmla="*/ 922064 h 3311216"/>
                <a:gd name="csX5" fmla="*/ 2378375 w 3705869"/>
                <a:gd name="csY5" fmla="*/ 1694113 h 3311216"/>
                <a:gd name="csX6" fmla="*/ 377 w 3705869"/>
                <a:gd name="csY6" fmla="*/ 3305196 h 3311216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31250"/>
                <a:gd name="csY0" fmla="*/ 3306034 h 3313991"/>
                <a:gd name="csX1" fmla="*/ 2198008 w 4431250"/>
                <a:gd name="csY1" fmla="*/ 956406 h 3313991"/>
                <a:gd name="csX2" fmla="*/ 2685656 w 4431250"/>
                <a:gd name="csY2" fmla="*/ 82186 h 3313991"/>
                <a:gd name="csX3" fmla="*/ 3555002 w 4431250"/>
                <a:gd name="csY3" fmla="*/ 134102 h 3313991"/>
                <a:gd name="csX4" fmla="*/ 4425936 w 4431250"/>
                <a:gd name="csY4" fmla="*/ 939649 h 3313991"/>
                <a:gd name="csX5" fmla="*/ 2378375 w 4431250"/>
                <a:gd name="csY5" fmla="*/ 1694951 h 3313991"/>
                <a:gd name="csX6" fmla="*/ 377 w 4431250"/>
                <a:gd name="csY6" fmla="*/ 3306034 h 3313991"/>
                <a:gd name="csX0" fmla="*/ 377 w 4425936"/>
                <a:gd name="csY0" fmla="*/ 3306034 h 3313991"/>
                <a:gd name="csX1" fmla="*/ 2198008 w 4425936"/>
                <a:gd name="csY1" fmla="*/ 956406 h 3313991"/>
                <a:gd name="csX2" fmla="*/ 2685656 w 4425936"/>
                <a:gd name="csY2" fmla="*/ 82186 h 3313991"/>
                <a:gd name="csX3" fmla="*/ 3555002 w 4425936"/>
                <a:gd name="csY3" fmla="*/ 134102 h 3313991"/>
                <a:gd name="csX4" fmla="*/ 4425936 w 4425936"/>
                <a:gd name="csY4" fmla="*/ 939649 h 3313991"/>
                <a:gd name="csX5" fmla="*/ 2378375 w 4425936"/>
                <a:gd name="csY5" fmla="*/ 1694951 h 3313991"/>
                <a:gd name="csX6" fmla="*/ 377 w 4425936"/>
                <a:gd name="csY6" fmla="*/ 3306034 h 3313991"/>
                <a:gd name="csX0" fmla="*/ 377 w 4472878"/>
                <a:gd name="csY0" fmla="*/ 3303952 h 3311947"/>
                <a:gd name="csX1" fmla="*/ 2198008 w 4472878"/>
                <a:gd name="csY1" fmla="*/ 954324 h 3311947"/>
                <a:gd name="csX2" fmla="*/ 2685656 w 4472878"/>
                <a:gd name="csY2" fmla="*/ 80104 h 3311947"/>
                <a:gd name="csX3" fmla="*/ 3555002 w 4472878"/>
                <a:gd name="csY3" fmla="*/ 132020 h 3311947"/>
                <a:gd name="csX4" fmla="*/ 4472878 w 4472878"/>
                <a:gd name="csY4" fmla="*/ 895700 h 3311947"/>
                <a:gd name="csX5" fmla="*/ 2378375 w 4472878"/>
                <a:gd name="csY5" fmla="*/ 1692869 h 3311947"/>
                <a:gd name="csX6" fmla="*/ 377 w 4472878"/>
                <a:gd name="csY6" fmla="*/ 3303952 h 3311947"/>
                <a:gd name="csX0" fmla="*/ 377 w 4472878"/>
                <a:gd name="csY0" fmla="*/ 3489034 h 3497029"/>
                <a:gd name="csX1" fmla="*/ 2198008 w 4472878"/>
                <a:gd name="csY1" fmla="*/ 1139406 h 3497029"/>
                <a:gd name="csX2" fmla="*/ 2685656 w 4472878"/>
                <a:gd name="csY2" fmla="*/ 265186 h 3497029"/>
                <a:gd name="csX3" fmla="*/ 3742770 w 4472878"/>
                <a:gd name="csY3" fmla="*/ 49148 h 3497029"/>
                <a:gd name="csX4" fmla="*/ 4472878 w 4472878"/>
                <a:gd name="csY4" fmla="*/ 1080782 h 3497029"/>
                <a:gd name="csX5" fmla="*/ 2378375 w 4472878"/>
                <a:gd name="csY5" fmla="*/ 1877951 h 3497029"/>
                <a:gd name="csX6" fmla="*/ 377 w 4472878"/>
                <a:gd name="csY6" fmla="*/ 3489034 h 3497029"/>
                <a:gd name="csX0" fmla="*/ 377 w 4482266"/>
                <a:gd name="csY0" fmla="*/ 3489034 h 3497029"/>
                <a:gd name="csX1" fmla="*/ 2198008 w 4482266"/>
                <a:gd name="csY1" fmla="*/ 1139406 h 3497029"/>
                <a:gd name="csX2" fmla="*/ 2685656 w 4482266"/>
                <a:gd name="csY2" fmla="*/ 265186 h 3497029"/>
                <a:gd name="csX3" fmla="*/ 3742770 w 4482266"/>
                <a:gd name="csY3" fmla="*/ 49148 h 3497029"/>
                <a:gd name="csX4" fmla="*/ 4482266 w 4482266"/>
                <a:gd name="csY4" fmla="*/ 1080782 h 3497029"/>
                <a:gd name="csX5" fmla="*/ 2378375 w 4482266"/>
                <a:gd name="csY5" fmla="*/ 1877951 h 3497029"/>
                <a:gd name="csX6" fmla="*/ 377 w 4482266"/>
                <a:gd name="csY6" fmla="*/ 3489034 h 3497029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10188 w 4492077"/>
                <a:gd name="csY0" fmla="*/ 3488052 h 3497366"/>
                <a:gd name="csX1" fmla="*/ 1804118 w 4492077"/>
                <a:gd name="csY1" fmla="*/ 1096559 h 3497366"/>
                <a:gd name="csX2" fmla="*/ 2695467 w 4492077"/>
                <a:gd name="csY2" fmla="*/ 264204 h 3497366"/>
                <a:gd name="csX3" fmla="*/ 3752581 w 4492077"/>
                <a:gd name="csY3" fmla="*/ 48166 h 3497366"/>
                <a:gd name="csX4" fmla="*/ 4492077 w 4492077"/>
                <a:gd name="csY4" fmla="*/ 1079800 h 3497366"/>
                <a:gd name="csX5" fmla="*/ 2688616 w 4492077"/>
                <a:gd name="csY5" fmla="*/ 1893718 h 3497366"/>
                <a:gd name="csX6" fmla="*/ 10188 w 4492077"/>
                <a:gd name="csY6" fmla="*/ 3488052 h 3497366"/>
                <a:gd name="csX0" fmla="*/ 10188 w 4492077"/>
                <a:gd name="csY0" fmla="*/ 3488052 h 3500595"/>
                <a:gd name="csX1" fmla="*/ 1804118 w 4492077"/>
                <a:gd name="csY1" fmla="*/ 1096559 h 3500595"/>
                <a:gd name="csX2" fmla="*/ 2695467 w 4492077"/>
                <a:gd name="csY2" fmla="*/ 264204 h 3500595"/>
                <a:gd name="csX3" fmla="*/ 3752581 w 4492077"/>
                <a:gd name="csY3" fmla="*/ 48166 h 3500595"/>
                <a:gd name="csX4" fmla="*/ 4492077 w 4492077"/>
                <a:gd name="csY4" fmla="*/ 1079800 h 3500595"/>
                <a:gd name="csX5" fmla="*/ 2688616 w 4492077"/>
                <a:gd name="csY5" fmla="*/ 1893718 h 3500595"/>
                <a:gd name="csX6" fmla="*/ 10188 w 4492077"/>
                <a:gd name="csY6" fmla="*/ 3488052 h 3500595"/>
                <a:gd name="csX0" fmla="*/ 10188 w 4492077"/>
                <a:gd name="csY0" fmla="*/ 3488052 h 3500888"/>
                <a:gd name="csX1" fmla="*/ 1804118 w 4492077"/>
                <a:gd name="csY1" fmla="*/ 1096559 h 3500888"/>
                <a:gd name="csX2" fmla="*/ 2695467 w 4492077"/>
                <a:gd name="csY2" fmla="*/ 264204 h 3500888"/>
                <a:gd name="csX3" fmla="*/ 3752581 w 4492077"/>
                <a:gd name="csY3" fmla="*/ 48166 h 3500888"/>
                <a:gd name="csX4" fmla="*/ 4492077 w 4492077"/>
                <a:gd name="csY4" fmla="*/ 1079800 h 3500888"/>
                <a:gd name="csX5" fmla="*/ 2688616 w 4492077"/>
                <a:gd name="csY5" fmla="*/ 1893718 h 3500888"/>
                <a:gd name="csX6" fmla="*/ 10188 w 4492077"/>
                <a:gd name="csY6" fmla="*/ 3488052 h 3500888"/>
                <a:gd name="csX0" fmla="*/ 27731 w 3289130"/>
                <a:gd name="csY0" fmla="*/ 2449732 h 2473361"/>
                <a:gd name="csX1" fmla="*/ 601171 w 3289130"/>
                <a:gd name="csY1" fmla="*/ 1096559 h 2473361"/>
                <a:gd name="csX2" fmla="*/ 1492520 w 3289130"/>
                <a:gd name="csY2" fmla="*/ 264204 h 2473361"/>
                <a:gd name="csX3" fmla="*/ 2549634 w 3289130"/>
                <a:gd name="csY3" fmla="*/ 48166 h 2473361"/>
                <a:gd name="csX4" fmla="*/ 3289130 w 3289130"/>
                <a:gd name="csY4" fmla="*/ 1079800 h 2473361"/>
                <a:gd name="csX5" fmla="*/ 1485669 w 3289130"/>
                <a:gd name="csY5" fmla="*/ 1893718 h 2473361"/>
                <a:gd name="csX6" fmla="*/ 27731 w 3289130"/>
                <a:gd name="csY6" fmla="*/ 2449732 h 2473361"/>
                <a:gd name="csX0" fmla="*/ 367 w 3261766"/>
                <a:gd name="csY0" fmla="*/ 2449732 h 2449966"/>
                <a:gd name="csX1" fmla="*/ 573807 w 3261766"/>
                <a:gd name="csY1" fmla="*/ 1096559 h 2449966"/>
                <a:gd name="csX2" fmla="*/ 1465156 w 3261766"/>
                <a:gd name="csY2" fmla="*/ 264204 h 2449966"/>
                <a:gd name="csX3" fmla="*/ 2522270 w 3261766"/>
                <a:gd name="csY3" fmla="*/ 48166 h 2449966"/>
                <a:gd name="csX4" fmla="*/ 3261766 w 3261766"/>
                <a:gd name="csY4" fmla="*/ 1079800 h 2449966"/>
                <a:gd name="csX5" fmla="*/ 1458305 w 3261766"/>
                <a:gd name="csY5" fmla="*/ 1893718 h 2449966"/>
                <a:gd name="csX6" fmla="*/ 367 w 3261766"/>
                <a:gd name="csY6" fmla="*/ 2449732 h 2449966"/>
                <a:gd name="csX0" fmla="*/ 62959 w 3324358"/>
                <a:gd name="csY0" fmla="*/ 2449732 h 2487147"/>
                <a:gd name="csX1" fmla="*/ 636399 w 3324358"/>
                <a:gd name="csY1" fmla="*/ 1096559 h 2487147"/>
                <a:gd name="csX2" fmla="*/ 1527748 w 3324358"/>
                <a:gd name="csY2" fmla="*/ 264204 h 2487147"/>
                <a:gd name="csX3" fmla="*/ 2584862 w 3324358"/>
                <a:gd name="csY3" fmla="*/ 48166 h 2487147"/>
                <a:gd name="csX4" fmla="*/ 3324358 w 3324358"/>
                <a:gd name="csY4" fmla="*/ 1079800 h 2487147"/>
                <a:gd name="csX5" fmla="*/ 1520897 w 3324358"/>
                <a:gd name="csY5" fmla="*/ 1893718 h 2487147"/>
                <a:gd name="csX6" fmla="*/ 62959 w 3324358"/>
                <a:gd name="csY6" fmla="*/ 2449732 h 2487147"/>
                <a:gd name="csX0" fmla="*/ 38478 w 4482813"/>
                <a:gd name="csY0" fmla="*/ 3496425 h 3519813"/>
                <a:gd name="csX1" fmla="*/ 1794854 w 4482813"/>
                <a:gd name="csY1" fmla="*/ 1096559 h 3519813"/>
                <a:gd name="csX2" fmla="*/ 2686203 w 4482813"/>
                <a:gd name="csY2" fmla="*/ 264204 h 3519813"/>
                <a:gd name="csX3" fmla="*/ 3743317 w 4482813"/>
                <a:gd name="csY3" fmla="*/ 48166 h 3519813"/>
                <a:gd name="csX4" fmla="*/ 4482813 w 4482813"/>
                <a:gd name="csY4" fmla="*/ 1079800 h 3519813"/>
                <a:gd name="csX5" fmla="*/ 2679352 w 4482813"/>
                <a:gd name="csY5" fmla="*/ 1893718 h 3519813"/>
                <a:gd name="csX6" fmla="*/ 38478 w 4482813"/>
                <a:gd name="csY6" fmla="*/ 3496425 h 3519813"/>
                <a:gd name="csX0" fmla="*/ 9071 w 4453406"/>
                <a:gd name="csY0" fmla="*/ 3496425 h 3510301"/>
                <a:gd name="csX1" fmla="*/ 1765447 w 4453406"/>
                <a:gd name="csY1" fmla="*/ 1096559 h 3510301"/>
                <a:gd name="csX2" fmla="*/ 2656796 w 4453406"/>
                <a:gd name="csY2" fmla="*/ 264204 h 3510301"/>
                <a:gd name="csX3" fmla="*/ 3713910 w 4453406"/>
                <a:gd name="csY3" fmla="*/ 48166 h 3510301"/>
                <a:gd name="csX4" fmla="*/ 4453406 w 4453406"/>
                <a:gd name="csY4" fmla="*/ 1079800 h 3510301"/>
                <a:gd name="csX5" fmla="*/ 2649945 w 4453406"/>
                <a:gd name="csY5" fmla="*/ 1893718 h 3510301"/>
                <a:gd name="csX6" fmla="*/ 9071 w 4453406"/>
                <a:gd name="csY6" fmla="*/ 3496425 h 3510301"/>
                <a:gd name="csX0" fmla="*/ 9071 w 4453406"/>
                <a:gd name="csY0" fmla="*/ 3496425 h 3512169"/>
                <a:gd name="csX1" fmla="*/ 1765447 w 4453406"/>
                <a:gd name="csY1" fmla="*/ 1096559 h 3512169"/>
                <a:gd name="csX2" fmla="*/ 2656796 w 4453406"/>
                <a:gd name="csY2" fmla="*/ 264204 h 3512169"/>
                <a:gd name="csX3" fmla="*/ 3713910 w 4453406"/>
                <a:gd name="csY3" fmla="*/ 48166 h 3512169"/>
                <a:gd name="csX4" fmla="*/ 4453406 w 4453406"/>
                <a:gd name="csY4" fmla="*/ 1079800 h 3512169"/>
                <a:gd name="csX5" fmla="*/ 2649945 w 4453406"/>
                <a:gd name="csY5" fmla="*/ 1893718 h 3512169"/>
                <a:gd name="csX6" fmla="*/ 9071 w 4453406"/>
                <a:gd name="csY6" fmla="*/ 3496425 h 3512169"/>
                <a:gd name="csX0" fmla="*/ 9640 w 4453975"/>
                <a:gd name="csY0" fmla="*/ 3496425 h 3512169"/>
                <a:gd name="csX1" fmla="*/ 1766016 w 4453975"/>
                <a:gd name="csY1" fmla="*/ 1096559 h 3512169"/>
                <a:gd name="csX2" fmla="*/ 2657365 w 4453975"/>
                <a:gd name="csY2" fmla="*/ 264204 h 3512169"/>
                <a:gd name="csX3" fmla="*/ 3714479 w 4453975"/>
                <a:gd name="csY3" fmla="*/ 48166 h 3512169"/>
                <a:gd name="csX4" fmla="*/ 4453975 w 4453975"/>
                <a:gd name="csY4" fmla="*/ 1079800 h 3512169"/>
                <a:gd name="csX5" fmla="*/ 2650514 w 4453975"/>
                <a:gd name="csY5" fmla="*/ 1893718 h 3512169"/>
                <a:gd name="csX6" fmla="*/ 9640 w 4453975"/>
                <a:gd name="csY6" fmla="*/ 3496425 h 3512169"/>
                <a:gd name="csX0" fmla="*/ 9640 w 4453975"/>
                <a:gd name="csY0" fmla="*/ 3993467 h 4008123"/>
                <a:gd name="csX1" fmla="*/ 1766016 w 4453975"/>
                <a:gd name="csY1" fmla="*/ 1593601 h 4008123"/>
                <a:gd name="csX2" fmla="*/ 2601034 w 4453975"/>
                <a:gd name="csY2" fmla="*/ 41122 h 4008123"/>
                <a:gd name="csX3" fmla="*/ 3714479 w 4453975"/>
                <a:gd name="csY3" fmla="*/ 545208 h 4008123"/>
                <a:gd name="csX4" fmla="*/ 4453975 w 4453975"/>
                <a:gd name="csY4" fmla="*/ 1576842 h 4008123"/>
                <a:gd name="csX5" fmla="*/ 2650514 w 4453975"/>
                <a:gd name="csY5" fmla="*/ 2390760 h 4008123"/>
                <a:gd name="csX6" fmla="*/ 9640 w 4453975"/>
                <a:gd name="csY6" fmla="*/ 3993467 h 4008123"/>
                <a:gd name="csX0" fmla="*/ 9640 w 4453975"/>
                <a:gd name="csY0" fmla="*/ 3952894 h 3967550"/>
                <a:gd name="csX1" fmla="*/ 1766016 w 4453975"/>
                <a:gd name="csY1" fmla="*/ 1553028 h 3967550"/>
                <a:gd name="csX2" fmla="*/ 2601034 w 4453975"/>
                <a:gd name="csY2" fmla="*/ 549 h 3967550"/>
                <a:gd name="csX3" fmla="*/ 3714479 w 4453975"/>
                <a:gd name="csY3" fmla="*/ 504635 h 3967550"/>
                <a:gd name="csX4" fmla="*/ 4453975 w 4453975"/>
                <a:gd name="csY4" fmla="*/ 1536269 h 3967550"/>
                <a:gd name="csX5" fmla="*/ 2650514 w 4453975"/>
                <a:gd name="csY5" fmla="*/ 2350187 h 3967550"/>
                <a:gd name="csX6" fmla="*/ 9640 w 4453975"/>
                <a:gd name="csY6" fmla="*/ 3952894 h 3967550"/>
                <a:gd name="csX0" fmla="*/ 9640 w 4453975"/>
                <a:gd name="csY0" fmla="*/ 3952971 h 3968477"/>
                <a:gd name="csX1" fmla="*/ 1766016 w 4453975"/>
                <a:gd name="csY1" fmla="*/ 1553105 h 3968477"/>
                <a:gd name="csX2" fmla="*/ 2601034 w 4453975"/>
                <a:gd name="csY2" fmla="*/ 626 h 3968477"/>
                <a:gd name="csX3" fmla="*/ 3714479 w 4453975"/>
                <a:gd name="csY3" fmla="*/ 504712 h 3968477"/>
                <a:gd name="csX4" fmla="*/ 4453975 w 4453975"/>
                <a:gd name="csY4" fmla="*/ 1536346 h 3968477"/>
                <a:gd name="csX5" fmla="*/ 2650514 w 4453975"/>
                <a:gd name="csY5" fmla="*/ 2350264 h 3968477"/>
                <a:gd name="csX6" fmla="*/ 9640 w 4453975"/>
                <a:gd name="csY6" fmla="*/ 3952971 h 3968477"/>
                <a:gd name="csX0" fmla="*/ 9640 w 4517542"/>
                <a:gd name="csY0" fmla="*/ 4153948 h 4169453"/>
                <a:gd name="csX1" fmla="*/ 1766016 w 4517542"/>
                <a:gd name="csY1" fmla="*/ 1754082 h 4169453"/>
                <a:gd name="csX2" fmla="*/ 2601034 w 4517542"/>
                <a:gd name="csY2" fmla="*/ 201603 h 4169453"/>
                <a:gd name="csX3" fmla="*/ 4390442 w 4517542"/>
                <a:gd name="csY3" fmla="*/ 186529 h 4169453"/>
                <a:gd name="csX4" fmla="*/ 4453975 w 4517542"/>
                <a:gd name="csY4" fmla="*/ 1737323 h 4169453"/>
                <a:gd name="csX5" fmla="*/ 2650514 w 4517542"/>
                <a:gd name="csY5" fmla="*/ 2551241 h 4169453"/>
                <a:gd name="csX6" fmla="*/ 9640 w 4517542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719798"/>
                <a:gd name="csY0" fmla="*/ 4153948 h 4169453"/>
                <a:gd name="csX1" fmla="*/ 1766016 w 4719798"/>
                <a:gd name="csY1" fmla="*/ 1754082 h 4169453"/>
                <a:gd name="csX2" fmla="*/ 2601034 w 4719798"/>
                <a:gd name="csY2" fmla="*/ 201603 h 4169453"/>
                <a:gd name="csX3" fmla="*/ 4390442 w 4719798"/>
                <a:gd name="csY3" fmla="*/ 186529 h 4169453"/>
                <a:gd name="csX4" fmla="*/ 4453975 w 4719798"/>
                <a:gd name="csY4" fmla="*/ 1737323 h 4169453"/>
                <a:gd name="csX5" fmla="*/ 2650514 w 4719798"/>
                <a:gd name="csY5" fmla="*/ 2551241 h 4169453"/>
                <a:gd name="csX6" fmla="*/ 9640 w 4719798"/>
                <a:gd name="csY6" fmla="*/ 4153948 h 4169453"/>
                <a:gd name="csX0" fmla="*/ 9640 w 4684091"/>
                <a:gd name="csY0" fmla="*/ 4153948 h 4169453"/>
                <a:gd name="csX1" fmla="*/ 1766016 w 4684091"/>
                <a:gd name="csY1" fmla="*/ 1754082 h 4169453"/>
                <a:gd name="csX2" fmla="*/ 2601034 w 4684091"/>
                <a:gd name="csY2" fmla="*/ 201603 h 4169453"/>
                <a:gd name="csX3" fmla="*/ 4390442 w 4684091"/>
                <a:gd name="csY3" fmla="*/ 186529 h 4169453"/>
                <a:gd name="csX4" fmla="*/ 4453975 w 4684091"/>
                <a:gd name="csY4" fmla="*/ 1737323 h 4169453"/>
                <a:gd name="csX5" fmla="*/ 2650514 w 4684091"/>
                <a:gd name="csY5" fmla="*/ 2551241 h 4169453"/>
                <a:gd name="csX6" fmla="*/ 9640 w 4684091"/>
                <a:gd name="csY6" fmla="*/ 4153948 h 4169453"/>
                <a:gd name="csX0" fmla="*/ 9640 w 4747938"/>
                <a:gd name="csY0" fmla="*/ 4153948 h 4169453"/>
                <a:gd name="csX1" fmla="*/ 1766016 w 4747938"/>
                <a:gd name="csY1" fmla="*/ 1754082 h 4169453"/>
                <a:gd name="csX2" fmla="*/ 2601034 w 4747938"/>
                <a:gd name="csY2" fmla="*/ 201603 h 4169453"/>
                <a:gd name="csX3" fmla="*/ 4390442 w 4747938"/>
                <a:gd name="csY3" fmla="*/ 186529 h 4169453"/>
                <a:gd name="csX4" fmla="*/ 4453975 w 4747938"/>
                <a:gd name="csY4" fmla="*/ 1737323 h 4169453"/>
                <a:gd name="csX5" fmla="*/ 2650514 w 4747938"/>
                <a:gd name="csY5" fmla="*/ 2551241 h 4169453"/>
                <a:gd name="csX6" fmla="*/ 9640 w 4747938"/>
                <a:gd name="csY6" fmla="*/ 4153948 h 4169453"/>
                <a:gd name="csX0" fmla="*/ 9640 w 4747938"/>
                <a:gd name="csY0" fmla="*/ 4205765 h 4221270"/>
                <a:gd name="csX1" fmla="*/ 1766016 w 4747938"/>
                <a:gd name="csY1" fmla="*/ 1805899 h 4221270"/>
                <a:gd name="csX2" fmla="*/ 2601034 w 4747938"/>
                <a:gd name="csY2" fmla="*/ 253420 h 4221270"/>
                <a:gd name="csX3" fmla="*/ 4390442 w 4747938"/>
                <a:gd name="csY3" fmla="*/ 238346 h 4221270"/>
                <a:gd name="csX4" fmla="*/ 4453975 w 4747938"/>
                <a:gd name="csY4" fmla="*/ 1789140 h 4221270"/>
                <a:gd name="csX5" fmla="*/ 2650514 w 4747938"/>
                <a:gd name="csY5" fmla="*/ 2603058 h 4221270"/>
                <a:gd name="csX6" fmla="*/ 9640 w 4747938"/>
                <a:gd name="csY6" fmla="*/ 4205765 h 4221270"/>
                <a:gd name="csX0" fmla="*/ 9640 w 4769359"/>
                <a:gd name="csY0" fmla="*/ 4189897 h 4205402"/>
                <a:gd name="csX1" fmla="*/ 1766016 w 4769359"/>
                <a:gd name="csY1" fmla="*/ 1790031 h 4205402"/>
                <a:gd name="csX2" fmla="*/ 2601034 w 4769359"/>
                <a:gd name="csY2" fmla="*/ 237552 h 4205402"/>
                <a:gd name="csX3" fmla="*/ 4446772 w 4769359"/>
                <a:gd name="csY3" fmla="*/ 163863 h 4205402"/>
                <a:gd name="csX4" fmla="*/ 4453975 w 4769359"/>
                <a:gd name="csY4" fmla="*/ 1773272 h 4205402"/>
                <a:gd name="csX5" fmla="*/ 2650514 w 4769359"/>
                <a:gd name="csY5" fmla="*/ 2587190 h 4205402"/>
                <a:gd name="csX6" fmla="*/ 9640 w 4769359"/>
                <a:gd name="csY6" fmla="*/ 4189897 h 4205402"/>
                <a:gd name="csX0" fmla="*/ 9640 w 4747938"/>
                <a:gd name="csY0" fmla="*/ 4212142 h 4227647"/>
                <a:gd name="csX1" fmla="*/ 1766016 w 4747938"/>
                <a:gd name="csY1" fmla="*/ 1812276 h 4227647"/>
                <a:gd name="csX2" fmla="*/ 2601034 w 4747938"/>
                <a:gd name="csY2" fmla="*/ 259797 h 4227647"/>
                <a:gd name="csX3" fmla="*/ 4390441 w 4747938"/>
                <a:gd name="csY3" fmla="*/ 152614 h 4227647"/>
                <a:gd name="csX4" fmla="*/ 4453975 w 4747938"/>
                <a:gd name="csY4" fmla="*/ 1795517 h 4227647"/>
                <a:gd name="csX5" fmla="*/ 2650514 w 4747938"/>
                <a:gd name="csY5" fmla="*/ 2609435 h 4227647"/>
                <a:gd name="csX6" fmla="*/ 9640 w 4747938"/>
                <a:gd name="csY6" fmla="*/ 4212142 h 4227647"/>
                <a:gd name="csX0" fmla="*/ 8567 w 4746865"/>
                <a:gd name="csY0" fmla="*/ 4212143 h 4219435"/>
                <a:gd name="csX1" fmla="*/ 1745271 w 4746865"/>
                <a:gd name="csY1" fmla="*/ 1812279 h 4219435"/>
                <a:gd name="csX2" fmla="*/ 2599961 w 4746865"/>
                <a:gd name="csY2" fmla="*/ 259798 h 4219435"/>
                <a:gd name="csX3" fmla="*/ 4389368 w 4746865"/>
                <a:gd name="csY3" fmla="*/ 152615 h 4219435"/>
                <a:gd name="csX4" fmla="*/ 4452902 w 4746865"/>
                <a:gd name="csY4" fmla="*/ 1795518 h 4219435"/>
                <a:gd name="csX5" fmla="*/ 2649441 w 4746865"/>
                <a:gd name="csY5" fmla="*/ 2609436 h 4219435"/>
                <a:gd name="csX6" fmla="*/ 8567 w 4746865"/>
                <a:gd name="csY6" fmla="*/ 4212143 h 4219435"/>
                <a:gd name="csX0" fmla="*/ 8451 w 4746749"/>
                <a:gd name="csY0" fmla="*/ 4212143 h 4219813"/>
                <a:gd name="csX1" fmla="*/ 1745155 w 4746749"/>
                <a:gd name="csY1" fmla="*/ 1812279 h 4219813"/>
                <a:gd name="csX2" fmla="*/ 2599845 w 4746749"/>
                <a:gd name="csY2" fmla="*/ 259798 h 4219813"/>
                <a:gd name="csX3" fmla="*/ 4389252 w 4746749"/>
                <a:gd name="csY3" fmla="*/ 152615 h 4219813"/>
                <a:gd name="csX4" fmla="*/ 4452786 w 4746749"/>
                <a:gd name="csY4" fmla="*/ 1795518 h 4219813"/>
                <a:gd name="csX5" fmla="*/ 2642769 w 4746749"/>
                <a:gd name="csY5" fmla="*/ 2626986 h 4219813"/>
                <a:gd name="csX6" fmla="*/ 8451 w 4746749"/>
                <a:gd name="csY6" fmla="*/ 4212143 h 4219813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594 w 4746892"/>
                <a:gd name="csY0" fmla="*/ 4213311 h 4220527"/>
                <a:gd name="csX1" fmla="*/ 1738740 w 4746892"/>
                <a:gd name="csY1" fmla="*/ 1836843 h 4220527"/>
                <a:gd name="csX2" fmla="*/ 2599988 w 4746892"/>
                <a:gd name="csY2" fmla="*/ 260966 h 4220527"/>
                <a:gd name="csX3" fmla="*/ 4389395 w 4746892"/>
                <a:gd name="csY3" fmla="*/ 153783 h 4220527"/>
                <a:gd name="csX4" fmla="*/ 4452929 w 4746892"/>
                <a:gd name="csY4" fmla="*/ 1796686 h 4220527"/>
                <a:gd name="csX5" fmla="*/ 2642912 w 4746892"/>
                <a:gd name="csY5" fmla="*/ 2628154 h 4220527"/>
                <a:gd name="csX6" fmla="*/ 8594 w 4746892"/>
                <a:gd name="csY6" fmla="*/ 4213311 h 4220527"/>
                <a:gd name="csX0" fmla="*/ 8594 w 4693867"/>
                <a:gd name="csY0" fmla="*/ 4136922 h 4144138"/>
                <a:gd name="csX1" fmla="*/ 1738740 w 4693867"/>
                <a:gd name="csY1" fmla="*/ 1760454 h 4144138"/>
                <a:gd name="csX2" fmla="*/ 2599988 w 4693867"/>
                <a:gd name="csY2" fmla="*/ 184577 h 4144138"/>
                <a:gd name="csX3" fmla="*/ 4389395 w 4693867"/>
                <a:gd name="csY3" fmla="*/ 77394 h 4144138"/>
                <a:gd name="csX4" fmla="*/ 4452929 w 4693867"/>
                <a:gd name="csY4" fmla="*/ 1720297 h 4144138"/>
                <a:gd name="csX5" fmla="*/ 2642912 w 4693867"/>
                <a:gd name="csY5" fmla="*/ 2551765 h 4144138"/>
                <a:gd name="csX6" fmla="*/ 8594 w 4693867"/>
                <a:gd name="csY6" fmla="*/ 4136922 h 4144138"/>
                <a:gd name="csX0" fmla="*/ 8594 w 4699247"/>
                <a:gd name="csY0" fmla="*/ 4098901 h 4106117"/>
                <a:gd name="csX1" fmla="*/ 1738740 w 4699247"/>
                <a:gd name="csY1" fmla="*/ 1722433 h 4106117"/>
                <a:gd name="csX2" fmla="*/ 2599988 w 4699247"/>
                <a:gd name="csY2" fmla="*/ 146556 h 4106117"/>
                <a:gd name="csX3" fmla="*/ 4409070 w 4699247"/>
                <a:gd name="csY3" fmla="*/ 115412 h 4106117"/>
                <a:gd name="csX4" fmla="*/ 4452929 w 4699247"/>
                <a:gd name="csY4" fmla="*/ 1682276 h 4106117"/>
                <a:gd name="csX5" fmla="*/ 2642912 w 4699247"/>
                <a:gd name="csY5" fmla="*/ 2513744 h 4106117"/>
                <a:gd name="csX6" fmla="*/ 8594 w 4699247"/>
                <a:gd name="csY6" fmla="*/ 4098901 h 4106117"/>
                <a:gd name="csX0" fmla="*/ 8594 w 4703971"/>
                <a:gd name="csY0" fmla="*/ 4107920 h 4115136"/>
                <a:gd name="csX1" fmla="*/ 1738740 w 4703971"/>
                <a:gd name="csY1" fmla="*/ 1731452 h 4115136"/>
                <a:gd name="csX2" fmla="*/ 2599988 w 4703971"/>
                <a:gd name="csY2" fmla="*/ 155575 h 4115136"/>
                <a:gd name="csX3" fmla="*/ 4409070 w 4703971"/>
                <a:gd name="csY3" fmla="*/ 124431 h 4115136"/>
                <a:gd name="csX4" fmla="*/ 4452929 w 4703971"/>
                <a:gd name="csY4" fmla="*/ 1691295 h 4115136"/>
                <a:gd name="csX5" fmla="*/ 2642912 w 4703971"/>
                <a:gd name="csY5" fmla="*/ 2522763 h 4115136"/>
                <a:gd name="csX6" fmla="*/ 8594 w 4703971"/>
                <a:gd name="csY6" fmla="*/ 4107920 h 4115136"/>
                <a:gd name="csX0" fmla="*/ 8594 w 4703971"/>
                <a:gd name="csY0" fmla="*/ 4195888 h 4203104"/>
                <a:gd name="csX1" fmla="*/ 1738740 w 4703971"/>
                <a:gd name="csY1" fmla="*/ 1819420 h 4203104"/>
                <a:gd name="csX2" fmla="*/ 2599988 w 4703971"/>
                <a:gd name="csY2" fmla="*/ 243543 h 4203104"/>
                <a:gd name="csX3" fmla="*/ 4409070 w 4703971"/>
                <a:gd name="csY3" fmla="*/ 212399 h 4203104"/>
                <a:gd name="csX4" fmla="*/ 4452929 w 4703971"/>
                <a:gd name="csY4" fmla="*/ 1779263 h 4203104"/>
                <a:gd name="csX5" fmla="*/ 2642912 w 4703971"/>
                <a:gd name="csY5" fmla="*/ 2610731 h 4203104"/>
                <a:gd name="csX6" fmla="*/ 8594 w 4703971"/>
                <a:gd name="csY6" fmla="*/ 4195888 h 4203104"/>
                <a:gd name="csX0" fmla="*/ 8594 w 4703971"/>
                <a:gd name="csY0" fmla="*/ 4213778 h 4220994"/>
                <a:gd name="csX1" fmla="*/ 1738740 w 4703971"/>
                <a:gd name="csY1" fmla="*/ 1837310 h 4220994"/>
                <a:gd name="csX2" fmla="*/ 2599988 w 4703971"/>
                <a:gd name="csY2" fmla="*/ 261433 h 4220994"/>
                <a:gd name="csX3" fmla="*/ 4409070 w 4703971"/>
                <a:gd name="csY3" fmla="*/ 230289 h 4220994"/>
                <a:gd name="csX4" fmla="*/ 4452929 w 4703971"/>
                <a:gd name="csY4" fmla="*/ 1797153 h 4220994"/>
                <a:gd name="csX5" fmla="*/ 2642912 w 4703971"/>
                <a:gd name="csY5" fmla="*/ 2628621 h 4220994"/>
                <a:gd name="csX6" fmla="*/ 8594 w 4703971"/>
                <a:gd name="csY6" fmla="*/ 4213778 h 4220994"/>
                <a:gd name="csX0" fmla="*/ 8594 w 4855548"/>
                <a:gd name="csY0" fmla="*/ 4390510 h 4397726"/>
                <a:gd name="csX1" fmla="*/ 1738740 w 4855548"/>
                <a:gd name="csY1" fmla="*/ 2014042 h 4397726"/>
                <a:gd name="csX2" fmla="*/ 2599988 w 4855548"/>
                <a:gd name="csY2" fmla="*/ 438165 h 4397726"/>
                <a:gd name="csX3" fmla="*/ 4756647 w 4855548"/>
                <a:gd name="csY3" fmla="*/ 26825 h 4397726"/>
                <a:gd name="csX4" fmla="*/ 4452929 w 4855548"/>
                <a:gd name="csY4" fmla="*/ 1973885 h 4397726"/>
                <a:gd name="csX5" fmla="*/ 2642912 w 4855548"/>
                <a:gd name="csY5" fmla="*/ 2805353 h 4397726"/>
                <a:gd name="csX6" fmla="*/ 8594 w 4855548"/>
                <a:gd name="csY6" fmla="*/ 4390510 h 4397726"/>
                <a:gd name="csX0" fmla="*/ 8594 w 5018748"/>
                <a:gd name="csY0" fmla="*/ 4545598 h 4552814"/>
                <a:gd name="csX1" fmla="*/ 1738740 w 5018748"/>
                <a:gd name="csY1" fmla="*/ 2169130 h 4552814"/>
                <a:gd name="csX2" fmla="*/ 2599988 w 5018748"/>
                <a:gd name="csY2" fmla="*/ 593253 h 4552814"/>
                <a:gd name="csX3" fmla="*/ 4973062 w 5018748"/>
                <a:gd name="csY3" fmla="*/ 18136 h 4552814"/>
                <a:gd name="csX4" fmla="*/ 4452929 w 5018748"/>
                <a:gd name="csY4" fmla="*/ 2128973 h 4552814"/>
                <a:gd name="csX5" fmla="*/ 2642912 w 5018748"/>
                <a:gd name="csY5" fmla="*/ 2960441 h 4552814"/>
                <a:gd name="csX6" fmla="*/ 8594 w 5018748"/>
                <a:gd name="csY6" fmla="*/ 4545598 h 4552814"/>
                <a:gd name="csX0" fmla="*/ 8594 w 5002691"/>
                <a:gd name="csY0" fmla="*/ 4537753 h 4544969"/>
                <a:gd name="csX1" fmla="*/ 1738740 w 5002691"/>
                <a:gd name="csY1" fmla="*/ 2161285 h 4544969"/>
                <a:gd name="csX2" fmla="*/ 2599988 w 5002691"/>
                <a:gd name="csY2" fmla="*/ 585408 h 4544969"/>
                <a:gd name="csX3" fmla="*/ 4973062 w 5002691"/>
                <a:gd name="csY3" fmla="*/ 10291 h 4544969"/>
                <a:gd name="csX4" fmla="*/ 4452929 w 5002691"/>
                <a:gd name="csY4" fmla="*/ 2121128 h 4544969"/>
                <a:gd name="csX5" fmla="*/ 2642912 w 5002691"/>
                <a:gd name="csY5" fmla="*/ 2952596 h 4544969"/>
                <a:gd name="csX6" fmla="*/ 8594 w 5002691"/>
                <a:gd name="csY6" fmla="*/ 4537753 h 4544969"/>
                <a:gd name="csX0" fmla="*/ 8594 w 4705059"/>
                <a:gd name="csY0" fmla="*/ 4122711 h 4129927"/>
                <a:gd name="csX1" fmla="*/ 1738740 w 4705059"/>
                <a:gd name="csY1" fmla="*/ 1746243 h 4129927"/>
                <a:gd name="csX2" fmla="*/ 2599988 w 4705059"/>
                <a:gd name="csY2" fmla="*/ 170366 h 4129927"/>
                <a:gd name="csX3" fmla="*/ 4446032 w 4705059"/>
                <a:gd name="csY3" fmla="*/ 89415 h 4129927"/>
                <a:gd name="csX4" fmla="*/ 4452929 w 4705059"/>
                <a:gd name="csY4" fmla="*/ 1706086 h 4129927"/>
                <a:gd name="csX5" fmla="*/ 2642912 w 4705059"/>
                <a:gd name="csY5" fmla="*/ 2537554 h 4129927"/>
                <a:gd name="csX6" fmla="*/ 8594 w 4705059"/>
                <a:gd name="csY6" fmla="*/ 4122711 h 4129927"/>
                <a:gd name="csX0" fmla="*/ 8594 w 4596663"/>
                <a:gd name="csY0" fmla="*/ 4215533 h 4224499"/>
                <a:gd name="csX1" fmla="*/ 1738740 w 4596663"/>
                <a:gd name="csY1" fmla="*/ 1839065 h 4224499"/>
                <a:gd name="csX2" fmla="*/ 2599988 w 4596663"/>
                <a:gd name="csY2" fmla="*/ 263188 h 4224499"/>
                <a:gd name="csX3" fmla="*/ 4446032 w 4596663"/>
                <a:gd name="csY3" fmla="*/ 182237 h 4224499"/>
                <a:gd name="csX4" fmla="*/ 4129398 w 4596663"/>
                <a:gd name="csY4" fmla="*/ 2079669 h 4224499"/>
                <a:gd name="csX5" fmla="*/ 2642912 w 4596663"/>
                <a:gd name="csY5" fmla="*/ 2630376 h 4224499"/>
                <a:gd name="csX6" fmla="*/ 8594 w 4596663"/>
                <a:gd name="csY6" fmla="*/ 4215533 h 4224499"/>
                <a:gd name="csX0" fmla="*/ 10635 w 4618520"/>
                <a:gd name="csY0" fmla="*/ 4140860 h 4149826"/>
                <a:gd name="csX1" fmla="*/ 1740781 w 4618520"/>
                <a:gd name="csY1" fmla="*/ 1764392 h 4149826"/>
                <a:gd name="csX2" fmla="*/ 2330962 w 4618520"/>
                <a:gd name="csY2" fmla="*/ 399085 h 4149826"/>
                <a:gd name="csX3" fmla="*/ 4448073 w 4618520"/>
                <a:gd name="csY3" fmla="*/ 107564 h 4149826"/>
                <a:gd name="csX4" fmla="*/ 4131439 w 4618520"/>
                <a:gd name="csY4" fmla="*/ 2004996 h 4149826"/>
                <a:gd name="csX5" fmla="*/ 2644953 w 4618520"/>
                <a:gd name="csY5" fmla="*/ 2555703 h 4149826"/>
                <a:gd name="csX6" fmla="*/ 10635 w 4618520"/>
                <a:gd name="csY6" fmla="*/ 4140860 h 4149826"/>
                <a:gd name="csX0" fmla="*/ 2473 w 4610358"/>
                <a:gd name="csY0" fmla="*/ 4148168 h 4152706"/>
                <a:gd name="csX1" fmla="*/ 2161081 w 4610358"/>
                <a:gd name="csY1" fmla="*/ 2013468 h 4152706"/>
                <a:gd name="csX2" fmla="*/ 2322800 w 4610358"/>
                <a:gd name="csY2" fmla="*/ 406393 h 4152706"/>
                <a:gd name="csX3" fmla="*/ 4439911 w 4610358"/>
                <a:gd name="csY3" fmla="*/ 114872 h 4152706"/>
                <a:gd name="csX4" fmla="*/ 4123277 w 4610358"/>
                <a:gd name="csY4" fmla="*/ 2012304 h 4152706"/>
                <a:gd name="csX5" fmla="*/ 2636791 w 4610358"/>
                <a:gd name="csY5" fmla="*/ 2563011 h 4152706"/>
                <a:gd name="csX6" fmla="*/ 2473 w 4610358"/>
                <a:gd name="csY6" fmla="*/ 4148168 h 4152706"/>
                <a:gd name="csX0" fmla="*/ 400 w 4608285"/>
                <a:gd name="csY0" fmla="*/ 4148168 h 4148397"/>
                <a:gd name="csX1" fmla="*/ 2159008 w 4608285"/>
                <a:gd name="csY1" fmla="*/ 2013468 h 4148397"/>
                <a:gd name="csX2" fmla="*/ 2320727 w 4608285"/>
                <a:gd name="csY2" fmla="*/ 406393 h 4148397"/>
                <a:gd name="csX3" fmla="*/ 4437838 w 4608285"/>
                <a:gd name="csY3" fmla="*/ 114872 h 4148397"/>
                <a:gd name="csX4" fmla="*/ 4121204 w 4608285"/>
                <a:gd name="csY4" fmla="*/ 2012304 h 4148397"/>
                <a:gd name="csX5" fmla="*/ 2346163 w 4608285"/>
                <a:gd name="csY5" fmla="*/ 2149669 h 4148397"/>
                <a:gd name="csX6" fmla="*/ 400 w 4608285"/>
                <a:gd name="csY6" fmla="*/ 4148168 h 4148397"/>
                <a:gd name="csX0" fmla="*/ 400 w 4547161"/>
                <a:gd name="csY0" fmla="*/ 4069645 h 4069874"/>
                <a:gd name="csX1" fmla="*/ 2159008 w 4547161"/>
                <a:gd name="csY1" fmla="*/ 1934945 h 4069874"/>
                <a:gd name="csX2" fmla="*/ 2320727 w 4547161"/>
                <a:gd name="csY2" fmla="*/ 327870 h 4069874"/>
                <a:gd name="csX3" fmla="*/ 4437838 w 4547161"/>
                <a:gd name="csY3" fmla="*/ 36349 h 4069874"/>
                <a:gd name="csX4" fmla="*/ 4121204 w 4547161"/>
                <a:gd name="csY4" fmla="*/ 1933781 h 4069874"/>
                <a:gd name="csX5" fmla="*/ 2346163 w 4547161"/>
                <a:gd name="csY5" fmla="*/ 2071146 h 4069874"/>
                <a:gd name="csX6" fmla="*/ 400 w 4547161"/>
                <a:gd name="csY6" fmla="*/ 4069645 h 4069874"/>
                <a:gd name="csX0" fmla="*/ 536 w 3991476"/>
                <a:gd name="csY0" fmla="*/ 3539321 h 3539632"/>
                <a:gd name="csX1" fmla="*/ 1603323 w 3991476"/>
                <a:gd name="csY1" fmla="*/ 1934945 h 3539632"/>
                <a:gd name="csX2" fmla="*/ 1765042 w 3991476"/>
                <a:gd name="csY2" fmla="*/ 327870 h 3539632"/>
                <a:gd name="csX3" fmla="*/ 3882153 w 3991476"/>
                <a:gd name="csY3" fmla="*/ 36349 h 3539632"/>
                <a:gd name="csX4" fmla="*/ 3565519 w 3991476"/>
                <a:gd name="csY4" fmla="*/ 1933781 h 3539632"/>
                <a:gd name="csX5" fmla="*/ 1790478 w 3991476"/>
                <a:gd name="csY5" fmla="*/ 2071146 h 3539632"/>
                <a:gd name="csX6" fmla="*/ 536 w 3991476"/>
                <a:gd name="csY6" fmla="*/ 3539321 h 3539632"/>
                <a:gd name="csX0" fmla="*/ 527 w 4017318"/>
                <a:gd name="csY0" fmla="*/ 3573908 h 3574212"/>
                <a:gd name="csX1" fmla="*/ 1629165 w 4017318"/>
                <a:gd name="csY1" fmla="*/ 1934945 h 3574212"/>
                <a:gd name="csX2" fmla="*/ 1790884 w 4017318"/>
                <a:gd name="csY2" fmla="*/ 327870 h 3574212"/>
                <a:gd name="csX3" fmla="*/ 3907995 w 4017318"/>
                <a:gd name="csY3" fmla="*/ 36349 h 3574212"/>
                <a:gd name="csX4" fmla="*/ 3591361 w 4017318"/>
                <a:gd name="csY4" fmla="*/ 1933781 h 3574212"/>
                <a:gd name="csX5" fmla="*/ 1816320 w 4017318"/>
                <a:gd name="csY5" fmla="*/ 2071146 h 3574212"/>
                <a:gd name="csX6" fmla="*/ 527 w 4017318"/>
                <a:gd name="csY6" fmla="*/ 3573908 h 3574212"/>
                <a:gd name="csX0" fmla="*/ 3641 w 4020432"/>
                <a:gd name="csY0" fmla="*/ 3573908 h 3577567"/>
                <a:gd name="csX1" fmla="*/ 1632279 w 4020432"/>
                <a:gd name="csY1" fmla="*/ 1934945 h 3577567"/>
                <a:gd name="csX2" fmla="*/ 1793998 w 4020432"/>
                <a:gd name="csY2" fmla="*/ 327870 h 3577567"/>
                <a:gd name="csX3" fmla="*/ 3911109 w 4020432"/>
                <a:gd name="csY3" fmla="*/ 36349 h 3577567"/>
                <a:gd name="csX4" fmla="*/ 3594475 w 4020432"/>
                <a:gd name="csY4" fmla="*/ 1933781 h 3577567"/>
                <a:gd name="csX5" fmla="*/ 1819434 w 4020432"/>
                <a:gd name="csY5" fmla="*/ 2071146 h 3577567"/>
                <a:gd name="csX6" fmla="*/ 3641 w 4020432"/>
                <a:gd name="csY6" fmla="*/ 3573908 h 3577567"/>
                <a:gd name="csX0" fmla="*/ 11923 w 4028714"/>
                <a:gd name="csY0" fmla="*/ 3573908 h 3583559"/>
                <a:gd name="csX1" fmla="*/ 1640561 w 4028714"/>
                <a:gd name="csY1" fmla="*/ 1934945 h 3583559"/>
                <a:gd name="csX2" fmla="*/ 1802280 w 4028714"/>
                <a:gd name="csY2" fmla="*/ 327870 h 3583559"/>
                <a:gd name="csX3" fmla="*/ 3919391 w 4028714"/>
                <a:gd name="csY3" fmla="*/ 36349 h 3583559"/>
                <a:gd name="csX4" fmla="*/ 3602757 w 4028714"/>
                <a:gd name="csY4" fmla="*/ 1933781 h 3583559"/>
                <a:gd name="csX5" fmla="*/ 1827716 w 4028714"/>
                <a:gd name="csY5" fmla="*/ 2071146 h 3583559"/>
                <a:gd name="csX6" fmla="*/ 11923 w 4028714"/>
                <a:gd name="csY6" fmla="*/ 3573908 h 3583559"/>
                <a:gd name="csX0" fmla="*/ 1130 w 4017921"/>
                <a:gd name="csY0" fmla="*/ 3573908 h 3577714"/>
                <a:gd name="csX1" fmla="*/ 1629768 w 4017921"/>
                <a:gd name="csY1" fmla="*/ 1934945 h 3577714"/>
                <a:gd name="csX2" fmla="*/ 1791487 w 4017921"/>
                <a:gd name="csY2" fmla="*/ 327870 h 3577714"/>
                <a:gd name="csX3" fmla="*/ 3908598 w 4017921"/>
                <a:gd name="csY3" fmla="*/ 36349 h 3577714"/>
                <a:gd name="csX4" fmla="*/ 3591964 w 4017921"/>
                <a:gd name="csY4" fmla="*/ 1933781 h 3577714"/>
                <a:gd name="csX5" fmla="*/ 1906115 w 4017921"/>
                <a:gd name="csY5" fmla="*/ 2373434 h 3577714"/>
                <a:gd name="csX6" fmla="*/ 1130 w 4017921"/>
                <a:gd name="csY6" fmla="*/ 3573908 h 3577714"/>
                <a:gd name="csX0" fmla="*/ 434 w 4017225"/>
                <a:gd name="csY0" fmla="*/ 3573908 h 3574428"/>
                <a:gd name="csX1" fmla="*/ 1629072 w 4017225"/>
                <a:gd name="csY1" fmla="*/ 1934945 h 3574428"/>
                <a:gd name="csX2" fmla="*/ 1790791 w 4017225"/>
                <a:gd name="csY2" fmla="*/ 327870 h 3574428"/>
                <a:gd name="csX3" fmla="*/ 3907902 w 4017225"/>
                <a:gd name="csY3" fmla="*/ 36349 h 3574428"/>
                <a:gd name="csX4" fmla="*/ 3591268 w 4017225"/>
                <a:gd name="csY4" fmla="*/ 1933781 h 3574428"/>
                <a:gd name="csX5" fmla="*/ 1798394 w 4017225"/>
                <a:gd name="csY5" fmla="*/ 2110926 h 3574428"/>
                <a:gd name="csX6" fmla="*/ 434 w 4017225"/>
                <a:gd name="csY6" fmla="*/ 3573908 h 3574428"/>
                <a:gd name="csX0" fmla="*/ 434 w 4017225"/>
                <a:gd name="csY0" fmla="*/ 3573908 h 3574310"/>
                <a:gd name="csX1" fmla="*/ 1629072 w 4017225"/>
                <a:gd name="csY1" fmla="*/ 1934945 h 3574310"/>
                <a:gd name="csX2" fmla="*/ 1790791 w 4017225"/>
                <a:gd name="csY2" fmla="*/ 327870 h 3574310"/>
                <a:gd name="csX3" fmla="*/ 3907902 w 4017225"/>
                <a:gd name="csY3" fmla="*/ 36349 h 3574310"/>
                <a:gd name="csX4" fmla="*/ 3591268 w 4017225"/>
                <a:gd name="csY4" fmla="*/ 1933781 h 3574310"/>
                <a:gd name="csX5" fmla="*/ 1798394 w 4017225"/>
                <a:gd name="csY5" fmla="*/ 2110926 h 3574310"/>
                <a:gd name="csX6" fmla="*/ 434 w 4017225"/>
                <a:gd name="csY6" fmla="*/ 3573908 h 3574310"/>
                <a:gd name="csX0" fmla="*/ 434 w 4017225"/>
                <a:gd name="csY0" fmla="*/ 3573908 h 3576627"/>
                <a:gd name="csX1" fmla="*/ 1629072 w 4017225"/>
                <a:gd name="csY1" fmla="*/ 1934945 h 3576627"/>
                <a:gd name="csX2" fmla="*/ 1790791 w 4017225"/>
                <a:gd name="csY2" fmla="*/ 327870 h 3576627"/>
                <a:gd name="csX3" fmla="*/ 3907902 w 4017225"/>
                <a:gd name="csY3" fmla="*/ 36349 h 3576627"/>
                <a:gd name="csX4" fmla="*/ 3591268 w 4017225"/>
                <a:gd name="csY4" fmla="*/ 1933781 h 3576627"/>
                <a:gd name="csX5" fmla="*/ 1798395 w 4017225"/>
                <a:gd name="csY5" fmla="*/ 2365482 h 3576627"/>
                <a:gd name="csX6" fmla="*/ 434 w 4017225"/>
                <a:gd name="csY6" fmla="*/ 3573908 h 3576627"/>
                <a:gd name="csX0" fmla="*/ 434 w 4017225"/>
                <a:gd name="csY0" fmla="*/ 3573908 h 3576355"/>
                <a:gd name="csX1" fmla="*/ 1629072 w 4017225"/>
                <a:gd name="csY1" fmla="*/ 1934945 h 3576355"/>
                <a:gd name="csX2" fmla="*/ 1790791 w 4017225"/>
                <a:gd name="csY2" fmla="*/ 327870 h 3576355"/>
                <a:gd name="csX3" fmla="*/ 3907902 w 4017225"/>
                <a:gd name="csY3" fmla="*/ 36349 h 3576355"/>
                <a:gd name="csX4" fmla="*/ 3591268 w 4017225"/>
                <a:gd name="csY4" fmla="*/ 1933781 h 3576355"/>
                <a:gd name="csX5" fmla="*/ 1798395 w 4017225"/>
                <a:gd name="csY5" fmla="*/ 2365482 h 3576355"/>
                <a:gd name="csX6" fmla="*/ 434 w 4017225"/>
                <a:gd name="csY6" fmla="*/ 3573908 h 3576355"/>
                <a:gd name="csX0" fmla="*/ 434 w 4017225"/>
                <a:gd name="csY0" fmla="*/ 3573908 h 3583502"/>
                <a:gd name="csX1" fmla="*/ 1629072 w 4017225"/>
                <a:gd name="csY1" fmla="*/ 1934945 h 3583502"/>
                <a:gd name="csX2" fmla="*/ 1790791 w 4017225"/>
                <a:gd name="csY2" fmla="*/ 327870 h 3583502"/>
                <a:gd name="csX3" fmla="*/ 3907902 w 4017225"/>
                <a:gd name="csY3" fmla="*/ 36349 h 3583502"/>
                <a:gd name="csX4" fmla="*/ 3591268 w 4017225"/>
                <a:gd name="csY4" fmla="*/ 1933781 h 3583502"/>
                <a:gd name="csX5" fmla="*/ 1798396 w 4017225"/>
                <a:gd name="csY5" fmla="*/ 2715497 h 3583502"/>
                <a:gd name="csX6" fmla="*/ 434 w 4017225"/>
                <a:gd name="csY6" fmla="*/ 3573908 h 3583502"/>
                <a:gd name="csX0" fmla="*/ 20204 w 4036995"/>
                <a:gd name="csY0" fmla="*/ 3574326 h 3583563"/>
                <a:gd name="csX1" fmla="*/ 908564 w 4036995"/>
                <a:gd name="csY1" fmla="*/ 1951275 h 3583563"/>
                <a:gd name="csX2" fmla="*/ 1810561 w 4036995"/>
                <a:gd name="csY2" fmla="*/ 328288 h 3583563"/>
                <a:gd name="csX3" fmla="*/ 3927672 w 4036995"/>
                <a:gd name="csY3" fmla="*/ 36767 h 3583563"/>
                <a:gd name="csX4" fmla="*/ 3611038 w 4036995"/>
                <a:gd name="csY4" fmla="*/ 1934199 h 3583563"/>
                <a:gd name="csX5" fmla="*/ 1818166 w 4036995"/>
                <a:gd name="csY5" fmla="*/ 2715915 h 3583563"/>
                <a:gd name="csX6" fmla="*/ 20204 w 4036995"/>
                <a:gd name="csY6" fmla="*/ 3574326 h 3583563"/>
                <a:gd name="csX0" fmla="*/ 12549 w 4029340"/>
                <a:gd name="csY0" fmla="*/ 3574326 h 3583563"/>
                <a:gd name="csX1" fmla="*/ 900909 w 4029340"/>
                <a:gd name="csY1" fmla="*/ 1951275 h 3583563"/>
                <a:gd name="csX2" fmla="*/ 1802906 w 4029340"/>
                <a:gd name="csY2" fmla="*/ 328288 h 3583563"/>
                <a:gd name="csX3" fmla="*/ 3920017 w 4029340"/>
                <a:gd name="csY3" fmla="*/ 36767 h 3583563"/>
                <a:gd name="csX4" fmla="*/ 3603383 w 4029340"/>
                <a:gd name="csY4" fmla="*/ 1934199 h 3583563"/>
                <a:gd name="csX5" fmla="*/ 1810511 w 4029340"/>
                <a:gd name="csY5" fmla="*/ 2715915 h 3583563"/>
                <a:gd name="csX6" fmla="*/ 12549 w 4029340"/>
                <a:gd name="csY6" fmla="*/ 3574326 h 3583563"/>
                <a:gd name="csX0" fmla="*/ 2018 w 4018809"/>
                <a:gd name="csY0" fmla="*/ 3573908 h 3583502"/>
                <a:gd name="csX1" fmla="*/ 1389840 w 4018809"/>
                <a:gd name="csY1" fmla="*/ 1934947 h 3583502"/>
                <a:gd name="csX2" fmla="*/ 1792375 w 4018809"/>
                <a:gd name="csY2" fmla="*/ 327870 h 3583502"/>
                <a:gd name="csX3" fmla="*/ 3909486 w 4018809"/>
                <a:gd name="csY3" fmla="*/ 36349 h 3583502"/>
                <a:gd name="csX4" fmla="*/ 3592852 w 4018809"/>
                <a:gd name="csY4" fmla="*/ 1933781 h 3583502"/>
                <a:gd name="csX5" fmla="*/ 1799980 w 4018809"/>
                <a:gd name="csY5" fmla="*/ 2715497 h 3583502"/>
                <a:gd name="csX6" fmla="*/ 2018 w 4018809"/>
                <a:gd name="csY6" fmla="*/ 3573908 h 3583502"/>
                <a:gd name="csX0" fmla="*/ 2018 w 4018809"/>
                <a:gd name="csY0" fmla="*/ 3573908 h 3575401"/>
                <a:gd name="csX1" fmla="*/ 1389840 w 4018809"/>
                <a:gd name="csY1" fmla="*/ 1934947 h 3575401"/>
                <a:gd name="csX2" fmla="*/ 1792375 w 4018809"/>
                <a:gd name="csY2" fmla="*/ 327870 h 3575401"/>
                <a:gd name="csX3" fmla="*/ 3909486 w 4018809"/>
                <a:gd name="csY3" fmla="*/ 36349 h 3575401"/>
                <a:gd name="csX4" fmla="*/ 3592852 w 4018809"/>
                <a:gd name="csY4" fmla="*/ 1933781 h 3575401"/>
                <a:gd name="csX5" fmla="*/ 1799983 w 4018809"/>
                <a:gd name="csY5" fmla="*/ 2277981 h 3575401"/>
                <a:gd name="csX6" fmla="*/ 2018 w 4018809"/>
                <a:gd name="csY6" fmla="*/ 3573908 h 3575401"/>
                <a:gd name="csX0" fmla="*/ 2279 w 4019070"/>
                <a:gd name="csY0" fmla="*/ 3573908 h 3576883"/>
                <a:gd name="csX1" fmla="*/ 1390101 w 4019070"/>
                <a:gd name="csY1" fmla="*/ 1934947 h 3576883"/>
                <a:gd name="csX2" fmla="*/ 1792636 w 4019070"/>
                <a:gd name="csY2" fmla="*/ 327870 h 3576883"/>
                <a:gd name="csX3" fmla="*/ 3909747 w 4019070"/>
                <a:gd name="csY3" fmla="*/ 36349 h 3576883"/>
                <a:gd name="csX4" fmla="*/ 3593113 w 4019070"/>
                <a:gd name="csY4" fmla="*/ 1933781 h 3576883"/>
                <a:gd name="csX5" fmla="*/ 1827004 w 4019070"/>
                <a:gd name="csY5" fmla="*/ 2405261 h 3576883"/>
                <a:gd name="csX6" fmla="*/ 2279 w 4019070"/>
                <a:gd name="csY6" fmla="*/ 3573908 h 3576883"/>
                <a:gd name="csX0" fmla="*/ 3304 w 4020095"/>
                <a:gd name="csY0" fmla="*/ 3573700 h 3576772"/>
                <a:gd name="csX1" fmla="*/ 1310858 w 4020095"/>
                <a:gd name="csY1" fmla="*/ 1926786 h 3576772"/>
                <a:gd name="csX2" fmla="*/ 1793661 w 4020095"/>
                <a:gd name="csY2" fmla="*/ 327662 h 3576772"/>
                <a:gd name="csX3" fmla="*/ 3910772 w 4020095"/>
                <a:gd name="csY3" fmla="*/ 36141 h 3576772"/>
                <a:gd name="csX4" fmla="*/ 3594138 w 4020095"/>
                <a:gd name="csY4" fmla="*/ 1933573 h 3576772"/>
                <a:gd name="csX5" fmla="*/ 1828029 w 4020095"/>
                <a:gd name="csY5" fmla="*/ 2405053 h 3576772"/>
                <a:gd name="csX6" fmla="*/ 3304 w 4020095"/>
                <a:gd name="csY6" fmla="*/ 3573700 h 3576772"/>
                <a:gd name="csX0" fmla="*/ 3254 w 4020045"/>
                <a:gd name="csY0" fmla="*/ 3573700 h 3576772"/>
                <a:gd name="csX1" fmla="*/ 1310808 w 4020045"/>
                <a:gd name="csY1" fmla="*/ 1926786 h 3576772"/>
                <a:gd name="csX2" fmla="*/ 1793611 w 4020045"/>
                <a:gd name="csY2" fmla="*/ 327662 h 3576772"/>
                <a:gd name="csX3" fmla="*/ 3910722 w 4020045"/>
                <a:gd name="csY3" fmla="*/ 36141 h 3576772"/>
                <a:gd name="csX4" fmla="*/ 3594088 w 4020045"/>
                <a:gd name="csY4" fmla="*/ 1933573 h 3576772"/>
                <a:gd name="csX5" fmla="*/ 1827979 w 4020045"/>
                <a:gd name="csY5" fmla="*/ 2405053 h 3576772"/>
                <a:gd name="csX6" fmla="*/ 3254 w 4020045"/>
                <a:gd name="csY6" fmla="*/ 3573700 h 35767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020045" h="3576772">
                  <a:moveTo>
                    <a:pt x="3254" y="3573700"/>
                  </a:moveTo>
                  <a:cubicBezTo>
                    <a:pt x="-82941" y="3493989"/>
                    <a:pt x="1574310" y="2340515"/>
                    <a:pt x="1310808" y="1926786"/>
                  </a:cubicBezTo>
                  <a:cubicBezTo>
                    <a:pt x="1047306" y="1513057"/>
                    <a:pt x="1360292" y="642769"/>
                    <a:pt x="1793611" y="327662"/>
                  </a:cubicBezTo>
                  <a:cubicBezTo>
                    <a:pt x="2226930" y="12555"/>
                    <a:pt x="3750548" y="-52136"/>
                    <a:pt x="3910722" y="36141"/>
                  </a:cubicBezTo>
                  <a:cubicBezTo>
                    <a:pt x="4070896" y="124418"/>
                    <a:pt x="4120351" y="1358027"/>
                    <a:pt x="3594088" y="1933573"/>
                  </a:cubicBezTo>
                  <a:cubicBezTo>
                    <a:pt x="3171099" y="2391895"/>
                    <a:pt x="2301583" y="2656718"/>
                    <a:pt x="1827979" y="2405053"/>
                  </a:cubicBezTo>
                  <a:cubicBezTo>
                    <a:pt x="1354375" y="2153388"/>
                    <a:pt x="89449" y="3653411"/>
                    <a:pt x="3254" y="3573700"/>
                  </a:cubicBez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6" name="Freeform 1015">
              <a:extLst>
                <a:ext uri="{FF2B5EF4-FFF2-40B4-BE49-F238E27FC236}">
                  <a16:creationId xmlns:a16="http://schemas.microsoft.com/office/drawing/2014/main" id="{9598B737-79ED-8827-CBDD-293601A79444}"/>
                </a:ext>
              </a:extLst>
            </p:cNvPr>
            <p:cNvSpPr/>
            <p:nvPr userDrawn="1"/>
          </p:nvSpPr>
          <p:spPr>
            <a:xfrm rot="16200000">
              <a:off x="5861069" y="902421"/>
              <a:ext cx="2615869" cy="2682270"/>
            </a:xfrm>
            <a:custGeom>
              <a:avLst/>
              <a:gdLst>
                <a:gd name="csX0" fmla="*/ 1893 w 3484511"/>
                <a:gd name="csY0" fmla="*/ 3509215 h 3511799"/>
                <a:gd name="csX1" fmla="*/ 1514170 w 3484511"/>
                <a:gd name="csY1" fmla="*/ 1703861 h 3511799"/>
                <a:gd name="csX2" fmla="*/ 2029985 w 3484511"/>
                <a:gd name="csY2" fmla="*/ 226753 h 3511799"/>
                <a:gd name="csX3" fmla="*/ 3378139 w 3484511"/>
                <a:gd name="csY3" fmla="*/ 144692 h 3511799"/>
                <a:gd name="csX4" fmla="*/ 3225739 w 3484511"/>
                <a:gd name="csY4" fmla="*/ 1586630 h 3511799"/>
                <a:gd name="csX5" fmla="*/ 1854139 w 3484511"/>
                <a:gd name="csY5" fmla="*/ 2090723 h 3511799"/>
                <a:gd name="csX6" fmla="*/ 1893 w 3484511"/>
                <a:gd name="csY6" fmla="*/ 3509215 h 3511799"/>
                <a:gd name="csX0" fmla="*/ 1352 w 4094215"/>
                <a:gd name="csY0" fmla="*/ 4103738 h 4105568"/>
                <a:gd name="csX1" fmla="*/ 2123874 w 4094215"/>
                <a:gd name="csY1" fmla="*/ 1703861 h 4105568"/>
                <a:gd name="csX2" fmla="*/ 2639689 w 4094215"/>
                <a:gd name="csY2" fmla="*/ 226753 h 4105568"/>
                <a:gd name="csX3" fmla="*/ 3987843 w 4094215"/>
                <a:gd name="csY3" fmla="*/ 144692 h 4105568"/>
                <a:gd name="csX4" fmla="*/ 3835443 w 4094215"/>
                <a:gd name="csY4" fmla="*/ 1586630 h 4105568"/>
                <a:gd name="csX5" fmla="*/ 2463843 w 4094215"/>
                <a:gd name="csY5" fmla="*/ 2090723 h 4105568"/>
                <a:gd name="csX6" fmla="*/ 1352 w 4094215"/>
                <a:gd name="csY6" fmla="*/ 4103738 h 4105568"/>
                <a:gd name="csX0" fmla="*/ 1978 w 4094841"/>
                <a:gd name="csY0" fmla="*/ 4101966 h 4104114"/>
                <a:gd name="csX1" fmla="*/ 2058783 w 4094841"/>
                <a:gd name="csY1" fmla="*/ 1668597 h 4104114"/>
                <a:gd name="csX2" fmla="*/ 2640315 w 4094841"/>
                <a:gd name="csY2" fmla="*/ 224981 h 4104114"/>
                <a:gd name="csX3" fmla="*/ 3988469 w 4094841"/>
                <a:gd name="csY3" fmla="*/ 142920 h 4104114"/>
                <a:gd name="csX4" fmla="*/ 3836069 w 4094841"/>
                <a:gd name="csY4" fmla="*/ 1584858 h 4104114"/>
                <a:gd name="csX5" fmla="*/ 2464469 w 4094841"/>
                <a:gd name="csY5" fmla="*/ 2088951 h 4104114"/>
                <a:gd name="csX6" fmla="*/ 1978 w 4094841"/>
                <a:gd name="csY6" fmla="*/ 4101966 h 4104114"/>
                <a:gd name="csX0" fmla="*/ 1943 w 4132359"/>
                <a:gd name="csY0" fmla="*/ 3750277 h 3752868"/>
                <a:gd name="csX1" fmla="*/ 2096301 w 4132359"/>
                <a:gd name="csY1" fmla="*/ 1668597 h 3752868"/>
                <a:gd name="csX2" fmla="*/ 2677833 w 4132359"/>
                <a:gd name="csY2" fmla="*/ 224981 h 3752868"/>
                <a:gd name="csX3" fmla="*/ 4025987 w 4132359"/>
                <a:gd name="csY3" fmla="*/ 142920 h 3752868"/>
                <a:gd name="csX4" fmla="*/ 3873587 w 4132359"/>
                <a:gd name="csY4" fmla="*/ 1584858 h 3752868"/>
                <a:gd name="csX5" fmla="*/ 2501987 w 4132359"/>
                <a:gd name="csY5" fmla="*/ 2088951 h 3752868"/>
                <a:gd name="csX6" fmla="*/ 1943 w 4132359"/>
                <a:gd name="csY6" fmla="*/ 3750277 h 3752868"/>
                <a:gd name="csX0" fmla="*/ 7123 w 4137539"/>
                <a:gd name="csY0" fmla="*/ 3776554 h 3776601"/>
                <a:gd name="csX1" fmla="*/ 1782278 w 4137539"/>
                <a:gd name="csY1" fmla="*/ 2163796 h 3776601"/>
                <a:gd name="csX2" fmla="*/ 2683013 w 4137539"/>
                <a:gd name="csY2" fmla="*/ 251258 h 3776601"/>
                <a:gd name="csX3" fmla="*/ 4031167 w 4137539"/>
                <a:gd name="csY3" fmla="*/ 169197 h 3776601"/>
                <a:gd name="csX4" fmla="*/ 3878767 w 4137539"/>
                <a:gd name="csY4" fmla="*/ 1611135 h 3776601"/>
                <a:gd name="csX5" fmla="*/ 2507167 w 4137539"/>
                <a:gd name="csY5" fmla="*/ 2115228 h 3776601"/>
                <a:gd name="csX6" fmla="*/ 7123 w 4137539"/>
                <a:gd name="csY6" fmla="*/ 3776554 h 3776601"/>
                <a:gd name="csX0" fmla="*/ 25 w 4130441"/>
                <a:gd name="csY0" fmla="*/ 3776554 h 3776586"/>
                <a:gd name="csX1" fmla="*/ 1775180 w 4130441"/>
                <a:gd name="csY1" fmla="*/ 2163796 h 3776586"/>
                <a:gd name="csX2" fmla="*/ 2675915 w 4130441"/>
                <a:gd name="csY2" fmla="*/ 251258 h 3776586"/>
                <a:gd name="csX3" fmla="*/ 4024069 w 4130441"/>
                <a:gd name="csY3" fmla="*/ 169197 h 3776586"/>
                <a:gd name="csX4" fmla="*/ 3871669 w 4130441"/>
                <a:gd name="csY4" fmla="*/ 1611135 h 3776586"/>
                <a:gd name="csX5" fmla="*/ 1814719 w 4130441"/>
                <a:gd name="csY5" fmla="*/ 2207339 h 3776586"/>
                <a:gd name="csX6" fmla="*/ 25 w 4130441"/>
                <a:gd name="csY6" fmla="*/ 3776554 h 3776586"/>
                <a:gd name="csX0" fmla="*/ 25 w 4130441"/>
                <a:gd name="csY0" fmla="*/ 3776554 h 3776589"/>
                <a:gd name="csX1" fmla="*/ 1775180 w 4130441"/>
                <a:gd name="csY1" fmla="*/ 2163796 h 3776589"/>
                <a:gd name="csX2" fmla="*/ 2675915 w 4130441"/>
                <a:gd name="csY2" fmla="*/ 251258 h 3776589"/>
                <a:gd name="csX3" fmla="*/ 4024069 w 4130441"/>
                <a:gd name="csY3" fmla="*/ 169197 h 3776589"/>
                <a:gd name="csX4" fmla="*/ 3871669 w 4130441"/>
                <a:gd name="csY4" fmla="*/ 1611135 h 3776589"/>
                <a:gd name="csX5" fmla="*/ 1814719 w 4130441"/>
                <a:gd name="csY5" fmla="*/ 2207339 h 3776589"/>
                <a:gd name="csX6" fmla="*/ 25 w 4130441"/>
                <a:gd name="csY6" fmla="*/ 3776554 h 3776589"/>
                <a:gd name="csX0" fmla="*/ 25 w 3957457"/>
                <a:gd name="csY0" fmla="*/ 3611866 h 3611901"/>
                <a:gd name="csX1" fmla="*/ 1775180 w 3957457"/>
                <a:gd name="csY1" fmla="*/ 1999108 h 3611901"/>
                <a:gd name="csX2" fmla="*/ 2675915 w 3957457"/>
                <a:gd name="csY2" fmla="*/ 86570 h 3611901"/>
                <a:gd name="csX3" fmla="*/ 3554650 w 3957457"/>
                <a:gd name="csY3" fmla="*/ 439934 h 3611901"/>
                <a:gd name="csX4" fmla="*/ 3871669 w 3957457"/>
                <a:gd name="csY4" fmla="*/ 1446447 h 3611901"/>
                <a:gd name="csX5" fmla="*/ 1814719 w 3957457"/>
                <a:gd name="csY5" fmla="*/ 2042651 h 3611901"/>
                <a:gd name="csX6" fmla="*/ 25 w 3957457"/>
                <a:gd name="csY6" fmla="*/ 3611866 h 3611901"/>
                <a:gd name="csX0" fmla="*/ 25 w 3957253"/>
                <a:gd name="csY0" fmla="*/ 3368639 h 3368674"/>
                <a:gd name="csX1" fmla="*/ 1775180 w 3957253"/>
                <a:gd name="csY1" fmla="*/ 1755881 h 3368674"/>
                <a:gd name="csX2" fmla="*/ 2685304 w 3957253"/>
                <a:gd name="csY2" fmla="*/ 144791 h 3368674"/>
                <a:gd name="csX3" fmla="*/ 3554650 w 3957253"/>
                <a:gd name="csY3" fmla="*/ 196707 h 3368674"/>
                <a:gd name="csX4" fmla="*/ 3871669 w 3957253"/>
                <a:gd name="csY4" fmla="*/ 1203220 h 3368674"/>
                <a:gd name="csX5" fmla="*/ 1814719 w 3957253"/>
                <a:gd name="csY5" fmla="*/ 1799424 h 3368674"/>
                <a:gd name="csX6" fmla="*/ 25 w 3957253"/>
                <a:gd name="csY6" fmla="*/ 3368639 h 3368674"/>
                <a:gd name="csX0" fmla="*/ 25 w 3705517"/>
                <a:gd name="csY0" fmla="*/ 3358570 h 3358603"/>
                <a:gd name="csX1" fmla="*/ 1775180 w 3705517"/>
                <a:gd name="csY1" fmla="*/ 1745812 h 3358603"/>
                <a:gd name="csX2" fmla="*/ 2685304 w 3705517"/>
                <a:gd name="csY2" fmla="*/ 134722 h 3358603"/>
                <a:gd name="csX3" fmla="*/ 3554650 w 3705517"/>
                <a:gd name="csY3" fmla="*/ 186638 h 3358603"/>
                <a:gd name="csX4" fmla="*/ 3552464 w 3705517"/>
                <a:gd name="csY4" fmla="*/ 975438 h 3358603"/>
                <a:gd name="csX5" fmla="*/ 1814719 w 3705517"/>
                <a:gd name="csY5" fmla="*/ 1789355 h 3358603"/>
                <a:gd name="csX6" fmla="*/ 25 w 3705517"/>
                <a:gd name="csY6" fmla="*/ 3358570 h 3358603"/>
                <a:gd name="csX0" fmla="*/ 2290 w 3707782"/>
                <a:gd name="csY0" fmla="*/ 3305196 h 3314287"/>
                <a:gd name="csX1" fmla="*/ 2199921 w 3707782"/>
                <a:gd name="csY1" fmla="*/ 955568 h 3314287"/>
                <a:gd name="csX2" fmla="*/ 2687569 w 3707782"/>
                <a:gd name="csY2" fmla="*/ 81348 h 3314287"/>
                <a:gd name="csX3" fmla="*/ 3556915 w 3707782"/>
                <a:gd name="csY3" fmla="*/ 133264 h 3314287"/>
                <a:gd name="csX4" fmla="*/ 3554729 w 3707782"/>
                <a:gd name="csY4" fmla="*/ 922064 h 3314287"/>
                <a:gd name="csX5" fmla="*/ 1816984 w 3707782"/>
                <a:gd name="csY5" fmla="*/ 1735981 h 3314287"/>
                <a:gd name="csX6" fmla="*/ 2290 w 3707782"/>
                <a:gd name="csY6" fmla="*/ 3305196 h 3314287"/>
                <a:gd name="csX0" fmla="*/ 377 w 3705869"/>
                <a:gd name="csY0" fmla="*/ 3305196 h 3313168"/>
                <a:gd name="csX1" fmla="*/ 2198008 w 3705869"/>
                <a:gd name="csY1" fmla="*/ 955568 h 3313168"/>
                <a:gd name="csX2" fmla="*/ 2685656 w 3705869"/>
                <a:gd name="csY2" fmla="*/ 81348 h 3313168"/>
                <a:gd name="csX3" fmla="*/ 3555002 w 3705869"/>
                <a:gd name="csY3" fmla="*/ 133264 h 3313168"/>
                <a:gd name="csX4" fmla="*/ 3552816 w 3705869"/>
                <a:gd name="csY4" fmla="*/ 922064 h 3313168"/>
                <a:gd name="csX5" fmla="*/ 2378375 w 3705869"/>
                <a:gd name="csY5" fmla="*/ 1694113 h 3313168"/>
                <a:gd name="csX6" fmla="*/ 377 w 3705869"/>
                <a:gd name="csY6" fmla="*/ 3305196 h 3313168"/>
                <a:gd name="csX0" fmla="*/ 377 w 3705869"/>
                <a:gd name="csY0" fmla="*/ 3305196 h 3311216"/>
                <a:gd name="csX1" fmla="*/ 2198008 w 3705869"/>
                <a:gd name="csY1" fmla="*/ 955568 h 3311216"/>
                <a:gd name="csX2" fmla="*/ 2685656 w 3705869"/>
                <a:gd name="csY2" fmla="*/ 81348 h 3311216"/>
                <a:gd name="csX3" fmla="*/ 3555002 w 3705869"/>
                <a:gd name="csY3" fmla="*/ 133264 h 3311216"/>
                <a:gd name="csX4" fmla="*/ 3552816 w 3705869"/>
                <a:gd name="csY4" fmla="*/ 922064 h 3311216"/>
                <a:gd name="csX5" fmla="*/ 2378375 w 3705869"/>
                <a:gd name="csY5" fmla="*/ 1694113 h 3311216"/>
                <a:gd name="csX6" fmla="*/ 377 w 3705869"/>
                <a:gd name="csY6" fmla="*/ 3305196 h 3311216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31250"/>
                <a:gd name="csY0" fmla="*/ 3306034 h 3313991"/>
                <a:gd name="csX1" fmla="*/ 2198008 w 4431250"/>
                <a:gd name="csY1" fmla="*/ 956406 h 3313991"/>
                <a:gd name="csX2" fmla="*/ 2685656 w 4431250"/>
                <a:gd name="csY2" fmla="*/ 82186 h 3313991"/>
                <a:gd name="csX3" fmla="*/ 3555002 w 4431250"/>
                <a:gd name="csY3" fmla="*/ 134102 h 3313991"/>
                <a:gd name="csX4" fmla="*/ 4425936 w 4431250"/>
                <a:gd name="csY4" fmla="*/ 939649 h 3313991"/>
                <a:gd name="csX5" fmla="*/ 2378375 w 4431250"/>
                <a:gd name="csY5" fmla="*/ 1694951 h 3313991"/>
                <a:gd name="csX6" fmla="*/ 377 w 4431250"/>
                <a:gd name="csY6" fmla="*/ 3306034 h 3313991"/>
                <a:gd name="csX0" fmla="*/ 377 w 4425936"/>
                <a:gd name="csY0" fmla="*/ 3306034 h 3313991"/>
                <a:gd name="csX1" fmla="*/ 2198008 w 4425936"/>
                <a:gd name="csY1" fmla="*/ 956406 h 3313991"/>
                <a:gd name="csX2" fmla="*/ 2685656 w 4425936"/>
                <a:gd name="csY2" fmla="*/ 82186 h 3313991"/>
                <a:gd name="csX3" fmla="*/ 3555002 w 4425936"/>
                <a:gd name="csY3" fmla="*/ 134102 h 3313991"/>
                <a:gd name="csX4" fmla="*/ 4425936 w 4425936"/>
                <a:gd name="csY4" fmla="*/ 939649 h 3313991"/>
                <a:gd name="csX5" fmla="*/ 2378375 w 4425936"/>
                <a:gd name="csY5" fmla="*/ 1694951 h 3313991"/>
                <a:gd name="csX6" fmla="*/ 377 w 4425936"/>
                <a:gd name="csY6" fmla="*/ 3306034 h 3313991"/>
                <a:gd name="csX0" fmla="*/ 377 w 4472878"/>
                <a:gd name="csY0" fmla="*/ 3303952 h 3311947"/>
                <a:gd name="csX1" fmla="*/ 2198008 w 4472878"/>
                <a:gd name="csY1" fmla="*/ 954324 h 3311947"/>
                <a:gd name="csX2" fmla="*/ 2685656 w 4472878"/>
                <a:gd name="csY2" fmla="*/ 80104 h 3311947"/>
                <a:gd name="csX3" fmla="*/ 3555002 w 4472878"/>
                <a:gd name="csY3" fmla="*/ 132020 h 3311947"/>
                <a:gd name="csX4" fmla="*/ 4472878 w 4472878"/>
                <a:gd name="csY4" fmla="*/ 895700 h 3311947"/>
                <a:gd name="csX5" fmla="*/ 2378375 w 4472878"/>
                <a:gd name="csY5" fmla="*/ 1692869 h 3311947"/>
                <a:gd name="csX6" fmla="*/ 377 w 4472878"/>
                <a:gd name="csY6" fmla="*/ 3303952 h 3311947"/>
                <a:gd name="csX0" fmla="*/ 377 w 4472878"/>
                <a:gd name="csY0" fmla="*/ 3489034 h 3497029"/>
                <a:gd name="csX1" fmla="*/ 2198008 w 4472878"/>
                <a:gd name="csY1" fmla="*/ 1139406 h 3497029"/>
                <a:gd name="csX2" fmla="*/ 2685656 w 4472878"/>
                <a:gd name="csY2" fmla="*/ 265186 h 3497029"/>
                <a:gd name="csX3" fmla="*/ 3742770 w 4472878"/>
                <a:gd name="csY3" fmla="*/ 49148 h 3497029"/>
                <a:gd name="csX4" fmla="*/ 4472878 w 4472878"/>
                <a:gd name="csY4" fmla="*/ 1080782 h 3497029"/>
                <a:gd name="csX5" fmla="*/ 2378375 w 4472878"/>
                <a:gd name="csY5" fmla="*/ 1877951 h 3497029"/>
                <a:gd name="csX6" fmla="*/ 377 w 4472878"/>
                <a:gd name="csY6" fmla="*/ 3489034 h 3497029"/>
                <a:gd name="csX0" fmla="*/ 377 w 4482266"/>
                <a:gd name="csY0" fmla="*/ 3489034 h 3497029"/>
                <a:gd name="csX1" fmla="*/ 2198008 w 4482266"/>
                <a:gd name="csY1" fmla="*/ 1139406 h 3497029"/>
                <a:gd name="csX2" fmla="*/ 2685656 w 4482266"/>
                <a:gd name="csY2" fmla="*/ 265186 h 3497029"/>
                <a:gd name="csX3" fmla="*/ 3742770 w 4482266"/>
                <a:gd name="csY3" fmla="*/ 49148 h 3497029"/>
                <a:gd name="csX4" fmla="*/ 4482266 w 4482266"/>
                <a:gd name="csY4" fmla="*/ 1080782 h 3497029"/>
                <a:gd name="csX5" fmla="*/ 2378375 w 4482266"/>
                <a:gd name="csY5" fmla="*/ 1877951 h 3497029"/>
                <a:gd name="csX6" fmla="*/ 377 w 4482266"/>
                <a:gd name="csY6" fmla="*/ 3489034 h 3497029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10188 w 4492077"/>
                <a:gd name="csY0" fmla="*/ 3488052 h 3497366"/>
                <a:gd name="csX1" fmla="*/ 1804118 w 4492077"/>
                <a:gd name="csY1" fmla="*/ 1096559 h 3497366"/>
                <a:gd name="csX2" fmla="*/ 2695467 w 4492077"/>
                <a:gd name="csY2" fmla="*/ 264204 h 3497366"/>
                <a:gd name="csX3" fmla="*/ 3752581 w 4492077"/>
                <a:gd name="csY3" fmla="*/ 48166 h 3497366"/>
                <a:gd name="csX4" fmla="*/ 4492077 w 4492077"/>
                <a:gd name="csY4" fmla="*/ 1079800 h 3497366"/>
                <a:gd name="csX5" fmla="*/ 2688616 w 4492077"/>
                <a:gd name="csY5" fmla="*/ 1893718 h 3497366"/>
                <a:gd name="csX6" fmla="*/ 10188 w 4492077"/>
                <a:gd name="csY6" fmla="*/ 3488052 h 3497366"/>
                <a:gd name="csX0" fmla="*/ 10188 w 4492077"/>
                <a:gd name="csY0" fmla="*/ 3488052 h 3500595"/>
                <a:gd name="csX1" fmla="*/ 1804118 w 4492077"/>
                <a:gd name="csY1" fmla="*/ 1096559 h 3500595"/>
                <a:gd name="csX2" fmla="*/ 2695467 w 4492077"/>
                <a:gd name="csY2" fmla="*/ 264204 h 3500595"/>
                <a:gd name="csX3" fmla="*/ 3752581 w 4492077"/>
                <a:gd name="csY3" fmla="*/ 48166 h 3500595"/>
                <a:gd name="csX4" fmla="*/ 4492077 w 4492077"/>
                <a:gd name="csY4" fmla="*/ 1079800 h 3500595"/>
                <a:gd name="csX5" fmla="*/ 2688616 w 4492077"/>
                <a:gd name="csY5" fmla="*/ 1893718 h 3500595"/>
                <a:gd name="csX6" fmla="*/ 10188 w 4492077"/>
                <a:gd name="csY6" fmla="*/ 3488052 h 3500595"/>
                <a:gd name="csX0" fmla="*/ 10188 w 4492077"/>
                <a:gd name="csY0" fmla="*/ 3488052 h 3500888"/>
                <a:gd name="csX1" fmla="*/ 1804118 w 4492077"/>
                <a:gd name="csY1" fmla="*/ 1096559 h 3500888"/>
                <a:gd name="csX2" fmla="*/ 2695467 w 4492077"/>
                <a:gd name="csY2" fmla="*/ 264204 h 3500888"/>
                <a:gd name="csX3" fmla="*/ 3752581 w 4492077"/>
                <a:gd name="csY3" fmla="*/ 48166 h 3500888"/>
                <a:gd name="csX4" fmla="*/ 4492077 w 4492077"/>
                <a:gd name="csY4" fmla="*/ 1079800 h 3500888"/>
                <a:gd name="csX5" fmla="*/ 2688616 w 4492077"/>
                <a:gd name="csY5" fmla="*/ 1893718 h 3500888"/>
                <a:gd name="csX6" fmla="*/ 10188 w 4492077"/>
                <a:gd name="csY6" fmla="*/ 3488052 h 3500888"/>
                <a:gd name="csX0" fmla="*/ 27731 w 3289130"/>
                <a:gd name="csY0" fmla="*/ 2449732 h 2473361"/>
                <a:gd name="csX1" fmla="*/ 601171 w 3289130"/>
                <a:gd name="csY1" fmla="*/ 1096559 h 2473361"/>
                <a:gd name="csX2" fmla="*/ 1492520 w 3289130"/>
                <a:gd name="csY2" fmla="*/ 264204 h 2473361"/>
                <a:gd name="csX3" fmla="*/ 2549634 w 3289130"/>
                <a:gd name="csY3" fmla="*/ 48166 h 2473361"/>
                <a:gd name="csX4" fmla="*/ 3289130 w 3289130"/>
                <a:gd name="csY4" fmla="*/ 1079800 h 2473361"/>
                <a:gd name="csX5" fmla="*/ 1485669 w 3289130"/>
                <a:gd name="csY5" fmla="*/ 1893718 h 2473361"/>
                <a:gd name="csX6" fmla="*/ 27731 w 3289130"/>
                <a:gd name="csY6" fmla="*/ 2449732 h 2473361"/>
                <a:gd name="csX0" fmla="*/ 367 w 3261766"/>
                <a:gd name="csY0" fmla="*/ 2449732 h 2449966"/>
                <a:gd name="csX1" fmla="*/ 573807 w 3261766"/>
                <a:gd name="csY1" fmla="*/ 1096559 h 2449966"/>
                <a:gd name="csX2" fmla="*/ 1465156 w 3261766"/>
                <a:gd name="csY2" fmla="*/ 264204 h 2449966"/>
                <a:gd name="csX3" fmla="*/ 2522270 w 3261766"/>
                <a:gd name="csY3" fmla="*/ 48166 h 2449966"/>
                <a:gd name="csX4" fmla="*/ 3261766 w 3261766"/>
                <a:gd name="csY4" fmla="*/ 1079800 h 2449966"/>
                <a:gd name="csX5" fmla="*/ 1458305 w 3261766"/>
                <a:gd name="csY5" fmla="*/ 1893718 h 2449966"/>
                <a:gd name="csX6" fmla="*/ 367 w 3261766"/>
                <a:gd name="csY6" fmla="*/ 2449732 h 2449966"/>
                <a:gd name="csX0" fmla="*/ 62959 w 3324358"/>
                <a:gd name="csY0" fmla="*/ 2449732 h 2487147"/>
                <a:gd name="csX1" fmla="*/ 636399 w 3324358"/>
                <a:gd name="csY1" fmla="*/ 1096559 h 2487147"/>
                <a:gd name="csX2" fmla="*/ 1527748 w 3324358"/>
                <a:gd name="csY2" fmla="*/ 264204 h 2487147"/>
                <a:gd name="csX3" fmla="*/ 2584862 w 3324358"/>
                <a:gd name="csY3" fmla="*/ 48166 h 2487147"/>
                <a:gd name="csX4" fmla="*/ 3324358 w 3324358"/>
                <a:gd name="csY4" fmla="*/ 1079800 h 2487147"/>
                <a:gd name="csX5" fmla="*/ 1520897 w 3324358"/>
                <a:gd name="csY5" fmla="*/ 1893718 h 2487147"/>
                <a:gd name="csX6" fmla="*/ 62959 w 3324358"/>
                <a:gd name="csY6" fmla="*/ 2449732 h 2487147"/>
                <a:gd name="csX0" fmla="*/ 38478 w 4482813"/>
                <a:gd name="csY0" fmla="*/ 3496425 h 3519813"/>
                <a:gd name="csX1" fmla="*/ 1794854 w 4482813"/>
                <a:gd name="csY1" fmla="*/ 1096559 h 3519813"/>
                <a:gd name="csX2" fmla="*/ 2686203 w 4482813"/>
                <a:gd name="csY2" fmla="*/ 264204 h 3519813"/>
                <a:gd name="csX3" fmla="*/ 3743317 w 4482813"/>
                <a:gd name="csY3" fmla="*/ 48166 h 3519813"/>
                <a:gd name="csX4" fmla="*/ 4482813 w 4482813"/>
                <a:gd name="csY4" fmla="*/ 1079800 h 3519813"/>
                <a:gd name="csX5" fmla="*/ 2679352 w 4482813"/>
                <a:gd name="csY5" fmla="*/ 1893718 h 3519813"/>
                <a:gd name="csX6" fmla="*/ 38478 w 4482813"/>
                <a:gd name="csY6" fmla="*/ 3496425 h 3519813"/>
                <a:gd name="csX0" fmla="*/ 9071 w 4453406"/>
                <a:gd name="csY0" fmla="*/ 3496425 h 3510301"/>
                <a:gd name="csX1" fmla="*/ 1765447 w 4453406"/>
                <a:gd name="csY1" fmla="*/ 1096559 h 3510301"/>
                <a:gd name="csX2" fmla="*/ 2656796 w 4453406"/>
                <a:gd name="csY2" fmla="*/ 264204 h 3510301"/>
                <a:gd name="csX3" fmla="*/ 3713910 w 4453406"/>
                <a:gd name="csY3" fmla="*/ 48166 h 3510301"/>
                <a:gd name="csX4" fmla="*/ 4453406 w 4453406"/>
                <a:gd name="csY4" fmla="*/ 1079800 h 3510301"/>
                <a:gd name="csX5" fmla="*/ 2649945 w 4453406"/>
                <a:gd name="csY5" fmla="*/ 1893718 h 3510301"/>
                <a:gd name="csX6" fmla="*/ 9071 w 4453406"/>
                <a:gd name="csY6" fmla="*/ 3496425 h 3510301"/>
                <a:gd name="csX0" fmla="*/ 9071 w 4453406"/>
                <a:gd name="csY0" fmla="*/ 3496425 h 3512169"/>
                <a:gd name="csX1" fmla="*/ 1765447 w 4453406"/>
                <a:gd name="csY1" fmla="*/ 1096559 h 3512169"/>
                <a:gd name="csX2" fmla="*/ 2656796 w 4453406"/>
                <a:gd name="csY2" fmla="*/ 264204 h 3512169"/>
                <a:gd name="csX3" fmla="*/ 3713910 w 4453406"/>
                <a:gd name="csY3" fmla="*/ 48166 h 3512169"/>
                <a:gd name="csX4" fmla="*/ 4453406 w 4453406"/>
                <a:gd name="csY4" fmla="*/ 1079800 h 3512169"/>
                <a:gd name="csX5" fmla="*/ 2649945 w 4453406"/>
                <a:gd name="csY5" fmla="*/ 1893718 h 3512169"/>
                <a:gd name="csX6" fmla="*/ 9071 w 4453406"/>
                <a:gd name="csY6" fmla="*/ 3496425 h 3512169"/>
                <a:gd name="csX0" fmla="*/ 9640 w 4453975"/>
                <a:gd name="csY0" fmla="*/ 3496425 h 3512169"/>
                <a:gd name="csX1" fmla="*/ 1766016 w 4453975"/>
                <a:gd name="csY1" fmla="*/ 1096559 h 3512169"/>
                <a:gd name="csX2" fmla="*/ 2657365 w 4453975"/>
                <a:gd name="csY2" fmla="*/ 264204 h 3512169"/>
                <a:gd name="csX3" fmla="*/ 3714479 w 4453975"/>
                <a:gd name="csY3" fmla="*/ 48166 h 3512169"/>
                <a:gd name="csX4" fmla="*/ 4453975 w 4453975"/>
                <a:gd name="csY4" fmla="*/ 1079800 h 3512169"/>
                <a:gd name="csX5" fmla="*/ 2650514 w 4453975"/>
                <a:gd name="csY5" fmla="*/ 1893718 h 3512169"/>
                <a:gd name="csX6" fmla="*/ 9640 w 4453975"/>
                <a:gd name="csY6" fmla="*/ 3496425 h 3512169"/>
                <a:gd name="csX0" fmla="*/ 9640 w 4453975"/>
                <a:gd name="csY0" fmla="*/ 3993467 h 4008123"/>
                <a:gd name="csX1" fmla="*/ 1766016 w 4453975"/>
                <a:gd name="csY1" fmla="*/ 1593601 h 4008123"/>
                <a:gd name="csX2" fmla="*/ 2601034 w 4453975"/>
                <a:gd name="csY2" fmla="*/ 41122 h 4008123"/>
                <a:gd name="csX3" fmla="*/ 3714479 w 4453975"/>
                <a:gd name="csY3" fmla="*/ 545208 h 4008123"/>
                <a:gd name="csX4" fmla="*/ 4453975 w 4453975"/>
                <a:gd name="csY4" fmla="*/ 1576842 h 4008123"/>
                <a:gd name="csX5" fmla="*/ 2650514 w 4453975"/>
                <a:gd name="csY5" fmla="*/ 2390760 h 4008123"/>
                <a:gd name="csX6" fmla="*/ 9640 w 4453975"/>
                <a:gd name="csY6" fmla="*/ 3993467 h 4008123"/>
                <a:gd name="csX0" fmla="*/ 9640 w 4453975"/>
                <a:gd name="csY0" fmla="*/ 3952894 h 3967550"/>
                <a:gd name="csX1" fmla="*/ 1766016 w 4453975"/>
                <a:gd name="csY1" fmla="*/ 1553028 h 3967550"/>
                <a:gd name="csX2" fmla="*/ 2601034 w 4453975"/>
                <a:gd name="csY2" fmla="*/ 549 h 3967550"/>
                <a:gd name="csX3" fmla="*/ 3714479 w 4453975"/>
                <a:gd name="csY3" fmla="*/ 504635 h 3967550"/>
                <a:gd name="csX4" fmla="*/ 4453975 w 4453975"/>
                <a:gd name="csY4" fmla="*/ 1536269 h 3967550"/>
                <a:gd name="csX5" fmla="*/ 2650514 w 4453975"/>
                <a:gd name="csY5" fmla="*/ 2350187 h 3967550"/>
                <a:gd name="csX6" fmla="*/ 9640 w 4453975"/>
                <a:gd name="csY6" fmla="*/ 3952894 h 3967550"/>
                <a:gd name="csX0" fmla="*/ 9640 w 4453975"/>
                <a:gd name="csY0" fmla="*/ 3952971 h 3968477"/>
                <a:gd name="csX1" fmla="*/ 1766016 w 4453975"/>
                <a:gd name="csY1" fmla="*/ 1553105 h 3968477"/>
                <a:gd name="csX2" fmla="*/ 2601034 w 4453975"/>
                <a:gd name="csY2" fmla="*/ 626 h 3968477"/>
                <a:gd name="csX3" fmla="*/ 3714479 w 4453975"/>
                <a:gd name="csY3" fmla="*/ 504712 h 3968477"/>
                <a:gd name="csX4" fmla="*/ 4453975 w 4453975"/>
                <a:gd name="csY4" fmla="*/ 1536346 h 3968477"/>
                <a:gd name="csX5" fmla="*/ 2650514 w 4453975"/>
                <a:gd name="csY5" fmla="*/ 2350264 h 3968477"/>
                <a:gd name="csX6" fmla="*/ 9640 w 4453975"/>
                <a:gd name="csY6" fmla="*/ 3952971 h 3968477"/>
                <a:gd name="csX0" fmla="*/ 9640 w 4517542"/>
                <a:gd name="csY0" fmla="*/ 4153948 h 4169453"/>
                <a:gd name="csX1" fmla="*/ 1766016 w 4517542"/>
                <a:gd name="csY1" fmla="*/ 1754082 h 4169453"/>
                <a:gd name="csX2" fmla="*/ 2601034 w 4517542"/>
                <a:gd name="csY2" fmla="*/ 201603 h 4169453"/>
                <a:gd name="csX3" fmla="*/ 4390442 w 4517542"/>
                <a:gd name="csY3" fmla="*/ 186529 h 4169453"/>
                <a:gd name="csX4" fmla="*/ 4453975 w 4517542"/>
                <a:gd name="csY4" fmla="*/ 1737323 h 4169453"/>
                <a:gd name="csX5" fmla="*/ 2650514 w 4517542"/>
                <a:gd name="csY5" fmla="*/ 2551241 h 4169453"/>
                <a:gd name="csX6" fmla="*/ 9640 w 4517542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719798"/>
                <a:gd name="csY0" fmla="*/ 4153948 h 4169453"/>
                <a:gd name="csX1" fmla="*/ 1766016 w 4719798"/>
                <a:gd name="csY1" fmla="*/ 1754082 h 4169453"/>
                <a:gd name="csX2" fmla="*/ 2601034 w 4719798"/>
                <a:gd name="csY2" fmla="*/ 201603 h 4169453"/>
                <a:gd name="csX3" fmla="*/ 4390442 w 4719798"/>
                <a:gd name="csY3" fmla="*/ 186529 h 4169453"/>
                <a:gd name="csX4" fmla="*/ 4453975 w 4719798"/>
                <a:gd name="csY4" fmla="*/ 1737323 h 4169453"/>
                <a:gd name="csX5" fmla="*/ 2650514 w 4719798"/>
                <a:gd name="csY5" fmla="*/ 2551241 h 4169453"/>
                <a:gd name="csX6" fmla="*/ 9640 w 4719798"/>
                <a:gd name="csY6" fmla="*/ 4153948 h 4169453"/>
                <a:gd name="csX0" fmla="*/ 9640 w 4684091"/>
                <a:gd name="csY0" fmla="*/ 4153948 h 4169453"/>
                <a:gd name="csX1" fmla="*/ 1766016 w 4684091"/>
                <a:gd name="csY1" fmla="*/ 1754082 h 4169453"/>
                <a:gd name="csX2" fmla="*/ 2601034 w 4684091"/>
                <a:gd name="csY2" fmla="*/ 201603 h 4169453"/>
                <a:gd name="csX3" fmla="*/ 4390442 w 4684091"/>
                <a:gd name="csY3" fmla="*/ 186529 h 4169453"/>
                <a:gd name="csX4" fmla="*/ 4453975 w 4684091"/>
                <a:gd name="csY4" fmla="*/ 1737323 h 4169453"/>
                <a:gd name="csX5" fmla="*/ 2650514 w 4684091"/>
                <a:gd name="csY5" fmla="*/ 2551241 h 4169453"/>
                <a:gd name="csX6" fmla="*/ 9640 w 4684091"/>
                <a:gd name="csY6" fmla="*/ 4153948 h 4169453"/>
                <a:gd name="csX0" fmla="*/ 9640 w 4747938"/>
                <a:gd name="csY0" fmla="*/ 4153948 h 4169453"/>
                <a:gd name="csX1" fmla="*/ 1766016 w 4747938"/>
                <a:gd name="csY1" fmla="*/ 1754082 h 4169453"/>
                <a:gd name="csX2" fmla="*/ 2601034 w 4747938"/>
                <a:gd name="csY2" fmla="*/ 201603 h 4169453"/>
                <a:gd name="csX3" fmla="*/ 4390442 w 4747938"/>
                <a:gd name="csY3" fmla="*/ 186529 h 4169453"/>
                <a:gd name="csX4" fmla="*/ 4453975 w 4747938"/>
                <a:gd name="csY4" fmla="*/ 1737323 h 4169453"/>
                <a:gd name="csX5" fmla="*/ 2650514 w 4747938"/>
                <a:gd name="csY5" fmla="*/ 2551241 h 4169453"/>
                <a:gd name="csX6" fmla="*/ 9640 w 4747938"/>
                <a:gd name="csY6" fmla="*/ 4153948 h 4169453"/>
                <a:gd name="csX0" fmla="*/ 9640 w 4747938"/>
                <a:gd name="csY0" fmla="*/ 4205765 h 4221270"/>
                <a:gd name="csX1" fmla="*/ 1766016 w 4747938"/>
                <a:gd name="csY1" fmla="*/ 1805899 h 4221270"/>
                <a:gd name="csX2" fmla="*/ 2601034 w 4747938"/>
                <a:gd name="csY2" fmla="*/ 253420 h 4221270"/>
                <a:gd name="csX3" fmla="*/ 4390442 w 4747938"/>
                <a:gd name="csY3" fmla="*/ 238346 h 4221270"/>
                <a:gd name="csX4" fmla="*/ 4453975 w 4747938"/>
                <a:gd name="csY4" fmla="*/ 1789140 h 4221270"/>
                <a:gd name="csX5" fmla="*/ 2650514 w 4747938"/>
                <a:gd name="csY5" fmla="*/ 2603058 h 4221270"/>
                <a:gd name="csX6" fmla="*/ 9640 w 4747938"/>
                <a:gd name="csY6" fmla="*/ 4205765 h 4221270"/>
                <a:gd name="csX0" fmla="*/ 9640 w 4769359"/>
                <a:gd name="csY0" fmla="*/ 4189897 h 4205402"/>
                <a:gd name="csX1" fmla="*/ 1766016 w 4769359"/>
                <a:gd name="csY1" fmla="*/ 1790031 h 4205402"/>
                <a:gd name="csX2" fmla="*/ 2601034 w 4769359"/>
                <a:gd name="csY2" fmla="*/ 237552 h 4205402"/>
                <a:gd name="csX3" fmla="*/ 4446772 w 4769359"/>
                <a:gd name="csY3" fmla="*/ 163863 h 4205402"/>
                <a:gd name="csX4" fmla="*/ 4453975 w 4769359"/>
                <a:gd name="csY4" fmla="*/ 1773272 h 4205402"/>
                <a:gd name="csX5" fmla="*/ 2650514 w 4769359"/>
                <a:gd name="csY5" fmla="*/ 2587190 h 4205402"/>
                <a:gd name="csX6" fmla="*/ 9640 w 4769359"/>
                <a:gd name="csY6" fmla="*/ 4189897 h 4205402"/>
                <a:gd name="csX0" fmla="*/ 9640 w 4747938"/>
                <a:gd name="csY0" fmla="*/ 4212142 h 4227647"/>
                <a:gd name="csX1" fmla="*/ 1766016 w 4747938"/>
                <a:gd name="csY1" fmla="*/ 1812276 h 4227647"/>
                <a:gd name="csX2" fmla="*/ 2601034 w 4747938"/>
                <a:gd name="csY2" fmla="*/ 259797 h 4227647"/>
                <a:gd name="csX3" fmla="*/ 4390441 w 4747938"/>
                <a:gd name="csY3" fmla="*/ 152614 h 4227647"/>
                <a:gd name="csX4" fmla="*/ 4453975 w 4747938"/>
                <a:gd name="csY4" fmla="*/ 1795517 h 4227647"/>
                <a:gd name="csX5" fmla="*/ 2650514 w 4747938"/>
                <a:gd name="csY5" fmla="*/ 2609435 h 4227647"/>
                <a:gd name="csX6" fmla="*/ 9640 w 4747938"/>
                <a:gd name="csY6" fmla="*/ 4212142 h 4227647"/>
                <a:gd name="csX0" fmla="*/ 8567 w 4746865"/>
                <a:gd name="csY0" fmla="*/ 4212143 h 4219435"/>
                <a:gd name="csX1" fmla="*/ 1745271 w 4746865"/>
                <a:gd name="csY1" fmla="*/ 1812279 h 4219435"/>
                <a:gd name="csX2" fmla="*/ 2599961 w 4746865"/>
                <a:gd name="csY2" fmla="*/ 259798 h 4219435"/>
                <a:gd name="csX3" fmla="*/ 4389368 w 4746865"/>
                <a:gd name="csY3" fmla="*/ 152615 h 4219435"/>
                <a:gd name="csX4" fmla="*/ 4452902 w 4746865"/>
                <a:gd name="csY4" fmla="*/ 1795518 h 4219435"/>
                <a:gd name="csX5" fmla="*/ 2649441 w 4746865"/>
                <a:gd name="csY5" fmla="*/ 2609436 h 4219435"/>
                <a:gd name="csX6" fmla="*/ 8567 w 4746865"/>
                <a:gd name="csY6" fmla="*/ 4212143 h 4219435"/>
                <a:gd name="csX0" fmla="*/ 8451 w 4746749"/>
                <a:gd name="csY0" fmla="*/ 4212143 h 4219813"/>
                <a:gd name="csX1" fmla="*/ 1745155 w 4746749"/>
                <a:gd name="csY1" fmla="*/ 1812279 h 4219813"/>
                <a:gd name="csX2" fmla="*/ 2599845 w 4746749"/>
                <a:gd name="csY2" fmla="*/ 259798 h 4219813"/>
                <a:gd name="csX3" fmla="*/ 4389252 w 4746749"/>
                <a:gd name="csY3" fmla="*/ 152615 h 4219813"/>
                <a:gd name="csX4" fmla="*/ 4452786 w 4746749"/>
                <a:gd name="csY4" fmla="*/ 1795518 h 4219813"/>
                <a:gd name="csX5" fmla="*/ 2642769 w 4746749"/>
                <a:gd name="csY5" fmla="*/ 2626986 h 4219813"/>
                <a:gd name="csX6" fmla="*/ 8451 w 4746749"/>
                <a:gd name="csY6" fmla="*/ 4212143 h 4219813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594 w 4746892"/>
                <a:gd name="csY0" fmla="*/ 4213311 h 4220527"/>
                <a:gd name="csX1" fmla="*/ 1738740 w 4746892"/>
                <a:gd name="csY1" fmla="*/ 1836843 h 4220527"/>
                <a:gd name="csX2" fmla="*/ 2599988 w 4746892"/>
                <a:gd name="csY2" fmla="*/ 260966 h 4220527"/>
                <a:gd name="csX3" fmla="*/ 4389395 w 4746892"/>
                <a:gd name="csY3" fmla="*/ 153783 h 4220527"/>
                <a:gd name="csX4" fmla="*/ 4452929 w 4746892"/>
                <a:gd name="csY4" fmla="*/ 1796686 h 4220527"/>
                <a:gd name="csX5" fmla="*/ 2642912 w 4746892"/>
                <a:gd name="csY5" fmla="*/ 2628154 h 4220527"/>
                <a:gd name="csX6" fmla="*/ 8594 w 4746892"/>
                <a:gd name="csY6" fmla="*/ 4213311 h 4220527"/>
                <a:gd name="csX0" fmla="*/ 8594 w 4693867"/>
                <a:gd name="csY0" fmla="*/ 4136922 h 4144138"/>
                <a:gd name="csX1" fmla="*/ 1738740 w 4693867"/>
                <a:gd name="csY1" fmla="*/ 1760454 h 4144138"/>
                <a:gd name="csX2" fmla="*/ 2599988 w 4693867"/>
                <a:gd name="csY2" fmla="*/ 184577 h 4144138"/>
                <a:gd name="csX3" fmla="*/ 4389395 w 4693867"/>
                <a:gd name="csY3" fmla="*/ 77394 h 4144138"/>
                <a:gd name="csX4" fmla="*/ 4452929 w 4693867"/>
                <a:gd name="csY4" fmla="*/ 1720297 h 4144138"/>
                <a:gd name="csX5" fmla="*/ 2642912 w 4693867"/>
                <a:gd name="csY5" fmla="*/ 2551765 h 4144138"/>
                <a:gd name="csX6" fmla="*/ 8594 w 4693867"/>
                <a:gd name="csY6" fmla="*/ 4136922 h 4144138"/>
                <a:gd name="csX0" fmla="*/ 8594 w 4699247"/>
                <a:gd name="csY0" fmla="*/ 4098901 h 4106117"/>
                <a:gd name="csX1" fmla="*/ 1738740 w 4699247"/>
                <a:gd name="csY1" fmla="*/ 1722433 h 4106117"/>
                <a:gd name="csX2" fmla="*/ 2599988 w 4699247"/>
                <a:gd name="csY2" fmla="*/ 146556 h 4106117"/>
                <a:gd name="csX3" fmla="*/ 4409070 w 4699247"/>
                <a:gd name="csY3" fmla="*/ 115412 h 4106117"/>
                <a:gd name="csX4" fmla="*/ 4452929 w 4699247"/>
                <a:gd name="csY4" fmla="*/ 1682276 h 4106117"/>
                <a:gd name="csX5" fmla="*/ 2642912 w 4699247"/>
                <a:gd name="csY5" fmla="*/ 2513744 h 4106117"/>
                <a:gd name="csX6" fmla="*/ 8594 w 4699247"/>
                <a:gd name="csY6" fmla="*/ 4098901 h 4106117"/>
                <a:gd name="csX0" fmla="*/ 8594 w 4703971"/>
                <a:gd name="csY0" fmla="*/ 4107920 h 4115136"/>
                <a:gd name="csX1" fmla="*/ 1738740 w 4703971"/>
                <a:gd name="csY1" fmla="*/ 1731452 h 4115136"/>
                <a:gd name="csX2" fmla="*/ 2599988 w 4703971"/>
                <a:gd name="csY2" fmla="*/ 155575 h 4115136"/>
                <a:gd name="csX3" fmla="*/ 4409070 w 4703971"/>
                <a:gd name="csY3" fmla="*/ 124431 h 4115136"/>
                <a:gd name="csX4" fmla="*/ 4452929 w 4703971"/>
                <a:gd name="csY4" fmla="*/ 1691295 h 4115136"/>
                <a:gd name="csX5" fmla="*/ 2642912 w 4703971"/>
                <a:gd name="csY5" fmla="*/ 2522763 h 4115136"/>
                <a:gd name="csX6" fmla="*/ 8594 w 4703971"/>
                <a:gd name="csY6" fmla="*/ 4107920 h 4115136"/>
                <a:gd name="csX0" fmla="*/ 8594 w 4703971"/>
                <a:gd name="csY0" fmla="*/ 4195888 h 4203104"/>
                <a:gd name="csX1" fmla="*/ 1738740 w 4703971"/>
                <a:gd name="csY1" fmla="*/ 1819420 h 4203104"/>
                <a:gd name="csX2" fmla="*/ 2599988 w 4703971"/>
                <a:gd name="csY2" fmla="*/ 243543 h 4203104"/>
                <a:gd name="csX3" fmla="*/ 4409070 w 4703971"/>
                <a:gd name="csY3" fmla="*/ 212399 h 4203104"/>
                <a:gd name="csX4" fmla="*/ 4452929 w 4703971"/>
                <a:gd name="csY4" fmla="*/ 1779263 h 4203104"/>
                <a:gd name="csX5" fmla="*/ 2642912 w 4703971"/>
                <a:gd name="csY5" fmla="*/ 2610731 h 4203104"/>
                <a:gd name="csX6" fmla="*/ 8594 w 4703971"/>
                <a:gd name="csY6" fmla="*/ 4195888 h 4203104"/>
                <a:gd name="csX0" fmla="*/ 8594 w 4703971"/>
                <a:gd name="csY0" fmla="*/ 4213778 h 4220994"/>
                <a:gd name="csX1" fmla="*/ 1738740 w 4703971"/>
                <a:gd name="csY1" fmla="*/ 1837310 h 4220994"/>
                <a:gd name="csX2" fmla="*/ 2599988 w 4703971"/>
                <a:gd name="csY2" fmla="*/ 261433 h 4220994"/>
                <a:gd name="csX3" fmla="*/ 4409070 w 4703971"/>
                <a:gd name="csY3" fmla="*/ 230289 h 4220994"/>
                <a:gd name="csX4" fmla="*/ 4452929 w 4703971"/>
                <a:gd name="csY4" fmla="*/ 1797153 h 4220994"/>
                <a:gd name="csX5" fmla="*/ 2642912 w 4703971"/>
                <a:gd name="csY5" fmla="*/ 2628621 h 4220994"/>
                <a:gd name="csX6" fmla="*/ 8594 w 4703971"/>
                <a:gd name="csY6" fmla="*/ 4213778 h 4220994"/>
                <a:gd name="csX0" fmla="*/ 8594 w 4855548"/>
                <a:gd name="csY0" fmla="*/ 4390510 h 4397726"/>
                <a:gd name="csX1" fmla="*/ 1738740 w 4855548"/>
                <a:gd name="csY1" fmla="*/ 2014042 h 4397726"/>
                <a:gd name="csX2" fmla="*/ 2599988 w 4855548"/>
                <a:gd name="csY2" fmla="*/ 438165 h 4397726"/>
                <a:gd name="csX3" fmla="*/ 4756647 w 4855548"/>
                <a:gd name="csY3" fmla="*/ 26825 h 4397726"/>
                <a:gd name="csX4" fmla="*/ 4452929 w 4855548"/>
                <a:gd name="csY4" fmla="*/ 1973885 h 4397726"/>
                <a:gd name="csX5" fmla="*/ 2642912 w 4855548"/>
                <a:gd name="csY5" fmla="*/ 2805353 h 4397726"/>
                <a:gd name="csX6" fmla="*/ 8594 w 4855548"/>
                <a:gd name="csY6" fmla="*/ 4390510 h 4397726"/>
                <a:gd name="csX0" fmla="*/ 8594 w 5018748"/>
                <a:gd name="csY0" fmla="*/ 4545598 h 4552814"/>
                <a:gd name="csX1" fmla="*/ 1738740 w 5018748"/>
                <a:gd name="csY1" fmla="*/ 2169130 h 4552814"/>
                <a:gd name="csX2" fmla="*/ 2599988 w 5018748"/>
                <a:gd name="csY2" fmla="*/ 593253 h 4552814"/>
                <a:gd name="csX3" fmla="*/ 4973062 w 5018748"/>
                <a:gd name="csY3" fmla="*/ 18136 h 4552814"/>
                <a:gd name="csX4" fmla="*/ 4452929 w 5018748"/>
                <a:gd name="csY4" fmla="*/ 2128973 h 4552814"/>
                <a:gd name="csX5" fmla="*/ 2642912 w 5018748"/>
                <a:gd name="csY5" fmla="*/ 2960441 h 4552814"/>
                <a:gd name="csX6" fmla="*/ 8594 w 5018748"/>
                <a:gd name="csY6" fmla="*/ 4545598 h 4552814"/>
                <a:gd name="csX0" fmla="*/ 8594 w 5002691"/>
                <a:gd name="csY0" fmla="*/ 4537753 h 4544969"/>
                <a:gd name="csX1" fmla="*/ 1738740 w 5002691"/>
                <a:gd name="csY1" fmla="*/ 2161285 h 4544969"/>
                <a:gd name="csX2" fmla="*/ 2599988 w 5002691"/>
                <a:gd name="csY2" fmla="*/ 585408 h 4544969"/>
                <a:gd name="csX3" fmla="*/ 4973062 w 5002691"/>
                <a:gd name="csY3" fmla="*/ 10291 h 4544969"/>
                <a:gd name="csX4" fmla="*/ 4452929 w 5002691"/>
                <a:gd name="csY4" fmla="*/ 2121128 h 4544969"/>
                <a:gd name="csX5" fmla="*/ 2642912 w 5002691"/>
                <a:gd name="csY5" fmla="*/ 2952596 h 4544969"/>
                <a:gd name="csX6" fmla="*/ 8594 w 5002691"/>
                <a:gd name="csY6" fmla="*/ 4537753 h 4544969"/>
                <a:gd name="csX0" fmla="*/ 8594 w 4705059"/>
                <a:gd name="csY0" fmla="*/ 4122711 h 4129927"/>
                <a:gd name="csX1" fmla="*/ 1738740 w 4705059"/>
                <a:gd name="csY1" fmla="*/ 1746243 h 4129927"/>
                <a:gd name="csX2" fmla="*/ 2599988 w 4705059"/>
                <a:gd name="csY2" fmla="*/ 170366 h 4129927"/>
                <a:gd name="csX3" fmla="*/ 4446032 w 4705059"/>
                <a:gd name="csY3" fmla="*/ 89415 h 4129927"/>
                <a:gd name="csX4" fmla="*/ 4452929 w 4705059"/>
                <a:gd name="csY4" fmla="*/ 1706086 h 4129927"/>
                <a:gd name="csX5" fmla="*/ 2642912 w 4705059"/>
                <a:gd name="csY5" fmla="*/ 2537554 h 4129927"/>
                <a:gd name="csX6" fmla="*/ 8594 w 4705059"/>
                <a:gd name="csY6" fmla="*/ 4122711 h 4129927"/>
                <a:gd name="csX0" fmla="*/ 8594 w 4596663"/>
                <a:gd name="csY0" fmla="*/ 4215533 h 4224499"/>
                <a:gd name="csX1" fmla="*/ 1738740 w 4596663"/>
                <a:gd name="csY1" fmla="*/ 1839065 h 4224499"/>
                <a:gd name="csX2" fmla="*/ 2599988 w 4596663"/>
                <a:gd name="csY2" fmla="*/ 263188 h 4224499"/>
                <a:gd name="csX3" fmla="*/ 4446032 w 4596663"/>
                <a:gd name="csY3" fmla="*/ 182237 h 4224499"/>
                <a:gd name="csX4" fmla="*/ 4129398 w 4596663"/>
                <a:gd name="csY4" fmla="*/ 2079669 h 4224499"/>
                <a:gd name="csX5" fmla="*/ 2642912 w 4596663"/>
                <a:gd name="csY5" fmla="*/ 2630376 h 4224499"/>
                <a:gd name="csX6" fmla="*/ 8594 w 4596663"/>
                <a:gd name="csY6" fmla="*/ 4215533 h 4224499"/>
                <a:gd name="csX0" fmla="*/ 10635 w 4618520"/>
                <a:gd name="csY0" fmla="*/ 4140860 h 4149826"/>
                <a:gd name="csX1" fmla="*/ 1740781 w 4618520"/>
                <a:gd name="csY1" fmla="*/ 1764392 h 4149826"/>
                <a:gd name="csX2" fmla="*/ 2330962 w 4618520"/>
                <a:gd name="csY2" fmla="*/ 399085 h 4149826"/>
                <a:gd name="csX3" fmla="*/ 4448073 w 4618520"/>
                <a:gd name="csY3" fmla="*/ 107564 h 4149826"/>
                <a:gd name="csX4" fmla="*/ 4131439 w 4618520"/>
                <a:gd name="csY4" fmla="*/ 2004996 h 4149826"/>
                <a:gd name="csX5" fmla="*/ 2644953 w 4618520"/>
                <a:gd name="csY5" fmla="*/ 2555703 h 4149826"/>
                <a:gd name="csX6" fmla="*/ 10635 w 4618520"/>
                <a:gd name="csY6" fmla="*/ 4140860 h 4149826"/>
                <a:gd name="csX0" fmla="*/ 2473 w 4610358"/>
                <a:gd name="csY0" fmla="*/ 4148168 h 4152706"/>
                <a:gd name="csX1" fmla="*/ 2161081 w 4610358"/>
                <a:gd name="csY1" fmla="*/ 2013468 h 4152706"/>
                <a:gd name="csX2" fmla="*/ 2322800 w 4610358"/>
                <a:gd name="csY2" fmla="*/ 406393 h 4152706"/>
                <a:gd name="csX3" fmla="*/ 4439911 w 4610358"/>
                <a:gd name="csY3" fmla="*/ 114872 h 4152706"/>
                <a:gd name="csX4" fmla="*/ 4123277 w 4610358"/>
                <a:gd name="csY4" fmla="*/ 2012304 h 4152706"/>
                <a:gd name="csX5" fmla="*/ 2636791 w 4610358"/>
                <a:gd name="csY5" fmla="*/ 2563011 h 4152706"/>
                <a:gd name="csX6" fmla="*/ 2473 w 4610358"/>
                <a:gd name="csY6" fmla="*/ 4148168 h 4152706"/>
                <a:gd name="csX0" fmla="*/ 400 w 4608285"/>
                <a:gd name="csY0" fmla="*/ 4148168 h 4148397"/>
                <a:gd name="csX1" fmla="*/ 2159008 w 4608285"/>
                <a:gd name="csY1" fmla="*/ 2013468 h 4148397"/>
                <a:gd name="csX2" fmla="*/ 2320727 w 4608285"/>
                <a:gd name="csY2" fmla="*/ 406393 h 4148397"/>
                <a:gd name="csX3" fmla="*/ 4437838 w 4608285"/>
                <a:gd name="csY3" fmla="*/ 114872 h 4148397"/>
                <a:gd name="csX4" fmla="*/ 4121204 w 4608285"/>
                <a:gd name="csY4" fmla="*/ 2012304 h 4148397"/>
                <a:gd name="csX5" fmla="*/ 2346163 w 4608285"/>
                <a:gd name="csY5" fmla="*/ 2149669 h 4148397"/>
                <a:gd name="csX6" fmla="*/ 400 w 4608285"/>
                <a:gd name="csY6" fmla="*/ 4148168 h 4148397"/>
                <a:gd name="csX0" fmla="*/ 400 w 4547161"/>
                <a:gd name="csY0" fmla="*/ 4069645 h 4069874"/>
                <a:gd name="csX1" fmla="*/ 2159008 w 4547161"/>
                <a:gd name="csY1" fmla="*/ 1934945 h 4069874"/>
                <a:gd name="csX2" fmla="*/ 2320727 w 4547161"/>
                <a:gd name="csY2" fmla="*/ 327870 h 4069874"/>
                <a:gd name="csX3" fmla="*/ 4437838 w 4547161"/>
                <a:gd name="csY3" fmla="*/ 36349 h 4069874"/>
                <a:gd name="csX4" fmla="*/ 4121204 w 4547161"/>
                <a:gd name="csY4" fmla="*/ 1933781 h 4069874"/>
                <a:gd name="csX5" fmla="*/ 2346163 w 4547161"/>
                <a:gd name="csY5" fmla="*/ 2071146 h 4069874"/>
                <a:gd name="csX6" fmla="*/ 400 w 4547161"/>
                <a:gd name="csY6" fmla="*/ 4069645 h 4069874"/>
                <a:gd name="csX0" fmla="*/ 536 w 3991476"/>
                <a:gd name="csY0" fmla="*/ 3539321 h 3539632"/>
                <a:gd name="csX1" fmla="*/ 1603323 w 3991476"/>
                <a:gd name="csY1" fmla="*/ 1934945 h 3539632"/>
                <a:gd name="csX2" fmla="*/ 1765042 w 3991476"/>
                <a:gd name="csY2" fmla="*/ 327870 h 3539632"/>
                <a:gd name="csX3" fmla="*/ 3882153 w 3991476"/>
                <a:gd name="csY3" fmla="*/ 36349 h 3539632"/>
                <a:gd name="csX4" fmla="*/ 3565519 w 3991476"/>
                <a:gd name="csY4" fmla="*/ 1933781 h 3539632"/>
                <a:gd name="csX5" fmla="*/ 1790478 w 3991476"/>
                <a:gd name="csY5" fmla="*/ 2071146 h 3539632"/>
                <a:gd name="csX6" fmla="*/ 536 w 3991476"/>
                <a:gd name="csY6" fmla="*/ 3539321 h 3539632"/>
                <a:gd name="csX0" fmla="*/ 527 w 4017318"/>
                <a:gd name="csY0" fmla="*/ 3573908 h 3574212"/>
                <a:gd name="csX1" fmla="*/ 1629165 w 4017318"/>
                <a:gd name="csY1" fmla="*/ 1934945 h 3574212"/>
                <a:gd name="csX2" fmla="*/ 1790884 w 4017318"/>
                <a:gd name="csY2" fmla="*/ 327870 h 3574212"/>
                <a:gd name="csX3" fmla="*/ 3907995 w 4017318"/>
                <a:gd name="csY3" fmla="*/ 36349 h 3574212"/>
                <a:gd name="csX4" fmla="*/ 3591361 w 4017318"/>
                <a:gd name="csY4" fmla="*/ 1933781 h 3574212"/>
                <a:gd name="csX5" fmla="*/ 1816320 w 4017318"/>
                <a:gd name="csY5" fmla="*/ 2071146 h 3574212"/>
                <a:gd name="csX6" fmla="*/ 527 w 4017318"/>
                <a:gd name="csY6" fmla="*/ 3573908 h 3574212"/>
                <a:gd name="csX0" fmla="*/ 3641 w 4020432"/>
                <a:gd name="csY0" fmla="*/ 3573908 h 3577567"/>
                <a:gd name="csX1" fmla="*/ 1632279 w 4020432"/>
                <a:gd name="csY1" fmla="*/ 1934945 h 3577567"/>
                <a:gd name="csX2" fmla="*/ 1793998 w 4020432"/>
                <a:gd name="csY2" fmla="*/ 327870 h 3577567"/>
                <a:gd name="csX3" fmla="*/ 3911109 w 4020432"/>
                <a:gd name="csY3" fmla="*/ 36349 h 3577567"/>
                <a:gd name="csX4" fmla="*/ 3594475 w 4020432"/>
                <a:gd name="csY4" fmla="*/ 1933781 h 3577567"/>
                <a:gd name="csX5" fmla="*/ 1819434 w 4020432"/>
                <a:gd name="csY5" fmla="*/ 2071146 h 3577567"/>
                <a:gd name="csX6" fmla="*/ 3641 w 4020432"/>
                <a:gd name="csY6" fmla="*/ 3573908 h 3577567"/>
                <a:gd name="csX0" fmla="*/ 11923 w 4028714"/>
                <a:gd name="csY0" fmla="*/ 3573908 h 3583559"/>
                <a:gd name="csX1" fmla="*/ 1640561 w 4028714"/>
                <a:gd name="csY1" fmla="*/ 1934945 h 3583559"/>
                <a:gd name="csX2" fmla="*/ 1802280 w 4028714"/>
                <a:gd name="csY2" fmla="*/ 327870 h 3583559"/>
                <a:gd name="csX3" fmla="*/ 3919391 w 4028714"/>
                <a:gd name="csY3" fmla="*/ 36349 h 3583559"/>
                <a:gd name="csX4" fmla="*/ 3602757 w 4028714"/>
                <a:gd name="csY4" fmla="*/ 1933781 h 3583559"/>
                <a:gd name="csX5" fmla="*/ 1827716 w 4028714"/>
                <a:gd name="csY5" fmla="*/ 2071146 h 3583559"/>
                <a:gd name="csX6" fmla="*/ 11923 w 4028714"/>
                <a:gd name="csY6" fmla="*/ 3573908 h 3583559"/>
                <a:gd name="csX0" fmla="*/ 1130 w 4017921"/>
                <a:gd name="csY0" fmla="*/ 3573908 h 3577714"/>
                <a:gd name="csX1" fmla="*/ 1629768 w 4017921"/>
                <a:gd name="csY1" fmla="*/ 1934945 h 3577714"/>
                <a:gd name="csX2" fmla="*/ 1791487 w 4017921"/>
                <a:gd name="csY2" fmla="*/ 327870 h 3577714"/>
                <a:gd name="csX3" fmla="*/ 3908598 w 4017921"/>
                <a:gd name="csY3" fmla="*/ 36349 h 3577714"/>
                <a:gd name="csX4" fmla="*/ 3591964 w 4017921"/>
                <a:gd name="csY4" fmla="*/ 1933781 h 3577714"/>
                <a:gd name="csX5" fmla="*/ 1906115 w 4017921"/>
                <a:gd name="csY5" fmla="*/ 2373434 h 3577714"/>
                <a:gd name="csX6" fmla="*/ 1130 w 4017921"/>
                <a:gd name="csY6" fmla="*/ 3573908 h 3577714"/>
                <a:gd name="csX0" fmla="*/ 434 w 4017225"/>
                <a:gd name="csY0" fmla="*/ 3573908 h 3574428"/>
                <a:gd name="csX1" fmla="*/ 1629072 w 4017225"/>
                <a:gd name="csY1" fmla="*/ 1934945 h 3574428"/>
                <a:gd name="csX2" fmla="*/ 1790791 w 4017225"/>
                <a:gd name="csY2" fmla="*/ 327870 h 3574428"/>
                <a:gd name="csX3" fmla="*/ 3907902 w 4017225"/>
                <a:gd name="csY3" fmla="*/ 36349 h 3574428"/>
                <a:gd name="csX4" fmla="*/ 3591268 w 4017225"/>
                <a:gd name="csY4" fmla="*/ 1933781 h 3574428"/>
                <a:gd name="csX5" fmla="*/ 1798394 w 4017225"/>
                <a:gd name="csY5" fmla="*/ 2110926 h 3574428"/>
                <a:gd name="csX6" fmla="*/ 434 w 4017225"/>
                <a:gd name="csY6" fmla="*/ 3573908 h 3574428"/>
                <a:gd name="csX0" fmla="*/ 434 w 4017225"/>
                <a:gd name="csY0" fmla="*/ 3573908 h 3574310"/>
                <a:gd name="csX1" fmla="*/ 1629072 w 4017225"/>
                <a:gd name="csY1" fmla="*/ 1934945 h 3574310"/>
                <a:gd name="csX2" fmla="*/ 1790791 w 4017225"/>
                <a:gd name="csY2" fmla="*/ 327870 h 3574310"/>
                <a:gd name="csX3" fmla="*/ 3907902 w 4017225"/>
                <a:gd name="csY3" fmla="*/ 36349 h 3574310"/>
                <a:gd name="csX4" fmla="*/ 3591268 w 4017225"/>
                <a:gd name="csY4" fmla="*/ 1933781 h 3574310"/>
                <a:gd name="csX5" fmla="*/ 1798394 w 4017225"/>
                <a:gd name="csY5" fmla="*/ 2110926 h 3574310"/>
                <a:gd name="csX6" fmla="*/ 434 w 4017225"/>
                <a:gd name="csY6" fmla="*/ 3573908 h 3574310"/>
                <a:gd name="csX0" fmla="*/ 434 w 4017225"/>
                <a:gd name="csY0" fmla="*/ 3573908 h 3576627"/>
                <a:gd name="csX1" fmla="*/ 1629072 w 4017225"/>
                <a:gd name="csY1" fmla="*/ 1934945 h 3576627"/>
                <a:gd name="csX2" fmla="*/ 1790791 w 4017225"/>
                <a:gd name="csY2" fmla="*/ 327870 h 3576627"/>
                <a:gd name="csX3" fmla="*/ 3907902 w 4017225"/>
                <a:gd name="csY3" fmla="*/ 36349 h 3576627"/>
                <a:gd name="csX4" fmla="*/ 3591268 w 4017225"/>
                <a:gd name="csY4" fmla="*/ 1933781 h 3576627"/>
                <a:gd name="csX5" fmla="*/ 1798395 w 4017225"/>
                <a:gd name="csY5" fmla="*/ 2365482 h 3576627"/>
                <a:gd name="csX6" fmla="*/ 434 w 4017225"/>
                <a:gd name="csY6" fmla="*/ 3573908 h 3576627"/>
                <a:gd name="csX0" fmla="*/ 434 w 4017225"/>
                <a:gd name="csY0" fmla="*/ 3573908 h 3576355"/>
                <a:gd name="csX1" fmla="*/ 1629072 w 4017225"/>
                <a:gd name="csY1" fmla="*/ 1934945 h 3576355"/>
                <a:gd name="csX2" fmla="*/ 1790791 w 4017225"/>
                <a:gd name="csY2" fmla="*/ 327870 h 3576355"/>
                <a:gd name="csX3" fmla="*/ 3907902 w 4017225"/>
                <a:gd name="csY3" fmla="*/ 36349 h 3576355"/>
                <a:gd name="csX4" fmla="*/ 3591268 w 4017225"/>
                <a:gd name="csY4" fmla="*/ 1933781 h 3576355"/>
                <a:gd name="csX5" fmla="*/ 1798395 w 4017225"/>
                <a:gd name="csY5" fmla="*/ 2365482 h 3576355"/>
                <a:gd name="csX6" fmla="*/ 434 w 4017225"/>
                <a:gd name="csY6" fmla="*/ 3573908 h 3576355"/>
                <a:gd name="csX0" fmla="*/ 434 w 4017225"/>
                <a:gd name="csY0" fmla="*/ 3573908 h 3583502"/>
                <a:gd name="csX1" fmla="*/ 1629072 w 4017225"/>
                <a:gd name="csY1" fmla="*/ 1934945 h 3583502"/>
                <a:gd name="csX2" fmla="*/ 1790791 w 4017225"/>
                <a:gd name="csY2" fmla="*/ 327870 h 3583502"/>
                <a:gd name="csX3" fmla="*/ 3907902 w 4017225"/>
                <a:gd name="csY3" fmla="*/ 36349 h 3583502"/>
                <a:gd name="csX4" fmla="*/ 3591268 w 4017225"/>
                <a:gd name="csY4" fmla="*/ 1933781 h 3583502"/>
                <a:gd name="csX5" fmla="*/ 1798396 w 4017225"/>
                <a:gd name="csY5" fmla="*/ 2715497 h 3583502"/>
                <a:gd name="csX6" fmla="*/ 434 w 4017225"/>
                <a:gd name="csY6" fmla="*/ 3573908 h 3583502"/>
                <a:gd name="csX0" fmla="*/ 20204 w 4036995"/>
                <a:gd name="csY0" fmla="*/ 3574326 h 3583563"/>
                <a:gd name="csX1" fmla="*/ 908564 w 4036995"/>
                <a:gd name="csY1" fmla="*/ 1951275 h 3583563"/>
                <a:gd name="csX2" fmla="*/ 1810561 w 4036995"/>
                <a:gd name="csY2" fmla="*/ 328288 h 3583563"/>
                <a:gd name="csX3" fmla="*/ 3927672 w 4036995"/>
                <a:gd name="csY3" fmla="*/ 36767 h 3583563"/>
                <a:gd name="csX4" fmla="*/ 3611038 w 4036995"/>
                <a:gd name="csY4" fmla="*/ 1934199 h 3583563"/>
                <a:gd name="csX5" fmla="*/ 1818166 w 4036995"/>
                <a:gd name="csY5" fmla="*/ 2715915 h 3583563"/>
                <a:gd name="csX6" fmla="*/ 20204 w 4036995"/>
                <a:gd name="csY6" fmla="*/ 3574326 h 3583563"/>
                <a:gd name="csX0" fmla="*/ 12549 w 4029340"/>
                <a:gd name="csY0" fmla="*/ 3574326 h 3583563"/>
                <a:gd name="csX1" fmla="*/ 900909 w 4029340"/>
                <a:gd name="csY1" fmla="*/ 1951275 h 3583563"/>
                <a:gd name="csX2" fmla="*/ 1802906 w 4029340"/>
                <a:gd name="csY2" fmla="*/ 328288 h 3583563"/>
                <a:gd name="csX3" fmla="*/ 3920017 w 4029340"/>
                <a:gd name="csY3" fmla="*/ 36767 h 3583563"/>
                <a:gd name="csX4" fmla="*/ 3603383 w 4029340"/>
                <a:gd name="csY4" fmla="*/ 1934199 h 3583563"/>
                <a:gd name="csX5" fmla="*/ 1810511 w 4029340"/>
                <a:gd name="csY5" fmla="*/ 2715915 h 3583563"/>
                <a:gd name="csX6" fmla="*/ 12549 w 4029340"/>
                <a:gd name="csY6" fmla="*/ 3574326 h 3583563"/>
                <a:gd name="csX0" fmla="*/ 2018 w 4018809"/>
                <a:gd name="csY0" fmla="*/ 3573908 h 3583502"/>
                <a:gd name="csX1" fmla="*/ 1389840 w 4018809"/>
                <a:gd name="csY1" fmla="*/ 1934947 h 3583502"/>
                <a:gd name="csX2" fmla="*/ 1792375 w 4018809"/>
                <a:gd name="csY2" fmla="*/ 327870 h 3583502"/>
                <a:gd name="csX3" fmla="*/ 3909486 w 4018809"/>
                <a:gd name="csY3" fmla="*/ 36349 h 3583502"/>
                <a:gd name="csX4" fmla="*/ 3592852 w 4018809"/>
                <a:gd name="csY4" fmla="*/ 1933781 h 3583502"/>
                <a:gd name="csX5" fmla="*/ 1799980 w 4018809"/>
                <a:gd name="csY5" fmla="*/ 2715497 h 3583502"/>
                <a:gd name="csX6" fmla="*/ 2018 w 4018809"/>
                <a:gd name="csY6" fmla="*/ 3573908 h 3583502"/>
                <a:gd name="csX0" fmla="*/ 2018 w 4018809"/>
                <a:gd name="csY0" fmla="*/ 3573908 h 3575401"/>
                <a:gd name="csX1" fmla="*/ 1389840 w 4018809"/>
                <a:gd name="csY1" fmla="*/ 1934947 h 3575401"/>
                <a:gd name="csX2" fmla="*/ 1792375 w 4018809"/>
                <a:gd name="csY2" fmla="*/ 327870 h 3575401"/>
                <a:gd name="csX3" fmla="*/ 3909486 w 4018809"/>
                <a:gd name="csY3" fmla="*/ 36349 h 3575401"/>
                <a:gd name="csX4" fmla="*/ 3592852 w 4018809"/>
                <a:gd name="csY4" fmla="*/ 1933781 h 3575401"/>
                <a:gd name="csX5" fmla="*/ 1799983 w 4018809"/>
                <a:gd name="csY5" fmla="*/ 2277981 h 3575401"/>
                <a:gd name="csX6" fmla="*/ 2018 w 4018809"/>
                <a:gd name="csY6" fmla="*/ 3573908 h 3575401"/>
                <a:gd name="csX0" fmla="*/ 2279 w 4019070"/>
                <a:gd name="csY0" fmla="*/ 3573908 h 3576883"/>
                <a:gd name="csX1" fmla="*/ 1390101 w 4019070"/>
                <a:gd name="csY1" fmla="*/ 1934947 h 3576883"/>
                <a:gd name="csX2" fmla="*/ 1792636 w 4019070"/>
                <a:gd name="csY2" fmla="*/ 327870 h 3576883"/>
                <a:gd name="csX3" fmla="*/ 3909747 w 4019070"/>
                <a:gd name="csY3" fmla="*/ 36349 h 3576883"/>
                <a:gd name="csX4" fmla="*/ 3593113 w 4019070"/>
                <a:gd name="csY4" fmla="*/ 1933781 h 3576883"/>
                <a:gd name="csX5" fmla="*/ 1827004 w 4019070"/>
                <a:gd name="csY5" fmla="*/ 2405261 h 3576883"/>
                <a:gd name="csX6" fmla="*/ 2279 w 4019070"/>
                <a:gd name="csY6" fmla="*/ 3573908 h 3576883"/>
                <a:gd name="csX0" fmla="*/ 3304 w 4020095"/>
                <a:gd name="csY0" fmla="*/ 3573700 h 3576772"/>
                <a:gd name="csX1" fmla="*/ 1310858 w 4020095"/>
                <a:gd name="csY1" fmla="*/ 1926786 h 3576772"/>
                <a:gd name="csX2" fmla="*/ 1793661 w 4020095"/>
                <a:gd name="csY2" fmla="*/ 327662 h 3576772"/>
                <a:gd name="csX3" fmla="*/ 3910772 w 4020095"/>
                <a:gd name="csY3" fmla="*/ 36141 h 3576772"/>
                <a:gd name="csX4" fmla="*/ 3594138 w 4020095"/>
                <a:gd name="csY4" fmla="*/ 1933573 h 3576772"/>
                <a:gd name="csX5" fmla="*/ 1828029 w 4020095"/>
                <a:gd name="csY5" fmla="*/ 2405053 h 3576772"/>
                <a:gd name="csX6" fmla="*/ 3304 w 4020095"/>
                <a:gd name="csY6" fmla="*/ 3573700 h 3576772"/>
                <a:gd name="csX0" fmla="*/ 3254 w 4020045"/>
                <a:gd name="csY0" fmla="*/ 3573700 h 3576772"/>
                <a:gd name="csX1" fmla="*/ 1310808 w 4020045"/>
                <a:gd name="csY1" fmla="*/ 1926786 h 3576772"/>
                <a:gd name="csX2" fmla="*/ 1793611 w 4020045"/>
                <a:gd name="csY2" fmla="*/ 327662 h 3576772"/>
                <a:gd name="csX3" fmla="*/ 3910722 w 4020045"/>
                <a:gd name="csY3" fmla="*/ 36141 h 3576772"/>
                <a:gd name="csX4" fmla="*/ 3594088 w 4020045"/>
                <a:gd name="csY4" fmla="*/ 1933573 h 3576772"/>
                <a:gd name="csX5" fmla="*/ 1827979 w 4020045"/>
                <a:gd name="csY5" fmla="*/ 2405053 h 3576772"/>
                <a:gd name="csX6" fmla="*/ 3254 w 4020045"/>
                <a:gd name="csY6" fmla="*/ 3573700 h 35767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020045" h="3576772">
                  <a:moveTo>
                    <a:pt x="3254" y="3573700"/>
                  </a:moveTo>
                  <a:cubicBezTo>
                    <a:pt x="-82941" y="3493989"/>
                    <a:pt x="1574310" y="2340515"/>
                    <a:pt x="1310808" y="1926786"/>
                  </a:cubicBezTo>
                  <a:cubicBezTo>
                    <a:pt x="1047306" y="1513057"/>
                    <a:pt x="1360292" y="642769"/>
                    <a:pt x="1793611" y="327662"/>
                  </a:cubicBezTo>
                  <a:cubicBezTo>
                    <a:pt x="2226930" y="12555"/>
                    <a:pt x="3750548" y="-52136"/>
                    <a:pt x="3910722" y="36141"/>
                  </a:cubicBezTo>
                  <a:cubicBezTo>
                    <a:pt x="4070896" y="124418"/>
                    <a:pt x="4120351" y="1358027"/>
                    <a:pt x="3594088" y="1933573"/>
                  </a:cubicBezTo>
                  <a:cubicBezTo>
                    <a:pt x="3171099" y="2391895"/>
                    <a:pt x="2301583" y="2656718"/>
                    <a:pt x="1827979" y="2405053"/>
                  </a:cubicBezTo>
                  <a:cubicBezTo>
                    <a:pt x="1354375" y="2153388"/>
                    <a:pt x="89449" y="3653411"/>
                    <a:pt x="3254" y="3573700"/>
                  </a:cubicBez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7" name="Freeform 1016">
              <a:extLst>
                <a:ext uri="{FF2B5EF4-FFF2-40B4-BE49-F238E27FC236}">
                  <a16:creationId xmlns:a16="http://schemas.microsoft.com/office/drawing/2014/main" id="{A282BD95-3021-869A-4D63-CAD17093AC40}"/>
                </a:ext>
              </a:extLst>
            </p:cNvPr>
            <p:cNvSpPr/>
            <p:nvPr userDrawn="1"/>
          </p:nvSpPr>
          <p:spPr>
            <a:xfrm rot="16200000">
              <a:off x="5945770" y="987683"/>
              <a:ext cx="2615869" cy="2682270"/>
            </a:xfrm>
            <a:custGeom>
              <a:avLst/>
              <a:gdLst>
                <a:gd name="csX0" fmla="*/ 1893 w 3484511"/>
                <a:gd name="csY0" fmla="*/ 3509215 h 3511799"/>
                <a:gd name="csX1" fmla="*/ 1514170 w 3484511"/>
                <a:gd name="csY1" fmla="*/ 1703861 h 3511799"/>
                <a:gd name="csX2" fmla="*/ 2029985 w 3484511"/>
                <a:gd name="csY2" fmla="*/ 226753 h 3511799"/>
                <a:gd name="csX3" fmla="*/ 3378139 w 3484511"/>
                <a:gd name="csY3" fmla="*/ 144692 h 3511799"/>
                <a:gd name="csX4" fmla="*/ 3225739 w 3484511"/>
                <a:gd name="csY4" fmla="*/ 1586630 h 3511799"/>
                <a:gd name="csX5" fmla="*/ 1854139 w 3484511"/>
                <a:gd name="csY5" fmla="*/ 2090723 h 3511799"/>
                <a:gd name="csX6" fmla="*/ 1893 w 3484511"/>
                <a:gd name="csY6" fmla="*/ 3509215 h 3511799"/>
                <a:gd name="csX0" fmla="*/ 1352 w 4094215"/>
                <a:gd name="csY0" fmla="*/ 4103738 h 4105568"/>
                <a:gd name="csX1" fmla="*/ 2123874 w 4094215"/>
                <a:gd name="csY1" fmla="*/ 1703861 h 4105568"/>
                <a:gd name="csX2" fmla="*/ 2639689 w 4094215"/>
                <a:gd name="csY2" fmla="*/ 226753 h 4105568"/>
                <a:gd name="csX3" fmla="*/ 3987843 w 4094215"/>
                <a:gd name="csY3" fmla="*/ 144692 h 4105568"/>
                <a:gd name="csX4" fmla="*/ 3835443 w 4094215"/>
                <a:gd name="csY4" fmla="*/ 1586630 h 4105568"/>
                <a:gd name="csX5" fmla="*/ 2463843 w 4094215"/>
                <a:gd name="csY5" fmla="*/ 2090723 h 4105568"/>
                <a:gd name="csX6" fmla="*/ 1352 w 4094215"/>
                <a:gd name="csY6" fmla="*/ 4103738 h 4105568"/>
                <a:gd name="csX0" fmla="*/ 1978 w 4094841"/>
                <a:gd name="csY0" fmla="*/ 4101966 h 4104114"/>
                <a:gd name="csX1" fmla="*/ 2058783 w 4094841"/>
                <a:gd name="csY1" fmla="*/ 1668597 h 4104114"/>
                <a:gd name="csX2" fmla="*/ 2640315 w 4094841"/>
                <a:gd name="csY2" fmla="*/ 224981 h 4104114"/>
                <a:gd name="csX3" fmla="*/ 3988469 w 4094841"/>
                <a:gd name="csY3" fmla="*/ 142920 h 4104114"/>
                <a:gd name="csX4" fmla="*/ 3836069 w 4094841"/>
                <a:gd name="csY4" fmla="*/ 1584858 h 4104114"/>
                <a:gd name="csX5" fmla="*/ 2464469 w 4094841"/>
                <a:gd name="csY5" fmla="*/ 2088951 h 4104114"/>
                <a:gd name="csX6" fmla="*/ 1978 w 4094841"/>
                <a:gd name="csY6" fmla="*/ 4101966 h 4104114"/>
                <a:gd name="csX0" fmla="*/ 1943 w 4132359"/>
                <a:gd name="csY0" fmla="*/ 3750277 h 3752868"/>
                <a:gd name="csX1" fmla="*/ 2096301 w 4132359"/>
                <a:gd name="csY1" fmla="*/ 1668597 h 3752868"/>
                <a:gd name="csX2" fmla="*/ 2677833 w 4132359"/>
                <a:gd name="csY2" fmla="*/ 224981 h 3752868"/>
                <a:gd name="csX3" fmla="*/ 4025987 w 4132359"/>
                <a:gd name="csY3" fmla="*/ 142920 h 3752868"/>
                <a:gd name="csX4" fmla="*/ 3873587 w 4132359"/>
                <a:gd name="csY4" fmla="*/ 1584858 h 3752868"/>
                <a:gd name="csX5" fmla="*/ 2501987 w 4132359"/>
                <a:gd name="csY5" fmla="*/ 2088951 h 3752868"/>
                <a:gd name="csX6" fmla="*/ 1943 w 4132359"/>
                <a:gd name="csY6" fmla="*/ 3750277 h 3752868"/>
                <a:gd name="csX0" fmla="*/ 7123 w 4137539"/>
                <a:gd name="csY0" fmla="*/ 3776554 h 3776601"/>
                <a:gd name="csX1" fmla="*/ 1782278 w 4137539"/>
                <a:gd name="csY1" fmla="*/ 2163796 h 3776601"/>
                <a:gd name="csX2" fmla="*/ 2683013 w 4137539"/>
                <a:gd name="csY2" fmla="*/ 251258 h 3776601"/>
                <a:gd name="csX3" fmla="*/ 4031167 w 4137539"/>
                <a:gd name="csY3" fmla="*/ 169197 h 3776601"/>
                <a:gd name="csX4" fmla="*/ 3878767 w 4137539"/>
                <a:gd name="csY4" fmla="*/ 1611135 h 3776601"/>
                <a:gd name="csX5" fmla="*/ 2507167 w 4137539"/>
                <a:gd name="csY5" fmla="*/ 2115228 h 3776601"/>
                <a:gd name="csX6" fmla="*/ 7123 w 4137539"/>
                <a:gd name="csY6" fmla="*/ 3776554 h 3776601"/>
                <a:gd name="csX0" fmla="*/ 25 w 4130441"/>
                <a:gd name="csY0" fmla="*/ 3776554 h 3776586"/>
                <a:gd name="csX1" fmla="*/ 1775180 w 4130441"/>
                <a:gd name="csY1" fmla="*/ 2163796 h 3776586"/>
                <a:gd name="csX2" fmla="*/ 2675915 w 4130441"/>
                <a:gd name="csY2" fmla="*/ 251258 h 3776586"/>
                <a:gd name="csX3" fmla="*/ 4024069 w 4130441"/>
                <a:gd name="csY3" fmla="*/ 169197 h 3776586"/>
                <a:gd name="csX4" fmla="*/ 3871669 w 4130441"/>
                <a:gd name="csY4" fmla="*/ 1611135 h 3776586"/>
                <a:gd name="csX5" fmla="*/ 1814719 w 4130441"/>
                <a:gd name="csY5" fmla="*/ 2207339 h 3776586"/>
                <a:gd name="csX6" fmla="*/ 25 w 4130441"/>
                <a:gd name="csY6" fmla="*/ 3776554 h 3776586"/>
                <a:gd name="csX0" fmla="*/ 25 w 4130441"/>
                <a:gd name="csY0" fmla="*/ 3776554 h 3776589"/>
                <a:gd name="csX1" fmla="*/ 1775180 w 4130441"/>
                <a:gd name="csY1" fmla="*/ 2163796 h 3776589"/>
                <a:gd name="csX2" fmla="*/ 2675915 w 4130441"/>
                <a:gd name="csY2" fmla="*/ 251258 h 3776589"/>
                <a:gd name="csX3" fmla="*/ 4024069 w 4130441"/>
                <a:gd name="csY3" fmla="*/ 169197 h 3776589"/>
                <a:gd name="csX4" fmla="*/ 3871669 w 4130441"/>
                <a:gd name="csY4" fmla="*/ 1611135 h 3776589"/>
                <a:gd name="csX5" fmla="*/ 1814719 w 4130441"/>
                <a:gd name="csY5" fmla="*/ 2207339 h 3776589"/>
                <a:gd name="csX6" fmla="*/ 25 w 4130441"/>
                <a:gd name="csY6" fmla="*/ 3776554 h 3776589"/>
                <a:gd name="csX0" fmla="*/ 25 w 3957457"/>
                <a:gd name="csY0" fmla="*/ 3611866 h 3611901"/>
                <a:gd name="csX1" fmla="*/ 1775180 w 3957457"/>
                <a:gd name="csY1" fmla="*/ 1999108 h 3611901"/>
                <a:gd name="csX2" fmla="*/ 2675915 w 3957457"/>
                <a:gd name="csY2" fmla="*/ 86570 h 3611901"/>
                <a:gd name="csX3" fmla="*/ 3554650 w 3957457"/>
                <a:gd name="csY3" fmla="*/ 439934 h 3611901"/>
                <a:gd name="csX4" fmla="*/ 3871669 w 3957457"/>
                <a:gd name="csY4" fmla="*/ 1446447 h 3611901"/>
                <a:gd name="csX5" fmla="*/ 1814719 w 3957457"/>
                <a:gd name="csY5" fmla="*/ 2042651 h 3611901"/>
                <a:gd name="csX6" fmla="*/ 25 w 3957457"/>
                <a:gd name="csY6" fmla="*/ 3611866 h 3611901"/>
                <a:gd name="csX0" fmla="*/ 25 w 3957253"/>
                <a:gd name="csY0" fmla="*/ 3368639 h 3368674"/>
                <a:gd name="csX1" fmla="*/ 1775180 w 3957253"/>
                <a:gd name="csY1" fmla="*/ 1755881 h 3368674"/>
                <a:gd name="csX2" fmla="*/ 2685304 w 3957253"/>
                <a:gd name="csY2" fmla="*/ 144791 h 3368674"/>
                <a:gd name="csX3" fmla="*/ 3554650 w 3957253"/>
                <a:gd name="csY3" fmla="*/ 196707 h 3368674"/>
                <a:gd name="csX4" fmla="*/ 3871669 w 3957253"/>
                <a:gd name="csY4" fmla="*/ 1203220 h 3368674"/>
                <a:gd name="csX5" fmla="*/ 1814719 w 3957253"/>
                <a:gd name="csY5" fmla="*/ 1799424 h 3368674"/>
                <a:gd name="csX6" fmla="*/ 25 w 3957253"/>
                <a:gd name="csY6" fmla="*/ 3368639 h 3368674"/>
                <a:gd name="csX0" fmla="*/ 25 w 3705517"/>
                <a:gd name="csY0" fmla="*/ 3358570 h 3358603"/>
                <a:gd name="csX1" fmla="*/ 1775180 w 3705517"/>
                <a:gd name="csY1" fmla="*/ 1745812 h 3358603"/>
                <a:gd name="csX2" fmla="*/ 2685304 w 3705517"/>
                <a:gd name="csY2" fmla="*/ 134722 h 3358603"/>
                <a:gd name="csX3" fmla="*/ 3554650 w 3705517"/>
                <a:gd name="csY3" fmla="*/ 186638 h 3358603"/>
                <a:gd name="csX4" fmla="*/ 3552464 w 3705517"/>
                <a:gd name="csY4" fmla="*/ 975438 h 3358603"/>
                <a:gd name="csX5" fmla="*/ 1814719 w 3705517"/>
                <a:gd name="csY5" fmla="*/ 1789355 h 3358603"/>
                <a:gd name="csX6" fmla="*/ 25 w 3705517"/>
                <a:gd name="csY6" fmla="*/ 3358570 h 3358603"/>
                <a:gd name="csX0" fmla="*/ 2290 w 3707782"/>
                <a:gd name="csY0" fmla="*/ 3305196 h 3314287"/>
                <a:gd name="csX1" fmla="*/ 2199921 w 3707782"/>
                <a:gd name="csY1" fmla="*/ 955568 h 3314287"/>
                <a:gd name="csX2" fmla="*/ 2687569 w 3707782"/>
                <a:gd name="csY2" fmla="*/ 81348 h 3314287"/>
                <a:gd name="csX3" fmla="*/ 3556915 w 3707782"/>
                <a:gd name="csY3" fmla="*/ 133264 h 3314287"/>
                <a:gd name="csX4" fmla="*/ 3554729 w 3707782"/>
                <a:gd name="csY4" fmla="*/ 922064 h 3314287"/>
                <a:gd name="csX5" fmla="*/ 1816984 w 3707782"/>
                <a:gd name="csY5" fmla="*/ 1735981 h 3314287"/>
                <a:gd name="csX6" fmla="*/ 2290 w 3707782"/>
                <a:gd name="csY6" fmla="*/ 3305196 h 3314287"/>
                <a:gd name="csX0" fmla="*/ 377 w 3705869"/>
                <a:gd name="csY0" fmla="*/ 3305196 h 3313168"/>
                <a:gd name="csX1" fmla="*/ 2198008 w 3705869"/>
                <a:gd name="csY1" fmla="*/ 955568 h 3313168"/>
                <a:gd name="csX2" fmla="*/ 2685656 w 3705869"/>
                <a:gd name="csY2" fmla="*/ 81348 h 3313168"/>
                <a:gd name="csX3" fmla="*/ 3555002 w 3705869"/>
                <a:gd name="csY3" fmla="*/ 133264 h 3313168"/>
                <a:gd name="csX4" fmla="*/ 3552816 w 3705869"/>
                <a:gd name="csY4" fmla="*/ 922064 h 3313168"/>
                <a:gd name="csX5" fmla="*/ 2378375 w 3705869"/>
                <a:gd name="csY5" fmla="*/ 1694113 h 3313168"/>
                <a:gd name="csX6" fmla="*/ 377 w 3705869"/>
                <a:gd name="csY6" fmla="*/ 3305196 h 3313168"/>
                <a:gd name="csX0" fmla="*/ 377 w 3705869"/>
                <a:gd name="csY0" fmla="*/ 3305196 h 3311216"/>
                <a:gd name="csX1" fmla="*/ 2198008 w 3705869"/>
                <a:gd name="csY1" fmla="*/ 955568 h 3311216"/>
                <a:gd name="csX2" fmla="*/ 2685656 w 3705869"/>
                <a:gd name="csY2" fmla="*/ 81348 h 3311216"/>
                <a:gd name="csX3" fmla="*/ 3555002 w 3705869"/>
                <a:gd name="csY3" fmla="*/ 133264 h 3311216"/>
                <a:gd name="csX4" fmla="*/ 3552816 w 3705869"/>
                <a:gd name="csY4" fmla="*/ 922064 h 3311216"/>
                <a:gd name="csX5" fmla="*/ 2378375 w 3705869"/>
                <a:gd name="csY5" fmla="*/ 1694113 h 3311216"/>
                <a:gd name="csX6" fmla="*/ 377 w 3705869"/>
                <a:gd name="csY6" fmla="*/ 3305196 h 3311216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31250"/>
                <a:gd name="csY0" fmla="*/ 3306034 h 3313991"/>
                <a:gd name="csX1" fmla="*/ 2198008 w 4431250"/>
                <a:gd name="csY1" fmla="*/ 956406 h 3313991"/>
                <a:gd name="csX2" fmla="*/ 2685656 w 4431250"/>
                <a:gd name="csY2" fmla="*/ 82186 h 3313991"/>
                <a:gd name="csX3" fmla="*/ 3555002 w 4431250"/>
                <a:gd name="csY3" fmla="*/ 134102 h 3313991"/>
                <a:gd name="csX4" fmla="*/ 4425936 w 4431250"/>
                <a:gd name="csY4" fmla="*/ 939649 h 3313991"/>
                <a:gd name="csX5" fmla="*/ 2378375 w 4431250"/>
                <a:gd name="csY5" fmla="*/ 1694951 h 3313991"/>
                <a:gd name="csX6" fmla="*/ 377 w 4431250"/>
                <a:gd name="csY6" fmla="*/ 3306034 h 3313991"/>
                <a:gd name="csX0" fmla="*/ 377 w 4425936"/>
                <a:gd name="csY0" fmla="*/ 3306034 h 3313991"/>
                <a:gd name="csX1" fmla="*/ 2198008 w 4425936"/>
                <a:gd name="csY1" fmla="*/ 956406 h 3313991"/>
                <a:gd name="csX2" fmla="*/ 2685656 w 4425936"/>
                <a:gd name="csY2" fmla="*/ 82186 h 3313991"/>
                <a:gd name="csX3" fmla="*/ 3555002 w 4425936"/>
                <a:gd name="csY3" fmla="*/ 134102 h 3313991"/>
                <a:gd name="csX4" fmla="*/ 4425936 w 4425936"/>
                <a:gd name="csY4" fmla="*/ 939649 h 3313991"/>
                <a:gd name="csX5" fmla="*/ 2378375 w 4425936"/>
                <a:gd name="csY5" fmla="*/ 1694951 h 3313991"/>
                <a:gd name="csX6" fmla="*/ 377 w 4425936"/>
                <a:gd name="csY6" fmla="*/ 3306034 h 3313991"/>
                <a:gd name="csX0" fmla="*/ 377 w 4472878"/>
                <a:gd name="csY0" fmla="*/ 3303952 h 3311947"/>
                <a:gd name="csX1" fmla="*/ 2198008 w 4472878"/>
                <a:gd name="csY1" fmla="*/ 954324 h 3311947"/>
                <a:gd name="csX2" fmla="*/ 2685656 w 4472878"/>
                <a:gd name="csY2" fmla="*/ 80104 h 3311947"/>
                <a:gd name="csX3" fmla="*/ 3555002 w 4472878"/>
                <a:gd name="csY3" fmla="*/ 132020 h 3311947"/>
                <a:gd name="csX4" fmla="*/ 4472878 w 4472878"/>
                <a:gd name="csY4" fmla="*/ 895700 h 3311947"/>
                <a:gd name="csX5" fmla="*/ 2378375 w 4472878"/>
                <a:gd name="csY5" fmla="*/ 1692869 h 3311947"/>
                <a:gd name="csX6" fmla="*/ 377 w 4472878"/>
                <a:gd name="csY6" fmla="*/ 3303952 h 3311947"/>
                <a:gd name="csX0" fmla="*/ 377 w 4472878"/>
                <a:gd name="csY0" fmla="*/ 3489034 h 3497029"/>
                <a:gd name="csX1" fmla="*/ 2198008 w 4472878"/>
                <a:gd name="csY1" fmla="*/ 1139406 h 3497029"/>
                <a:gd name="csX2" fmla="*/ 2685656 w 4472878"/>
                <a:gd name="csY2" fmla="*/ 265186 h 3497029"/>
                <a:gd name="csX3" fmla="*/ 3742770 w 4472878"/>
                <a:gd name="csY3" fmla="*/ 49148 h 3497029"/>
                <a:gd name="csX4" fmla="*/ 4472878 w 4472878"/>
                <a:gd name="csY4" fmla="*/ 1080782 h 3497029"/>
                <a:gd name="csX5" fmla="*/ 2378375 w 4472878"/>
                <a:gd name="csY5" fmla="*/ 1877951 h 3497029"/>
                <a:gd name="csX6" fmla="*/ 377 w 4472878"/>
                <a:gd name="csY6" fmla="*/ 3489034 h 3497029"/>
                <a:gd name="csX0" fmla="*/ 377 w 4482266"/>
                <a:gd name="csY0" fmla="*/ 3489034 h 3497029"/>
                <a:gd name="csX1" fmla="*/ 2198008 w 4482266"/>
                <a:gd name="csY1" fmla="*/ 1139406 h 3497029"/>
                <a:gd name="csX2" fmla="*/ 2685656 w 4482266"/>
                <a:gd name="csY2" fmla="*/ 265186 h 3497029"/>
                <a:gd name="csX3" fmla="*/ 3742770 w 4482266"/>
                <a:gd name="csY3" fmla="*/ 49148 h 3497029"/>
                <a:gd name="csX4" fmla="*/ 4482266 w 4482266"/>
                <a:gd name="csY4" fmla="*/ 1080782 h 3497029"/>
                <a:gd name="csX5" fmla="*/ 2378375 w 4482266"/>
                <a:gd name="csY5" fmla="*/ 1877951 h 3497029"/>
                <a:gd name="csX6" fmla="*/ 377 w 4482266"/>
                <a:gd name="csY6" fmla="*/ 3489034 h 3497029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10188 w 4492077"/>
                <a:gd name="csY0" fmla="*/ 3488052 h 3497366"/>
                <a:gd name="csX1" fmla="*/ 1804118 w 4492077"/>
                <a:gd name="csY1" fmla="*/ 1096559 h 3497366"/>
                <a:gd name="csX2" fmla="*/ 2695467 w 4492077"/>
                <a:gd name="csY2" fmla="*/ 264204 h 3497366"/>
                <a:gd name="csX3" fmla="*/ 3752581 w 4492077"/>
                <a:gd name="csY3" fmla="*/ 48166 h 3497366"/>
                <a:gd name="csX4" fmla="*/ 4492077 w 4492077"/>
                <a:gd name="csY4" fmla="*/ 1079800 h 3497366"/>
                <a:gd name="csX5" fmla="*/ 2688616 w 4492077"/>
                <a:gd name="csY5" fmla="*/ 1893718 h 3497366"/>
                <a:gd name="csX6" fmla="*/ 10188 w 4492077"/>
                <a:gd name="csY6" fmla="*/ 3488052 h 3497366"/>
                <a:gd name="csX0" fmla="*/ 10188 w 4492077"/>
                <a:gd name="csY0" fmla="*/ 3488052 h 3500595"/>
                <a:gd name="csX1" fmla="*/ 1804118 w 4492077"/>
                <a:gd name="csY1" fmla="*/ 1096559 h 3500595"/>
                <a:gd name="csX2" fmla="*/ 2695467 w 4492077"/>
                <a:gd name="csY2" fmla="*/ 264204 h 3500595"/>
                <a:gd name="csX3" fmla="*/ 3752581 w 4492077"/>
                <a:gd name="csY3" fmla="*/ 48166 h 3500595"/>
                <a:gd name="csX4" fmla="*/ 4492077 w 4492077"/>
                <a:gd name="csY4" fmla="*/ 1079800 h 3500595"/>
                <a:gd name="csX5" fmla="*/ 2688616 w 4492077"/>
                <a:gd name="csY5" fmla="*/ 1893718 h 3500595"/>
                <a:gd name="csX6" fmla="*/ 10188 w 4492077"/>
                <a:gd name="csY6" fmla="*/ 3488052 h 3500595"/>
                <a:gd name="csX0" fmla="*/ 10188 w 4492077"/>
                <a:gd name="csY0" fmla="*/ 3488052 h 3500888"/>
                <a:gd name="csX1" fmla="*/ 1804118 w 4492077"/>
                <a:gd name="csY1" fmla="*/ 1096559 h 3500888"/>
                <a:gd name="csX2" fmla="*/ 2695467 w 4492077"/>
                <a:gd name="csY2" fmla="*/ 264204 h 3500888"/>
                <a:gd name="csX3" fmla="*/ 3752581 w 4492077"/>
                <a:gd name="csY3" fmla="*/ 48166 h 3500888"/>
                <a:gd name="csX4" fmla="*/ 4492077 w 4492077"/>
                <a:gd name="csY4" fmla="*/ 1079800 h 3500888"/>
                <a:gd name="csX5" fmla="*/ 2688616 w 4492077"/>
                <a:gd name="csY5" fmla="*/ 1893718 h 3500888"/>
                <a:gd name="csX6" fmla="*/ 10188 w 4492077"/>
                <a:gd name="csY6" fmla="*/ 3488052 h 3500888"/>
                <a:gd name="csX0" fmla="*/ 27731 w 3289130"/>
                <a:gd name="csY0" fmla="*/ 2449732 h 2473361"/>
                <a:gd name="csX1" fmla="*/ 601171 w 3289130"/>
                <a:gd name="csY1" fmla="*/ 1096559 h 2473361"/>
                <a:gd name="csX2" fmla="*/ 1492520 w 3289130"/>
                <a:gd name="csY2" fmla="*/ 264204 h 2473361"/>
                <a:gd name="csX3" fmla="*/ 2549634 w 3289130"/>
                <a:gd name="csY3" fmla="*/ 48166 h 2473361"/>
                <a:gd name="csX4" fmla="*/ 3289130 w 3289130"/>
                <a:gd name="csY4" fmla="*/ 1079800 h 2473361"/>
                <a:gd name="csX5" fmla="*/ 1485669 w 3289130"/>
                <a:gd name="csY5" fmla="*/ 1893718 h 2473361"/>
                <a:gd name="csX6" fmla="*/ 27731 w 3289130"/>
                <a:gd name="csY6" fmla="*/ 2449732 h 2473361"/>
                <a:gd name="csX0" fmla="*/ 367 w 3261766"/>
                <a:gd name="csY0" fmla="*/ 2449732 h 2449966"/>
                <a:gd name="csX1" fmla="*/ 573807 w 3261766"/>
                <a:gd name="csY1" fmla="*/ 1096559 h 2449966"/>
                <a:gd name="csX2" fmla="*/ 1465156 w 3261766"/>
                <a:gd name="csY2" fmla="*/ 264204 h 2449966"/>
                <a:gd name="csX3" fmla="*/ 2522270 w 3261766"/>
                <a:gd name="csY3" fmla="*/ 48166 h 2449966"/>
                <a:gd name="csX4" fmla="*/ 3261766 w 3261766"/>
                <a:gd name="csY4" fmla="*/ 1079800 h 2449966"/>
                <a:gd name="csX5" fmla="*/ 1458305 w 3261766"/>
                <a:gd name="csY5" fmla="*/ 1893718 h 2449966"/>
                <a:gd name="csX6" fmla="*/ 367 w 3261766"/>
                <a:gd name="csY6" fmla="*/ 2449732 h 2449966"/>
                <a:gd name="csX0" fmla="*/ 62959 w 3324358"/>
                <a:gd name="csY0" fmla="*/ 2449732 h 2487147"/>
                <a:gd name="csX1" fmla="*/ 636399 w 3324358"/>
                <a:gd name="csY1" fmla="*/ 1096559 h 2487147"/>
                <a:gd name="csX2" fmla="*/ 1527748 w 3324358"/>
                <a:gd name="csY2" fmla="*/ 264204 h 2487147"/>
                <a:gd name="csX3" fmla="*/ 2584862 w 3324358"/>
                <a:gd name="csY3" fmla="*/ 48166 h 2487147"/>
                <a:gd name="csX4" fmla="*/ 3324358 w 3324358"/>
                <a:gd name="csY4" fmla="*/ 1079800 h 2487147"/>
                <a:gd name="csX5" fmla="*/ 1520897 w 3324358"/>
                <a:gd name="csY5" fmla="*/ 1893718 h 2487147"/>
                <a:gd name="csX6" fmla="*/ 62959 w 3324358"/>
                <a:gd name="csY6" fmla="*/ 2449732 h 2487147"/>
                <a:gd name="csX0" fmla="*/ 38478 w 4482813"/>
                <a:gd name="csY0" fmla="*/ 3496425 h 3519813"/>
                <a:gd name="csX1" fmla="*/ 1794854 w 4482813"/>
                <a:gd name="csY1" fmla="*/ 1096559 h 3519813"/>
                <a:gd name="csX2" fmla="*/ 2686203 w 4482813"/>
                <a:gd name="csY2" fmla="*/ 264204 h 3519813"/>
                <a:gd name="csX3" fmla="*/ 3743317 w 4482813"/>
                <a:gd name="csY3" fmla="*/ 48166 h 3519813"/>
                <a:gd name="csX4" fmla="*/ 4482813 w 4482813"/>
                <a:gd name="csY4" fmla="*/ 1079800 h 3519813"/>
                <a:gd name="csX5" fmla="*/ 2679352 w 4482813"/>
                <a:gd name="csY5" fmla="*/ 1893718 h 3519813"/>
                <a:gd name="csX6" fmla="*/ 38478 w 4482813"/>
                <a:gd name="csY6" fmla="*/ 3496425 h 3519813"/>
                <a:gd name="csX0" fmla="*/ 9071 w 4453406"/>
                <a:gd name="csY0" fmla="*/ 3496425 h 3510301"/>
                <a:gd name="csX1" fmla="*/ 1765447 w 4453406"/>
                <a:gd name="csY1" fmla="*/ 1096559 h 3510301"/>
                <a:gd name="csX2" fmla="*/ 2656796 w 4453406"/>
                <a:gd name="csY2" fmla="*/ 264204 h 3510301"/>
                <a:gd name="csX3" fmla="*/ 3713910 w 4453406"/>
                <a:gd name="csY3" fmla="*/ 48166 h 3510301"/>
                <a:gd name="csX4" fmla="*/ 4453406 w 4453406"/>
                <a:gd name="csY4" fmla="*/ 1079800 h 3510301"/>
                <a:gd name="csX5" fmla="*/ 2649945 w 4453406"/>
                <a:gd name="csY5" fmla="*/ 1893718 h 3510301"/>
                <a:gd name="csX6" fmla="*/ 9071 w 4453406"/>
                <a:gd name="csY6" fmla="*/ 3496425 h 3510301"/>
                <a:gd name="csX0" fmla="*/ 9071 w 4453406"/>
                <a:gd name="csY0" fmla="*/ 3496425 h 3512169"/>
                <a:gd name="csX1" fmla="*/ 1765447 w 4453406"/>
                <a:gd name="csY1" fmla="*/ 1096559 h 3512169"/>
                <a:gd name="csX2" fmla="*/ 2656796 w 4453406"/>
                <a:gd name="csY2" fmla="*/ 264204 h 3512169"/>
                <a:gd name="csX3" fmla="*/ 3713910 w 4453406"/>
                <a:gd name="csY3" fmla="*/ 48166 h 3512169"/>
                <a:gd name="csX4" fmla="*/ 4453406 w 4453406"/>
                <a:gd name="csY4" fmla="*/ 1079800 h 3512169"/>
                <a:gd name="csX5" fmla="*/ 2649945 w 4453406"/>
                <a:gd name="csY5" fmla="*/ 1893718 h 3512169"/>
                <a:gd name="csX6" fmla="*/ 9071 w 4453406"/>
                <a:gd name="csY6" fmla="*/ 3496425 h 3512169"/>
                <a:gd name="csX0" fmla="*/ 9640 w 4453975"/>
                <a:gd name="csY0" fmla="*/ 3496425 h 3512169"/>
                <a:gd name="csX1" fmla="*/ 1766016 w 4453975"/>
                <a:gd name="csY1" fmla="*/ 1096559 h 3512169"/>
                <a:gd name="csX2" fmla="*/ 2657365 w 4453975"/>
                <a:gd name="csY2" fmla="*/ 264204 h 3512169"/>
                <a:gd name="csX3" fmla="*/ 3714479 w 4453975"/>
                <a:gd name="csY3" fmla="*/ 48166 h 3512169"/>
                <a:gd name="csX4" fmla="*/ 4453975 w 4453975"/>
                <a:gd name="csY4" fmla="*/ 1079800 h 3512169"/>
                <a:gd name="csX5" fmla="*/ 2650514 w 4453975"/>
                <a:gd name="csY5" fmla="*/ 1893718 h 3512169"/>
                <a:gd name="csX6" fmla="*/ 9640 w 4453975"/>
                <a:gd name="csY6" fmla="*/ 3496425 h 3512169"/>
                <a:gd name="csX0" fmla="*/ 9640 w 4453975"/>
                <a:gd name="csY0" fmla="*/ 3993467 h 4008123"/>
                <a:gd name="csX1" fmla="*/ 1766016 w 4453975"/>
                <a:gd name="csY1" fmla="*/ 1593601 h 4008123"/>
                <a:gd name="csX2" fmla="*/ 2601034 w 4453975"/>
                <a:gd name="csY2" fmla="*/ 41122 h 4008123"/>
                <a:gd name="csX3" fmla="*/ 3714479 w 4453975"/>
                <a:gd name="csY3" fmla="*/ 545208 h 4008123"/>
                <a:gd name="csX4" fmla="*/ 4453975 w 4453975"/>
                <a:gd name="csY4" fmla="*/ 1576842 h 4008123"/>
                <a:gd name="csX5" fmla="*/ 2650514 w 4453975"/>
                <a:gd name="csY5" fmla="*/ 2390760 h 4008123"/>
                <a:gd name="csX6" fmla="*/ 9640 w 4453975"/>
                <a:gd name="csY6" fmla="*/ 3993467 h 4008123"/>
                <a:gd name="csX0" fmla="*/ 9640 w 4453975"/>
                <a:gd name="csY0" fmla="*/ 3952894 h 3967550"/>
                <a:gd name="csX1" fmla="*/ 1766016 w 4453975"/>
                <a:gd name="csY1" fmla="*/ 1553028 h 3967550"/>
                <a:gd name="csX2" fmla="*/ 2601034 w 4453975"/>
                <a:gd name="csY2" fmla="*/ 549 h 3967550"/>
                <a:gd name="csX3" fmla="*/ 3714479 w 4453975"/>
                <a:gd name="csY3" fmla="*/ 504635 h 3967550"/>
                <a:gd name="csX4" fmla="*/ 4453975 w 4453975"/>
                <a:gd name="csY4" fmla="*/ 1536269 h 3967550"/>
                <a:gd name="csX5" fmla="*/ 2650514 w 4453975"/>
                <a:gd name="csY5" fmla="*/ 2350187 h 3967550"/>
                <a:gd name="csX6" fmla="*/ 9640 w 4453975"/>
                <a:gd name="csY6" fmla="*/ 3952894 h 3967550"/>
                <a:gd name="csX0" fmla="*/ 9640 w 4453975"/>
                <a:gd name="csY0" fmla="*/ 3952971 h 3968477"/>
                <a:gd name="csX1" fmla="*/ 1766016 w 4453975"/>
                <a:gd name="csY1" fmla="*/ 1553105 h 3968477"/>
                <a:gd name="csX2" fmla="*/ 2601034 w 4453975"/>
                <a:gd name="csY2" fmla="*/ 626 h 3968477"/>
                <a:gd name="csX3" fmla="*/ 3714479 w 4453975"/>
                <a:gd name="csY3" fmla="*/ 504712 h 3968477"/>
                <a:gd name="csX4" fmla="*/ 4453975 w 4453975"/>
                <a:gd name="csY4" fmla="*/ 1536346 h 3968477"/>
                <a:gd name="csX5" fmla="*/ 2650514 w 4453975"/>
                <a:gd name="csY5" fmla="*/ 2350264 h 3968477"/>
                <a:gd name="csX6" fmla="*/ 9640 w 4453975"/>
                <a:gd name="csY6" fmla="*/ 3952971 h 3968477"/>
                <a:gd name="csX0" fmla="*/ 9640 w 4517542"/>
                <a:gd name="csY0" fmla="*/ 4153948 h 4169453"/>
                <a:gd name="csX1" fmla="*/ 1766016 w 4517542"/>
                <a:gd name="csY1" fmla="*/ 1754082 h 4169453"/>
                <a:gd name="csX2" fmla="*/ 2601034 w 4517542"/>
                <a:gd name="csY2" fmla="*/ 201603 h 4169453"/>
                <a:gd name="csX3" fmla="*/ 4390442 w 4517542"/>
                <a:gd name="csY3" fmla="*/ 186529 h 4169453"/>
                <a:gd name="csX4" fmla="*/ 4453975 w 4517542"/>
                <a:gd name="csY4" fmla="*/ 1737323 h 4169453"/>
                <a:gd name="csX5" fmla="*/ 2650514 w 4517542"/>
                <a:gd name="csY5" fmla="*/ 2551241 h 4169453"/>
                <a:gd name="csX6" fmla="*/ 9640 w 4517542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719798"/>
                <a:gd name="csY0" fmla="*/ 4153948 h 4169453"/>
                <a:gd name="csX1" fmla="*/ 1766016 w 4719798"/>
                <a:gd name="csY1" fmla="*/ 1754082 h 4169453"/>
                <a:gd name="csX2" fmla="*/ 2601034 w 4719798"/>
                <a:gd name="csY2" fmla="*/ 201603 h 4169453"/>
                <a:gd name="csX3" fmla="*/ 4390442 w 4719798"/>
                <a:gd name="csY3" fmla="*/ 186529 h 4169453"/>
                <a:gd name="csX4" fmla="*/ 4453975 w 4719798"/>
                <a:gd name="csY4" fmla="*/ 1737323 h 4169453"/>
                <a:gd name="csX5" fmla="*/ 2650514 w 4719798"/>
                <a:gd name="csY5" fmla="*/ 2551241 h 4169453"/>
                <a:gd name="csX6" fmla="*/ 9640 w 4719798"/>
                <a:gd name="csY6" fmla="*/ 4153948 h 4169453"/>
                <a:gd name="csX0" fmla="*/ 9640 w 4684091"/>
                <a:gd name="csY0" fmla="*/ 4153948 h 4169453"/>
                <a:gd name="csX1" fmla="*/ 1766016 w 4684091"/>
                <a:gd name="csY1" fmla="*/ 1754082 h 4169453"/>
                <a:gd name="csX2" fmla="*/ 2601034 w 4684091"/>
                <a:gd name="csY2" fmla="*/ 201603 h 4169453"/>
                <a:gd name="csX3" fmla="*/ 4390442 w 4684091"/>
                <a:gd name="csY3" fmla="*/ 186529 h 4169453"/>
                <a:gd name="csX4" fmla="*/ 4453975 w 4684091"/>
                <a:gd name="csY4" fmla="*/ 1737323 h 4169453"/>
                <a:gd name="csX5" fmla="*/ 2650514 w 4684091"/>
                <a:gd name="csY5" fmla="*/ 2551241 h 4169453"/>
                <a:gd name="csX6" fmla="*/ 9640 w 4684091"/>
                <a:gd name="csY6" fmla="*/ 4153948 h 4169453"/>
                <a:gd name="csX0" fmla="*/ 9640 w 4747938"/>
                <a:gd name="csY0" fmla="*/ 4153948 h 4169453"/>
                <a:gd name="csX1" fmla="*/ 1766016 w 4747938"/>
                <a:gd name="csY1" fmla="*/ 1754082 h 4169453"/>
                <a:gd name="csX2" fmla="*/ 2601034 w 4747938"/>
                <a:gd name="csY2" fmla="*/ 201603 h 4169453"/>
                <a:gd name="csX3" fmla="*/ 4390442 w 4747938"/>
                <a:gd name="csY3" fmla="*/ 186529 h 4169453"/>
                <a:gd name="csX4" fmla="*/ 4453975 w 4747938"/>
                <a:gd name="csY4" fmla="*/ 1737323 h 4169453"/>
                <a:gd name="csX5" fmla="*/ 2650514 w 4747938"/>
                <a:gd name="csY5" fmla="*/ 2551241 h 4169453"/>
                <a:gd name="csX6" fmla="*/ 9640 w 4747938"/>
                <a:gd name="csY6" fmla="*/ 4153948 h 4169453"/>
                <a:gd name="csX0" fmla="*/ 9640 w 4747938"/>
                <a:gd name="csY0" fmla="*/ 4205765 h 4221270"/>
                <a:gd name="csX1" fmla="*/ 1766016 w 4747938"/>
                <a:gd name="csY1" fmla="*/ 1805899 h 4221270"/>
                <a:gd name="csX2" fmla="*/ 2601034 w 4747938"/>
                <a:gd name="csY2" fmla="*/ 253420 h 4221270"/>
                <a:gd name="csX3" fmla="*/ 4390442 w 4747938"/>
                <a:gd name="csY3" fmla="*/ 238346 h 4221270"/>
                <a:gd name="csX4" fmla="*/ 4453975 w 4747938"/>
                <a:gd name="csY4" fmla="*/ 1789140 h 4221270"/>
                <a:gd name="csX5" fmla="*/ 2650514 w 4747938"/>
                <a:gd name="csY5" fmla="*/ 2603058 h 4221270"/>
                <a:gd name="csX6" fmla="*/ 9640 w 4747938"/>
                <a:gd name="csY6" fmla="*/ 4205765 h 4221270"/>
                <a:gd name="csX0" fmla="*/ 9640 w 4769359"/>
                <a:gd name="csY0" fmla="*/ 4189897 h 4205402"/>
                <a:gd name="csX1" fmla="*/ 1766016 w 4769359"/>
                <a:gd name="csY1" fmla="*/ 1790031 h 4205402"/>
                <a:gd name="csX2" fmla="*/ 2601034 w 4769359"/>
                <a:gd name="csY2" fmla="*/ 237552 h 4205402"/>
                <a:gd name="csX3" fmla="*/ 4446772 w 4769359"/>
                <a:gd name="csY3" fmla="*/ 163863 h 4205402"/>
                <a:gd name="csX4" fmla="*/ 4453975 w 4769359"/>
                <a:gd name="csY4" fmla="*/ 1773272 h 4205402"/>
                <a:gd name="csX5" fmla="*/ 2650514 w 4769359"/>
                <a:gd name="csY5" fmla="*/ 2587190 h 4205402"/>
                <a:gd name="csX6" fmla="*/ 9640 w 4769359"/>
                <a:gd name="csY6" fmla="*/ 4189897 h 4205402"/>
                <a:gd name="csX0" fmla="*/ 9640 w 4747938"/>
                <a:gd name="csY0" fmla="*/ 4212142 h 4227647"/>
                <a:gd name="csX1" fmla="*/ 1766016 w 4747938"/>
                <a:gd name="csY1" fmla="*/ 1812276 h 4227647"/>
                <a:gd name="csX2" fmla="*/ 2601034 w 4747938"/>
                <a:gd name="csY2" fmla="*/ 259797 h 4227647"/>
                <a:gd name="csX3" fmla="*/ 4390441 w 4747938"/>
                <a:gd name="csY3" fmla="*/ 152614 h 4227647"/>
                <a:gd name="csX4" fmla="*/ 4453975 w 4747938"/>
                <a:gd name="csY4" fmla="*/ 1795517 h 4227647"/>
                <a:gd name="csX5" fmla="*/ 2650514 w 4747938"/>
                <a:gd name="csY5" fmla="*/ 2609435 h 4227647"/>
                <a:gd name="csX6" fmla="*/ 9640 w 4747938"/>
                <a:gd name="csY6" fmla="*/ 4212142 h 4227647"/>
                <a:gd name="csX0" fmla="*/ 8567 w 4746865"/>
                <a:gd name="csY0" fmla="*/ 4212143 h 4219435"/>
                <a:gd name="csX1" fmla="*/ 1745271 w 4746865"/>
                <a:gd name="csY1" fmla="*/ 1812279 h 4219435"/>
                <a:gd name="csX2" fmla="*/ 2599961 w 4746865"/>
                <a:gd name="csY2" fmla="*/ 259798 h 4219435"/>
                <a:gd name="csX3" fmla="*/ 4389368 w 4746865"/>
                <a:gd name="csY3" fmla="*/ 152615 h 4219435"/>
                <a:gd name="csX4" fmla="*/ 4452902 w 4746865"/>
                <a:gd name="csY4" fmla="*/ 1795518 h 4219435"/>
                <a:gd name="csX5" fmla="*/ 2649441 w 4746865"/>
                <a:gd name="csY5" fmla="*/ 2609436 h 4219435"/>
                <a:gd name="csX6" fmla="*/ 8567 w 4746865"/>
                <a:gd name="csY6" fmla="*/ 4212143 h 4219435"/>
                <a:gd name="csX0" fmla="*/ 8451 w 4746749"/>
                <a:gd name="csY0" fmla="*/ 4212143 h 4219813"/>
                <a:gd name="csX1" fmla="*/ 1745155 w 4746749"/>
                <a:gd name="csY1" fmla="*/ 1812279 h 4219813"/>
                <a:gd name="csX2" fmla="*/ 2599845 w 4746749"/>
                <a:gd name="csY2" fmla="*/ 259798 h 4219813"/>
                <a:gd name="csX3" fmla="*/ 4389252 w 4746749"/>
                <a:gd name="csY3" fmla="*/ 152615 h 4219813"/>
                <a:gd name="csX4" fmla="*/ 4452786 w 4746749"/>
                <a:gd name="csY4" fmla="*/ 1795518 h 4219813"/>
                <a:gd name="csX5" fmla="*/ 2642769 w 4746749"/>
                <a:gd name="csY5" fmla="*/ 2626986 h 4219813"/>
                <a:gd name="csX6" fmla="*/ 8451 w 4746749"/>
                <a:gd name="csY6" fmla="*/ 4212143 h 4219813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594 w 4746892"/>
                <a:gd name="csY0" fmla="*/ 4213311 h 4220527"/>
                <a:gd name="csX1" fmla="*/ 1738740 w 4746892"/>
                <a:gd name="csY1" fmla="*/ 1836843 h 4220527"/>
                <a:gd name="csX2" fmla="*/ 2599988 w 4746892"/>
                <a:gd name="csY2" fmla="*/ 260966 h 4220527"/>
                <a:gd name="csX3" fmla="*/ 4389395 w 4746892"/>
                <a:gd name="csY3" fmla="*/ 153783 h 4220527"/>
                <a:gd name="csX4" fmla="*/ 4452929 w 4746892"/>
                <a:gd name="csY4" fmla="*/ 1796686 h 4220527"/>
                <a:gd name="csX5" fmla="*/ 2642912 w 4746892"/>
                <a:gd name="csY5" fmla="*/ 2628154 h 4220527"/>
                <a:gd name="csX6" fmla="*/ 8594 w 4746892"/>
                <a:gd name="csY6" fmla="*/ 4213311 h 4220527"/>
                <a:gd name="csX0" fmla="*/ 8594 w 4693867"/>
                <a:gd name="csY0" fmla="*/ 4136922 h 4144138"/>
                <a:gd name="csX1" fmla="*/ 1738740 w 4693867"/>
                <a:gd name="csY1" fmla="*/ 1760454 h 4144138"/>
                <a:gd name="csX2" fmla="*/ 2599988 w 4693867"/>
                <a:gd name="csY2" fmla="*/ 184577 h 4144138"/>
                <a:gd name="csX3" fmla="*/ 4389395 w 4693867"/>
                <a:gd name="csY3" fmla="*/ 77394 h 4144138"/>
                <a:gd name="csX4" fmla="*/ 4452929 w 4693867"/>
                <a:gd name="csY4" fmla="*/ 1720297 h 4144138"/>
                <a:gd name="csX5" fmla="*/ 2642912 w 4693867"/>
                <a:gd name="csY5" fmla="*/ 2551765 h 4144138"/>
                <a:gd name="csX6" fmla="*/ 8594 w 4693867"/>
                <a:gd name="csY6" fmla="*/ 4136922 h 4144138"/>
                <a:gd name="csX0" fmla="*/ 8594 w 4699247"/>
                <a:gd name="csY0" fmla="*/ 4098901 h 4106117"/>
                <a:gd name="csX1" fmla="*/ 1738740 w 4699247"/>
                <a:gd name="csY1" fmla="*/ 1722433 h 4106117"/>
                <a:gd name="csX2" fmla="*/ 2599988 w 4699247"/>
                <a:gd name="csY2" fmla="*/ 146556 h 4106117"/>
                <a:gd name="csX3" fmla="*/ 4409070 w 4699247"/>
                <a:gd name="csY3" fmla="*/ 115412 h 4106117"/>
                <a:gd name="csX4" fmla="*/ 4452929 w 4699247"/>
                <a:gd name="csY4" fmla="*/ 1682276 h 4106117"/>
                <a:gd name="csX5" fmla="*/ 2642912 w 4699247"/>
                <a:gd name="csY5" fmla="*/ 2513744 h 4106117"/>
                <a:gd name="csX6" fmla="*/ 8594 w 4699247"/>
                <a:gd name="csY6" fmla="*/ 4098901 h 4106117"/>
                <a:gd name="csX0" fmla="*/ 8594 w 4703971"/>
                <a:gd name="csY0" fmla="*/ 4107920 h 4115136"/>
                <a:gd name="csX1" fmla="*/ 1738740 w 4703971"/>
                <a:gd name="csY1" fmla="*/ 1731452 h 4115136"/>
                <a:gd name="csX2" fmla="*/ 2599988 w 4703971"/>
                <a:gd name="csY2" fmla="*/ 155575 h 4115136"/>
                <a:gd name="csX3" fmla="*/ 4409070 w 4703971"/>
                <a:gd name="csY3" fmla="*/ 124431 h 4115136"/>
                <a:gd name="csX4" fmla="*/ 4452929 w 4703971"/>
                <a:gd name="csY4" fmla="*/ 1691295 h 4115136"/>
                <a:gd name="csX5" fmla="*/ 2642912 w 4703971"/>
                <a:gd name="csY5" fmla="*/ 2522763 h 4115136"/>
                <a:gd name="csX6" fmla="*/ 8594 w 4703971"/>
                <a:gd name="csY6" fmla="*/ 4107920 h 4115136"/>
                <a:gd name="csX0" fmla="*/ 8594 w 4703971"/>
                <a:gd name="csY0" fmla="*/ 4195888 h 4203104"/>
                <a:gd name="csX1" fmla="*/ 1738740 w 4703971"/>
                <a:gd name="csY1" fmla="*/ 1819420 h 4203104"/>
                <a:gd name="csX2" fmla="*/ 2599988 w 4703971"/>
                <a:gd name="csY2" fmla="*/ 243543 h 4203104"/>
                <a:gd name="csX3" fmla="*/ 4409070 w 4703971"/>
                <a:gd name="csY3" fmla="*/ 212399 h 4203104"/>
                <a:gd name="csX4" fmla="*/ 4452929 w 4703971"/>
                <a:gd name="csY4" fmla="*/ 1779263 h 4203104"/>
                <a:gd name="csX5" fmla="*/ 2642912 w 4703971"/>
                <a:gd name="csY5" fmla="*/ 2610731 h 4203104"/>
                <a:gd name="csX6" fmla="*/ 8594 w 4703971"/>
                <a:gd name="csY6" fmla="*/ 4195888 h 4203104"/>
                <a:gd name="csX0" fmla="*/ 8594 w 4703971"/>
                <a:gd name="csY0" fmla="*/ 4213778 h 4220994"/>
                <a:gd name="csX1" fmla="*/ 1738740 w 4703971"/>
                <a:gd name="csY1" fmla="*/ 1837310 h 4220994"/>
                <a:gd name="csX2" fmla="*/ 2599988 w 4703971"/>
                <a:gd name="csY2" fmla="*/ 261433 h 4220994"/>
                <a:gd name="csX3" fmla="*/ 4409070 w 4703971"/>
                <a:gd name="csY3" fmla="*/ 230289 h 4220994"/>
                <a:gd name="csX4" fmla="*/ 4452929 w 4703971"/>
                <a:gd name="csY4" fmla="*/ 1797153 h 4220994"/>
                <a:gd name="csX5" fmla="*/ 2642912 w 4703971"/>
                <a:gd name="csY5" fmla="*/ 2628621 h 4220994"/>
                <a:gd name="csX6" fmla="*/ 8594 w 4703971"/>
                <a:gd name="csY6" fmla="*/ 4213778 h 4220994"/>
                <a:gd name="csX0" fmla="*/ 8594 w 4855548"/>
                <a:gd name="csY0" fmla="*/ 4390510 h 4397726"/>
                <a:gd name="csX1" fmla="*/ 1738740 w 4855548"/>
                <a:gd name="csY1" fmla="*/ 2014042 h 4397726"/>
                <a:gd name="csX2" fmla="*/ 2599988 w 4855548"/>
                <a:gd name="csY2" fmla="*/ 438165 h 4397726"/>
                <a:gd name="csX3" fmla="*/ 4756647 w 4855548"/>
                <a:gd name="csY3" fmla="*/ 26825 h 4397726"/>
                <a:gd name="csX4" fmla="*/ 4452929 w 4855548"/>
                <a:gd name="csY4" fmla="*/ 1973885 h 4397726"/>
                <a:gd name="csX5" fmla="*/ 2642912 w 4855548"/>
                <a:gd name="csY5" fmla="*/ 2805353 h 4397726"/>
                <a:gd name="csX6" fmla="*/ 8594 w 4855548"/>
                <a:gd name="csY6" fmla="*/ 4390510 h 4397726"/>
                <a:gd name="csX0" fmla="*/ 8594 w 5018748"/>
                <a:gd name="csY0" fmla="*/ 4545598 h 4552814"/>
                <a:gd name="csX1" fmla="*/ 1738740 w 5018748"/>
                <a:gd name="csY1" fmla="*/ 2169130 h 4552814"/>
                <a:gd name="csX2" fmla="*/ 2599988 w 5018748"/>
                <a:gd name="csY2" fmla="*/ 593253 h 4552814"/>
                <a:gd name="csX3" fmla="*/ 4973062 w 5018748"/>
                <a:gd name="csY3" fmla="*/ 18136 h 4552814"/>
                <a:gd name="csX4" fmla="*/ 4452929 w 5018748"/>
                <a:gd name="csY4" fmla="*/ 2128973 h 4552814"/>
                <a:gd name="csX5" fmla="*/ 2642912 w 5018748"/>
                <a:gd name="csY5" fmla="*/ 2960441 h 4552814"/>
                <a:gd name="csX6" fmla="*/ 8594 w 5018748"/>
                <a:gd name="csY6" fmla="*/ 4545598 h 4552814"/>
                <a:gd name="csX0" fmla="*/ 8594 w 5002691"/>
                <a:gd name="csY0" fmla="*/ 4537753 h 4544969"/>
                <a:gd name="csX1" fmla="*/ 1738740 w 5002691"/>
                <a:gd name="csY1" fmla="*/ 2161285 h 4544969"/>
                <a:gd name="csX2" fmla="*/ 2599988 w 5002691"/>
                <a:gd name="csY2" fmla="*/ 585408 h 4544969"/>
                <a:gd name="csX3" fmla="*/ 4973062 w 5002691"/>
                <a:gd name="csY3" fmla="*/ 10291 h 4544969"/>
                <a:gd name="csX4" fmla="*/ 4452929 w 5002691"/>
                <a:gd name="csY4" fmla="*/ 2121128 h 4544969"/>
                <a:gd name="csX5" fmla="*/ 2642912 w 5002691"/>
                <a:gd name="csY5" fmla="*/ 2952596 h 4544969"/>
                <a:gd name="csX6" fmla="*/ 8594 w 5002691"/>
                <a:gd name="csY6" fmla="*/ 4537753 h 4544969"/>
                <a:gd name="csX0" fmla="*/ 8594 w 4705059"/>
                <a:gd name="csY0" fmla="*/ 4122711 h 4129927"/>
                <a:gd name="csX1" fmla="*/ 1738740 w 4705059"/>
                <a:gd name="csY1" fmla="*/ 1746243 h 4129927"/>
                <a:gd name="csX2" fmla="*/ 2599988 w 4705059"/>
                <a:gd name="csY2" fmla="*/ 170366 h 4129927"/>
                <a:gd name="csX3" fmla="*/ 4446032 w 4705059"/>
                <a:gd name="csY3" fmla="*/ 89415 h 4129927"/>
                <a:gd name="csX4" fmla="*/ 4452929 w 4705059"/>
                <a:gd name="csY4" fmla="*/ 1706086 h 4129927"/>
                <a:gd name="csX5" fmla="*/ 2642912 w 4705059"/>
                <a:gd name="csY5" fmla="*/ 2537554 h 4129927"/>
                <a:gd name="csX6" fmla="*/ 8594 w 4705059"/>
                <a:gd name="csY6" fmla="*/ 4122711 h 4129927"/>
                <a:gd name="csX0" fmla="*/ 8594 w 4596663"/>
                <a:gd name="csY0" fmla="*/ 4215533 h 4224499"/>
                <a:gd name="csX1" fmla="*/ 1738740 w 4596663"/>
                <a:gd name="csY1" fmla="*/ 1839065 h 4224499"/>
                <a:gd name="csX2" fmla="*/ 2599988 w 4596663"/>
                <a:gd name="csY2" fmla="*/ 263188 h 4224499"/>
                <a:gd name="csX3" fmla="*/ 4446032 w 4596663"/>
                <a:gd name="csY3" fmla="*/ 182237 h 4224499"/>
                <a:gd name="csX4" fmla="*/ 4129398 w 4596663"/>
                <a:gd name="csY4" fmla="*/ 2079669 h 4224499"/>
                <a:gd name="csX5" fmla="*/ 2642912 w 4596663"/>
                <a:gd name="csY5" fmla="*/ 2630376 h 4224499"/>
                <a:gd name="csX6" fmla="*/ 8594 w 4596663"/>
                <a:gd name="csY6" fmla="*/ 4215533 h 4224499"/>
                <a:gd name="csX0" fmla="*/ 10635 w 4618520"/>
                <a:gd name="csY0" fmla="*/ 4140860 h 4149826"/>
                <a:gd name="csX1" fmla="*/ 1740781 w 4618520"/>
                <a:gd name="csY1" fmla="*/ 1764392 h 4149826"/>
                <a:gd name="csX2" fmla="*/ 2330962 w 4618520"/>
                <a:gd name="csY2" fmla="*/ 399085 h 4149826"/>
                <a:gd name="csX3" fmla="*/ 4448073 w 4618520"/>
                <a:gd name="csY3" fmla="*/ 107564 h 4149826"/>
                <a:gd name="csX4" fmla="*/ 4131439 w 4618520"/>
                <a:gd name="csY4" fmla="*/ 2004996 h 4149826"/>
                <a:gd name="csX5" fmla="*/ 2644953 w 4618520"/>
                <a:gd name="csY5" fmla="*/ 2555703 h 4149826"/>
                <a:gd name="csX6" fmla="*/ 10635 w 4618520"/>
                <a:gd name="csY6" fmla="*/ 4140860 h 4149826"/>
                <a:gd name="csX0" fmla="*/ 2473 w 4610358"/>
                <a:gd name="csY0" fmla="*/ 4148168 h 4152706"/>
                <a:gd name="csX1" fmla="*/ 2161081 w 4610358"/>
                <a:gd name="csY1" fmla="*/ 2013468 h 4152706"/>
                <a:gd name="csX2" fmla="*/ 2322800 w 4610358"/>
                <a:gd name="csY2" fmla="*/ 406393 h 4152706"/>
                <a:gd name="csX3" fmla="*/ 4439911 w 4610358"/>
                <a:gd name="csY3" fmla="*/ 114872 h 4152706"/>
                <a:gd name="csX4" fmla="*/ 4123277 w 4610358"/>
                <a:gd name="csY4" fmla="*/ 2012304 h 4152706"/>
                <a:gd name="csX5" fmla="*/ 2636791 w 4610358"/>
                <a:gd name="csY5" fmla="*/ 2563011 h 4152706"/>
                <a:gd name="csX6" fmla="*/ 2473 w 4610358"/>
                <a:gd name="csY6" fmla="*/ 4148168 h 4152706"/>
                <a:gd name="csX0" fmla="*/ 400 w 4608285"/>
                <a:gd name="csY0" fmla="*/ 4148168 h 4148397"/>
                <a:gd name="csX1" fmla="*/ 2159008 w 4608285"/>
                <a:gd name="csY1" fmla="*/ 2013468 h 4148397"/>
                <a:gd name="csX2" fmla="*/ 2320727 w 4608285"/>
                <a:gd name="csY2" fmla="*/ 406393 h 4148397"/>
                <a:gd name="csX3" fmla="*/ 4437838 w 4608285"/>
                <a:gd name="csY3" fmla="*/ 114872 h 4148397"/>
                <a:gd name="csX4" fmla="*/ 4121204 w 4608285"/>
                <a:gd name="csY4" fmla="*/ 2012304 h 4148397"/>
                <a:gd name="csX5" fmla="*/ 2346163 w 4608285"/>
                <a:gd name="csY5" fmla="*/ 2149669 h 4148397"/>
                <a:gd name="csX6" fmla="*/ 400 w 4608285"/>
                <a:gd name="csY6" fmla="*/ 4148168 h 4148397"/>
                <a:gd name="csX0" fmla="*/ 400 w 4547161"/>
                <a:gd name="csY0" fmla="*/ 4069645 h 4069874"/>
                <a:gd name="csX1" fmla="*/ 2159008 w 4547161"/>
                <a:gd name="csY1" fmla="*/ 1934945 h 4069874"/>
                <a:gd name="csX2" fmla="*/ 2320727 w 4547161"/>
                <a:gd name="csY2" fmla="*/ 327870 h 4069874"/>
                <a:gd name="csX3" fmla="*/ 4437838 w 4547161"/>
                <a:gd name="csY3" fmla="*/ 36349 h 4069874"/>
                <a:gd name="csX4" fmla="*/ 4121204 w 4547161"/>
                <a:gd name="csY4" fmla="*/ 1933781 h 4069874"/>
                <a:gd name="csX5" fmla="*/ 2346163 w 4547161"/>
                <a:gd name="csY5" fmla="*/ 2071146 h 4069874"/>
                <a:gd name="csX6" fmla="*/ 400 w 4547161"/>
                <a:gd name="csY6" fmla="*/ 4069645 h 4069874"/>
                <a:gd name="csX0" fmla="*/ 536 w 3991476"/>
                <a:gd name="csY0" fmla="*/ 3539321 h 3539632"/>
                <a:gd name="csX1" fmla="*/ 1603323 w 3991476"/>
                <a:gd name="csY1" fmla="*/ 1934945 h 3539632"/>
                <a:gd name="csX2" fmla="*/ 1765042 w 3991476"/>
                <a:gd name="csY2" fmla="*/ 327870 h 3539632"/>
                <a:gd name="csX3" fmla="*/ 3882153 w 3991476"/>
                <a:gd name="csY3" fmla="*/ 36349 h 3539632"/>
                <a:gd name="csX4" fmla="*/ 3565519 w 3991476"/>
                <a:gd name="csY4" fmla="*/ 1933781 h 3539632"/>
                <a:gd name="csX5" fmla="*/ 1790478 w 3991476"/>
                <a:gd name="csY5" fmla="*/ 2071146 h 3539632"/>
                <a:gd name="csX6" fmla="*/ 536 w 3991476"/>
                <a:gd name="csY6" fmla="*/ 3539321 h 3539632"/>
                <a:gd name="csX0" fmla="*/ 527 w 4017318"/>
                <a:gd name="csY0" fmla="*/ 3573908 h 3574212"/>
                <a:gd name="csX1" fmla="*/ 1629165 w 4017318"/>
                <a:gd name="csY1" fmla="*/ 1934945 h 3574212"/>
                <a:gd name="csX2" fmla="*/ 1790884 w 4017318"/>
                <a:gd name="csY2" fmla="*/ 327870 h 3574212"/>
                <a:gd name="csX3" fmla="*/ 3907995 w 4017318"/>
                <a:gd name="csY3" fmla="*/ 36349 h 3574212"/>
                <a:gd name="csX4" fmla="*/ 3591361 w 4017318"/>
                <a:gd name="csY4" fmla="*/ 1933781 h 3574212"/>
                <a:gd name="csX5" fmla="*/ 1816320 w 4017318"/>
                <a:gd name="csY5" fmla="*/ 2071146 h 3574212"/>
                <a:gd name="csX6" fmla="*/ 527 w 4017318"/>
                <a:gd name="csY6" fmla="*/ 3573908 h 3574212"/>
                <a:gd name="csX0" fmla="*/ 3641 w 4020432"/>
                <a:gd name="csY0" fmla="*/ 3573908 h 3577567"/>
                <a:gd name="csX1" fmla="*/ 1632279 w 4020432"/>
                <a:gd name="csY1" fmla="*/ 1934945 h 3577567"/>
                <a:gd name="csX2" fmla="*/ 1793998 w 4020432"/>
                <a:gd name="csY2" fmla="*/ 327870 h 3577567"/>
                <a:gd name="csX3" fmla="*/ 3911109 w 4020432"/>
                <a:gd name="csY3" fmla="*/ 36349 h 3577567"/>
                <a:gd name="csX4" fmla="*/ 3594475 w 4020432"/>
                <a:gd name="csY4" fmla="*/ 1933781 h 3577567"/>
                <a:gd name="csX5" fmla="*/ 1819434 w 4020432"/>
                <a:gd name="csY5" fmla="*/ 2071146 h 3577567"/>
                <a:gd name="csX6" fmla="*/ 3641 w 4020432"/>
                <a:gd name="csY6" fmla="*/ 3573908 h 3577567"/>
                <a:gd name="csX0" fmla="*/ 11923 w 4028714"/>
                <a:gd name="csY0" fmla="*/ 3573908 h 3583559"/>
                <a:gd name="csX1" fmla="*/ 1640561 w 4028714"/>
                <a:gd name="csY1" fmla="*/ 1934945 h 3583559"/>
                <a:gd name="csX2" fmla="*/ 1802280 w 4028714"/>
                <a:gd name="csY2" fmla="*/ 327870 h 3583559"/>
                <a:gd name="csX3" fmla="*/ 3919391 w 4028714"/>
                <a:gd name="csY3" fmla="*/ 36349 h 3583559"/>
                <a:gd name="csX4" fmla="*/ 3602757 w 4028714"/>
                <a:gd name="csY4" fmla="*/ 1933781 h 3583559"/>
                <a:gd name="csX5" fmla="*/ 1827716 w 4028714"/>
                <a:gd name="csY5" fmla="*/ 2071146 h 3583559"/>
                <a:gd name="csX6" fmla="*/ 11923 w 4028714"/>
                <a:gd name="csY6" fmla="*/ 3573908 h 3583559"/>
                <a:gd name="csX0" fmla="*/ 1130 w 4017921"/>
                <a:gd name="csY0" fmla="*/ 3573908 h 3577714"/>
                <a:gd name="csX1" fmla="*/ 1629768 w 4017921"/>
                <a:gd name="csY1" fmla="*/ 1934945 h 3577714"/>
                <a:gd name="csX2" fmla="*/ 1791487 w 4017921"/>
                <a:gd name="csY2" fmla="*/ 327870 h 3577714"/>
                <a:gd name="csX3" fmla="*/ 3908598 w 4017921"/>
                <a:gd name="csY3" fmla="*/ 36349 h 3577714"/>
                <a:gd name="csX4" fmla="*/ 3591964 w 4017921"/>
                <a:gd name="csY4" fmla="*/ 1933781 h 3577714"/>
                <a:gd name="csX5" fmla="*/ 1906115 w 4017921"/>
                <a:gd name="csY5" fmla="*/ 2373434 h 3577714"/>
                <a:gd name="csX6" fmla="*/ 1130 w 4017921"/>
                <a:gd name="csY6" fmla="*/ 3573908 h 3577714"/>
                <a:gd name="csX0" fmla="*/ 434 w 4017225"/>
                <a:gd name="csY0" fmla="*/ 3573908 h 3574428"/>
                <a:gd name="csX1" fmla="*/ 1629072 w 4017225"/>
                <a:gd name="csY1" fmla="*/ 1934945 h 3574428"/>
                <a:gd name="csX2" fmla="*/ 1790791 w 4017225"/>
                <a:gd name="csY2" fmla="*/ 327870 h 3574428"/>
                <a:gd name="csX3" fmla="*/ 3907902 w 4017225"/>
                <a:gd name="csY3" fmla="*/ 36349 h 3574428"/>
                <a:gd name="csX4" fmla="*/ 3591268 w 4017225"/>
                <a:gd name="csY4" fmla="*/ 1933781 h 3574428"/>
                <a:gd name="csX5" fmla="*/ 1798394 w 4017225"/>
                <a:gd name="csY5" fmla="*/ 2110926 h 3574428"/>
                <a:gd name="csX6" fmla="*/ 434 w 4017225"/>
                <a:gd name="csY6" fmla="*/ 3573908 h 3574428"/>
                <a:gd name="csX0" fmla="*/ 434 w 4017225"/>
                <a:gd name="csY0" fmla="*/ 3573908 h 3574310"/>
                <a:gd name="csX1" fmla="*/ 1629072 w 4017225"/>
                <a:gd name="csY1" fmla="*/ 1934945 h 3574310"/>
                <a:gd name="csX2" fmla="*/ 1790791 w 4017225"/>
                <a:gd name="csY2" fmla="*/ 327870 h 3574310"/>
                <a:gd name="csX3" fmla="*/ 3907902 w 4017225"/>
                <a:gd name="csY3" fmla="*/ 36349 h 3574310"/>
                <a:gd name="csX4" fmla="*/ 3591268 w 4017225"/>
                <a:gd name="csY4" fmla="*/ 1933781 h 3574310"/>
                <a:gd name="csX5" fmla="*/ 1798394 w 4017225"/>
                <a:gd name="csY5" fmla="*/ 2110926 h 3574310"/>
                <a:gd name="csX6" fmla="*/ 434 w 4017225"/>
                <a:gd name="csY6" fmla="*/ 3573908 h 3574310"/>
                <a:gd name="csX0" fmla="*/ 434 w 4017225"/>
                <a:gd name="csY0" fmla="*/ 3573908 h 3576627"/>
                <a:gd name="csX1" fmla="*/ 1629072 w 4017225"/>
                <a:gd name="csY1" fmla="*/ 1934945 h 3576627"/>
                <a:gd name="csX2" fmla="*/ 1790791 w 4017225"/>
                <a:gd name="csY2" fmla="*/ 327870 h 3576627"/>
                <a:gd name="csX3" fmla="*/ 3907902 w 4017225"/>
                <a:gd name="csY3" fmla="*/ 36349 h 3576627"/>
                <a:gd name="csX4" fmla="*/ 3591268 w 4017225"/>
                <a:gd name="csY4" fmla="*/ 1933781 h 3576627"/>
                <a:gd name="csX5" fmla="*/ 1798395 w 4017225"/>
                <a:gd name="csY5" fmla="*/ 2365482 h 3576627"/>
                <a:gd name="csX6" fmla="*/ 434 w 4017225"/>
                <a:gd name="csY6" fmla="*/ 3573908 h 3576627"/>
                <a:gd name="csX0" fmla="*/ 434 w 4017225"/>
                <a:gd name="csY0" fmla="*/ 3573908 h 3576355"/>
                <a:gd name="csX1" fmla="*/ 1629072 w 4017225"/>
                <a:gd name="csY1" fmla="*/ 1934945 h 3576355"/>
                <a:gd name="csX2" fmla="*/ 1790791 w 4017225"/>
                <a:gd name="csY2" fmla="*/ 327870 h 3576355"/>
                <a:gd name="csX3" fmla="*/ 3907902 w 4017225"/>
                <a:gd name="csY3" fmla="*/ 36349 h 3576355"/>
                <a:gd name="csX4" fmla="*/ 3591268 w 4017225"/>
                <a:gd name="csY4" fmla="*/ 1933781 h 3576355"/>
                <a:gd name="csX5" fmla="*/ 1798395 w 4017225"/>
                <a:gd name="csY5" fmla="*/ 2365482 h 3576355"/>
                <a:gd name="csX6" fmla="*/ 434 w 4017225"/>
                <a:gd name="csY6" fmla="*/ 3573908 h 3576355"/>
                <a:gd name="csX0" fmla="*/ 434 w 4017225"/>
                <a:gd name="csY0" fmla="*/ 3573908 h 3583502"/>
                <a:gd name="csX1" fmla="*/ 1629072 w 4017225"/>
                <a:gd name="csY1" fmla="*/ 1934945 h 3583502"/>
                <a:gd name="csX2" fmla="*/ 1790791 w 4017225"/>
                <a:gd name="csY2" fmla="*/ 327870 h 3583502"/>
                <a:gd name="csX3" fmla="*/ 3907902 w 4017225"/>
                <a:gd name="csY3" fmla="*/ 36349 h 3583502"/>
                <a:gd name="csX4" fmla="*/ 3591268 w 4017225"/>
                <a:gd name="csY4" fmla="*/ 1933781 h 3583502"/>
                <a:gd name="csX5" fmla="*/ 1798396 w 4017225"/>
                <a:gd name="csY5" fmla="*/ 2715497 h 3583502"/>
                <a:gd name="csX6" fmla="*/ 434 w 4017225"/>
                <a:gd name="csY6" fmla="*/ 3573908 h 3583502"/>
                <a:gd name="csX0" fmla="*/ 20204 w 4036995"/>
                <a:gd name="csY0" fmla="*/ 3574326 h 3583563"/>
                <a:gd name="csX1" fmla="*/ 908564 w 4036995"/>
                <a:gd name="csY1" fmla="*/ 1951275 h 3583563"/>
                <a:gd name="csX2" fmla="*/ 1810561 w 4036995"/>
                <a:gd name="csY2" fmla="*/ 328288 h 3583563"/>
                <a:gd name="csX3" fmla="*/ 3927672 w 4036995"/>
                <a:gd name="csY3" fmla="*/ 36767 h 3583563"/>
                <a:gd name="csX4" fmla="*/ 3611038 w 4036995"/>
                <a:gd name="csY4" fmla="*/ 1934199 h 3583563"/>
                <a:gd name="csX5" fmla="*/ 1818166 w 4036995"/>
                <a:gd name="csY5" fmla="*/ 2715915 h 3583563"/>
                <a:gd name="csX6" fmla="*/ 20204 w 4036995"/>
                <a:gd name="csY6" fmla="*/ 3574326 h 3583563"/>
                <a:gd name="csX0" fmla="*/ 12549 w 4029340"/>
                <a:gd name="csY0" fmla="*/ 3574326 h 3583563"/>
                <a:gd name="csX1" fmla="*/ 900909 w 4029340"/>
                <a:gd name="csY1" fmla="*/ 1951275 h 3583563"/>
                <a:gd name="csX2" fmla="*/ 1802906 w 4029340"/>
                <a:gd name="csY2" fmla="*/ 328288 h 3583563"/>
                <a:gd name="csX3" fmla="*/ 3920017 w 4029340"/>
                <a:gd name="csY3" fmla="*/ 36767 h 3583563"/>
                <a:gd name="csX4" fmla="*/ 3603383 w 4029340"/>
                <a:gd name="csY4" fmla="*/ 1934199 h 3583563"/>
                <a:gd name="csX5" fmla="*/ 1810511 w 4029340"/>
                <a:gd name="csY5" fmla="*/ 2715915 h 3583563"/>
                <a:gd name="csX6" fmla="*/ 12549 w 4029340"/>
                <a:gd name="csY6" fmla="*/ 3574326 h 3583563"/>
                <a:gd name="csX0" fmla="*/ 2018 w 4018809"/>
                <a:gd name="csY0" fmla="*/ 3573908 h 3583502"/>
                <a:gd name="csX1" fmla="*/ 1389840 w 4018809"/>
                <a:gd name="csY1" fmla="*/ 1934947 h 3583502"/>
                <a:gd name="csX2" fmla="*/ 1792375 w 4018809"/>
                <a:gd name="csY2" fmla="*/ 327870 h 3583502"/>
                <a:gd name="csX3" fmla="*/ 3909486 w 4018809"/>
                <a:gd name="csY3" fmla="*/ 36349 h 3583502"/>
                <a:gd name="csX4" fmla="*/ 3592852 w 4018809"/>
                <a:gd name="csY4" fmla="*/ 1933781 h 3583502"/>
                <a:gd name="csX5" fmla="*/ 1799980 w 4018809"/>
                <a:gd name="csY5" fmla="*/ 2715497 h 3583502"/>
                <a:gd name="csX6" fmla="*/ 2018 w 4018809"/>
                <a:gd name="csY6" fmla="*/ 3573908 h 3583502"/>
                <a:gd name="csX0" fmla="*/ 2018 w 4018809"/>
                <a:gd name="csY0" fmla="*/ 3573908 h 3575401"/>
                <a:gd name="csX1" fmla="*/ 1389840 w 4018809"/>
                <a:gd name="csY1" fmla="*/ 1934947 h 3575401"/>
                <a:gd name="csX2" fmla="*/ 1792375 w 4018809"/>
                <a:gd name="csY2" fmla="*/ 327870 h 3575401"/>
                <a:gd name="csX3" fmla="*/ 3909486 w 4018809"/>
                <a:gd name="csY3" fmla="*/ 36349 h 3575401"/>
                <a:gd name="csX4" fmla="*/ 3592852 w 4018809"/>
                <a:gd name="csY4" fmla="*/ 1933781 h 3575401"/>
                <a:gd name="csX5" fmla="*/ 1799983 w 4018809"/>
                <a:gd name="csY5" fmla="*/ 2277981 h 3575401"/>
                <a:gd name="csX6" fmla="*/ 2018 w 4018809"/>
                <a:gd name="csY6" fmla="*/ 3573908 h 3575401"/>
                <a:gd name="csX0" fmla="*/ 2279 w 4019070"/>
                <a:gd name="csY0" fmla="*/ 3573908 h 3576883"/>
                <a:gd name="csX1" fmla="*/ 1390101 w 4019070"/>
                <a:gd name="csY1" fmla="*/ 1934947 h 3576883"/>
                <a:gd name="csX2" fmla="*/ 1792636 w 4019070"/>
                <a:gd name="csY2" fmla="*/ 327870 h 3576883"/>
                <a:gd name="csX3" fmla="*/ 3909747 w 4019070"/>
                <a:gd name="csY3" fmla="*/ 36349 h 3576883"/>
                <a:gd name="csX4" fmla="*/ 3593113 w 4019070"/>
                <a:gd name="csY4" fmla="*/ 1933781 h 3576883"/>
                <a:gd name="csX5" fmla="*/ 1827004 w 4019070"/>
                <a:gd name="csY5" fmla="*/ 2405261 h 3576883"/>
                <a:gd name="csX6" fmla="*/ 2279 w 4019070"/>
                <a:gd name="csY6" fmla="*/ 3573908 h 3576883"/>
                <a:gd name="csX0" fmla="*/ 3304 w 4020095"/>
                <a:gd name="csY0" fmla="*/ 3573700 h 3576772"/>
                <a:gd name="csX1" fmla="*/ 1310858 w 4020095"/>
                <a:gd name="csY1" fmla="*/ 1926786 h 3576772"/>
                <a:gd name="csX2" fmla="*/ 1793661 w 4020095"/>
                <a:gd name="csY2" fmla="*/ 327662 h 3576772"/>
                <a:gd name="csX3" fmla="*/ 3910772 w 4020095"/>
                <a:gd name="csY3" fmla="*/ 36141 h 3576772"/>
                <a:gd name="csX4" fmla="*/ 3594138 w 4020095"/>
                <a:gd name="csY4" fmla="*/ 1933573 h 3576772"/>
                <a:gd name="csX5" fmla="*/ 1828029 w 4020095"/>
                <a:gd name="csY5" fmla="*/ 2405053 h 3576772"/>
                <a:gd name="csX6" fmla="*/ 3304 w 4020095"/>
                <a:gd name="csY6" fmla="*/ 3573700 h 3576772"/>
                <a:gd name="csX0" fmla="*/ 3254 w 4020045"/>
                <a:gd name="csY0" fmla="*/ 3573700 h 3576772"/>
                <a:gd name="csX1" fmla="*/ 1310808 w 4020045"/>
                <a:gd name="csY1" fmla="*/ 1926786 h 3576772"/>
                <a:gd name="csX2" fmla="*/ 1793611 w 4020045"/>
                <a:gd name="csY2" fmla="*/ 327662 h 3576772"/>
                <a:gd name="csX3" fmla="*/ 3910722 w 4020045"/>
                <a:gd name="csY3" fmla="*/ 36141 h 3576772"/>
                <a:gd name="csX4" fmla="*/ 3594088 w 4020045"/>
                <a:gd name="csY4" fmla="*/ 1933573 h 3576772"/>
                <a:gd name="csX5" fmla="*/ 1827979 w 4020045"/>
                <a:gd name="csY5" fmla="*/ 2405053 h 3576772"/>
                <a:gd name="csX6" fmla="*/ 3254 w 4020045"/>
                <a:gd name="csY6" fmla="*/ 3573700 h 35767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020045" h="3576772">
                  <a:moveTo>
                    <a:pt x="3254" y="3573700"/>
                  </a:moveTo>
                  <a:cubicBezTo>
                    <a:pt x="-82941" y="3493989"/>
                    <a:pt x="1574310" y="2340515"/>
                    <a:pt x="1310808" y="1926786"/>
                  </a:cubicBezTo>
                  <a:cubicBezTo>
                    <a:pt x="1047306" y="1513057"/>
                    <a:pt x="1360292" y="642769"/>
                    <a:pt x="1793611" y="327662"/>
                  </a:cubicBezTo>
                  <a:cubicBezTo>
                    <a:pt x="2226930" y="12555"/>
                    <a:pt x="3750548" y="-52136"/>
                    <a:pt x="3910722" y="36141"/>
                  </a:cubicBezTo>
                  <a:cubicBezTo>
                    <a:pt x="4070896" y="124418"/>
                    <a:pt x="4120351" y="1358027"/>
                    <a:pt x="3594088" y="1933573"/>
                  </a:cubicBezTo>
                  <a:cubicBezTo>
                    <a:pt x="3171099" y="2391895"/>
                    <a:pt x="2301583" y="2656718"/>
                    <a:pt x="1827979" y="2405053"/>
                  </a:cubicBezTo>
                  <a:cubicBezTo>
                    <a:pt x="1354375" y="2153388"/>
                    <a:pt x="89449" y="3653411"/>
                    <a:pt x="3254" y="3573700"/>
                  </a:cubicBez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8" name="Freeform 1017">
              <a:extLst>
                <a:ext uri="{FF2B5EF4-FFF2-40B4-BE49-F238E27FC236}">
                  <a16:creationId xmlns:a16="http://schemas.microsoft.com/office/drawing/2014/main" id="{3E8C8E6F-453B-F1E6-9ECD-AE0518F543DD}"/>
                </a:ext>
              </a:extLst>
            </p:cNvPr>
            <p:cNvSpPr/>
            <p:nvPr userDrawn="1"/>
          </p:nvSpPr>
          <p:spPr>
            <a:xfrm rot="16200000">
              <a:off x="6030471" y="1072945"/>
              <a:ext cx="2615869" cy="2682270"/>
            </a:xfrm>
            <a:custGeom>
              <a:avLst/>
              <a:gdLst>
                <a:gd name="csX0" fmla="*/ 1893 w 3484511"/>
                <a:gd name="csY0" fmla="*/ 3509215 h 3511799"/>
                <a:gd name="csX1" fmla="*/ 1514170 w 3484511"/>
                <a:gd name="csY1" fmla="*/ 1703861 h 3511799"/>
                <a:gd name="csX2" fmla="*/ 2029985 w 3484511"/>
                <a:gd name="csY2" fmla="*/ 226753 h 3511799"/>
                <a:gd name="csX3" fmla="*/ 3378139 w 3484511"/>
                <a:gd name="csY3" fmla="*/ 144692 h 3511799"/>
                <a:gd name="csX4" fmla="*/ 3225739 w 3484511"/>
                <a:gd name="csY4" fmla="*/ 1586630 h 3511799"/>
                <a:gd name="csX5" fmla="*/ 1854139 w 3484511"/>
                <a:gd name="csY5" fmla="*/ 2090723 h 3511799"/>
                <a:gd name="csX6" fmla="*/ 1893 w 3484511"/>
                <a:gd name="csY6" fmla="*/ 3509215 h 3511799"/>
                <a:gd name="csX0" fmla="*/ 1352 w 4094215"/>
                <a:gd name="csY0" fmla="*/ 4103738 h 4105568"/>
                <a:gd name="csX1" fmla="*/ 2123874 w 4094215"/>
                <a:gd name="csY1" fmla="*/ 1703861 h 4105568"/>
                <a:gd name="csX2" fmla="*/ 2639689 w 4094215"/>
                <a:gd name="csY2" fmla="*/ 226753 h 4105568"/>
                <a:gd name="csX3" fmla="*/ 3987843 w 4094215"/>
                <a:gd name="csY3" fmla="*/ 144692 h 4105568"/>
                <a:gd name="csX4" fmla="*/ 3835443 w 4094215"/>
                <a:gd name="csY4" fmla="*/ 1586630 h 4105568"/>
                <a:gd name="csX5" fmla="*/ 2463843 w 4094215"/>
                <a:gd name="csY5" fmla="*/ 2090723 h 4105568"/>
                <a:gd name="csX6" fmla="*/ 1352 w 4094215"/>
                <a:gd name="csY6" fmla="*/ 4103738 h 4105568"/>
                <a:gd name="csX0" fmla="*/ 1978 w 4094841"/>
                <a:gd name="csY0" fmla="*/ 4101966 h 4104114"/>
                <a:gd name="csX1" fmla="*/ 2058783 w 4094841"/>
                <a:gd name="csY1" fmla="*/ 1668597 h 4104114"/>
                <a:gd name="csX2" fmla="*/ 2640315 w 4094841"/>
                <a:gd name="csY2" fmla="*/ 224981 h 4104114"/>
                <a:gd name="csX3" fmla="*/ 3988469 w 4094841"/>
                <a:gd name="csY3" fmla="*/ 142920 h 4104114"/>
                <a:gd name="csX4" fmla="*/ 3836069 w 4094841"/>
                <a:gd name="csY4" fmla="*/ 1584858 h 4104114"/>
                <a:gd name="csX5" fmla="*/ 2464469 w 4094841"/>
                <a:gd name="csY5" fmla="*/ 2088951 h 4104114"/>
                <a:gd name="csX6" fmla="*/ 1978 w 4094841"/>
                <a:gd name="csY6" fmla="*/ 4101966 h 4104114"/>
                <a:gd name="csX0" fmla="*/ 1943 w 4132359"/>
                <a:gd name="csY0" fmla="*/ 3750277 h 3752868"/>
                <a:gd name="csX1" fmla="*/ 2096301 w 4132359"/>
                <a:gd name="csY1" fmla="*/ 1668597 h 3752868"/>
                <a:gd name="csX2" fmla="*/ 2677833 w 4132359"/>
                <a:gd name="csY2" fmla="*/ 224981 h 3752868"/>
                <a:gd name="csX3" fmla="*/ 4025987 w 4132359"/>
                <a:gd name="csY3" fmla="*/ 142920 h 3752868"/>
                <a:gd name="csX4" fmla="*/ 3873587 w 4132359"/>
                <a:gd name="csY4" fmla="*/ 1584858 h 3752868"/>
                <a:gd name="csX5" fmla="*/ 2501987 w 4132359"/>
                <a:gd name="csY5" fmla="*/ 2088951 h 3752868"/>
                <a:gd name="csX6" fmla="*/ 1943 w 4132359"/>
                <a:gd name="csY6" fmla="*/ 3750277 h 3752868"/>
                <a:gd name="csX0" fmla="*/ 7123 w 4137539"/>
                <a:gd name="csY0" fmla="*/ 3776554 h 3776601"/>
                <a:gd name="csX1" fmla="*/ 1782278 w 4137539"/>
                <a:gd name="csY1" fmla="*/ 2163796 h 3776601"/>
                <a:gd name="csX2" fmla="*/ 2683013 w 4137539"/>
                <a:gd name="csY2" fmla="*/ 251258 h 3776601"/>
                <a:gd name="csX3" fmla="*/ 4031167 w 4137539"/>
                <a:gd name="csY3" fmla="*/ 169197 h 3776601"/>
                <a:gd name="csX4" fmla="*/ 3878767 w 4137539"/>
                <a:gd name="csY4" fmla="*/ 1611135 h 3776601"/>
                <a:gd name="csX5" fmla="*/ 2507167 w 4137539"/>
                <a:gd name="csY5" fmla="*/ 2115228 h 3776601"/>
                <a:gd name="csX6" fmla="*/ 7123 w 4137539"/>
                <a:gd name="csY6" fmla="*/ 3776554 h 3776601"/>
                <a:gd name="csX0" fmla="*/ 25 w 4130441"/>
                <a:gd name="csY0" fmla="*/ 3776554 h 3776586"/>
                <a:gd name="csX1" fmla="*/ 1775180 w 4130441"/>
                <a:gd name="csY1" fmla="*/ 2163796 h 3776586"/>
                <a:gd name="csX2" fmla="*/ 2675915 w 4130441"/>
                <a:gd name="csY2" fmla="*/ 251258 h 3776586"/>
                <a:gd name="csX3" fmla="*/ 4024069 w 4130441"/>
                <a:gd name="csY3" fmla="*/ 169197 h 3776586"/>
                <a:gd name="csX4" fmla="*/ 3871669 w 4130441"/>
                <a:gd name="csY4" fmla="*/ 1611135 h 3776586"/>
                <a:gd name="csX5" fmla="*/ 1814719 w 4130441"/>
                <a:gd name="csY5" fmla="*/ 2207339 h 3776586"/>
                <a:gd name="csX6" fmla="*/ 25 w 4130441"/>
                <a:gd name="csY6" fmla="*/ 3776554 h 3776586"/>
                <a:gd name="csX0" fmla="*/ 25 w 4130441"/>
                <a:gd name="csY0" fmla="*/ 3776554 h 3776589"/>
                <a:gd name="csX1" fmla="*/ 1775180 w 4130441"/>
                <a:gd name="csY1" fmla="*/ 2163796 h 3776589"/>
                <a:gd name="csX2" fmla="*/ 2675915 w 4130441"/>
                <a:gd name="csY2" fmla="*/ 251258 h 3776589"/>
                <a:gd name="csX3" fmla="*/ 4024069 w 4130441"/>
                <a:gd name="csY3" fmla="*/ 169197 h 3776589"/>
                <a:gd name="csX4" fmla="*/ 3871669 w 4130441"/>
                <a:gd name="csY4" fmla="*/ 1611135 h 3776589"/>
                <a:gd name="csX5" fmla="*/ 1814719 w 4130441"/>
                <a:gd name="csY5" fmla="*/ 2207339 h 3776589"/>
                <a:gd name="csX6" fmla="*/ 25 w 4130441"/>
                <a:gd name="csY6" fmla="*/ 3776554 h 3776589"/>
                <a:gd name="csX0" fmla="*/ 25 w 3957457"/>
                <a:gd name="csY0" fmla="*/ 3611866 h 3611901"/>
                <a:gd name="csX1" fmla="*/ 1775180 w 3957457"/>
                <a:gd name="csY1" fmla="*/ 1999108 h 3611901"/>
                <a:gd name="csX2" fmla="*/ 2675915 w 3957457"/>
                <a:gd name="csY2" fmla="*/ 86570 h 3611901"/>
                <a:gd name="csX3" fmla="*/ 3554650 w 3957457"/>
                <a:gd name="csY3" fmla="*/ 439934 h 3611901"/>
                <a:gd name="csX4" fmla="*/ 3871669 w 3957457"/>
                <a:gd name="csY4" fmla="*/ 1446447 h 3611901"/>
                <a:gd name="csX5" fmla="*/ 1814719 w 3957457"/>
                <a:gd name="csY5" fmla="*/ 2042651 h 3611901"/>
                <a:gd name="csX6" fmla="*/ 25 w 3957457"/>
                <a:gd name="csY6" fmla="*/ 3611866 h 3611901"/>
                <a:gd name="csX0" fmla="*/ 25 w 3957253"/>
                <a:gd name="csY0" fmla="*/ 3368639 h 3368674"/>
                <a:gd name="csX1" fmla="*/ 1775180 w 3957253"/>
                <a:gd name="csY1" fmla="*/ 1755881 h 3368674"/>
                <a:gd name="csX2" fmla="*/ 2685304 w 3957253"/>
                <a:gd name="csY2" fmla="*/ 144791 h 3368674"/>
                <a:gd name="csX3" fmla="*/ 3554650 w 3957253"/>
                <a:gd name="csY3" fmla="*/ 196707 h 3368674"/>
                <a:gd name="csX4" fmla="*/ 3871669 w 3957253"/>
                <a:gd name="csY4" fmla="*/ 1203220 h 3368674"/>
                <a:gd name="csX5" fmla="*/ 1814719 w 3957253"/>
                <a:gd name="csY5" fmla="*/ 1799424 h 3368674"/>
                <a:gd name="csX6" fmla="*/ 25 w 3957253"/>
                <a:gd name="csY6" fmla="*/ 3368639 h 3368674"/>
                <a:gd name="csX0" fmla="*/ 25 w 3705517"/>
                <a:gd name="csY0" fmla="*/ 3358570 h 3358603"/>
                <a:gd name="csX1" fmla="*/ 1775180 w 3705517"/>
                <a:gd name="csY1" fmla="*/ 1745812 h 3358603"/>
                <a:gd name="csX2" fmla="*/ 2685304 w 3705517"/>
                <a:gd name="csY2" fmla="*/ 134722 h 3358603"/>
                <a:gd name="csX3" fmla="*/ 3554650 w 3705517"/>
                <a:gd name="csY3" fmla="*/ 186638 h 3358603"/>
                <a:gd name="csX4" fmla="*/ 3552464 w 3705517"/>
                <a:gd name="csY4" fmla="*/ 975438 h 3358603"/>
                <a:gd name="csX5" fmla="*/ 1814719 w 3705517"/>
                <a:gd name="csY5" fmla="*/ 1789355 h 3358603"/>
                <a:gd name="csX6" fmla="*/ 25 w 3705517"/>
                <a:gd name="csY6" fmla="*/ 3358570 h 3358603"/>
                <a:gd name="csX0" fmla="*/ 2290 w 3707782"/>
                <a:gd name="csY0" fmla="*/ 3305196 h 3314287"/>
                <a:gd name="csX1" fmla="*/ 2199921 w 3707782"/>
                <a:gd name="csY1" fmla="*/ 955568 h 3314287"/>
                <a:gd name="csX2" fmla="*/ 2687569 w 3707782"/>
                <a:gd name="csY2" fmla="*/ 81348 h 3314287"/>
                <a:gd name="csX3" fmla="*/ 3556915 w 3707782"/>
                <a:gd name="csY3" fmla="*/ 133264 h 3314287"/>
                <a:gd name="csX4" fmla="*/ 3554729 w 3707782"/>
                <a:gd name="csY4" fmla="*/ 922064 h 3314287"/>
                <a:gd name="csX5" fmla="*/ 1816984 w 3707782"/>
                <a:gd name="csY5" fmla="*/ 1735981 h 3314287"/>
                <a:gd name="csX6" fmla="*/ 2290 w 3707782"/>
                <a:gd name="csY6" fmla="*/ 3305196 h 3314287"/>
                <a:gd name="csX0" fmla="*/ 377 w 3705869"/>
                <a:gd name="csY0" fmla="*/ 3305196 h 3313168"/>
                <a:gd name="csX1" fmla="*/ 2198008 w 3705869"/>
                <a:gd name="csY1" fmla="*/ 955568 h 3313168"/>
                <a:gd name="csX2" fmla="*/ 2685656 w 3705869"/>
                <a:gd name="csY2" fmla="*/ 81348 h 3313168"/>
                <a:gd name="csX3" fmla="*/ 3555002 w 3705869"/>
                <a:gd name="csY3" fmla="*/ 133264 h 3313168"/>
                <a:gd name="csX4" fmla="*/ 3552816 w 3705869"/>
                <a:gd name="csY4" fmla="*/ 922064 h 3313168"/>
                <a:gd name="csX5" fmla="*/ 2378375 w 3705869"/>
                <a:gd name="csY5" fmla="*/ 1694113 h 3313168"/>
                <a:gd name="csX6" fmla="*/ 377 w 3705869"/>
                <a:gd name="csY6" fmla="*/ 3305196 h 3313168"/>
                <a:gd name="csX0" fmla="*/ 377 w 3705869"/>
                <a:gd name="csY0" fmla="*/ 3305196 h 3311216"/>
                <a:gd name="csX1" fmla="*/ 2198008 w 3705869"/>
                <a:gd name="csY1" fmla="*/ 955568 h 3311216"/>
                <a:gd name="csX2" fmla="*/ 2685656 w 3705869"/>
                <a:gd name="csY2" fmla="*/ 81348 h 3311216"/>
                <a:gd name="csX3" fmla="*/ 3555002 w 3705869"/>
                <a:gd name="csY3" fmla="*/ 133264 h 3311216"/>
                <a:gd name="csX4" fmla="*/ 3552816 w 3705869"/>
                <a:gd name="csY4" fmla="*/ 922064 h 3311216"/>
                <a:gd name="csX5" fmla="*/ 2378375 w 3705869"/>
                <a:gd name="csY5" fmla="*/ 1694113 h 3311216"/>
                <a:gd name="csX6" fmla="*/ 377 w 3705869"/>
                <a:gd name="csY6" fmla="*/ 3305196 h 3311216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31250"/>
                <a:gd name="csY0" fmla="*/ 3306034 h 3313991"/>
                <a:gd name="csX1" fmla="*/ 2198008 w 4431250"/>
                <a:gd name="csY1" fmla="*/ 956406 h 3313991"/>
                <a:gd name="csX2" fmla="*/ 2685656 w 4431250"/>
                <a:gd name="csY2" fmla="*/ 82186 h 3313991"/>
                <a:gd name="csX3" fmla="*/ 3555002 w 4431250"/>
                <a:gd name="csY3" fmla="*/ 134102 h 3313991"/>
                <a:gd name="csX4" fmla="*/ 4425936 w 4431250"/>
                <a:gd name="csY4" fmla="*/ 939649 h 3313991"/>
                <a:gd name="csX5" fmla="*/ 2378375 w 4431250"/>
                <a:gd name="csY5" fmla="*/ 1694951 h 3313991"/>
                <a:gd name="csX6" fmla="*/ 377 w 4431250"/>
                <a:gd name="csY6" fmla="*/ 3306034 h 3313991"/>
                <a:gd name="csX0" fmla="*/ 377 w 4425936"/>
                <a:gd name="csY0" fmla="*/ 3306034 h 3313991"/>
                <a:gd name="csX1" fmla="*/ 2198008 w 4425936"/>
                <a:gd name="csY1" fmla="*/ 956406 h 3313991"/>
                <a:gd name="csX2" fmla="*/ 2685656 w 4425936"/>
                <a:gd name="csY2" fmla="*/ 82186 h 3313991"/>
                <a:gd name="csX3" fmla="*/ 3555002 w 4425936"/>
                <a:gd name="csY3" fmla="*/ 134102 h 3313991"/>
                <a:gd name="csX4" fmla="*/ 4425936 w 4425936"/>
                <a:gd name="csY4" fmla="*/ 939649 h 3313991"/>
                <a:gd name="csX5" fmla="*/ 2378375 w 4425936"/>
                <a:gd name="csY5" fmla="*/ 1694951 h 3313991"/>
                <a:gd name="csX6" fmla="*/ 377 w 4425936"/>
                <a:gd name="csY6" fmla="*/ 3306034 h 3313991"/>
                <a:gd name="csX0" fmla="*/ 377 w 4472878"/>
                <a:gd name="csY0" fmla="*/ 3303952 h 3311947"/>
                <a:gd name="csX1" fmla="*/ 2198008 w 4472878"/>
                <a:gd name="csY1" fmla="*/ 954324 h 3311947"/>
                <a:gd name="csX2" fmla="*/ 2685656 w 4472878"/>
                <a:gd name="csY2" fmla="*/ 80104 h 3311947"/>
                <a:gd name="csX3" fmla="*/ 3555002 w 4472878"/>
                <a:gd name="csY3" fmla="*/ 132020 h 3311947"/>
                <a:gd name="csX4" fmla="*/ 4472878 w 4472878"/>
                <a:gd name="csY4" fmla="*/ 895700 h 3311947"/>
                <a:gd name="csX5" fmla="*/ 2378375 w 4472878"/>
                <a:gd name="csY5" fmla="*/ 1692869 h 3311947"/>
                <a:gd name="csX6" fmla="*/ 377 w 4472878"/>
                <a:gd name="csY6" fmla="*/ 3303952 h 3311947"/>
                <a:gd name="csX0" fmla="*/ 377 w 4472878"/>
                <a:gd name="csY0" fmla="*/ 3489034 h 3497029"/>
                <a:gd name="csX1" fmla="*/ 2198008 w 4472878"/>
                <a:gd name="csY1" fmla="*/ 1139406 h 3497029"/>
                <a:gd name="csX2" fmla="*/ 2685656 w 4472878"/>
                <a:gd name="csY2" fmla="*/ 265186 h 3497029"/>
                <a:gd name="csX3" fmla="*/ 3742770 w 4472878"/>
                <a:gd name="csY3" fmla="*/ 49148 h 3497029"/>
                <a:gd name="csX4" fmla="*/ 4472878 w 4472878"/>
                <a:gd name="csY4" fmla="*/ 1080782 h 3497029"/>
                <a:gd name="csX5" fmla="*/ 2378375 w 4472878"/>
                <a:gd name="csY5" fmla="*/ 1877951 h 3497029"/>
                <a:gd name="csX6" fmla="*/ 377 w 4472878"/>
                <a:gd name="csY6" fmla="*/ 3489034 h 3497029"/>
                <a:gd name="csX0" fmla="*/ 377 w 4482266"/>
                <a:gd name="csY0" fmla="*/ 3489034 h 3497029"/>
                <a:gd name="csX1" fmla="*/ 2198008 w 4482266"/>
                <a:gd name="csY1" fmla="*/ 1139406 h 3497029"/>
                <a:gd name="csX2" fmla="*/ 2685656 w 4482266"/>
                <a:gd name="csY2" fmla="*/ 265186 h 3497029"/>
                <a:gd name="csX3" fmla="*/ 3742770 w 4482266"/>
                <a:gd name="csY3" fmla="*/ 49148 h 3497029"/>
                <a:gd name="csX4" fmla="*/ 4482266 w 4482266"/>
                <a:gd name="csY4" fmla="*/ 1080782 h 3497029"/>
                <a:gd name="csX5" fmla="*/ 2378375 w 4482266"/>
                <a:gd name="csY5" fmla="*/ 1877951 h 3497029"/>
                <a:gd name="csX6" fmla="*/ 377 w 4482266"/>
                <a:gd name="csY6" fmla="*/ 3489034 h 3497029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10188 w 4492077"/>
                <a:gd name="csY0" fmla="*/ 3488052 h 3497366"/>
                <a:gd name="csX1" fmla="*/ 1804118 w 4492077"/>
                <a:gd name="csY1" fmla="*/ 1096559 h 3497366"/>
                <a:gd name="csX2" fmla="*/ 2695467 w 4492077"/>
                <a:gd name="csY2" fmla="*/ 264204 h 3497366"/>
                <a:gd name="csX3" fmla="*/ 3752581 w 4492077"/>
                <a:gd name="csY3" fmla="*/ 48166 h 3497366"/>
                <a:gd name="csX4" fmla="*/ 4492077 w 4492077"/>
                <a:gd name="csY4" fmla="*/ 1079800 h 3497366"/>
                <a:gd name="csX5" fmla="*/ 2688616 w 4492077"/>
                <a:gd name="csY5" fmla="*/ 1893718 h 3497366"/>
                <a:gd name="csX6" fmla="*/ 10188 w 4492077"/>
                <a:gd name="csY6" fmla="*/ 3488052 h 3497366"/>
                <a:gd name="csX0" fmla="*/ 10188 w 4492077"/>
                <a:gd name="csY0" fmla="*/ 3488052 h 3500595"/>
                <a:gd name="csX1" fmla="*/ 1804118 w 4492077"/>
                <a:gd name="csY1" fmla="*/ 1096559 h 3500595"/>
                <a:gd name="csX2" fmla="*/ 2695467 w 4492077"/>
                <a:gd name="csY2" fmla="*/ 264204 h 3500595"/>
                <a:gd name="csX3" fmla="*/ 3752581 w 4492077"/>
                <a:gd name="csY3" fmla="*/ 48166 h 3500595"/>
                <a:gd name="csX4" fmla="*/ 4492077 w 4492077"/>
                <a:gd name="csY4" fmla="*/ 1079800 h 3500595"/>
                <a:gd name="csX5" fmla="*/ 2688616 w 4492077"/>
                <a:gd name="csY5" fmla="*/ 1893718 h 3500595"/>
                <a:gd name="csX6" fmla="*/ 10188 w 4492077"/>
                <a:gd name="csY6" fmla="*/ 3488052 h 3500595"/>
                <a:gd name="csX0" fmla="*/ 10188 w 4492077"/>
                <a:gd name="csY0" fmla="*/ 3488052 h 3500888"/>
                <a:gd name="csX1" fmla="*/ 1804118 w 4492077"/>
                <a:gd name="csY1" fmla="*/ 1096559 h 3500888"/>
                <a:gd name="csX2" fmla="*/ 2695467 w 4492077"/>
                <a:gd name="csY2" fmla="*/ 264204 h 3500888"/>
                <a:gd name="csX3" fmla="*/ 3752581 w 4492077"/>
                <a:gd name="csY3" fmla="*/ 48166 h 3500888"/>
                <a:gd name="csX4" fmla="*/ 4492077 w 4492077"/>
                <a:gd name="csY4" fmla="*/ 1079800 h 3500888"/>
                <a:gd name="csX5" fmla="*/ 2688616 w 4492077"/>
                <a:gd name="csY5" fmla="*/ 1893718 h 3500888"/>
                <a:gd name="csX6" fmla="*/ 10188 w 4492077"/>
                <a:gd name="csY6" fmla="*/ 3488052 h 3500888"/>
                <a:gd name="csX0" fmla="*/ 27731 w 3289130"/>
                <a:gd name="csY0" fmla="*/ 2449732 h 2473361"/>
                <a:gd name="csX1" fmla="*/ 601171 w 3289130"/>
                <a:gd name="csY1" fmla="*/ 1096559 h 2473361"/>
                <a:gd name="csX2" fmla="*/ 1492520 w 3289130"/>
                <a:gd name="csY2" fmla="*/ 264204 h 2473361"/>
                <a:gd name="csX3" fmla="*/ 2549634 w 3289130"/>
                <a:gd name="csY3" fmla="*/ 48166 h 2473361"/>
                <a:gd name="csX4" fmla="*/ 3289130 w 3289130"/>
                <a:gd name="csY4" fmla="*/ 1079800 h 2473361"/>
                <a:gd name="csX5" fmla="*/ 1485669 w 3289130"/>
                <a:gd name="csY5" fmla="*/ 1893718 h 2473361"/>
                <a:gd name="csX6" fmla="*/ 27731 w 3289130"/>
                <a:gd name="csY6" fmla="*/ 2449732 h 2473361"/>
                <a:gd name="csX0" fmla="*/ 367 w 3261766"/>
                <a:gd name="csY0" fmla="*/ 2449732 h 2449966"/>
                <a:gd name="csX1" fmla="*/ 573807 w 3261766"/>
                <a:gd name="csY1" fmla="*/ 1096559 h 2449966"/>
                <a:gd name="csX2" fmla="*/ 1465156 w 3261766"/>
                <a:gd name="csY2" fmla="*/ 264204 h 2449966"/>
                <a:gd name="csX3" fmla="*/ 2522270 w 3261766"/>
                <a:gd name="csY3" fmla="*/ 48166 h 2449966"/>
                <a:gd name="csX4" fmla="*/ 3261766 w 3261766"/>
                <a:gd name="csY4" fmla="*/ 1079800 h 2449966"/>
                <a:gd name="csX5" fmla="*/ 1458305 w 3261766"/>
                <a:gd name="csY5" fmla="*/ 1893718 h 2449966"/>
                <a:gd name="csX6" fmla="*/ 367 w 3261766"/>
                <a:gd name="csY6" fmla="*/ 2449732 h 2449966"/>
                <a:gd name="csX0" fmla="*/ 62959 w 3324358"/>
                <a:gd name="csY0" fmla="*/ 2449732 h 2487147"/>
                <a:gd name="csX1" fmla="*/ 636399 w 3324358"/>
                <a:gd name="csY1" fmla="*/ 1096559 h 2487147"/>
                <a:gd name="csX2" fmla="*/ 1527748 w 3324358"/>
                <a:gd name="csY2" fmla="*/ 264204 h 2487147"/>
                <a:gd name="csX3" fmla="*/ 2584862 w 3324358"/>
                <a:gd name="csY3" fmla="*/ 48166 h 2487147"/>
                <a:gd name="csX4" fmla="*/ 3324358 w 3324358"/>
                <a:gd name="csY4" fmla="*/ 1079800 h 2487147"/>
                <a:gd name="csX5" fmla="*/ 1520897 w 3324358"/>
                <a:gd name="csY5" fmla="*/ 1893718 h 2487147"/>
                <a:gd name="csX6" fmla="*/ 62959 w 3324358"/>
                <a:gd name="csY6" fmla="*/ 2449732 h 2487147"/>
                <a:gd name="csX0" fmla="*/ 38478 w 4482813"/>
                <a:gd name="csY0" fmla="*/ 3496425 h 3519813"/>
                <a:gd name="csX1" fmla="*/ 1794854 w 4482813"/>
                <a:gd name="csY1" fmla="*/ 1096559 h 3519813"/>
                <a:gd name="csX2" fmla="*/ 2686203 w 4482813"/>
                <a:gd name="csY2" fmla="*/ 264204 h 3519813"/>
                <a:gd name="csX3" fmla="*/ 3743317 w 4482813"/>
                <a:gd name="csY3" fmla="*/ 48166 h 3519813"/>
                <a:gd name="csX4" fmla="*/ 4482813 w 4482813"/>
                <a:gd name="csY4" fmla="*/ 1079800 h 3519813"/>
                <a:gd name="csX5" fmla="*/ 2679352 w 4482813"/>
                <a:gd name="csY5" fmla="*/ 1893718 h 3519813"/>
                <a:gd name="csX6" fmla="*/ 38478 w 4482813"/>
                <a:gd name="csY6" fmla="*/ 3496425 h 3519813"/>
                <a:gd name="csX0" fmla="*/ 9071 w 4453406"/>
                <a:gd name="csY0" fmla="*/ 3496425 h 3510301"/>
                <a:gd name="csX1" fmla="*/ 1765447 w 4453406"/>
                <a:gd name="csY1" fmla="*/ 1096559 h 3510301"/>
                <a:gd name="csX2" fmla="*/ 2656796 w 4453406"/>
                <a:gd name="csY2" fmla="*/ 264204 h 3510301"/>
                <a:gd name="csX3" fmla="*/ 3713910 w 4453406"/>
                <a:gd name="csY3" fmla="*/ 48166 h 3510301"/>
                <a:gd name="csX4" fmla="*/ 4453406 w 4453406"/>
                <a:gd name="csY4" fmla="*/ 1079800 h 3510301"/>
                <a:gd name="csX5" fmla="*/ 2649945 w 4453406"/>
                <a:gd name="csY5" fmla="*/ 1893718 h 3510301"/>
                <a:gd name="csX6" fmla="*/ 9071 w 4453406"/>
                <a:gd name="csY6" fmla="*/ 3496425 h 3510301"/>
                <a:gd name="csX0" fmla="*/ 9071 w 4453406"/>
                <a:gd name="csY0" fmla="*/ 3496425 h 3512169"/>
                <a:gd name="csX1" fmla="*/ 1765447 w 4453406"/>
                <a:gd name="csY1" fmla="*/ 1096559 h 3512169"/>
                <a:gd name="csX2" fmla="*/ 2656796 w 4453406"/>
                <a:gd name="csY2" fmla="*/ 264204 h 3512169"/>
                <a:gd name="csX3" fmla="*/ 3713910 w 4453406"/>
                <a:gd name="csY3" fmla="*/ 48166 h 3512169"/>
                <a:gd name="csX4" fmla="*/ 4453406 w 4453406"/>
                <a:gd name="csY4" fmla="*/ 1079800 h 3512169"/>
                <a:gd name="csX5" fmla="*/ 2649945 w 4453406"/>
                <a:gd name="csY5" fmla="*/ 1893718 h 3512169"/>
                <a:gd name="csX6" fmla="*/ 9071 w 4453406"/>
                <a:gd name="csY6" fmla="*/ 3496425 h 3512169"/>
                <a:gd name="csX0" fmla="*/ 9640 w 4453975"/>
                <a:gd name="csY0" fmla="*/ 3496425 h 3512169"/>
                <a:gd name="csX1" fmla="*/ 1766016 w 4453975"/>
                <a:gd name="csY1" fmla="*/ 1096559 h 3512169"/>
                <a:gd name="csX2" fmla="*/ 2657365 w 4453975"/>
                <a:gd name="csY2" fmla="*/ 264204 h 3512169"/>
                <a:gd name="csX3" fmla="*/ 3714479 w 4453975"/>
                <a:gd name="csY3" fmla="*/ 48166 h 3512169"/>
                <a:gd name="csX4" fmla="*/ 4453975 w 4453975"/>
                <a:gd name="csY4" fmla="*/ 1079800 h 3512169"/>
                <a:gd name="csX5" fmla="*/ 2650514 w 4453975"/>
                <a:gd name="csY5" fmla="*/ 1893718 h 3512169"/>
                <a:gd name="csX6" fmla="*/ 9640 w 4453975"/>
                <a:gd name="csY6" fmla="*/ 3496425 h 3512169"/>
                <a:gd name="csX0" fmla="*/ 9640 w 4453975"/>
                <a:gd name="csY0" fmla="*/ 3993467 h 4008123"/>
                <a:gd name="csX1" fmla="*/ 1766016 w 4453975"/>
                <a:gd name="csY1" fmla="*/ 1593601 h 4008123"/>
                <a:gd name="csX2" fmla="*/ 2601034 w 4453975"/>
                <a:gd name="csY2" fmla="*/ 41122 h 4008123"/>
                <a:gd name="csX3" fmla="*/ 3714479 w 4453975"/>
                <a:gd name="csY3" fmla="*/ 545208 h 4008123"/>
                <a:gd name="csX4" fmla="*/ 4453975 w 4453975"/>
                <a:gd name="csY4" fmla="*/ 1576842 h 4008123"/>
                <a:gd name="csX5" fmla="*/ 2650514 w 4453975"/>
                <a:gd name="csY5" fmla="*/ 2390760 h 4008123"/>
                <a:gd name="csX6" fmla="*/ 9640 w 4453975"/>
                <a:gd name="csY6" fmla="*/ 3993467 h 4008123"/>
                <a:gd name="csX0" fmla="*/ 9640 w 4453975"/>
                <a:gd name="csY0" fmla="*/ 3952894 h 3967550"/>
                <a:gd name="csX1" fmla="*/ 1766016 w 4453975"/>
                <a:gd name="csY1" fmla="*/ 1553028 h 3967550"/>
                <a:gd name="csX2" fmla="*/ 2601034 w 4453975"/>
                <a:gd name="csY2" fmla="*/ 549 h 3967550"/>
                <a:gd name="csX3" fmla="*/ 3714479 w 4453975"/>
                <a:gd name="csY3" fmla="*/ 504635 h 3967550"/>
                <a:gd name="csX4" fmla="*/ 4453975 w 4453975"/>
                <a:gd name="csY4" fmla="*/ 1536269 h 3967550"/>
                <a:gd name="csX5" fmla="*/ 2650514 w 4453975"/>
                <a:gd name="csY5" fmla="*/ 2350187 h 3967550"/>
                <a:gd name="csX6" fmla="*/ 9640 w 4453975"/>
                <a:gd name="csY6" fmla="*/ 3952894 h 3967550"/>
                <a:gd name="csX0" fmla="*/ 9640 w 4453975"/>
                <a:gd name="csY0" fmla="*/ 3952971 h 3968477"/>
                <a:gd name="csX1" fmla="*/ 1766016 w 4453975"/>
                <a:gd name="csY1" fmla="*/ 1553105 h 3968477"/>
                <a:gd name="csX2" fmla="*/ 2601034 w 4453975"/>
                <a:gd name="csY2" fmla="*/ 626 h 3968477"/>
                <a:gd name="csX3" fmla="*/ 3714479 w 4453975"/>
                <a:gd name="csY3" fmla="*/ 504712 h 3968477"/>
                <a:gd name="csX4" fmla="*/ 4453975 w 4453975"/>
                <a:gd name="csY4" fmla="*/ 1536346 h 3968477"/>
                <a:gd name="csX5" fmla="*/ 2650514 w 4453975"/>
                <a:gd name="csY5" fmla="*/ 2350264 h 3968477"/>
                <a:gd name="csX6" fmla="*/ 9640 w 4453975"/>
                <a:gd name="csY6" fmla="*/ 3952971 h 3968477"/>
                <a:gd name="csX0" fmla="*/ 9640 w 4517542"/>
                <a:gd name="csY0" fmla="*/ 4153948 h 4169453"/>
                <a:gd name="csX1" fmla="*/ 1766016 w 4517542"/>
                <a:gd name="csY1" fmla="*/ 1754082 h 4169453"/>
                <a:gd name="csX2" fmla="*/ 2601034 w 4517542"/>
                <a:gd name="csY2" fmla="*/ 201603 h 4169453"/>
                <a:gd name="csX3" fmla="*/ 4390442 w 4517542"/>
                <a:gd name="csY3" fmla="*/ 186529 h 4169453"/>
                <a:gd name="csX4" fmla="*/ 4453975 w 4517542"/>
                <a:gd name="csY4" fmla="*/ 1737323 h 4169453"/>
                <a:gd name="csX5" fmla="*/ 2650514 w 4517542"/>
                <a:gd name="csY5" fmla="*/ 2551241 h 4169453"/>
                <a:gd name="csX6" fmla="*/ 9640 w 4517542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719798"/>
                <a:gd name="csY0" fmla="*/ 4153948 h 4169453"/>
                <a:gd name="csX1" fmla="*/ 1766016 w 4719798"/>
                <a:gd name="csY1" fmla="*/ 1754082 h 4169453"/>
                <a:gd name="csX2" fmla="*/ 2601034 w 4719798"/>
                <a:gd name="csY2" fmla="*/ 201603 h 4169453"/>
                <a:gd name="csX3" fmla="*/ 4390442 w 4719798"/>
                <a:gd name="csY3" fmla="*/ 186529 h 4169453"/>
                <a:gd name="csX4" fmla="*/ 4453975 w 4719798"/>
                <a:gd name="csY4" fmla="*/ 1737323 h 4169453"/>
                <a:gd name="csX5" fmla="*/ 2650514 w 4719798"/>
                <a:gd name="csY5" fmla="*/ 2551241 h 4169453"/>
                <a:gd name="csX6" fmla="*/ 9640 w 4719798"/>
                <a:gd name="csY6" fmla="*/ 4153948 h 4169453"/>
                <a:gd name="csX0" fmla="*/ 9640 w 4684091"/>
                <a:gd name="csY0" fmla="*/ 4153948 h 4169453"/>
                <a:gd name="csX1" fmla="*/ 1766016 w 4684091"/>
                <a:gd name="csY1" fmla="*/ 1754082 h 4169453"/>
                <a:gd name="csX2" fmla="*/ 2601034 w 4684091"/>
                <a:gd name="csY2" fmla="*/ 201603 h 4169453"/>
                <a:gd name="csX3" fmla="*/ 4390442 w 4684091"/>
                <a:gd name="csY3" fmla="*/ 186529 h 4169453"/>
                <a:gd name="csX4" fmla="*/ 4453975 w 4684091"/>
                <a:gd name="csY4" fmla="*/ 1737323 h 4169453"/>
                <a:gd name="csX5" fmla="*/ 2650514 w 4684091"/>
                <a:gd name="csY5" fmla="*/ 2551241 h 4169453"/>
                <a:gd name="csX6" fmla="*/ 9640 w 4684091"/>
                <a:gd name="csY6" fmla="*/ 4153948 h 4169453"/>
                <a:gd name="csX0" fmla="*/ 9640 w 4747938"/>
                <a:gd name="csY0" fmla="*/ 4153948 h 4169453"/>
                <a:gd name="csX1" fmla="*/ 1766016 w 4747938"/>
                <a:gd name="csY1" fmla="*/ 1754082 h 4169453"/>
                <a:gd name="csX2" fmla="*/ 2601034 w 4747938"/>
                <a:gd name="csY2" fmla="*/ 201603 h 4169453"/>
                <a:gd name="csX3" fmla="*/ 4390442 w 4747938"/>
                <a:gd name="csY3" fmla="*/ 186529 h 4169453"/>
                <a:gd name="csX4" fmla="*/ 4453975 w 4747938"/>
                <a:gd name="csY4" fmla="*/ 1737323 h 4169453"/>
                <a:gd name="csX5" fmla="*/ 2650514 w 4747938"/>
                <a:gd name="csY5" fmla="*/ 2551241 h 4169453"/>
                <a:gd name="csX6" fmla="*/ 9640 w 4747938"/>
                <a:gd name="csY6" fmla="*/ 4153948 h 4169453"/>
                <a:gd name="csX0" fmla="*/ 9640 w 4747938"/>
                <a:gd name="csY0" fmla="*/ 4205765 h 4221270"/>
                <a:gd name="csX1" fmla="*/ 1766016 w 4747938"/>
                <a:gd name="csY1" fmla="*/ 1805899 h 4221270"/>
                <a:gd name="csX2" fmla="*/ 2601034 w 4747938"/>
                <a:gd name="csY2" fmla="*/ 253420 h 4221270"/>
                <a:gd name="csX3" fmla="*/ 4390442 w 4747938"/>
                <a:gd name="csY3" fmla="*/ 238346 h 4221270"/>
                <a:gd name="csX4" fmla="*/ 4453975 w 4747938"/>
                <a:gd name="csY4" fmla="*/ 1789140 h 4221270"/>
                <a:gd name="csX5" fmla="*/ 2650514 w 4747938"/>
                <a:gd name="csY5" fmla="*/ 2603058 h 4221270"/>
                <a:gd name="csX6" fmla="*/ 9640 w 4747938"/>
                <a:gd name="csY6" fmla="*/ 4205765 h 4221270"/>
                <a:gd name="csX0" fmla="*/ 9640 w 4769359"/>
                <a:gd name="csY0" fmla="*/ 4189897 h 4205402"/>
                <a:gd name="csX1" fmla="*/ 1766016 w 4769359"/>
                <a:gd name="csY1" fmla="*/ 1790031 h 4205402"/>
                <a:gd name="csX2" fmla="*/ 2601034 w 4769359"/>
                <a:gd name="csY2" fmla="*/ 237552 h 4205402"/>
                <a:gd name="csX3" fmla="*/ 4446772 w 4769359"/>
                <a:gd name="csY3" fmla="*/ 163863 h 4205402"/>
                <a:gd name="csX4" fmla="*/ 4453975 w 4769359"/>
                <a:gd name="csY4" fmla="*/ 1773272 h 4205402"/>
                <a:gd name="csX5" fmla="*/ 2650514 w 4769359"/>
                <a:gd name="csY5" fmla="*/ 2587190 h 4205402"/>
                <a:gd name="csX6" fmla="*/ 9640 w 4769359"/>
                <a:gd name="csY6" fmla="*/ 4189897 h 4205402"/>
                <a:gd name="csX0" fmla="*/ 9640 w 4747938"/>
                <a:gd name="csY0" fmla="*/ 4212142 h 4227647"/>
                <a:gd name="csX1" fmla="*/ 1766016 w 4747938"/>
                <a:gd name="csY1" fmla="*/ 1812276 h 4227647"/>
                <a:gd name="csX2" fmla="*/ 2601034 w 4747938"/>
                <a:gd name="csY2" fmla="*/ 259797 h 4227647"/>
                <a:gd name="csX3" fmla="*/ 4390441 w 4747938"/>
                <a:gd name="csY3" fmla="*/ 152614 h 4227647"/>
                <a:gd name="csX4" fmla="*/ 4453975 w 4747938"/>
                <a:gd name="csY4" fmla="*/ 1795517 h 4227647"/>
                <a:gd name="csX5" fmla="*/ 2650514 w 4747938"/>
                <a:gd name="csY5" fmla="*/ 2609435 h 4227647"/>
                <a:gd name="csX6" fmla="*/ 9640 w 4747938"/>
                <a:gd name="csY6" fmla="*/ 4212142 h 4227647"/>
                <a:gd name="csX0" fmla="*/ 8567 w 4746865"/>
                <a:gd name="csY0" fmla="*/ 4212143 h 4219435"/>
                <a:gd name="csX1" fmla="*/ 1745271 w 4746865"/>
                <a:gd name="csY1" fmla="*/ 1812279 h 4219435"/>
                <a:gd name="csX2" fmla="*/ 2599961 w 4746865"/>
                <a:gd name="csY2" fmla="*/ 259798 h 4219435"/>
                <a:gd name="csX3" fmla="*/ 4389368 w 4746865"/>
                <a:gd name="csY3" fmla="*/ 152615 h 4219435"/>
                <a:gd name="csX4" fmla="*/ 4452902 w 4746865"/>
                <a:gd name="csY4" fmla="*/ 1795518 h 4219435"/>
                <a:gd name="csX5" fmla="*/ 2649441 w 4746865"/>
                <a:gd name="csY5" fmla="*/ 2609436 h 4219435"/>
                <a:gd name="csX6" fmla="*/ 8567 w 4746865"/>
                <a:gd name="csY6" fmla="*/ 4212143 h 4219435"/>
                <a:gd name="csX0" fmla="*/ 8451 w 4746749"/>
                <a:gd name="csY0" fmla="*/ 4212143 h 4219813"/>
                <a:gd name="csX1" fmla="*/ 1745155 w 4746749"/>
                <a:gd name="csY1" fmla="*/ 1812279 h 4219813"/>
                <a:gd name="csX2" fmla="*/ 2599845 w 4746749"/>
                <a:gd name="csY2" fmla="*/ 259798 h 4219813"/>
                <a:gd name="csX3" fmla="*/ 4389252 w 4746749"/>
                <a:gd name="csY3" fmla="*/ 152615 h 4219813"/>
                <a:gd name="csX4" fmla="*/ 4452786 w 4746749"/>
                <a:gd name="csY4" fmla="*/ 1795518 h 4219813"/>
                <a:gd name="csX5" fmla="*/ 2642769 w 4746749"/>
                <a:gd name="csY5" fmla="*/ 2626986 h 4219813"/>
                <a:gd name="csX6" fmla="*/ 8451 w 4746749"/>
                <a:gd name="csY6" fmla="*/ 4212143 h 4219813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594 w 4746892"/>
                <a:gd name="csY0" fmla="*/ 4213311 h 4220527"/>
                <a:gd name="csX1" fmla="*/ 1738740 w 4746892"/>
                <a:gd name="csY1" fmla="*/ 1836843 h 4220527"/>
                <a:gd name="csX2" fmla="*/ 2599988 w 4746892"/>
                <a:gd name="csY2" fmla="*/ 260966 h 4220527"/>
                <a:gd name="csX3" fmla="*/ 4389395 w 4746892"/>
                <a:gd name="csY3" fmla="*/ 153783 h 4220527"/>
                <a:gd name="csX4" fmla="*/ 4452929 w 4746892"/>
                <a:gd name="csY4" fmla="*/ 1796686 h 4220527"/>
                <a:gd name="csX5" fmla="*/ 2642912 w 4746892"/>
                <a:gd name="csY5" fmla="*/ 2628154 h 4220527"/>
                <a:gd name="csX6" fmla="*/ 8594 w 4746892"/>
                <a:gd name="csY6" fmla="*/ 4213311 h 4220527"/>
                <a:gd name="csX0" fmla="*/ 8594 w 4693867"/>
                <a:gd name="csY0" fmla="*/ 4136922 h 4144138"/>
                <a:gd name="csX1" fmla="*/ 1738740 w 4693867"/>
                <a:gd name="csY1" fmla="*/ 1760454 h 4144138"/>
                <a:gd name="csX2" fmla="*/ 2599988 w 4693867"/>
                <a:gd name="csY2" fmla="*/ 184577 h 4144138"/>
                <a:gd name="csX3" fmla="*/ 4389395 w 4693867"/>
                <a:gd name="csY3" fmla="*/ 77394 h 4144138"/>
                <a:gd name="csX4" fmla="*/ 4452929 w 4693867"/>
                <a:gd name="csY4" fmla="*/ 1720297 h 4144138"/>
                <a:gd name="csX5" fmla="*/ 2642912 w 4693867"/>
                <a:gd name="csY5" fmla="*/ 2551765 h 4144138"/>
                <a:gd name="csX6" fmla="*/ 8594 w 4693867"/>
                <a:gd name="csY6" fmla="*/ 4136922 h 4144138"/>
                <a:gd name="csX0" fmla="*/ 8594 w 4699247"/>
                <a:gd name="csY0" fmla="*/ 4098901 h 4106117"/>
                <a:gd name="csX1" fmla="*/ 1738740 w 4699247"/>
                <a:gd name="csY1" fmla="*/ 1722433 h 4106117"/>
                <a:gd name="csX2" fmla="*/ 2599988 w 4699247"/>
                <a:gd name="csY2" fmla="*/ 146556 h 4106117"/>
                <a:gd name="csX3" fmla="*/ 4409070 w 4699247"/>
                <a:gd name="csY3" fmla="*/ 115412 h 4106117"/>
                <a:gd name="csX4" fmla="*/ 4452929 w 4699247"/>
                <a:gd name="csY4" fmla="*/ 1682276 h 4106117"/>
                <a:gd name="csX5" fmla="*/ 2642912 w 4699247"/>
                <a:gd name="csY5" fmla="*/ 2513744 h 4106117"/>
                <a:gd name="csX6" fmla="*/ 8594 w 4699247"/>
                <a:gd name="csY6" fmla="*/ 4098901 h 4106117"/>
                <a:gd name="csX0" fmla="*/ 8594 w 4703971"/>
                <a:gd name="csY0" fmla="*/ 4107920 h 4115136"/>
                <a:gd name="csX1" fmla="*/ 1738740 w 4703971"/>
                <a:gd name="csY1" fmla="*/ 1731452 h 4115136"/>
                <a:gd name="csX2" fmla="*/ 2599988 w 4703971"/>
                <a:gd name="csY2" fmla="*/ 155575 h 4115136"/>
                <a:gd name="csX3" fmla="*/ 4409070 w 4703971"/>
                <a:gd name="csY3" fmla="*/ 124431 h 4115136"/>
                <a:gd name="csX4" fmla="*/ 4452929 w 4703971"/>
                <a:gd name="csY4" fmla="*/ 1691295 h 4115136"/>
                <a:gd name="csX5" fmla="*/ 2642912 w 4703971"/>
                <a:gd name="csY5" fmla="*/ 2522763 h 4115136"/>
                <a:gd name="csX6" fmla="*/ 8594 w 4703971"/>
                <a:gd name="csY6" fmla="*/ 4107920 h 4115136"/>
                <a:gd name="csX0" fmla="*/ 8594 w 4703971"/>
                <a:gd name="csY0" fmla="*/ 4195888 h 4203104"/>
                <a:gd name="csX1" fmla="*/ 1738740 w 4703971"/>
                <a:gd name="csY1" fmla="*/ 1819420 h 4203104"/>
                <a:gd name="csX2" fmla="*/ 2599988 w 4703971"/>
                <a:gd name="csY2" fmla="*/ 243543 h 4203104"/>
                <a:gd name="csX3" fmla="*/ 4409070 w 4703971"/>
                <a:gd name="csY3" fmla="*/ 212399 h 4203104"/>
                <a:gd name="csX4" fmla="*/ 4452929 w 4703971"/>
                <a:gd name="csY4" fmla="*/ 1779263 h 4203104"/>
                <a:gd name="csX5" fmla="*/ 2642912 w 4703971"/>
                <a:gd name="csY5" fmla="*/ 2610731 h 4203104"/>
                <a:gd name="csX6" fmla="*/ 8594 w 4703971"/>
                <a:gd name="csY6" fmla="*/ 4195888 h 4203104"/>
                <a:gd name="csX0" fmla="*/ 8594 w 4703971"/>
                <a:gd name="csY0" fmla="*/ 4213778 h 4220994"/>
                <a:gd name="csX1" fmla="*/ 1738740 w 4703971"/>
                <a:gd name="csY1" fmla="*/ 1837310 h 4220994"/>
                <a:gd name="csX2" fmla="*/ 2599988 w 4703971"/>
                <a:gd name="csY2" fmla="*/ 261433 h 4220994"/>
                <a:gd name="csX3" fmla="*/ 4409070 w 4703971"/>
                <a:gd name="csY3" fmla="*/ 230289 h 4220994"/>
                <a:gd name="csX4" fmla="*/ 4452929 w 4703971"/>
                <a:gd name="csY4" fmla="*/ 1797153 h 4220994"/>
                <a:gd name="csX5" fmla="*/ 2642912 w 4703971"/>
                <a:gd name="csY5" fmla="*/ 2628621 h 4220994"/>
                <a:gd name="csX6" fmla="*/ 8594 w 4703971"/>
                <a:gd name="csY6" fmla="*/ 4213778 h 4220994"/>
                <a:gd name="csX0" fmla="*/ 8594 w 4855548"/>
                <a:gd name="csY0" fmla="*/ 4390510 h 4397726"/>
                <a:gd name="csX1" fmla="*/ 1738740 w 4855548"/>
                <a:gd name="csY1" fmla="*/ 2014042 h 4397726"/>
                <a:gd name="csX2" fmla="*/ 2599988 w 4855548"/>
                <a:gd name="csY2" fmla="*/ 438165 h 4397726"/>
                <a:gd name="csX3" fmla="*/ 4756647 w 4855548"/>
                <a:gd name="csY3" fmla="*/ 26825 h 4397726"/>
                <a:gd name="csX4" fmla="*/ 4452929 w 4855548"/>
                <a:gd name="csY4" fmla="*/ 1973885 h 4397726"/>
                <a:gd name="csX5" fmla="*/ 2642912 w 4855548"/>
                <a:gd name="csY5" fmla="*/ 2805353 h 4397726"/>
                <a:gd name="csX6" fmla="*/ 8594 w 4855548"/>
                <a:gd name="csY6" fmla="*/ 4390510 h 4397726"/>
                <a:gd name="csX0" fmla="*/ 8594 w 5018748"/>
                <a:gd name="csY0" fmla="*/ 4545598 h 4552814"/>
                <a:gd name="csX1" fmla="*/ 1738740 w 5018748"/>
                <a:gd name="csY1" fmla="*/ 2169130 h 4552814"/>
                <a:gd name="csX2" fmla="*/ 2599988 w 5018748"/>
                <a:gd name="csY2" fmla="*/ 593253 h 4552814"/>
                <a:gd name="csX3" fmla="*/ 4973062 w 5018748"/>
                <a:gd name="csY3" fmla="*/ 18136 h 4552814"/>
                <a:gd name="csX4" fmla="*/ 4452929 w 5018748"/>
                <a:gd name="csY4" fmla="*/ 2128973 h 4552814"/>
                <a:gd name="csX5" fmla="*/ 2642912 w 5018748"/>
                <a:gd name="csY5" fmla="*/ 2960441 h 4552814"/>
                <a:gd name="csX6" fmla="*/ 8594 w 5018748"/>
                <a:gd name="csY6" fmla="*/ 4545598 h 4552814"/>
                <a:gd name="csX0" fmla="*/ 8594 w 5002691"/>
                <a:gd name="csY0" fmla="*/ 4537753 h 4544969"/>
                <a:gd name="csX1" fmla="*/ 1738740 w 5002691"/>
                <a:gd name="csY1" fmla="*/ 2161285 h 4544969"/>
                <a:gd name="csX2" fmla="*/ 2599988 w 5002691"/>
                <a:gd name="csY2" fmla="*/ 585408 h 4544969"/>
                <a:gd name="csX3" fmla="*/ 4973062 w 5002691"/>
                <a:gd name="csY3" fmla="*/ 10291 h 4544969"/>
                <a:gd name="csX4" fmla="*/ 4452929 w 5002691"/>
                <a:gd name="csY4" fmla="*/ 2121128 h 4544969"/>
                <a:gd name="csX5" fmla="*/ 2642912 w 5002691"/>
                <a:gd name="csY5" fmla="*/ 2952596 h 4544969"/>
                <a:gd name="csX6" fmla="*/ 8594 w 5002691"/>
                <a:gd name="csY6" fmla="*/ 4537753 h 4544969"/>
                <a:gd name="csX0" fmla="*/ 8594 w 4705059"/>
                <a:gd name="csY0" fmla="*/ 4122711 h 4129927"/>
                <a:gd name="csX1" fmla="*/ 1738740 w 4705059"/>
                <a:gd name="csY1" fmla="*/ 1746243 h 4129927"/>
                <a:gd name="csX2" fmla="*/ 2599988 w 4705059"/>
                <a:gd name="csY2" fmla="*/ 170366 h 4129927"/>
                <a:gd name="csX3" fmla="*/ 4446032 w 4705059"/>
                <a:gd name="csY3" fmla="*/ 89415 h 4129927"/>
                <a:gd name="csX4" fmla="*/ 4452929 w 4705059"/>
                <a:gd name="csY4" fmla="*/ 1706086 h 4129927"/>
                <a:gd name="csX5" fmla="*/ 2642912 w 4705059"/>
                <a:gd name="csY5" fmla="*/ 2537554 h 4129927"/>
                <a:gd name="csX6" fmla="*/ 8594 w 4705059"/>
                <a:gd name="csY6" fmla="*/ 4122711 h 4129927"/>
                <a:gd name="csX0" fmla="*/ 8594 w 4596663"/>
                <a:gd name="csY0" fmla="*/ 4215533 h 4224499"/>
                <a:gd name="csX1" fmla="*/ 1738740 w 4596663"/>
                <a:gd name="csY1" fmla="*/ 1839065 h 4224499"/>
                <a:gd name="csX2" fmla="*/ 2599988 w 4596663"/>
                <a:gd name="csY2" fmla="*/ 263188 h 4224499"/>
                <a:gd name="csX3" fmla="*/ 4446032 w 4596663"/>
                <a:gd name="csY3" fmla="*/ 182237 h 4224499"/>
                <a:gd name="csX4" fmla="*/ 4129398 w 4596663"/>
                <a:gd name="csY4" fmla="*/ 2079669 h 4224499"/>
                <a:gd name="csX5" fmla="*/ 2642912 w 4596663"/>
                <a:gd name="csY5" fmla="*/ 2630376 h 4224499"/>
                <a:gd name="csX6" fmla="*/ 8594 w 4596663"/>
                <a:gd name="csY6" fmla="*/ 4215533 h 4224499"/>
                <a:gd name="csX0" fmla="*/ 10635 w 4618520"/>
                <a:gd name="csY0" fmla="*/ 4140860 h 4149826"/>
                <a:gd name="csX1" fmla="*/ 1740781 w 4618520"/>
                <a:gd name="csY1" fmla="*/ 1764392 h 4149826"/>
                <a:gd name="csX2" fmla="*/ 2330962 w 4618520"/>
                <a:gd name="csY2" fmla="*/ 399085 h 4149826"/>
                <a:gd name="csX3" fmla="*/ 4448073 w 4618520"/>
                <a:gd name="csY3" fmla="*/ 107564 h 4149826"/>
                <a:gd name="csX4" fmla="*/ 4131439 w 4618520"/>
                <a:gd name="csY4" fmla="*/ 2004996 h 4149826"/>
                <a:gd name="csX5" fmla="*/ 2644953 w 4618520"/>
                <a:gd name="csY5" fmla="*/ 2555703 h 4149826"/>
                <a:gd name="csX6" fmla="*/ 10635 w 4618520"/>
                <a:gd name="csY6" fmla="*/ 4140860 h 4149826"/>
                <a:gd name="csX0" fmla="*/ 2473 w 4610358"/>
                <a:gd name="csY0" fmla="*/ 4148168 h 4152706"/>
                <a:gd name="csX1" fmla="*/ 2161081 w 4610358"/>
                <a:gd name="csY1" fmla="*/ 2013468 h 4152706"/>
                <a:gd name="csX2" fmla="*/ 2322800 w 4610358"/>
                <a:gd name="csY2" fmla="*/ 406393 h 4152706"/>
                <a:gd name="csX3" fmla="*/ 4439911 w 4610358"/>
                <a:gd name="csY3" fmla="*/ 114872 h 4152706"/>
                <a:gd name="csX4" fmla="*/ 4123277 w 4610358"/>
                <a:gd name="csY4" fmla="*/ 2012304 h 4152706"/>
                <a:gd name="csX5" fmla="*/ 2636791 w 4610358"/>
                <a:gd name="csY5" fmla="*/ 2563011 h 4152706"/>
                <a:gd name="csX6" fmla="*/ 2473 w 4610358"/>
                <a:gd name="csY6" fmla="*/ 4148168 h 4152706"/>
                <a:gd name="csX0" fmla="*/ 400 w 4608285"/>
                <a:gd name="csY0" fmla="*/ 4148168 h 4148397"/>
                <a:gd name="csX1" fmla="*/ 2159008 w 4608285"/>
                <a:gd name="csY1" fmla="*/ 2013468 h 4148397"/>
                <a:gd name="csX2" fmla="*/ 2320727 w 4608285"/>
                <a:gd name="csY2" fmla="*/ 406393 h 4148397"/>
                <a:gd name="csX3" fmla="*/ 4437838 w 4608285"/>
                <a:gd name="csY3" fmla="*/ 114872 h 4148397"/>
                <a:gd name="csX4" fmla="*/ 4121204 w 4608285"/>
                <a:gd name="csY4" fmla="*/ 2012304 h 4148397"/>
                <a:gd name="csX5" fmla="*/ 2346163 w 4608285"/>
                <a:gd name="csY5" fmla="*/ 2149669 h 4148397"/>
                <a:gd name="csX6" fmla="*/ 400 w 4608285"/>
                <a:gd name="csY6" fmla="*/ 4148168 h 4148397"/>
                <a:gd name="csX0" fmla="*/ 400 w 4547161"/>
                <a:gd name="csY0" fmla="*/ 4069645 h 4069874"/>
                <a:gd name="csX1" fmla="*/ 2159008 w 4547161"/>
                <a:gd name="csY1" fmla="*/ 1934945 h 4069874"/>
                <a:gd name="csX2" fmla="*/ 2320727 w 4547161"/>
                <a:gd name="csY2" fmla="*/ 327870 h 4069874"/>
                <a:gd name="csX3" fmla="*/ 4437838 w 4547161"/>
                <a:gd name="csY3" fmla="*/ 36349 h 4069874"/>
                <a:gd name="csX4" fmla="*/ 4121204 w 4547161"/>
                <a:gd name="csY4" fmla="*/ 1933781 h 4069874"/>
                <a:gd name="csX5" fmla="*/ 2346163 w 4547161"/>
                <a:gd name="csY5" fmla="*/ 2071146 h 4069874"/>
                <a:gd name="csX6" fmla="*/ 400 w 4547161"/>
                <a:gd name="csY6" fmla="*/ 4069645 h 4069874"/>
                <a:gd name="csX0" fmla="*/ 536 w 3991476"/>
                <a:gd name="csY0" fmla="*/ 3539321 h 3539632"/>
                <a:gd name="csX1" fmla="*/ 1603323 w 3991476"/>
                <a:gd name="csY1" fmla="*/ 1934945 h 3539632"/>
                <a:gd name="csX2" fmla="*/ 1765042 w 3991476"/>
                <a:gd name="csY2" fmla="*/ 327870 h 3539632"/>
                <a:gd name="csX3" fmla="*/ 3882153 w 3991476"/>
                <a:gd name="csY3" fmla="*/ 36349 h 3539632"/>
                <a:gd name="csX4" fmla="*/ 3565519 w 3991476"/>
                <a:gd name="csY4" fmla="*/ 1933781 h 3539632"/>
                <a:gd name="csX5" fmla="*/ 1790478 w 3991476"/>
                <a:gd name="csY5" fmla="*/ 2071146 h 3539632"/>
                <a:gd name="csX6" fmla="*/ 536 w 3991476"/>
                <a:gd name="csY6" fmla="*/ 3539321 h 3539632"/>
                <a:gd name="csX0" fmla="*/ 527 w 4017318"/>
                <a:gd name="csY0" fmla="*/ 3573908 h 3574212"/>
                <a:gd name="csX1" fmla="*/ 1629165 w 4017318"/>
                <a:gd name="csY1" fmla="*/ 1934945 h 3574212"/>
                <a:gd name="csX2" fmla="*/ 1790884 w 4017318"/>
                <a:gd name="csY2" fmla="*/ 327870 h 3574212"/>
                <a:gd name="csX3" fmla="*/ 3907995 w 4017318"/>
                <a:gd name="csY3" fmla="*/ 36349 h 3574212"/>
                <a:gd name="csX4" fmla="*/ 3591361 w 4017318"/>
                <a:gd name="csY4" fmla="*/ 1933781 h 3574212"/>
                <a:gd name="csX5" fmla="*/ 1816320 w 4017318"/>
                <a:gd name="csY5" fmla="*/ 2071146 h 3574212"/>
                <a:gd name="csX6" fmla="*/ 527 w 4017318"/>
                <a:gd name="csY6" fmla="*/ 3573908 h 3574212"/>
                <a:gd name="csX0" fmla="*/ 3641 w 4020432"/>
                <a:gd name="csY0" fmla="*/ 3573908 h 3577567"/>
                <a:gd name="csX1" fmla="*/ 1632279 w 4020432"/>
                <a:gd name="csY1" fmla="*/ 1934945 h 3577567"/>
                <a:gd name="csX2" fmla="*/ 1793998 w 4020432"/>
                <a:gd name="csY2" fmla="*/ 327870 h 3577567"/>
                <a:gd name="csX3" fmla="*/ 3911109 w 4020432"/>
                <a:gd name="csY3" fmla="*/ 36349 h 3577567"/>
                <a:gd name="csX4" fmla="*/ 3594475 w 4020432"/>
                <a:gd name="csY4" fmla="*/ 1933781 h 3577567"/>
                <a:gd name="csX5" fmla="*/ 1819434 w 4020432"/>
                <a:gd name="csY5" fmla="*/ 2071146 h 3577567"/>
                <a:gd name="csX6" fmla="*/ 3641 w 4020432"/>
                <a:gd name="csY6" fmla="*/ 3573908 h 3577567"/>
                <a:gd name="csX0" fmla="*/ 11923 w 4028714"/>
                <a:gd name="csY0" fmla="*/ 3573908 h 3583559"/>
                <a:gd name="csX1" fmla="*/ 1640561 w 4028714"/>
                <a:gd name="csY1" fmla="*/ 1934945 h 3583559"/>
                <a:gd name="csX2" fmla="*/ 1802280 w 4028714"/>
                <a:gd name="csY2" fmla="*/ 327870 h 3583559"/>
                <a:gd name="csX3" fmla="*/ 3919391 w 4028714"/>
                <a:gd name="csY3" fmla="*/ 36349 h 3583559"/>
                <a:gd name="csX4" fmla="*/ 3602757 w 4028714"/>
                <a:gd name="csY4" fmla="*/ 1933781 h 3583559"/>
                <a:gd name="csX5" fmla="*/ 1827716 w 4028714"/>
                <a:gd name="csY5" fmla="*/ 2071146 h 3583559"/>
                <a:gd name="csX6" fmla="*/ 11923 w 4028714"/>
                <a:gd name="csY6" fmla="*/ 3573908 h 3583559"/>
                <a:gd name="csX0" fmla="*/ 1130 w 4017921"/>
                <a:gd name="csY0" fmla="*/ 3573908 h 3577714"/>
                <a:gd name="csX1" fmla="*/ 1629768 w 4017921"/>
                <a:gd name="csY1" fmla="*/ 1934945 h 3577714"/>
                <a:gd name="csX2" fmla="*/ 1791487 w 4017921"/>
                <a:gd name="csY2" fmla="*/ 327870 h 3577714"/>
                <a:gd name="csX3" fmla="*/ 3908598 w 4017921"/>
                <a:gd name="csY3" fmla="*/ 36349 h 3577714"/>
                <a:gd name="csX4" fmla="*/ 3591964 w 4017921"/>
                <a:gd name="csY4" fmla="*/ 1933781 h 3577714"/>
                <a:gd name="csX5" fmla="*/ 1906115 w 4017921"/>
                <a:gd name="csY5" fmla="*/ 2373434 h 3577714"/>
                <a:gd name="csX6" fmla="*/ 1130 w 4017921"/>
                <a:gd name="csY6" fmla="*/ 3573908 h 3577714"/>
                <a:gd name="csX0" fmla="*/ 434 w 4017225"/>
                <a:gd name="csY0" fmla="*/ 3573908 h 3574428"/>
                <a:gd name="csX1" fmla="*/ 1629072 w 4017225"/>
                <a:gd name="csY1" fmla="*/ 1934945 h 3574428"/>
                <a:gd name="csX2" fmla="*/ 1790791 w 4017225"/>
                <a:gd name="csY2" fmla="*/ 327870 h 3574428"/>
                <a:gd name="csX3" fmla="*/ 3907902 w 4017225"/>
                <a:gd name="csY3" fmla="*/ 36349 h 3574428"/>
                <a:gd name="csX4" fmla="*/ 3591268 w 4017225"/>
                <a:gd name="csY4" fmla="*/ 1933781 h 3574428"/>
                <a:gd name="csX5" fmla="*/ 1798394 w 4017225"/>
                <a:gd name="csY5" fmla="*/ 2110926 h 3574428"/>
                <a:gd name="csX6" fmla="*/ 434 w 4017225"/>
                <a:gd name="csY6" fmla="*/ 3573908 h 3574428"/>
                <a:gd name="csX0" fmla="*/ 434 w 4017225"/>
                <a:gd name="csY0" fmla="*/ 3573908 h 3574310"/>
                <a:gd name="csX1" fmla="*/ 1629072 w 4017225"/>
                <a:gd name="csY1" fmla="*/ 1934945 h 3574310"/>
                <a:gd name="csX2" fmla="*/ 1790791 w 4017225"/>
                <a:gd name="csY2" fmla="*/ 327870 h 3574310"/>
                <a:gd name="csX3" fmla="*/ 3907902 w 4017225"/>
                <a:gd name="csY3" fmla="*/ 36349 h 3574310"/>
                <a:gd name="csX4" fmla="*/ 3591268 w 4017225"/>
                <a:gd name="csY4" fmla="*/ 1933781 h 3574310"/>
                <a:gd name="csX5" fmla="*/ 1798394 w 4017225"/>
                <a:gd name="csY5" fmla="*/ 2110926 h 3574310"/>
                <a:gd name="csX6" fmla="*/ 434 w 4017225"/>
                <a:gd name="csY6" fmla="*/ 3573908 h 3574310"/>
                <a:gd name="csX0" fmla="*/ 434 w 4017225"/>
                <a:gd name="csY0" fmla="*/ 3573908 h 3576627"/>
                <a:gd name="csX1" fmla="*/ 1629072 w 4017225"/>
                <a:gd name="csY1" fmla="*/ 1934945 h 3576627"/>
                <a:gd name="csX2" fmla="*/ 1790791 w 4017225"/>
                <a:gd name="csY2" fmla="*/ 327870 h 3576627"/>
                <a:gd name="csX3" fmla="*/ 3907902 w 4017225"/>
                <a:gd name="csY3" fmla="*/ 36349 h 3576627"/>
                <a:gd name="csX4" fmla="*/ 3591268 w 4017225"/>
                <a:gd name="csY4" fmla="*/ 1933781 h 3576627"/>
                <a:gd name="csX5" fmla="*/ 1798395 w 4017225"/>
                <a:gd name="csY5" fmla="*/ 2365482 h 3576627"/>
                <a:gd name="csX6" fmla="*/ 434 w 4017225"/>
                <a:gd name="csY6" fmla="*/ 3573908 h 3576627"/>
                <a:gd name="csX0" fmla="*/ 434 w 4017225"/>
                <a:gd name="csY0" fmla="*/ 3573908 h 3576355"/>
                <a:gd name="csX1" fmla="*/ 1629072 w 4017225"/>
                <a:gd name="csY1" fmla="*/ 1934945 h 3576355"/>
                <a:gd name="csX2" fmla="*/ 1790791 w 4017225"/>
                <a:gd name="csY2" fmla="*/ 327870 h 3576355"/>
                <a:gd name="csX3" fmla="*/ 3907902 w 4017225"/>
                <a:gd name="csY3" fmla="*/ 36349 h 3576355"/>
                <a:gd name="csX4" fmla="*/ 3591268 w 4017225"/>
                <a:gd name="csY4" fmla="*/ 1933781 h 3576355"/>
                <a:gd name="csX5" fmla="*/ 1798395 w 4017225"/>
                <a:gd name="csY5" fmla="*/ 2365482 h 3576355"/>
                <a:gd name="csX6" fmla="*/ 434 w 4017225"/>
                <a:gd name="csY6" fmla="*/ 3573908 h 3576355"/>
                <a:gd name="csX0" fmla="*/ 434 w 4017225"/>
                <a:gd name="csY0" fmla="*/ 3573908 h 3583502"/>
                <a:gd name="csX1" fmla="*/ 1629072 w 4017225"/>
                <a:gd name="csY1" fmla="*/ 1934945 h 3583502"/>
                <a:gd name="csX2" fmla="*/ 1790791 w 4017225"/>
                <a:gd name="csY2" fmla="*/ 327870 h 3583502"/>
                <a:gd name="csX3" fmla="*/ 3907902 w 4017225"/>
                <a:gd name="csY3" fmla="*/ 36349 h 3583502"/>
                <a:gd name="csX4" fmla="*/ 3591268 w 4017225"/>
                <a:gd name="csY4" fmla="*/ 1933781 h 3583502"/>
                <a:gd name="csX5" fmla="*/ 1798396 w 4017225"/>
                <a:gd name="csY5" fmla="*/ 2715497 h 3583502"/>
                <a:gd name="csX6" fmla="*/ 434 w 4017225"/>
                <a:gd name="csY6" fmla="*/ 3573908 h 3583502"/>
                <a:gd name="csX0" fmla="*/ 20204 w 4036995"/>
                <a:gd name="csY0" fmla="*/ 3574326 h 3583563"/>
                <a:gd name="csX1" fmla="*/ 908564 w 4036995"/>
                <a:gd name="csY1" fmla="*/ 1951275 h 3583563"/>
                <a:gd name="csX2" fmla="*/ 1810561 w 4036995"/>
                <a:gd name="csY2" fmla="*/ 328288 h 3583563"/>
                <a:gd name="csX3" fmla="*/ 3927672 w 4036995"/>
                <a:gd name="csY3" fmla="*/ 36767 h 3583563"/>
                <a:gd name="csX4" fmla="*/ 3611038 w 4036995"/>
                <a:gd name="csY4" fmla="*/ 1934199 h 3583563"/>
                <a:gd name="csX5" fmla="*/ 1818166 w 4036995"/>
                <a:gd name="csY5" fmla="*/ 2715915 h 3583563"/>
                <a:gd name="csX6" fmla="*/ 20204 w 4036995"/>
                <a:gd name="csY6" fmla="*/ 3574326 h 3583563"/>
                <a:gd name="csX0" fmla="*/ 12549 w 4029340"/>
                <a:gd name="csY0" fmla="*/ 3574326 h 3583563"/>
                <a:gd name="csX1" fmla="*/ 900909 w 4029340"/>
                <a:gd name="csY1" fmla="*/ 1951275 h 3583563"/>
                <a:gd name="csX2" fmla="*/ 1802906 w 4029340"/>
                <a:gd name="csY2" fmla="*/ 328288 h 3583563"/>
                <a:gd name="csX3" fmla="*/ 3920017 w 4029340"/>
                <a:gd name="csY3" fmla="*/ 36767 h 3583563"/>
                <a:gd name="csX4" fmla="*/ 3603383 w 4029340"/>
                <a:gd name="csY4" fmla="*/ 1934199 h 3583563"/>
                <a:gd name="csX5" fmla="*/ 1810511 w 4029340"/>
                <a:gd name="csY5" fmla="*/ 2715915 h 3583563"/>
                <a:gd name="csX6" fmla="*/ 12549 w 4029340"/>
                <a:gd name="csY6" fmla="*/ 3574326 h 3583563"/>
                <a:gd name="csX0" fmla="*/ 2018 w 4018809"/>
                <a:gd name="csY0" fmla="*/ 3573908 h 3583502"/>
                <a:gd name="csX1" fmla="*/ 1389840 w 4018809"/>
                <a:gd name="csY1" fmla="*/ 1934947 h 3583502"/>
                <a:gd name="csX2" fmla="*/ 1792375 w 4018809"/>
                <a:gd name="csY2" fmla="*/ 327870 h 3583502"/>
                <a:gd name="csX3" fmla="*/ 3909486 w 4018809"/>
                <a:gd name="csY3" fmla="*/ 36349 h 3583502"/>
                <a:gd name="csX4" fmla="*/ 3592852 w 4018809"/>
                <a:gd name="csY4" fmla="*/ 1933781 h 3583502"/>
                <a:gd name="csX5" fmla="*/ 1799980 w 4018809"/>
                <a:gd name="csY5" fmla="*/ 2715497 h 3583502"/>
                <a:gd name="csX6" fmla="*/ 2018 w 4018809"/>
                <a:gd name="csY6" fmla="*/ 3573908 h 3583502"/>
                <a:gd name="csX0" fmla="*/ 2018 w 4018809"/>
                <a:gd name="csY0" fmla="*/ 3573908 h 3575401"/>
                <a:gd name="csX1" fmla="*/ 1389840 w 4018809"/>
                <a:gd name="csY1" fmla="*/ 1934947 h 3575401"/>
                <a:gd name="csX2" fmla="*/ 1792375 w 4018809"/>
                <a:gd name="csY2" fmla="*/ 327870 h 3575401"/>
                <a:gd name="csX3" fmla="*/ 3909486 w 4018809"/>
                <a:gd name="csY3" fmla="*/ 36349 h 3575401"/>
                <a:gd name="csX4" fmla="*/ 3592852 w 4018809"/>
                <a:gd name="csY4" fmla="*/ 1933781 h 3575401"/>
                <a:gd name="csX5" fmla="*/ 1799983 w 4018809"/>
                <a:gd name="csY5" fmla="*/ 2277981 h 3575401"/>
                <a:gd name="csX6" fmla="*/ 2018 w 4018809"/>
                <a:gd name="csY6" fmla="*/ 3573908 h 3575401"/>
                <a:gd name="csX0" fmla="*/ 2279 w 4019070"/>
                <a:gd name="csY0" fmla="*/ 3573908 h 3576883"/>
                <a:gd name="csX1" fmla="*/ 1390101 w 4019070"/>
                <a:gd name="csY1" fmla="*/ 1934947 h 3576883"/>
                <a:gd name="csX2" fmla="*/ 1792636 w 4019070"/>
                <a:gd name="csY2" fmla="*/ 327870 h 3576883"/>
                <a:gd name="csX3" fmla="*/ 3909747 w 4019070"/>
                <a:gd name="csY3" fmla="*/ 36349 h 3576883"/>
                <a:gd name="csX4" fmla="*/ 3593113 w 4019070"/>
                <a:gd name="csY4" fmla="*/ 1933781 h 3576883"/>
                <a:gd name="csX5" fmla="*/ 1827004 w 4019070"/>
                <a:gd name="csY5" fmla="*/ 2405261 h 3576883"/>
                <a:gd name="csX6" fmla="*/ 2279 w 4019070"/>
                <a:gd name="csY6" fmla="*/ 3573908 h 3576883"/>
                <a:gd name="csX0" fmla="*/ 3304 w 4020095"/>
                <a:gd name="csY0" fmla="*/ 3573700 h 3576772"/>
                <a:gd name="csX1" fmla="*/ 1310858 w 4020095"/>
                <a:gd name="csY1" fmla="*/ 1926786 h 3576772"/>
                <a:gd name="csX2" fmla="*/ 1793661 w 4020095"/>
                <a:gd name="csY2" fmla="*/ 327662 h 3576772"/>
                <a:gd name="csX3" fmla="*/ 3910772 w 4020095"/>
                <a:gd name="csY3" fmla="*/ 36141 h 3576772"/>
                <a:gd name="csX4" fmla="*/ 3594138 w 4020095"/>
                <a:gd name="csY4" fmla="*/ 1933573 h 3576772"/>
                <a:gd name="csX5" fmla="*/ 1828029 w 4020095"/>
                <a:gd name="csY5" fmla="*/ 2405053 h 3576772"/>
                <a:gd name="csX6" fmla="*/ 3304 w 4020095"/>
                <a:gd name="csY6" fmla="*/ 3573700 h 3576772"/>
                <a:gd name="csX0" fmla="*/ 3254 w 4020045"/>
                <a:gd name="csY0" fmla="*/ 3573700 h 3576772"/>
                <a:gd name="csX1" fmla="*/ 1310808 w 4020045"/>
                <a:gd name="csY1" fmla="*/ 1926786 h 3576772"/>
                <a:gd name="csX2" fmla="*/ 1793611 w 4020045"/>
                <a:gd name="csY2" fmla="*/ 327662 h 3576772"/>
                <a:gd name="csX3" fmla="*/ 3910722 w 4020045"/>
                <a:gd name="csY3" fmla="*/ 36141 h 3576772"/>
                <a:gd name="csX4" fmla="*/ 3594088 w 4020045"/>
                <a:gd name="csY4" fmla="*/ 1933573 h 3576772"/>
                <a:gd name="csX5" fmla="*/ 1827979 w 4020045"/>
                <a:gd name="csY5" fmla="*/ 2405053 h 3576772"/>
                <a:gd name="csX6" fmla="*/ 3254 w 4020045"/>
                <a:gd name="csY6" fmla="*/ 3573700 h 35767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020045" h="3576772">
                  <a:moveTo>
                    <a:pt x="3254" y="3573700"/>
                  </a:moveTo>
                  <a:cubicBezTo>
                    <a:pt x="-82941" y="3493989"/>
                    <a:pt x="1574310" y="2340515"/>
                    <a:pt x="1310808" y="1926786"/>
                  </a:cubicBezTo>
                  <a:cubicBezTo>
                    <a:pt x="1047306" y="1513057"/>
                    <a:pt x="1360292" y="642769"/>
                    <a:pt x="1793611" y="327662"/>
                  </a:cubicBezTo>
                  <a:cubicBezTo>
                    <a:pt x="2226930" y="12555"/>
                    <a:pt x="3750548" y="-52136"/>
                    <a:pt x="3910722" y="36141"/>
                  </a:cubicBezTo>
                  <a:cubicBezTo>
                    <a:pt x="4070896" y="124418"/>
                    <a:pt x="4120351" y="1358027"/>
                    <a:pt x="3594088" y="1933573"/>
                  </a:cubicBezTo>
                  <a:cubicBezTo>
                    <a:pt x="3171099" y="2391895"/>
                    <a:pt x="2301583" y="2656718"/>
                    <a:pt x="1827979" y="2405053"/>
                  </a:cubicBezTo>
                  <a:cubicBezTo>
                    <a:pt x="1354375" y="2153388"/>
                    <a:pt x="89449" y="3653411"/>
                    <a:pt x="3254" y="3573700"/>
                  </a:cubicBez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9" name="Freeform 1018">
              <a:extLst>
                <a:ext uri="{FF2B5EF4-FFF2-40B4-BE49-F238E27FC236}">
                  <a16:creationId xmlns:a16="http://schemas.microsoft.com/office/drawing/2014/main" id="{364AC6DB-5981-C722-FD4A-10BF2149B383}"/>
                </a:ext>
              </a:extLst>
            </p:cNvPr>
            <p:cNvSpPr/>
            <p:nvPr userDrawn="1"/>
          </p:nvSpPr>
          <p:spPr>
            <a:xfrm rot="16200000">
              <a:off x="6115173" y="1158205"/>
              <a:ext cx="2615867" cy="2682270"/>
            </a:xfrm>
            <a:custGeom>
              <a:avLst/>
              <a:gdLst>
                <a:gd name="csX0" fmla="*/ 1893 w 3484511"/>
                <a:gd name="csY0" fmla="*/ 3509215 h 3511799"/>
                <a:gd name="csX1" fmla="*/ 1514170 w 3484511"/>
                <a:gd name="csY1" fmla="*/ 1703861 h 3511799"/>
                <a:gd name="csX2" fmla="*/ 2029985 w 3484511"/>
                <a:gd name="csY2" fmla="*/ 226753 h 3511799"/>
                <a:gd name="csX3" fmla="*/ 3378139 w 3484511"/>
                <a:gd name="csY3" fmla="*/ 144692 h 3511799"/>
                <a:gd name="csX4" fmla="*/ 3225739 w 3484511"/>
                <a:gd name="csY4" fmla="*/ 1586630 h 3511799"/>
                <a:gd name="csX5" fmla="*/ 1854139 w 3484511"/>
                <a:gd name="csY5" fmla="*/ 2090723 h 3511799"/>
                <a:gd name="csX6" fmla="*/ 1893 w 3484511"/>
                <a:gd name="csY6" fmla="*/ 3509215 h 3511799"/>
                <a:gd name="csX0" fmla="*/ 1352 w 4094215"/>
                <a:gd name="csY0" fmla="*/ 4103738 h 4105568"/>
                <a:gd name="csX1" fmla="*/ 2123874 w 4094215"/>
                <a:gd name="csY1" fmla="*/ 1703861 h 4105568"/>
                <a:gd name="csX2" fmla="*/ 2639689 w 4094215"/>
                <a:gd name="csY2" fmla="*/ 226753 h 4105568"/>
                <a:gd name="csX3" fmla="*/ 3987843 w 4094215"/>
                <a:gd name="csY3" fmla="*/ 144692 h 4105568"/>
                <a:gd name="csX4" fmla="*/ 3835443 w 4094215"/>
                <a:gd name="csY4" fmla="*/ 1586630 h 4105568"/>
                <a:gd name="csX5" fmla="*/ 2463843 w 4094215"/>
                <a:gd name="csY5" fmla="*/ 2090723 h 4105568"/>
                <a:gd name="csX6" fmla="*/ 1352 w 4094215"/>
                <a:gd name="csY6" fmla="*/ 4103738 h 4105568"/>
                <a:gd name="csX0" fmla="*/ 1978 w 4094841"/>
                <a:gd name="csY0" fmla="*/ 4101966 h 4104114"/>
                <a:gd name="csX1" fmla="*/ 2058783 w 4094841"/>
                <a:gd name="csY1" fmla="*/ 1668597 h 4104114"/>
                <a:gd name="csX2" fmla="*/ 2640315 w 4094841"/>
                <a:gd name="csY2" fmla="*/ 224981 h 4104114"/>
                <a:gd name="csX3" fmla="*/ 3988469 w 4094841"/>
                <a:gd name="csY3" fmla="*/ 142920 h 4104114"/>
                <a:gd name="csX4" fmla="*/ 3836069 w 4094841"/>
                <a:gd name="csY4" fmla="*/ 1584858 h 4104114"/>
                <a:gd name="csX5" fmla="*/ 2464469 w 4094841"/>
                <a:gd name="csY5" fmla="*/ 2088951 h 4104114"/>
                <a:gd name="csX6" fmla="*/ 1978 w 4094841"/>
                <a:gd name="csY6" fmla="*/ 4101966 h 4104114"/>
                <a:gd name="csX0" fmla="*/ 1943 w 4132359"/>
                <a:gd name="csY0" fmla="*/ 3750277 h 3752868"/>
                <a:gd name="csX1" fmla="*/ 2096301 w 4132359"/>
                <a:gd name="csY1" fmla="*/ 1668597 h 3752868"/>
                <a:gd name="csX2" fmla="*/ 2677833 w 4132359"/>
                <a:gd name="csY2" fmla="*/ 224981 h 3752868"/>
                <a:gd name="csX3" fmla="*/ 4025987 w 4132359"/>
                <a:gd name="csY3" fmla="*/ 142920 h 3752868"/>
                <a:gd name="csX4" fmla="*/ 3873587 w 4132359"/>
                <a:gd name="csY4" fmla="*/ 1584858 h 3752868"/>
                <a:gd name="csX5" fmla="*/ 2501987 w 4132359"/>
                <a:gd name="csY5" fmla="*/ 2088951 h 3752868"/>
                <a:gd name="csX6" fmla="*/ 1943 w 4132359"/>
                <a:gd name="csY6" fmla="*/ 3750277 h 3752868"/>
                <a:gd name="csX0" fmla="*/ 7123 w 4137539"/>
                <a:gd name="csY0" fmla="*/ 3776554 h 3776601"/>
                <a:gd name="csX1" fmla="*/ 1782278 w 4137539"/>
                <a:gd name="csY1" fmla="*/ 2163796 h 3776601"/>
                <a:gd name="csX2" fmla="*/ 2683013 w 4137539"/>
                <a:gd name="csY2" fmla="*/ 251258 h 3776601"/>
                <a:gd name="csX3" fmla="*/ 4031167 w 4137539"/>
                <a:gd name="csY3" fmla="*/ 169197 h 3776601"/>
                <a:gd name="csX4" fmla="*/ 3878767 w 4137539"/>
                <a:gd name="csY4" fmla="*/ 1611135 h 3776601"/>
                <a:gd name="csX5" fmla="*/ 2507167 w 4137539"/>
                <a:gd name="csY5" fmla="*/ 2115228 h 3776601"/>
                <a:gd name="csX6" fmla="*/ 7123 w 4137539"/>
                <a:gd name="csY6" fmla="*/ 3776554 h 3776601"/>
                <a:gd name="csX0" fmla="*/ 25 w 4130441"/>
                <a:gd name="csY0" fmla="*/ 3776554 h 3776586"/>
                <a:gd name="csX1" fmla="*/ 1775180 w 4130441"/>
                <a:gd name="csY1" fmla="*/ 2163796 h 3776586"/>
                <a:gd name="csX2" fmla="*/ 2675915 w 4130441"/>
                <a:gd name="csY2" fmla="*/ 251258 h 3776586"/>
                <a:gd name="csX3" fmla="*/ 4024069 w 4130441"/>
                <a:gd name="csY3" fmla="*/ 169197 h 3776586"/>
                <a:gd name="csX4" fmla="*/ 3871669 w 4130441"/>
                <a:gd name="csY4" fmla="*/ 1611135 h 3776586"/>
                <a:gd name="csX5" fmla="*/ 1814719 w 4130441"/>
                <a:gd name="csY5" fmla="*/ 2207339 h 3776586"/>
                <a:gd name="csX6" fmla="*/ 25 w 4130441"/>
                <a:gd name="csY6" fmla="*/ 3776554 h 3776586"/>
                <a:gd name="csX0" fmla="*/ 25 w 4130441"/>
                <a:gd name="csY0" fmla="*/ 3776554 h 3776589"/>
                <a:gd name="csX1" fmla="*/ 1775180 w 4130441"/>
                <a:gd name="csY1" fmla="*/ 2163796 h 3776589"/>
                <a:gd name="csX2" fmla="*/ 2675915 w 4130441"/>
                <a:gd name="csY2" fmla="*/ 251258 h 3776589"/>
                <a:gd name="csX3" fmla="*/ 4024069 w 4130441"/>
                <a:gd name="csY3" fmla="*/ 169197 h 3776589"/>
                <a:gd name="csX4" fmla="*/ 3871669 w 4130441"/>
                <a:gd name="csY4" fmla="*/ 1611135 h 3776589"/>
                <a:gd name="csX5" fmla="*/ 1814719 w 4130441"/>
                <a:gd name="csY5" fmla="*/ 2207339 h 3776589"/>
                <a:gd name="csX6" fmla="*/ 25 w 4130441"/>
                <a:gd name="csY6" fmla="*/ 3776554 h 3776589"/>
                <a:gd name="csX0" fmla="*/ 25 w 3957457"/>
                <a:gd name="csY0" fmla="*/ 3611866 h 3611901"/>
                <a:gd name="csX1" fmla="*/ 1775180 w 3957457"/>
                <a:gd name="csY1" fmla="*/ 1999108 h 3611901"/>
                <a:gd name="csX2" fmla="*/ 2675915 w 3957457"/>
                <a:gd name="csY2" fmla="*/ 86570 h 3611901"/>
                <a:gd name="csX3" fmla="*/ 3554650 w 3957457"/>
                <a:gd name="csY3" fmla="*/ 439934 h 3611901"/>
                <a:gd name="csX4" fmla="*/ 3871669 w 3957457"/>
                <a:gd name="csY4" fmla="*/ 1446447 h 3611901"/>
                <a:gd name="csX5" fmla="*/ 1814719 w 3957457"/>
                <a:gd name="csY5" fmla="*/ 2042651 h 3611901"/>
                <a:gd name="csX6" fmla="*/ 25 w 3957457"/>
                <a:gd name="csY6" fmla="*/ 3611866 h 3611901"/>
                <a:gd name="csX0" fmla="*/ 25 w 3957253"/>
                <a:gd name="csY0" fmla="*/ 3368639 h 3368674"/>
                <a:gd name="csX1" fmla="*/ 1775180 w 3957253"/>
                <a:gd name="csY1" fmla="*/ 1755881 h 3368674"/>
                <a:gd name="csX2" fmla="*/ 2685304 w 3957253"/>
                <a:gd name="csY2" fmla="*/ 144791 h 3368674"/>
                <a:gd name="csX3" fmla="*/ 3554650 w 3957253"/>
                <a:gd name="csY3" fmla="*/ 196707 h 3368674"/>
                <a:gd name="csX4" fmla="*/ 3871669 w 3957253"/>
                <a:gd name="csY4" fmla="*/ 1203220 h 3368674"/>
                <a:gd name="csX5" fmla="*/ 1814719 w 3957253"/>
                <a:gd name="csY5" fmla="*/ 1799424 h 3368674"/>
                <a:gd name="csX6" fmla="*/ 25 w 3957253"/>
                <a:gd name="csY6" fmla="*/ 3368639 h 3368674"/>
                <a:gd name="csX0" fmla="*/ 25 w 3705517"/>
                <a:gd name="csY0" fmla="*/ 3358570 h 3358603"/>
                <a:gd name="csX1" fmla="*/ 1775180 w 3705517"/>
                <a:gd name="csY1" fmla="*/ 1745812 h 3358603"/>
                <a:gd name="csX2" fmla="*/ 2685304 w 3705517"/>
                <a:gd name="csY2" fmla="*/ 134722 h 3358603"/>
                <a:gd name="csX3" fmla="*/ 3554650 w 3705517"/>
                <a:gd name="csY3" fmla="*/ 186638 h 3358603"/>
                <a:gd name="csX4" fmla="*/ 3552464 w 3705517"/>
                <a:gd name="csY4" fmla="*/ 975438 h 3358603"/>
                <a:gd name="csX5" fmla="*/ 1814719 w 3705517"/>
                <a:gd name="csY5" fmla="*/ 1789355 h 3358603"/>
                <a:gd name="csX6" fmla="*/ 25 w 3705517"/>
                <a:gd name="csY6" fmla="*/ 3358570 h 3358603"/>
                <a:gd name="csX0" fmla="*/ 2290 w 3707782"/>
                <a:gd name="csY0" fmla="*/ 3305196 h 3314287"/>
                <a:gd name="csX1" fmla="*/ 2199921 w 3707782"/>
                <a:gd name="csY1" fmla="*/ 955568 h 3314287"/>
                <a:gd name="csX2" fmla="*/ 2687569 w 3707782"/>
                <a:gd name="csY2" fmla="*/ 81348 h 3314287"/>
                <a:gd name="csX3" fmla="*/ 3556915 w 3707782"/>
                <a:gd name="csY3" fmla="*/ 133264 h 3314287"/>
                <a:gd name="csX4" fmla="*/ 3554729 w 3707782"/>
                <a:gd name="csY4" fmla="*/ 922064 h 3314287"/>
                <a:gd name="csX5" fmla="*/ 1816984 w 3707782"/>
                <a:gd name="csY5" fmla="*/ 1735981 h 3314287"/>
                <a:gd name="csX6" fmla="*/ 2290 w 3707782"/>
                <a:gd name="csY6" fmla="*/ 3305196 h 3314287"/>
                <a:gd name="csX0" fmla="*/ 377 w 3705869"/>
                <a:gd name="csY0" fmla="*/ 3305196 h 3313168"/>
                <a:gd name="csX1" fmla="*/ 2198008 w 3705869"/>
                <a:gd name="csY1" fmla="*/ 955568 h 3313168"/>
                <a:gd name="csX2" fmla="*/ 2685656 w 3705869"/>
                <a:gd name="csY2" fmla="*/ 81348 h 3313168"/>
                <a:gd name="csX3" fmla="*/ 3555002 w 3705869"/>
                <a:gd name="csY3" fmla="*/ 133264 h 3313168"/>
                <a:gd name="csX4" fmla="*/ 3552816 w 3705869"/>
                <a:gd name="csY4" fmla="*/ 922064 h 3313168"/>
                <a:gd name="csX5" fmla="*/ 2378375 w 3705869"/>
                <a:gd name="csY5" fmla="*/ 1694113 h 3313168"/>
                <a:gd name="csX6" fmla="*/ 377 w 3705869"/>
                <a:gd name="csY6" fmla="*/ 3305196 h 3313168"/>
                <a:gd name="csX0" fmla="*/ 377 w 3705869"/>
                <a:gd name="csY0" fmla="*/ 3305196 h 3311216"/>
                <a:gd name="csX1" fmla="*/ 2198008 w 3705869"/>
                <a:gd name="csY1" fmla="*/ 955568 h 3311216"/>
                <a:gd name="csX2" fmla="*/ 2685656 w 3705869"/>
                <a:gd name="csY2" fmla="*/ 81348 h 3311216"/>
                <a:gd name="csX3" fmla="*/ 3555002 w 3705869"/>
                <a:gd name="csY3" fmla="*/ 133264 h 3311216"/>
                <a:gd name="csX4" fmla="*/ 3552816 w 3705869"/>
                <a:gd name="csY4" fmla="*/ 922064 h 3311216"/>
                <a:gd name="csX5" fmla="*/ 2378375 w 3705869"/>
                <a:gd name="csY5" fmla="*/ 1694113 h 3311216"/>
                <a:gd name="csX6" fmla="*/ 377 w 3705869"/>
                <a:gd name="csY6" fmla="*/ 3305196 h 3311216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31250"/>
                <a:gd name="csY0" fmla="*/ 3306034 h 3313991"/>
                <a:gd name="csX1" fmla="*/ 2198008 w 4431250"/>
                <a:gd name="csY1" fmla="*/ 956406 h 3313991"/>
                <a:gd name="csX2" fmla="*/ 2685656 w 4431250"/>
                <a:gd name="csY2" fmla="*/ 82186 h 3313991"/>
                <a:gd name="csX3" fmla="*/ 3555002 w 4431250"/>
                <a:gd name="csY3" fmla="*/ 134102 h 3313991"/>
                <a:gd name="csX4" fmla="*/ 4425936 w 4431250"/>
                <a:gd name="csY4" fmla="*/ 939649 h 3313991"/>
                <a:gd name="csX5" fmla="*/ 2378375 w 4431250"/>
                <a:gd name="csY5" fmla="*/ 1694951 h 3313991"/>
                <a:gd name="csX6" fmla="*/ 377 w 4431250"/>
                <a:gd name="csY6" fmla="*/ 3306034 h 3313991"/>
                <a:gd name="csX0" fmla="*/ 377 w 4425936"/>
                <a:gd name="csY0" fmla="*/ 3306034 h 3313991"/>
                <a:gd name="csX1" fmla="*/ 2198008 w 4425936"/>
                <a:gd name="csY1" fmla="*/ 956406 h 3313991"/>
                <a:gd name="csX2" fmla="*/ 2685656 w 4425936"/>
                <a:gd name="csY2" fmla="*/ 82186 h 3313991"/>
                <a:gd name="csX3" fmla="*/ 3555002 w 4425936"/>
                <a:gd name="csY3" fmla="*/ 134102 h 3313991"/>
                <a:gd name="csX4" fmla="*/ 4425936 w 4425936"/>
                <a:gd name="csY4" fmla="*/ 939649 h 3313991"/>
                <a:gd name="csX5" fmla="*/ 2378375 w 4425936"/>
                <a:gd name="csY5" fmla="*/ 1694951 h 3313991"/>
                <a:gd name="csX6" fmla="*/ 377 w 4425936"/>
                <a:gd name="csY6" fmla="*/ 3306034 h 3313991"/>
                <a:gd name="csX0" fmla="*/ 377 w 4472878"/>
                <a:gd name="csY0" fmla="*/ 3303952 h 3311947"/>
                <a:gd name="csX1" fmla="*/ 2198008 w 4472878"/>
                <a:gd name="csY1" fmla="*/ 954324 h 3311947"/>
                <a:gd name="csX2" fmla="*/ 2685656 w 4472878"/>
                <a:gd name="csY2" fmla="*/ 80104 h 3311947"/>
                <a:gd name="csX3" fmla="*/ 3555002 w 4472878"/>
                <a:gd name="csY3" fmla="*/ 132020 h 3311947"/>
                <a:gd name="csX4" fmla="*/ 4472878 w 4472878"/>
                <a:gd name="csY4" fmla="*/ 895700 h 3311947"/>
                <a:gd name="csX5" fmla="*/ 2378375 w 4472878"/>
                <a:gd name="csY5" fmla="*/ 1692869 h 3311947"/>
                <a:gd name="csX6" fmla="*/ 377 w 4472878"/>
                <a:gd name="csY6" fmla="*/ 3303952 h 3311947"/>
                <a:gd name="csX0" fmla="*/ 377 w 4472878"/>
                <a:gd name="csY0" fmla="*/ 3489034 h 3497029"/>
                <a:gd name="csX1" fmla="*/ 2198008 w 4472878"/>
                <a:gd name="csY1" fmla="*/ 1139406 h 3497029"/>
                <a:gd name="csX2" fmla="*/ 2685656 w 4472878"/>
                <a:gd name="csY2" fmla="*/ 265186 h 3497029"/>
                <a:gd name="csX3" fmla="*/ 3742770 w 4472878"/>
                <a:gd name="csY3" fmla="*/ 49148 h 3497029"/>
                <a:gd name="csX4" fmla="*/ 4472878 w 4472878"/>
                <a:gd name="csY4" fmla="*/ 1080782 h 3497029"/>
                <a:gd name="csX5" fmla="*/ 2378375 w 4472878"/>
                <a:gd name="csY5" fmla="*/ 1877951 h 3497029"/>
                <a:gd name="csX6" fmla="*/ 377 w 4472878"/>
                <a:gd name="csY6" fmla="*/ 3489034 h 3497029"/>
                <a:gd name="csX0" fmla="*/ 377 w 4482266"/>
                <a:gd name="csY0" fmla="*/ 3489034 h 3497029"/>
                <a:gd name="csX1" fmla="*/ 2198008 w 4482266"/>
                <a:gd name="csY1" fmla="*/ 1139406 h 3497029"/>
                <a:gd name="csX2" fmla="*/ 2685656 w 4482266"/>
                <a:gd name="csY2" fmla="*/ 265186 h 3497029"/>
                <a:gd name="csX3" fmla="*/ 3742770 w 4482266"/>
                <a:gd name="csY3" fmla="*/ 49148 h 3497029"/>
                <a:gd name="csX4" fmla="*/ 4482266 w 4482266"/>
                <a:gd name="csY4" fmla="*/ 1080782 h 3497029"/>
                <a:gd name="csX5" fmla="*/ 2378375 w 4482266"/>
                <a:gd name="csY5" fmla="*/ 1877951 h 3497029"/>
                <a:gd name="csX6" fmla="*/ 377 w 4482266"/>
                <a:gd name="csY6" fmla="*/ 3489034 h 3497029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10188 w 4492077"/>
                <a:gd name="csY0" fmla="*/ 3488052 h 3497366"/>
                <a:gd name="csX1" fmla="*/ 1804118 w 4492077"/>
                <a:gd name="csY1" fmla="*/ 1096559 h 3497366"/>
                <a:gd name="csX2" fmla="*/ 2695467 w 4492077"/>
                <a:gd name="csY2" fmla="*/ 264204 h 3497366"/>
                <a:gd name="csX3" fmla="*/ 3752581 w 4492077"/>
                <a:gd name="csY3" fmla="*/ 48166 h 3497366"/>
                <a:gd name="csX4" fmla="*/ 4492077 w 4492077"/>
                <a:gd name="csY4" fmla="*/ 1079800 h 3497366"/>
                <a:gd name="csX5" fmla="*/ 2688616 w 4492077"/>
                <a:gd name="csY5" fmla="*/ 1893718 h 3497366"/>
                <a:gd name="csX6" fmla="*/ 10188 w 4492077"/>
                <a:gd name="csY6" fmla="*/ 3488052 h 3497366"/>
                <a:gd name="csX0" fmla="*/ 10188 w 4492077"/>
                <a:gd name="csY0" fmla="*/ 3488052 h 3500595"/>
                <a:gd name="csX1" fmla="*/ 1804118 w 4492077"/>
                <a:gd name="csY1" fmla="*/ 1096559 h 3500595"/>
                <a:gd name="csX2" fmla="*/ 2695467 w 4492077"/>
                <a:gd name="csY2" fmla="*/ 264204 h 3500595"/>
                <a:gd name="csX3" fmla="*/ 3752581 w 4492077"/>
                <a:gd name="csY3" fmla="*/ 48166 h 3500595"/>
                <a:gd name="csX4" fmla="*/ 4492077 w 4492077"/>
                <a:gd name="csY4" fmla="*/ 1079800 h 3500595"/>
                <a:gd name="csX5" fmla="*/ 2688616 w 4492077"/>
                <a:gd name="csY5" fmla="*/ 1893718 h 3500595"/>
                <a:gd name="csX6" fmla="*/ 10188 w 4492077"/>
                <a:gd name="csY6" fmla="*/ 3488052 h 3500595"/>
                <a:gd name="csX0" fmla="*/ 10188 w 4492077"/>
                <a:gd name="csY0" fmla="*/ 3488052 h 3500888"/>
                <a:gd name="csX1" fmla="*/ 1804118 w 4492077"/>
                <a:gd name="csY1" fmla="*/ 1096559 h 3500888"/>
                <a:gd name="csX2" fmla="*/ 2695467 w 4492077"/>
                <a:gd name="csY2" fmla="*/ 264204 h 3500888"/>
                <a:gd name="csX3" fmla="*/ 3752581 w 4492077"/>
                <a:gd name="csY3" fmla="*/ 48166 h 3500888"/>
                <a:gd name="csX4" fmla="*/ 4492077 w 4492077"/>
                <a:gd name="csY4" fmla="*/ 1079800 h 3500888"/>
                <a:gd name="csX5" fmla="*/ 2688616 w 4492077"/>
                <a:gd name="csY5" fmla="*/ 1893718 h 3500888"/>
                <a:gd name="csX6" fmla="*/ 10188 w 4492077"/>
                <a:gd name="csY6" fmla="*/ 3488052 h 3500888"/>
                <a:gd name="csX0" fmla="*/ 27731 w 3289130"/>
                <a:gd name="csY0" fmla="*/ 2449732 h 2473361"/>
                <a:gd name="csX1" fmla="*/ 601171 w 3289130"/>
                <a:gd name="csY1" fmla="*/ 1096559 h 2473361"/>
                <a:gd name="csX2" fmla="*/ 1492520 w 3289130"/>
                <a:gd name="csY2" fmla="*/ 264204 h 2473361"/>
                <a:gd name="csX3" fmla="*/ 2549634 w 3289130"/>
                <a:gd name="csY3" fmla="*/ 48166 h 2473361"/>
                <a:gd name="csX4" fmla="*/ 3289130 w 3289130"/>
                <a:gd name="csY4" fmla="*/ 1079800 h 2473361"/>
                <a:gd name="csX5" fmla="*/ 1485669 w 3289130"/>
                <a:gd name="csY5" fmla="*/ 1893718 h 2473361"/>
                <a:gd name="csX6" fmla="*/ 27731 w 3289130"/>
                <a:gd name="csY6" fmla="*/ 2449732 h 2473361"/>
                <a:gd name="csX0" fmla="*/ 367 w 3261766"/>
                <a:gd name="csY0" fmla="*/ 2449732 h 2449966"/>
                <a:gd name="csX1" fmla="*/ 573807 w 3261766"/>
                <a:gd name="csY1" fmla="*/ 1096559 h 2449966"/>
                <a:gd name="csX2" fmla="*/ 1465156 w 3261766"/>
                <a:gd name="csY2" fmla="*/ 264204 h 2449966"/>
                <a:gd name="csX3" fmla="*/ 2522270 w 3261766"/>
                <a:gd name="csY3" fmla="*/ 48166 h 2449966"/>
                <a:gd name="csX4" fmla="*/ 3261766 w 3261766"/>
                <a:gd name="csY4" fmla="*/ 1079800 h 2449966"/>
                <a:gd name="csX5" fmla="*/ 1458305 w 3261766"/>
                <a:gd name="csY5" fmla="*/ 1893718 h 2449966"/>
                <a:gd name="csX6" fmla="*/ 367 w 3261766"/>
                <a:gd name="csY6" fmla="*/ 2449732 h 2449966"/>
                <a:gd name="csX0" fmla="*/ 62959 w 3324358"/>
                <a:gd name="csY0" fmla="*/ 2449732 h 2487147"/>
                <a:gd name="csX1" fmla="*/ 636399 w 3324358"/>
                <a:gd name="csY1" fmla="*/ 1096559 h 2487147"/>
                <a:gd name="csX2" fmla="*/ 1527748 w 3324358"/>
                <a:gd name="csY2" fmla="*/ 264204 h 2487147"/>
                <a:gd name="csX3" fmla="*/ 2584862 w 3324358"/>
                <a:gd name="csY3" fmla="*/ 48166 h 2487147"/>
                <a:gd name="csX4" fmla="*/ 3324358 w 3324358"/>
                <a:gd name="csY4" fmla="*/ 1079800 h 2487147"/>
                <a:gd name="csX5" fmla="*/ 1520897 w 3324358"/>
                <a:gd name="csY5" fmla="*/ 1893718 h 2487147"/>
                <a:gd name="csX6" fmla="*/ 62959 w 3324358"/>
                <a:gd name="csY6" fmla="*/ 2449732 h 2487147"/>
                <a:gd name="csX0" fmla="*/ 38478 w 4482813"/>
                <a:gd name="csY0" fmla="*/ 3496425 h 3519813"/>
                <a:gd name="csX1" fmla="*/ 1794854 w 4482813"/>
                <a:gd name="csY1" fmla="*/ 1096559 h 3519813"/>
                <a:gd name="csX2" fmla="*/ 2686203 w 4482813"/>
                <a:gd name="csY2" fmla="*/ 264204 h 3519813"/>
                <a:gd name="csX3" fmla="*/ 3743317 w 4482813"/>
                <a:gd name="csY3" fmla="*/ 48166 h 3519813"/>
                <a:gd name="csX4" fmla="*/ 4482813 w 4482813"/>
                <a:gd name="csY4" fmla="*/ 1079800 h 3519813"/>
                <a:gd name="csX5" fmla="*/ 2679352 w 4482813"/>
                <a:gd name="csY5" fmla="*/ 1893718 h 3519813"/>
                <a:gd name="csX6" fmla="*/ 38478 w 4482813"/>
                <a:gd name="csY6" fmla="*/ 3496425 h 3519813"/>
                <a:gd name="csX0" fmla="*/ 9071 w 4453406"/>
                <a:gd name="csY0" fmla="*/ 3496425 h 3510301"/>
                <a:gd name="csX1" fmla="*/ 1765447 w 4453406"/>
                <a:gd name="csY1" fmla="*/ 1096559 h 3510301"/>
                <a:gd name="csX2" fmla="*/ 2656796 w 4453406"/>
                <a:gd name="csY2" fmla="*/ 264204 h 3510301"/>
                <a:gd name="csX3" fmla="*/ 3713910 w 4453406"/>
                <a:gd name="csY3" fmla="*/ 48166 h 3510301"/>
                <a:gd name="csX4" fmla="*/ 4453406 w 4453406"/>
                <a:gd name="csY4" fmla="*/ 1079800 h 3510301"/>
                <a:gd name="csX5" fmla="*/ 2649945 w 4453406"/>
                <a:gd name="csY5" fmla="*/ 1893718 h 3510301"/>
                <a:gd name="csX6" fmla="*/ 9071 w 4453406"/>
                <a:gd name="csY6" fmla="*/ 3496425 h 3510301"/>
                <a:gd name="csX0" fmla="*/ 9071 w 4453406"/>
                <a:gd name="csY0" fmla="*/ 3496425 h 3512169"/>
                <a:gd name="csX1" fmla="*/ 1765447 w 4453406"/>
                <a:gd name="csY1" fmla="*/ 1096559 h 3512169"/>
                <a:gd name="csX2" fmla="*/ 2656796 w 4453406"/>
                <a:gd name="csY2" fmla="*/ 264204 h 3512169"/>
                <a:gd name="csX3" fmla="*/ 3713910 w 4453406"/>
                <a:gd name="csY3" fmla="*/ 48166 h 3512169"/>
                <a:gd name="csX4" fmla="*/ 4453406 w 4453406"/>
                <a:gd name="csY4" fmla="*/ 1079800 h 3512169"/>
                <a:gd name="csX5" fmla="*/ 2649945 w 4453406"/>
                <a:gd name="csY5" fmla="*/ 1893718 h 3512169"/>
                <a:gd name="csX6" fmla="*/ 9071 w 4453406"/>
                <a:gd name="csY6" fmla="*/ 3496425 h 3512169"/>
                <a:gd name="csX0" fmla="*/ 9640 w 4453975"/>
                <a:gd name="csY0" fmla="*/ 3496425 h 3512169"/>
                <a:gd name="csX1" fmla="*/ 1766016 w 4453975"/>
                <a:gd name="csY1" fmla="*/ 1096559 h 3512169"/>
                <a:gd name="csX2" fmla="*/ 2657365 w 4453975"/>
                <a:gd name="csY2" fmla="*/ 264204 h 3512169"/>
                <a:gd name="csX3" fmla="*/ 3714479 w 4453975"/>
                <a:gd name="csY3" fmla="*/ 48166 h 3512169"/>
                <a:gd name="csX4" fmla="*/ 4453975 w 4453975"/>
                <a:gd name="csY4" fmla="*/ 1079800 h 3512169"/>
                <a:gd name="csX5" fmla="*/ 2650514 w 4453975"/>
                <a:gd name="csY5" fmla="*/ 1893718 h 3512169"/>
                <a:gd name="csX6" fmla="*/ 9640 w 4453975"/>
                <a:gd name="csY6" fmla="*/ 3496425 h 3512169"/>
                <a:gd name="csX0" fmla="*/ 9640 w 4453975"/>
                <a:gd name="csY0" fmla="*/ 3993467 h 4008123"/>
                <a:gd name="csX1" fmla="*/ 1766016 w 4453975"/>
                <a:gd name="csY1" fmla="*/ 1593601 h 4008123"/>
                <a:gd name="csX2" fmla="*/ 2601034 w 4453975"/>
                <a:gd name="csY2" fmla="*/ 41122 h 4008123"/>
                <a:gd name="csX3" fmla="*/ 3714479 w 4453975"/>
                <a:gd name="csY3" fmla="*/ 545208 h 4008123"/>
                <a:gd name="csX4" fmla="*/ 4453975 w 4453975"/>
                <a:gd name="csY4" fmla="*/ 1576842 h 4008123"/>
                <a:gd name="csX5" fmla="*/ 2650514 w 4453975"/>
                <a:gd name="csY5" fmla="*/ 2390760 h 4008123"/>
                <a:gd name="csX6" fmla="*/ 9640 w 4453975"/>
                <a:gd name="csY6" fmla="*/ 3993467 h 4008123"/>
                <a:gd name="csX0" fmla="*/ 9640 w 4453975"/>
                <a:gd name="csY0" fmla="*/ 3952894 h 3967550"/>
                <a:gd name="csX1" fmla="*/ 1766016 w 4453975"/>
                <a:gd name="csY1" fmla="*/ 1553028 h 3967550"/>
                <a:gd name="csX2" fmla="*/ 2601034 w 4453975"/>
                <a:gd name="csY2" fmla="*/ 549 h 3967550"/>
                <a:gd name="csX3" fmla="*/ 3714479 w 4453975"/>
                <a:gd name="csY3" fmla="*/ 504635 h 3967550"/>
                <a:gd name="csX4" fmla="*/ 4453975 w 4453975"/>
                <a:gd name="csY4" fmla="*/ 1536269 h 3967550"/>
                <a:gd name="csX5" fmla="*/ 2650514 w 4453975"/>
                <a:gd name="csY5" fmla="*/ 2350187 h 3967550"/>
                <a:gd name="csX6" fmla="*/ 9640 w 4453975"/>
                <a:gd name="csY6" fmla="*/ 3952894 h 3967550"/>
                <a:gd name="csX0" fmla="*/ 9640 w 4453975"/>
                <a:gd name="csY0" fmla="*/ 3952971 h 3968477"/>
                <a:gd name="csX1" fmla="*/ 1766016 w 4453975"/>
                <a:gd name="csY1" fmla="*/ 1553105 h 3968477"/>
                <a:gd name="csX2" fmla="*/ 2601034 w 4453975"/>
                <a:gd name="csY2" fmla="*/ 626 h 3968477"/>
                <a:gd name="csX3" fmla="*/ 3714479 w 4453975"/>
                <a:gd name="csY3" fmla="*/ 504712 h 3968477"/>
                <a:gd name="csX4" fmla="*/ 4453975 w 4453975"/>
                <a:gd name="csY4" fmla="*/ 1536346 h 3968477"/>
                <a:gd name="csX5" fmla="*/ 2650514 w 4453975"/>
                <a:gd name="csY5" fmla="*/ 2350264 h 3968477"/>
                <a:gd name="csX6" fmla="*/ 9640 w 4453975"/>
                <a:gd name="csY6" fmla="*/ 3952971 h 3968477"/>
                <a:gd name="csX0" fmla="*/ 9640 w 4517542"/>
                <a:gd name="csY0" fmla="*/ 4153948 h 4169453"/>
                <a:gd name="csX1" fmla="*/ 1766016 w 4517542"/>
                <a:gd name="csY1" fmla="*/ 1754082 h 4169453"/>
                <a:gd name="csX2" fmla="*/ 2601034 w 4517542"/>
                <a:gd name="csY2" fmla="*/ 201603 h 4169453"/>
                <a:gd name="csX3" fmla="*/ 4390442 w 4517542"/>
                <a:gd name="csY3" fmla="*/ 186529 h 4169453"/>
                <a:gd name="csX4" fmla="*/ 4453975 w 4517542"/>
                <a:gd name="csY4" fmla="*/ 1737323 h 4169453"/>
                <a:gd name="csX5" fmla="*/ 2650514 w 4517542"/>
                <a:gd name="csY5" fmla="*/ 2551241 h 4169453"/>
                <a:gd name="csX6" fmla="*/ 9640 w 4517542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719798"/>
                <a:gd name="csY0" fmla="*/ 4153948 h 4169453"/>
                <a:gd name="csX1" fmla="*/ 1766016 w 4719798"/>
                <a:gd name="csY1" fmla="*/ 1754082 h 4169453"/>
                <a:gd name="csX2" fmla="*/ 2601034 w 4719798"/>
                <a:gd name="csY2" fmla="*/ 201603 h 4169453"/>
                <a:gd name="csX3" fmla="*/ 4390442 w 4719798"/>
                <a:gd name="csY3" fmla="*/ 186529 h 4169453"/>
                <a:gd name="csX4" fmla="*/ 4453975 w 4719798"/>
                <a:gd name="csY4" fmla="*/ 1737323 h 4169453"/>
                <a:gd name="csX5" fmla="*/ 2650514 w 4719798"/>
                <a:gd name="csY5" fmla="*/ 2551241 h 4169453"/>
                <a:gd name="csX6" fmla="*/ 9640 w 4719798"/>
                <a:gd name="csY6" fmla="*/ 4153948 h 4169453"/>
                <a:gd name="csX0" fmla="*/ 9640 w 4684091"/>
                <a:gd name="csY0" fmla="*/ 4153948 h 4169453"/>
                <a:gd name="csX1" fmla="*/ 1766016 w 4684091"/>
                <a:gd name="csY1" fmla="*/ 1754082 h 4169453"/>
                <a:gd name="csX2" fmla="*/ 2601034 w 4684091"/>
                <a:gd name="csY2" fmla="*/ 201603 h 4169453"/>
                <a:gd name="csX3" fmla="*/ 4390442 w 4684091"/>
                <a:gd name="csY3" fmla="*/ 186529 h 4169453"/>
                <a:gd name="csX4" fmla="*/ 4453975 w 4684091"/>
                <a:gd name="csY4" fmla="*/ 1737323 h 4169453"/>
                <a:gd name="csX5" fmla="*/ 2650514 w 4684091"/>
                <a:gd name="csY5" fmla="*/ 2551241 h 4169453"/>
                <a:gd name="csX6" fmla="*/ 9640 w 4684091"/>
                <a:gd name="csY6" fmla="*/ 4153948 h 4169453"/>
                <a:gd name="csX0" fmla="*/ 9640 w 4747938"/>
                <a:gd name="csY0" fmla="*/ 4153948 h 4169453"/>
                <a:gd name="csX1" fmla="*/ 1766016 w 4747938"/>
                <a:gd name="csY1" fmla="*/ 1754082 h 4169453"/>
                <a:gd name="csX2" fmla="*/ 2601034 w 4747938"/>
                <a:gd name="csY2" fmla="*/ 201603 h 4169453"/>
                <a:gd name="csX3" fmla="*/ 4390442 w 4747938"/>
                <a:gd name="csY3" fmla="*/ 186529 h 4169453"/>
                <a:gd name="csX4" fmla="*/ 4453975 w 4747938"/>
                <a:gd name="csY4" fmla="*/ 1737323 h 4169453"/>
                <a:gd name="csX5" fmla="*/ 2650514 w 4747938"/>
                <a:gd name="csY5" fmla="*/ 2551241 h 4169453"/>
                <a:gd name="csX6" fmla="*/ 9640 w 4747938"/>
                <a:gd name="csY6" fmla="*/ 4153948 h 4169453"/>
                <a:gd name="csX0" fmla="*/ 9640 w 4747938"/>
                <a:gd name="csY0" fmla="*/ 4205765 h 4221270"/>
                <a:gd name="csX1" fmla="*/ 1766016 w 4747938"/>
                <a:gd name="csY1" fmla="*/ 1805899 h 4221270"/>
                <a:gd name="csX2" fmla="*/ 2601034 w 4747938"/>
                <a:gd name="csY2" fmla="*/ 253420 h 4221270"/>
                <a:gd name="csX3" fmla="*/ 4390442 w 4747938"/>
                <a:gd name="csY3" fmla="*/ 238346 h 4221270"/>
                <a:gd name="csX4" fmla="*/ 4453975 w 4747938"/>
                <a:gd name="csY4" fmla="*/ 1789140 h 4221270"/>
                <a:gd name="csX5" fmla="*/ 2650514 w 4747938"/>
                <a:gd name="csY5" fmla="*/ 2603058 h 4221270"/>
                <a:gd name="csX6" fmla="*/ 9640 w 4747938"/>
                <a:gd name="csY6" fmla="*/ 4205765 h 4221270"/>
                <a:gd name="csX0" fmla="*/ 9640 w 4769359"/>
                <a:gd name="csY0" fmla="*/ 4189897 h 4205402"/>
                <a:gd name="csX1" fmla="*/ 1766016 w 4769359"/>
                <a:gd name="csY1" fmla="*/ 1790031 h 4205402"/>
                <a:gd name="csX2" fmla="*/ 2601034 w 4769359"/>
                <a:gd name="csY2" fmla="*/ 237552 h 4205402"/>
                <a:gd name="csX3" fmla="*/ 4446772 w 4769359"/>
                <a:gd name="csY3" fmla="*/ 163863 h 4205402"/>
                <a:gd name="csX4" fmla="*/ 4453975 w 4769359"/>
                <a:gd name="csY4" fmla="*/ 1773272 h 4205402"/>
                <a:gd name="csX5" fmla="*/ 2650514 w 4769359"/>
                <a:gd name="csY5" fmla="*/ 2587190 h 4205402"/>
                <a:gd name="csX6" fmla="*/ 9640 w 4769359"/>
                <a:gd name="csY6" fmla="*/ 4189897 h 4205402"/>
                <a:gd name="csX0" fmla="*/ 9640 w 4747938"/>
                <a:gd name="csY0" fmla="*/ 4212142 h 4227647"/>
                <a:gd name="csX1" fmla="*/ 1766016 w 4747938"/>
                <a:gd name="csY1" fmla="*/ 1812276 h 4227647"/>
                <a:gd name="csX2" fmla="*/ 2601034 w 4747938"/>
                <a:gd name="csY2" fmla="*/ 259797 h 4227647"/>
                <a:gd name="csX3" fmla="*/ 4390441 w 4747938"/>
                <a:gd name="csY3" fmla="*/ 152614 h 4227647"/>
                <a:gd name="csX4" fmla="*/ 4453975 w 4747938"/>
                <a:gd name="csY4" fmla="*/ 1795517 h 4227647"/>
                <a:gd name="csX5" fmla="*/ 2650514 w 4747938"/>
                <a:gd name="csY5" fmla="*/ 2609435 h 4227647"/>
                <a:gd name="csX6" fmla="*/ 9640 w 4747938"/>
                <a:gd name="csY6" fmla="*/ 4212142 h 4227647"/>
                <a:gd name="csX0" fmla="*/ 8567 w 4746865"/>
                <a:gd name="csY0" fmla="*/ 4212143 h 4219435"/>
                <a:gd name="csX1" fmla="*/ 1745271 w 4746865"/>
                <a:gd name="csY1" fmla="*/ 1812279 h 4219435"/>
                <a:gd name="csX2" fmla="*/ 2599961 w 4746865"/>
                <a:gd name="csY2" fmla="*/ 259798 h 4219435"/>
                <a:gd name="csX3" fmla="*/ 4389368 w 4746865"/>
                <a:gd name="csY3" fmla="*/ 152615 h 4219435"/>
                <a:gd name="csX4" fmla="*/ 4452902 w 4746865"/>
                <a:gd name="csY4" fmla="*/ 1795518 h 4219435"/>
                <a:gd name="csX5" fmla="*/ 2649441 w 4746865"/>
                <a:gd name="csY5" fmla="*/ 2609436 h 4219435"/>
                <a:gd name="csX6" fmla="*/ 8567 w 4746865"/>
                <a:gd name="csY6" fmla="*/ 4212143 h 4219435"/>
                <a:gd name="csX0" fmla="*/ 8451 w 4746749"/>
                <a:gd name="csY0" fmla="*/ 4212143 h 4219813"/>
                <a:gd name="csX1" fmla="*/ 1745155 w 4746749"/>
                <a:gd name="csY1" fmla="*/ 1812279 h 4219813"/>
                <a:gd name="csX2" fmla="*/ 2599845 w 4746749"/>
                <a:gd name="csY2" fmla="*/ 259798 h 4219813"/>
                <a:gd name="csX3" fmla="*/ 4389252 w 4746749"/>
                <a:gd name="csY3" fmla="*/ 152615 h 4219813"/>
                <a:gd name="csX4" fmla="*/ 4452786 w 4746749"/>
                <a:gd name="csY4" fmla="*/ 1795518 h 4219813"/>
                <a:gd name="csX5" fmla="*/ 2642769 w 4746749"/>
                <a:gd name="csY5" fmla="*/ 2626986 h 4219813"/>
                <a:gd name="csX6" fmla="*/ 8451 w 4746749"/>
                <a:gd name="csY6" fmla="*/ 4212143 h 4219813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594 w 4746892"/>
                <a:gd name="csY0" fmla="*/ 4213311 h 4220527"/>
                <a:gd name="csX1" fmla="*/ 1738740 w 4746892"/>
                <a:gd name="csY1" fmla="*/ 1836843 h 4220527"/>
                <a:gd name="csX2" fmla="*/ 2599988 w 4746892"/>
                <a:gd name="csY2" fmla="*/ 260966 h 4220527"/>
                <a:gd name="csX3" fmla="*/ 4389395 w 4746892"/>
                <a:gd name="csY3" fmla="*/ 153783 h 4220527"/>
                <a:gd name="csX4" fmla="*/ 4452929 w 4746892"/>
                <a:gd name="csY4" fmla="*/ 1796686 h 4220527"/>
                <a:gd name="csX5" fmla="*/ 2642912 w 4746892"/>
                <a:gd name="csY5" fmla="*/ 2628154 h 4220527"/>
                <a:gd name="csX6" fmla="*/ 8594 w 4746892"/>
                <a:gd name="csY6" fmla="*/ 4213311 h 4220527"/>
                <a:gd name="csX0" fmla="*/ 8594 w 4693867"/>
                <a:gd name="csY0" fmla="*/ 4136922 h 4144138"/>
                <a:gd name="csX1" fmla="*/ 1738740 w 4693867"/>
                <a:gd name="csY1" fmla="*/ 1760454 h 4144138"/>
                <a:gd name="csX2" fmla="*/ 2599988 w 4693867"/>
                <a:gd name="csY2" fmla="*/ 184577 h 4144138"/>
                <a:gd name="csX3" fmla="*/ 4389395 w 4693867"/>
                <a:gd name="csY3" fmla="*/ 77394 h 4144138"/>
                <a:gd name="csX4" fmla="*/ 4452929 w 4693867"/>
                <a:gd name="csY4" fmla="*/ 1720297 h 4144138"/>
                <a:gd name="csX5" fmla="*/ 2642912 w 4693867"/>
                <a:gd name="csY5" fmla="*/ 2551765 h 4144138"/>
                <a:gd name="csX6" fmla="*/ 8594 w 4693867"/>
                <a:gd name="csY6" fmla="*/ 4136922 h 4144138"/>
                <a:gd name="csX0" fmla="*/ 8594 w 4699247"/>
                <a:gd name="csY0" fmla="*/ 4098901 h 4106117"/>
                <a:gd name="csX1" fmla="*/ 1738740 w 4699247"/>
                <a:gd name="csY1" fmla="*/ 1722433 h 4106117"/>
                <a:gd name="csX2" fmla="*/ 2599988 w 4699247"/>
                <a:gd name="csY2" fmla="*/ 146556 h 4106117"/>
                <a:gd name="csX3" fmla="*/ 4409070 w 4699247"/>
                <a:gd name="csY3" fmla="*/ 115412 h 4106117"/>
                <a:gd name="csX4" fmla="*/ 4452929 w 4699247"/>
                <a:gd name="csY4" fmla="*/ 1682276 h 4106117"/>
                <a:gd name="csX5" fmla="*/ 2642912 w 4699247"/>
                <a:gd name="csY5" fmla="*/ 2513744 h 4106117"/>
                <a:gd name="csX6" fmla="*/ 8594 w 4699247"/>
                <a:gd name="csY6" fmla="*/ 4098901 h 4106117"/>
                <a:gd name="csX0" fmla="*/ 8594 w 4703971"/>
                <a:gd name="csY0" fmla="*/ 4107920 h 4115136"/>
                <a:gd name="csX1" fmla="*/ 1738740 w 4703971"/>
                <a:gd name="csY1" fmla="*/ 1731452 h 4115136"/>
                <a:gd name="csX2" fmla="*/ 2599988 w 4703971"/>
                <a:gd name="csY2" fmla="*/ 155575 h 4115136"/>
                <a:gd name="csX3" fmla="*/ 4409070 w 4703971"/>
                <a:gd name="csY3" fmla="*/ 124431 h 4115136"/>
                <a:gd name="csX4" fmla="*/ 4452929 w 4703971"/>
                <a:gd name="csY4" fmla="*/ 1691295 h 4115136"/>
                <a:gd name="csX5" fmla="*/ 2642912 w 4703971"/>
                <a:gd name="csY5" fmla="*/ 2522763 h 4115136"/>
                <a:gd name="csX6" fmla="*/ 8594 w 4703971"/>
                <a:gd name="csY6" fmla="*/ 4107920 h 4115136"/>
                <a:gd name="csX0" fmla="*/ 8594 w 4703971"/>
                <a:gd name="csY0" fmla="*/ 4195888 h 4203104"/>
                <a:gd name="csX1" fmla="*/ 1738740 w 4703971"/>
                <a:gd name="csY1" fmla="*/ 1819420 h 4203104"/>
                <a:gd name="csX2" fmla="*/ 2599988 w 4703971"/>
                <a:gd name="csY2" fmla="*/ 243543 h 4203104"/>
                <a:gd name="csX3" fmla="*/ 4409070 w 4703971"/>
                <a:gd name="csY3" fmla="*/ 212399 h 4203104"/>
                <a:gd name="csX4" fmla="*/ 4452929 w 4703971"/>
                <a:gd name="csY4" fmla="*/ 1779263 h 4203104"/>
                <a:gd name="csX5" fmla="*/ 2642912 w 4703971"/>
                <a:gd name="csY5" fmla="*/ 2610731 h 4203104"/>
                <a:gd name="csX6" fmla="*/ 8594 w 4703971"/>
                <a:gd name="csY6" fmla="*/ 4195888 h 4203104"/>
                <a:gd name="csX0" fmla="*/ 8594 w 4703971"/>
                <a:gd name="csY0" fmla="*/ 4213778 h 4220994"/>
                <a:gd name="csX1" fmla="*/ 1738740 w 4703971"/>
                <a:gd name="csY1" fmla="*/ 1837310 h 4220994"/>
                <a:gd name="csX2" fmla="*/ 2599988 w 4703971"/>
                <a:gd name="csY2" fmla="*/ 261433 h 4220994"/>
                <a:gd name="csX3" fmla="*/ 4409070 w 4703971"/>
                <a:gd name="csY3" fmla="*/ 230289 h 4220994"/>
                <a:gd name="csX4" fmla="*/ 4452929 w 4703971"/>
                <a:gd name="csY4" fmla="*/ 1797153 h 4220994"/>
                <a:gd name="csX5" fmla="*/ 2642912 w 4703971"/>
                <a:gd name="csY5" fmla="*/ 2628621 h 4220994"/>
                <a:gd name="csX6" fmla="*/ 8594 w 4703971"/>
                <a:gd name="csY6" fmla="*/ 4213778 h 4220994"/>
                <a:gd name="csX0" fmla="*/ 8594 w 4855548"/>
                <a:gd name="csY0" fmla="*/ 4390510 h 4397726"/>
                <a:gd name="csX1" fmla="*/ 1738740 w 4855548"/>
                <a:gd name="csY1" fmla="*/ 2014042 h 4397726"/>
                <a:gd name="csX2" fmla="*/ 2599988 w 4855548"/>
                <a:gd name="csY2" fmla="*/ 438165 h 4397726"/>
                <a:gd name="csX3" fmla="*/ 4756647 w 4855548"/>
                <a:gd name="csY3" fmla="*/ 26825 h 4397726"/>
                <a:gd name="csX4" fmla="*/ 4452929 w 4855548"/>
                <a:gd name="csY4" fmla="*/ 1973885 h 4397726"/>
                <a:gd name="csX5" fmla="*/ 2642912 w 4855548"/>
                <a:gd name="csY5" fmla="*/ 2805353 h 4397726"/>
                <a:gd name="csX6" fmla="*/ 8594 w 4855548"/>
                <a:gd name="csY6" fmla="*/ 4390510 h 4397726"/>
                <a:gd name="csX0" fmla="*/ 8594 w 5018748"/>
                <a:gd name="csY0" fmla="*/ 4545598 h 4552814"/>
                <a:gd name="csX1" fmla="*/ 1738740 w 5018748"/>
                <a:gd name="csY1" fmla="*/ 2169130 h 4552814"/>
                <a:gd name="csX2" fmla="*/ 2599988 w 5018748"/>
                <a:gd name="csY2" fmla="*/ 593253 h 4552814"/>
                <a:gd name="csX3" fmla="*/ 4973062 w 5018748"/>
                <a:gd name="csY3" fmla="*/ 18136 h 4552814"/>
                <a:gd name="csX4" fmla="*/ 4452929 w 5018748"/>
                <a:gd name="csY4" fmla="*/ 2128973 h 4552814"/>
                <a:gd name="csX5" fmla="*/ 2642912 w 5018748"/>
                <a:gd name="csY5" fmla="*/ 2960441 h 4552814"/>
                <a:gd name="csX6" fmla="*/ 8594 w 5018748"/>
                <a:gd name="csY6" fmla="*/ 4545598 h 4552814"/>
                <a:gd name="csX0" fmla="*/ 8594 w 5002691"/>
                <a:gd name="csY0" fmla="*/ 4537753 h 4544969"/>
                <a:gd name="csX1" fmla="*/ 1738740 w 5002691"/>
                <a:gd name="csY1" fmla="*/ 2161285 h 4544969"/>
                <a:gd name="csX2" fmla="*/ 2599988 w 5002691"/>
                <a:gd name="csY2" fmla="*/ 585408 h 4544969"/>
                <a:gd name="csX3" fmla="*/ 4973062 w 5002691"/>
                <a:gd name="csY3" fmla="*/ 10291 h 4544969"/>
                <a:gd name="csX4" fmla="*/ 4452929 w 5002691"/>
                <a:gd name="csY4" fmla="*/ 2121128 h 4544969"/>
                <a:gd name="csX5" fmla="*/ 2642912 w 5002691"/>
                <a:gd name="csY5" fmla="*/ 2952596 h 4544969"/>
                <a:gd name="csX6" fmla="*/ 8594 w 5002691"/>
                <a:gd name="csY6" fmla="*/ 4537753 h 4544969"/>
                <a:gd name="csX0" fmla="*/ 8594 w 4705059"/>
                <a:gd name="csY0" fmla="*/ 4122711 h 4129927"/>
                <a:gd name="csX1" fmla="*/ 1738740 w 4705059"/>
                <a:gd name="csY1" fmla="*/ 1746243 h 4129927"/>
                <a:gd name="csX2" fmla="*/ 2599988 w 4705059"/>
                <a:gd name="csY2" fmla="*/ 170366 h 4129927"/>
                <a:gd name="csX3" fmla="*/ 4446032 w 4705059"/>
                <a:gd name="csY3" fmla="*/ 89415 h 4129927"/>
                <a:gd name="csX4" fmla="*/ 4452929 w 4705059"/>
                <a:gd name="csY4" fmla="*/ 1706086 h 4129927"/>
                <a:gd name="csX5" fmla="*/ 2642912 w 4705059"/>
                <a:gd name="csY5" fmla="*/ 2537554 h 4129927"/>
                <a:gd name="csX6" fmla="*/ 8594 w 4705059"/>
                <a:gd name="csY6" fmla="*/ 4122711 h 4129927"/>
                <a:gd name="csX0" fmla="*/ 8594 w 4596663"/>
                <a:gd name="csY0" fmla="*/ 4215533 h 4224499"/>
                <a:gd name="csX1" fmla="*/ 1738740 w 4596663"/>
                <a:gd name="csY1" fmla="*/ 1839065 h 4224499"/>
                <a:gd name="csX2" fmla="*/ 2599988 w 4596663"/>
                <a:gd name="csY2" fmla="*/ 263188 h 4224499"/>
                <a:gd name="csX3" fmla="*/ 4446032 w 4596663"/>
                <a:gd name="csY3" fmla="*/ 182237 h 4224499"/>
                <a:gd name="csX4" fmla="*/ 4129398 w 4596663"/>
                <a:gd name="csY4" fmla="*/ 2079669 h 4224499"/>
                <a:gd name="csX5" fmla="*/ 2642912 w 4596663"/>
                <a:gd name="csY5" fmla="*/ 2630376 h 4224499"/>
                <a:gd name="csX6" fmla="*/ 8594 w 4596663"/>
                <a:gd name="csY6" fmla="*/ 4215533 h 4224499"/>
                <a:gd name="csX0" fmla="*/ 10635 w 4618520"/>
                <a:gd name="csY0" fmla="*/ 4140860 h 4149826"/>
                <a:gd name="csX1" fmla="*/ 1740781 w 4618520"/>
                <a:gd name="csY1" fmla="*/ 1764392 h 4149826"/>
                <a:gd name="csX2" fmla="*/ 2330962 w 4618520"/>
                <a:gd name="csY2" fmla="*/ 399085 h 4149826"/>
                <a:gd name="csX3" fmla="*/ 4448073 w 4618520"/>
                <a:gd name="csY3" fmla="*/ 107564 h 4149826"/>
                <a:gd name="csX4" fmla="*/ 4131439 w 4618520"/>
                <a:gd name="csY4" fmla="*/ 2004996 h 4149826"/>
                <a:gd name="csX5" fmla="*/ 2644953 w 4618520"/>
                <a:gd name="csY5" fmla="*/ 2555703 h 4149826"/>
                <a:gd name="csX6" fmla="*/ 10635 w 4618520"/>
                <a:gd name="csY6" fmla="*/ 4140860 h 4149826"/>
                <a:gd name="csX0" fmla="*/ 2473 w 4610358"/>
                <a:gd name="csY0" fmla="*/ 4148168 h 4152706"/>
                <a:gd name="csX1" fmla="*/ 2161081 w 4610358"/>
                <a:gd name="csY1" fmla="*/ 2013468 h 4152706"/>
                <a:gd name="csX2" fmla="*/ 2322800 w 4610358"/>
                <a:gd name="csY2" fmla="*/ 406393 h 4152706"/>
                <a:gd name="csX3" fmla="*/ 4439911 w 4610358"/>
                <a:gd name="csY3" fmla="*/ 114872 h 4152706"/>
                <a:gd name="csX4" fmla="*/ 4123277 w 4610358"/>
                <a:gd name="csY4" fmla="*/ 2012304 h 4152706"/>
                <a:gd name="csX5" fmla="*/ 2636791 w 4610358"/>
                <a:gd name="csY5" fmla="*/ 2563011 h 4152706"/>
                <a:gd name="csX6" fmla="*/ 2473 w 4610358"/>
                <a:gd name="csY6" fmla="*/ 4148168 h 4152706"/>
                <a:gd name="csX0" fmla="*/ 400 w 4608285"/>
                <a:gd name="csY0" fmla="*/ 4148168 h 4148397"/>
                <a:gd name="csX1" fmla="*/ 2159008 w 4608285"/>
                <a:gd name="csY1" fmla="*/ 2013468 h 4148397"/>
                <a:gd name="csX2" fmla="*/ 2320727 w 4608285"/>
                <a:gd name="csY2" fmla="*/ 406393 h 4148397"/>
                <a:gd name="csX3" fmla="*/ 4437838 w 4608285"/>
                <a:gd name="csY3" fmla="*/ 114872 h 4148397"/>
                <a:gd name="csX4" fmla="*/ 4121204 w 4608285"/>
                <a:gd name="csY4" fmla="*/ 2012304 h 4148397"/>
                <a:gd name="csX5" fmla="*/ 2346163 w 4608285"/>
                <a:gd name="csY5" fmla="*/ 2149669 h 4148397"/>
                <a:gd name="csX6" fmla="*/ 400 w 4608285"/>
                <a:gd name="csY6" fmla="*/ 4148168 h 4148397"/>
                <a:gd name="csX0" fmla="*/ 400 w 4547161"/>
                <a:gd name="csY0" fmla="*/ 4069645 h 4069874"/>
                <a:gd name="csX1" fmla="*/ 2159008 w 4547161"/>
                <a:gd name="csY1" fmla="*/ 1934945 h 4069874"/>
                <a:gd name="csX2" fmla="*/ 2320727 w 4547161"/>
                <a:gd name="csY2" fmla="*/ 327870 h 4069874"/>
                <a:gd name="csX3" fmla="*/ 4437838 w 4547161"/>
                <a:gd name="csY3" fmla="*/ 36349 h 4069874"/>
                <a:gd name="csX4" fmla="*/ 4121204 w 4547161"/>
                <a:gd name="csY4" fmla="*/ 1933781 h 4069874"/>
                <a:gd name="csX5" fmla="*/ 2346163 w 4547161"/>
                <a:gd name="csY5" fmla="*/ 2071146 h 4069874"/>
                <a:gd name="csX6" fmla="*/ 400 w 4547161"/>
                <a:gd name="csY6" fmla="*/ 4069645 h 4069874"/>
                <a:gd name="csX0" fmla="*/ 536 w 3991476"/>
                <a:gd name="csY0" fmla="*/ 3539321 h 3539632"/>
                <a:gd name="csX1" fmla="*/ 1603323 w 3991476"/>
                <a:gd name="csY1" fmla="*/ 1934945 h 3539632"/>
                <a:gd name="csX2" fmla="*/ 1765042 w 3991476"/>
                <a:gd name="csY2" fmla="*/ 327870 h 3539632"/>
                <a:gd name="csX3" fmla="*/ 3882153 w 3991476"/>
                <a:gd name="csY3" fmla="*/ 36349 h 3539632"/>
                <a:gd name="csX4" fmla="*/ 3565519 w 3991476"/>
                <a:gd name="csY4" fmla="*/ 1933781 h 3539632"/>
                <a:gd name="csX5" fmla="*/ 1790478 w 3991476"/>
                <a:gd name="csY5" fmla="*/ 2071146 h 3539632"/>
                <a:gd name="csX6" fmla="*/ 536 w 3991476"/>
                <a:gd name="csY6" fmla="*/ 3539321 h 3539632"/>
                <a:gd name="csX0" fmla="*/ 527 w 4017318"/>
                <a:gd name="csY0" fmla="*/ 3573908 h 3574212"/>
                <a:gd name="csX1" fmla="*/ 1629165 w 4017318"/>
                <a:gd name="csY1" fmla="*/ 1934945 h 3574212"/>
                <a:gd name="csX2" fmla="*/ 1790884 w 4017318"/>
                <a:gd name="csY2" fmla="*/ 327870 h 3574212"/>
                <a:gd name="csX3" fmla="*/ 3907995 w 4017318"/>
                <a:gd name="csY3" fmla="*/ 36349 h 3574212"/>
                <a:gd name="csX4" fmla="*/ 3591361 w 4017318"/>
                <a:gd name="csY4" fmla="*/ 1933781 h 3574212"/>
                <a:gd name="csX5" fmla="*/ 1816320 w 4017318"/>
                <a:gd name="csY5" fmla="*/ 2071146 h 3574212"/>
                <a:gd name="csX6" fmla="*/ 527 w 4017318"/>
                <a:gd name="csY6" fmla="*/ 3573908 h 3574212"/>
                <a:gd name="csX0" fmla="*/ 3641 w 4020432"/>
                <a:gd name="csY0" fmla="*/ 3573908 h 3577567"/>
                <a:gd name="csX1" fmla="*/ 1632279 w 4020432"/>
                <a:gd name="csY1" fmla="*/ 1934945 h 3577567"/>
                <a:gd name="csX2" fmla="*/ 1793998 w 4020432"/>
                <a:gd name="csY2" fmla="*/ 327870 h 3577567"/>
                <a:gd name="csX3" fmla="*/ 3911109 w 4020432"/>
                <a:gd name="csY3" fmla="*/ 36349 h 3577567"/>
                <a:gd name="csX4" fmla="*/ 3594475 w 4020432"/>
                <a:gd name="csY4" fmla="*/ 1933781 h 3577567"/>
                <a:gd name="csX5" fmla="*/ 1819434 w 4020432"/>
                <a:gd name="csY5" fmla="*/ 2071146 h 3577567"/>
                <a:gd name="csX6" fmla="*/ 3641 w 4020432"/>
                <a:gd name="csY6" fmla="*/ 3573908 h 3577567"/>
                <a:gd name="csX0" fmla="*/ 11923 w 4028714"/>
                <a:gd name="csY0" fmla="*/ 3573908 h 3583559"/>
                <a:gd name="csX1" fmla="*/ 1640561 w 4028714"/>
                <a:gd name="csY1" fmla="*/ 1934945 h 3583559"/>
                <a:gd name="csX2" fmla="*/ 1802280 w 4028714"/>
                <a:gd name="csY2" fmla="*/ 327870 h 3583559"/>
                <a:gd name="csX3" fmla="*/ 3919391 w 4028714"/>
                <a:gd name="csY3" fmla="*/ 36349 h 3583559"/>
                <a:gd name="csX4" fmla="*/ 3602757 w 4028714"/>
                <a:gd name="csY4" fmla="*/ 1933781 h 3583559"/>
                <a:gd name="csX5" fmla="*/ 1827716 w 4028714"/>
                <a:gd name="csY5" fmla="*/ 2071146 h 3583559"/>
                <a:gd name="csX6" fmla="*/ 11923 w 4028714"/>
                <a:gd name="csY6" fmla="*/ 3573908 h 3583559"/>
                <a:gd name="csX0" fmla="*/ 1130 w 4017921"/>
                <a:gd name="csY0" fmla="*/ 3573908 h 3577714"/>
                <a:gd name="csX1" fmla="*/ 1629768 w 4017921"/>
                <a:gd name="csY1" fmla="*/ 1934945 h 3577714"/>
                <a:gd name="csX2" fmla="*/ 1791487 w 4017921"/>
                <a:gd name="csY2" fmla="*/ 327870 h 3577714"/>
                <a:gd name="csX3" fmla="*/ 3908598 w 4017921"/>
                <a:gd name="csY3" fmla="*/ 36349 h 3577714"/>
                <a:gd name="csX4" fmla="*/ 3591964 w 4017921"/>
                <a:gd name="csY4" fmla="*/ 1933781 h 3577714"/>
                <a:gd name="csX5" fmla="*/ 1906115 w 4017921"/>
                <a:gd name="csY5" fmla="*/ 2373434 h 3577714"/>
                <a:gd name="csX6" fmla="*/ 1130 w 4017921"/>
                <a:gd name="csY6" fmla="*/ 3573908 h 3577714"/>
                <a:gd name="csX0" fmla="*/ 434 w 4017225"/>
                <a:gd name="csY0" fmla="*/ 3573908 h 3574428"/>
                <a:gd name="csX1" fmla="*/ 1629072 w 4017225"/>
                <a:gd name="csY1" fmla="*/ 1934945 h 3574428"/>
                <a:gd name="csX2" fmla="*/ 1790791 w 4017225"/>
                <a:gd name="csY2" fmla="*/ 327870 h 3574428"/>
                <a:gd name="csX3" fmla="*/ 3907902 w 4017225"/>
                <a:gd name="csY3" fmla="*/ 36349 h 3574428"/>
                <a:gd name="csX4" fmla="*/ 3591268 w 4017225"/>
                <a:gd name="csY4" fmla="*/ 1933781 h 3574428"/>
                <a:gd name="csX5" fmla="*/ 1798394 w 4017225"/>
                <a:gd name="csY5" fmla="*/ 2110926 h 3574428"/>
                <a:gd name="csX6" fmla="*/ 434 w 4017225"/>
                <a:gd name="csY6" fmla="*/ 3573908 h 3574428"/>
                <a:gd name="csX0" fmla="*/ 434 w 4017225"/>
                <a:gd name="csY0" fmla="*/ 3573908 h 3574310"/>
                <a:gd name="csX1" fmla="*/ 1629072 w 4017225"/>
                <a:gd name="csY1" fmla="*/ 1934945 h 3574310"/>
                <a:gd name="csX2" fmla="*/ 1790791 w 4017225"/>
                <a:gd name="csY2" fmla="*/ 327870 h 3574310"/>
                <a:gd name="csX3" fmla="*/ 3907902 w 4017225"/>
                <a:gd name="csY3" fmla="*/ 36349 h 3574310"/>
                <a:gd name="csX4" fmla="*/ 3591268 w 4017225"/>
                <a:gd name="csY4" fmla="*/ 1933781 h 3574310"/>
                <a:gd name="csX5" fmla="*/ 1798394 w 4017225"/>
                <a:gd name="csY5" fmla="*/ 2110926 h 3574310"/>
                <a:gd name="csX6" fmla="*/ 434 w 4017225"/>
                <a:gd name="csY6" fmla="*/ 3573908 h 3574310"/>
                <a:gd name="csX0" fmla="*/ 434 w 4017225"/>
                <a:gd name="csY0" fmla="*/ 3573908 h 3576627"/>
                <a:gd name="csX1" fmla="*/ 1629072 w 4017225"/>
                <a:gd name="csY1" fmla="*/ 1934945 h 3576627"/>
                <a:gd name="csX2" fmla="*/ 1790791 w 4017225"/>
                <a:gd name="csY2" fmla="*/ 327870 h 3576627"/>
                <a:gd name="csX3" fmla="*/ 3907902 w 4017225"/>
                <a:gd name="csY3" fmla="*/ 36349 h 3576627"/>
                <a:gd name="csX4" fmla="*/ 3591268 w 4017225"/>
                <a:gd name="csY4" fmla="*/ 1933781 h 3576627"/>
                <a:gd name="csX5" fmla="*/ 1798395 w 4017225"/>
                <a:gd name="csY5" fmla="*/ 2365482 h 3576627"/>
                <a:gd name="csX6" fmla="*/ 434 w 4017225"/>
                <a:gd name="csY6" fmla="*/ 3573908 h 3576627"/>
                <a:gd name="csX0" fmla="*/ 434 w 4017225"/>
                <a:gd name="csY0" fmla="*/ 3573908 h 3576355"/>
                <a:gd name="csX1" fmla="*/ 1629072 w 4017225"/>
                <a:gd name="csY1" fmla="*/ 1934945 h 3576355"/>
                <a:gd name="csX2" fmla="*/ 1790791 w 4017225"/>
                <a:gd name="csY2" fmla="*/ 327870 h 3576355"/>
                <a:gd name="csX3" fmla="*/ 3907902 w 4017225"/>
                <a:gd name="csY3" fmla="*/ 36349 h 3576355"/>
                <a:gd name="csX4" fmla="*/ 3591268 w 4017225"/>
                <a:gd name="csY4" fmla="*/ 1933781 h 3576355"/>
                <a:gd name="csX5" fmla="*/ 1798395 w 4017225"/>
                <a:gd name="csY5" fmla="*/ 2365482 h 3576355"/>
                <a:gd name="csX6" fmla="*/ 434 w 4017225"/>
                <a:gd name="csY6" fmla="*/ 3573908 h 3576355"/>
                <a:gd name="csX0" fmla="*/ 434 w 4017225"/>
                <a:gd name="csY0" fmla="*/ 3573908 h 3583502"/>
                <a:gd name="csX1" fmla="*/ 1629072 w 4017225"/>
                <a:gd name="csY1" fmla="*/ 1934945 h 3583502"/>
                <a:gd name="csX2" fmla="*/ 1790791 w 4017225"/>
                <a:gd name="csY2" fmla="*/ 327870 h 3583502"/>
                <a:gd name="csX3" fmla="*/ 3907902 w 4017225"/>
                <a:gd name="csY3" fmla="*/ 36349 h 3583502"/>
                <a:gd name="csX4" fmla="*/ 3591268 w 4017225"/>
                <a:gd name="csY4" fmla="*/ 1933781 h 3583502"/>
                <a:gd name="csX5" fmla="*/ 1798396 w 4017225"/>
                <a:gd name="csY5" fmla="*/ 2715497 h 3583502"/>
                <a:gd name="csX6" fmla="*/ 434 w 4017225"/>
                <a:gd name="csY6" fmla="*/ 3573908 h 3583502"/>
                <a:gd name="csX0" fmla="*/ 20204 w 4036995"/>
                <a:gd name="csY0" fmla="*/ 3574326 h 3583563"/>
                <a:gd name="csX1" fmla="*/ 908564 w 4036995"/>
                <a:gd name="csY1" fmla="*/ 1951275 h 3583563"/>
                <a:gd name="csX2" fmla="*/ 1810561 w 4036995"/>
                <a:gd name="csY2" fmla="*/ 328288 h 3583563"/>
                <a:gd name="csX3" fmla="*/ 3927672 w 4036995"/>
                <a:gd name="csY3" fmla="*/ 36767 h 3583563"/>
                <a:gd name="csX4" fmla="*/ 3611038 w 4036995"/>
                <a:gd name="csY4" fmla="*/ 1934199 h 3583563"/>
                <a:gd name="csX5" fmla="*/ 1818166 w 4036995"/>
                <a:gd name="csY5" fmla="*/ 2715915 h 3583563"/>
                <a:gd name="csX6" fmla="*/ 20204 w 4036995"/>
                <a:gd name="csY6" fmla="*/ 3574326 h 3583563"/>
                <a:gd name="csX0" fmla="*/ 12549 w 4029340"/>
                <a:gd name="csY0" fmla="*/ 3574326 h 3583563"/>
                <a:gd name="csX1" fmla="*/ 900909 w 4029340"/>
                <a:gd name="csY1" fmla="*/ 1951275 h 3583563"/>
                <a:gd name="csX2" fmla="*/ 1802906 w 4029340"/>
                <a:gd name="csY2" fmla="*/ 328288 h 3583563"/>
                <a:gd name="csX3" fmla="*/ 3920017 w 4029340"/>
                <a:gd name="csY3" fmla="*/ 36767 h 3583563"/>
                <a:gd name="csX4" fmla="*/ 3603383 w 4029340"/>
                <a:gd name="csY4" fmla="*/ 1934199 h 3583563"/>
                <a:gd name="csX5" fmla="*/ 1810511 w 4029340"/>
                <a:gd name="csY5" fmla="*/ 2715915 h 3583563"/>
                <a:gd name="csX6" fmla="*/ 12549 w 4029340"/>
                <a:gd name="csY6" fmla="*/ 3574326 h 3583563"/>
                <a:gd name="csX0" fmla="*/ 2018 w 4018809"/>
                <a:gd name="csY0" fmla="*/ 3573908 h 3583502"/>
                <a:gd name="csX1" fmla="*/ 1389840 w 4018809"/>
                <a:gd name="csY1" fmla="*/ 1934947 h 3583502"/>
                <a:gd name="csX2" fmla="*/ 1792375 w 4018809"/>
                <a:gd name="csY2" fmla="*/ 327870 h 3583502"/>
                <a:gd name="csX3" fmla="*/ 3909486 w 4018809"/>
                <a:gd name="csY3" fmla="*/ 36349 h 3583502"/>
                <a:gd name="csX4" fmla="*/ 3592852 w 4018809"/>
                <a:gd name="csY4" fmla="*/ 1933781 h 3583502"/>
                <a:gd name="csX5" fmla="*/ 1799980 w 4018809"/>
                <a:gd name="csY5" fmla="*/ 2715497 h 3583502"/>
                <a:gd name="csX6" fmla="*/ 2018 w 4018809"/>
                <a:gd name="csY6" fmla="*/ 3573908 h 3583502"/>
                <a:gd name="csX0" fmla="*/ 2018 w 4018809"/>
                <a:gd name="csY0" fmla="*/ 3573908 h 3575401"/>
                <a:gd name="csX1" fmla="*/ 1389840 w 4018809"/>
                <a:gd name="csY1" fmla="*/ 1934947 h 3575401"/>
                <a:gd name="csX2" fmla="*/ 1792375 w 4018809"/>
                <a:gd name="csY2" fmla="*/ 327870 h 3575401"/>
                <a:gd name="csX3" fmla="*/ 3909486 w 4018809"/>
                <a:gd name="csY3" fmla="*/ 36349 h 3575401"/>
                <a:gd name="csX4" fmla="*/ 3592852 w 4018809"/>
                <a:gd name="csY4" fmla="*/ 1933781 h 3575401"/>
                <a:gd name="csX5" fmla="*/ 1799983 w 4018809"/>
                <a:gd name="csY5" fmla="*/ 2277981 h 3575401"/>
                <a:gd name="csX6" fmla="*/ 2018 w 4018809"/>
                <a:gd name="csY6" fmla="*/ 3573908 h 3575401"/>
                <a:gd name="csX0" fmla="*/ 2279 w 4019070"/>
                <a:gd name="csY0" fmla="*/ 3573908 h 3576883"/>
                <a:gd name="csX1" fmla="*/ 1390101 w 4019070"/>
                <a:gd name="csY1" fmla="*/ 1934947 h 3576883"/>
                <a:gd name="csX2" fmla="*/ 1792636 w 4019070"/>
                <a:gd name="csY2" fmla="*/ 327870 h 3576883"/>
                <a:gd name="csX3" fmla="*/ 3909747 w 4019070"/>
                <a:gd name="csY3" fmla="*/ 36349 h 3576883"/>
                <a:gd name="csX4" fmla="*/ 3593113 w 4019070"/>
                <a:gd name="csY4" fmla="*/ 1933781 h 3576883"/>
                <a:gd name="csX5" fmla="*/ 1827004 w 4019070"/>
                <a:gd name="csY5" fmla="*/ 2405261 h 3576883"/>
                <a:gd name="csX6" fmla="*/ 2279 w 4019070"/>
                <a:gd name="csY6" fmla="*/ 3573908 h 3576883"/>
                <a:gd name="csX0" fmla="*/ 3304 w 4020095"/>
                <a:gd name="csY0" fmla="*/ 3573700 h 3576772"/>
                <a:gd name="csX1" fmla="*/ 1310858 w 4020095"/>
                <a:gd name="csY1" fmla="*/ 1926786 h 3576772"/>
                <a:gd name="csX2" fmla="*/ 1793661 w 4020095"/>
                <a:gd name="csY2" fmla="*/ 327662 h 3576772"/>
                <a:gd name="csX3" fmla="*/ 3910772 w 4020095"/>
                <a:gd name="csY3" fmla="*/ 36141 h 3576772"/>
                <a:gd name="csX4" fmla="*/ 3594138 w 4020095"/>
                <a:gd name="csY4" fmla="*/ 1933573 h 3576772"/>
                <a:gd name="csX5" fmla="*/ 1828029 w 4020095"/>
                <a:gd name="csY5" fmla="*/ 2405053 h 3576772"/>
                <a:gd name="csX6" fmla="*/ 3304 w 4020095"/>
                <a:gd name="csY6" fmla="*/ 3573700 h 3576772"/>
                <a:gd name="csX0" fmla="*/ 3254 w 4020045"/>
                <a:gd name="csY0" fmla="*/ 3573700 h 3576772"/>
                <a:gd name="csX1" fmla="*/ 1310808 w 4020045"/>
                <a:gd name="csY1" fmla="*/ 1926786 h 3576772"/>
                <a:gd name="csX2" fmla="*/ 1793611 w 4020045"/>
                <a:gd name="csY2" fmla="*/ 327662 h 3576772"/>
                <a:gd name="csX3" fmla="*/ 3910722 w 4020045"/>
                <a:gd name="csY3" fmla="*/ 36141 h 3576772"/>
                <a:gd name="csX4" fmla="*/ 3594088 w 4020045"/>
                <a:gd name="csY4" fmla="*/ 1933573 h 3576772"/>
                <a:gd name="csX5" fmla="*/ 1827979 w 4020045"/>
                <a:gd name="csY5" fmla="*/ 2405053 h 3576772"/>
                <a:gd name="csX6" fmla="*/ 3254 w 4020045"/>
                <a:gd name="csY6" fmla="*/ 3573700 h 35767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020045" h="3576772">
                  <a:moveTo>
                    <a:pt x="3254" y="3573700"/>
                  </a:moveTo>
                  <a:cubicBezTo>
                    <a:pt x="-82941" y="3493989"/>
                    <a:pt x="1574310" y="2340515"/>
                    <a:pt x="1310808" y="1926786"/>
                  </a:cubicBezTo>
                  <a:cubicBezTo>
                    <a:pt x="1047306" y="1513057"/>
                    <a:pt x="1360292" y="642769"/>
                    <a:pt x="1793611" y="327662"/>
                  </a:cubicBezTo>
                  <a:cubicBezTo>
                    <a:pt x="2226930" y="12555"/>
                    <a:pt x="3750548" y="-52136"/>
                    <a:pt x="3910722" y="36141"/>
                  </a:cubicBezTo>
                  <a:cubicBezTo>
                    <a:pt x="4070896" y="124418"/>
                    <a:pt x="4120351" y="1358027"/>
                    <a:pt x="3594088" y="1933573"/>
                  </a:cubicBezTo>
                  <a:cubicBezTo>
                    <a:pt x="3171099" y="2391895"/>
                    <a:pt x="2301583" y="2656718"/>
                    <a:pt x="1827979" y="2405053"/>
                  </a:cubicBezTo>
                  <a:cubicBezTo>
                    <a:pt x="1354375" y="2153388"/>
                    <a:pt x="89449" y="3653411"/>
                    <a:pt x="3254" y="3573700"/>
                  </a:cubicBez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0" name="Freeform 1019">
              <a:extLst>
                <a:ext uri="{FF2B5EF4-FFF2-40B4-BE49-F238E27FC236}">
                  <a16:creationId xmlns:a16="http://schemas.microsoft.com/office/drawing/2014/main" id="{6C524A56-8879-C9CE-CC27-DB83D77DAC27}"/>
                </a:ext>
              </a:extLst>
            </p:cNvPr>
            <p:cNvSpPr/>
            <p:nvPr userDrawn="1"/>
          </p:nvSpPr>
          <p:spPr>
            <a:xfrm rot="16200000">
              <a:off x="6199874" y="1243468"/>
              <a:ext cx="2615869" cy="2682270"/>
            </a:xfrm>
            <a:custGeom>
              <a:avLst/>
              <a:gdLst>
                <a:gd name="csX0" fmla="*/ 1893 w 3484511"/>
                <a:gd name="csY0" fmla="*/ 3509215 h 3511799"/>
                <a:gd name="csX1" fmla="*/ 1514170 w 3484511"/>
                <a:gd name="csY1" fmla="*/ 1703861 h 3511799"/>
                <a:gd name="csX2" fmla="*/ 2029985 w 3484511"/>
                <a:gd name="csY2" fmla="*/ 226753 h 3511799"/>
                <a:gd name="csX3" fmla="*/ 3378139 w 3484511"/>
                <a:gd name="csY3" fmla="*/ 144692 h 3511799"/>
                <a:gd name="csX4" fmla="*/ 3225739 w 3484511"/>
                <a:gd name="csY4" fmla="*/ 1586630 h 3511799"/>
                <a:gd name="csX5" fmla="*/ 1854139 w 3484511"/>
                <a:gd name="csY5" fmla="*/ 2090723 h 3511799"/>
                <a:gd name="csX6" fmla="*/ 1893 w 3484511"/>
                <a:gd name="csY6" fmla="*/ 3509215 h 3511799"/>
                <a:gd name="csX0" fmla="*/ 1352 w 4094215"/>
                <a:gd name="csY0" fmla="*/ 4103738 h 4105568"/>
                <a:gd name="csX1" fmla="*/ 2123874 w 4094215"/>
                <a:gd name="csY1" fmla="*/ 1703861 h 4105568"/>
                <a:gd name="csX2" fmla="*/ 2639689 w 4094215"/>
                <a:gd name="csY2" fmla="*/ 226753 h 4105568"/>
                <a:gd name="csX3" fmla="*/ 3987843 w 4094215"/>
                <a:gd name="csY3" fmla="*/ 144692 h 4105568"/>
                <a:gd name="csX4" fmla="*/ 3835443 w 4094215"/>
                <a:gd name="csY4" fmla="*/ 1586630 h 4105568"/>
                <a:gd name="csX5" fmla="*/ 2463843 w 4094215"/>
                <a:gd name="csY5" fmla="*/ 2090723 h 4105568"/>
                <a:gd name="csX6" fmla="*/ 1352 w 4094215"/>
                <a:gd name="csY6" fmla="*/ 4103738 h 4105568"/>
                <a:gd name="csX0" fmla="*/ 1978 w 4094841"/>
                <a:gd name="csY0" fmla="*/ 4101966 h 4104114"/>
                <a:gd name="csX1" fmla="*/ 2058783 w 4094841"/>
                <a:gd name="csY1" fmla="*/ 1668597 h 4104114"/>
                <a:gd name="csX2" fmla="*/ 2640315 w 4094841"/>
                <a:gd name="csY2" fmla="*/ 224981 h 4104114"/>
                <a:gd name="csX3" fmla="*/ 3988469 w 4094841"/>
                <a:gd name="csY3" fmla="*/ 142920 h 4104114"/>
                <a:gd name="csX4" fmla="*/ 3836069 w 4094841"/>
                <a:gd name="csY4" fmla="*/ 1584858 h 4104114"/>
                <a:gd name="csX5" fmla="*/ 2464469 w 4094841"/>
                <a:gd name="csY5" fmla="*/ 2088951 h 4104114"/>
                <a:gd name="csX6" fmla="*/ 1978 w 4094841"/>
                <a:gd name="csY6" fmla="*/ 4101966 h 4104114"/>
                <a:gd name="csX0" fmla="*/ 1943 w 4132359"/>
                <a:gd name="csY0" fmla="*/ 3750277 h 3752868"/>
                <a:gd name="csX1" fmla="*/ 2096301 w 4132359"/>
                <a:gd name="csY1" fmla="*/ 1668597 h 3752868"/>
                <a:gd name="csX2" fmla="*/ 2677833 w 4132359"/>
                <a:gd name="csY2" fmla="*/ 224981 h 3752868"/>
                <a:gd name="csX3" fmla="*/ 4025987 w 4132359"/>
                <a:gd name="csY3" fmla="*/ 142920 h 3752868"/>
                <a:gd name="csX4" fmla="*/ 3873587 w 4132359"/>
                <a:gd name="csY4" fmla="*/ 1584858 h 3752868"/>
                <a:gd name="csX5" fmla="*/ 2501987 w 4132359"/>
                <a:gd name="csY5" fmla="*/ 2088951 h 3752868"/>
                <a:gd name="csX6" fmla="*/ 1943 w 4132359"/>
                <a:gd name="csY6" fmla="*/ 3750277 h 3752868"/>
                <a:gd name="csX0" fmla="*/ 7123 w 4137539"/>
                <a:gd name="csY0" fmla="*/ 3776554 h 3776601"/>
                <a:gd name="csX1" fmla="*/ 1782278 w 4137539"/>
                <a:gd name="csY1" fmla="*/ 2163796 h 3776601"/>
                <a:gd name="csX2" fmla="*/ 2683013 w 4137539"/>
                <a:gd name="csY2" fmla="*/ 251258 h 3776601"/>
                <a:gd name="csX3" fmla="*/ 4031167 w 4137539"/>
                <a:gd name="csY3" fmla="*/ 169197 h 3776601"/>
                <a:gd name="csX4" fmla="*/ 3878767 w 4137539"/>
                <a:gd name="csY4" fmla="*/ 1611135 h 3776601"/>
                <a:gd name="csX5" fmla="*/ 2507167 w 4137539"/>
                <a:gd name="csY5" fmla="*/ 2115228 h 3776601"/>
                <a:gd name="csX6" fmla="*/ 7123 w 4137539"/>
                <a:gd name="csY6" fmla="*/ 3776554 h 3776601"/>
                <a:gd name="csX0" fmla="*/ 25 w 4130441"/>
                <a:gd name="csY0" fmla="*/ 3776554 h 3776586"/>
                <a:gd name="csX1" fmla="*/ 1775180 w 4130441"/>
                <a:gd name="csY1" fmla="*/ 2163796 h 3776586"/>
                <a:gd name="csX2" fmla="*/ 2675915 w 4130441"/>
                <a:gd name="csY2" fmla="*/ 251258 h 3776586"/>
                <a:gd name="csX3" fmla="*/ 4024069 w 4130441"/>
                <a:gd name="csY3" fmla="*/ 169197 h 3776586"/>
                <a:gd name="csX4" fmla="*/ 3871669 w 4130441"/>
                <a:gd name="csY4" fmla="*/ 1611135 h 3776586"/>
                <a:gd name="csX5" fmla="*/ 1814719 w 4130441"/>
                <a:gd name="csY5" fmla="*/ 2207339 h 3776586"/>
                <a:gd name="csX6" fmla="*/ 25 w 4130441"/>
                <a:gd name="csY6" fmla="*/ 3776554 h 3776586"/>
                <a:gd name="csX0" fmla="*/ 25 w 4130441"/>
                <a:gd name="csY0" fmla="*/ 3776554 h 3776589"/>
                <a:gd name="csX1" fmla="*/ 1775180 w 4130441"/>
                <a:gd name="csY1" fmla="*/ 2163796 h 3776589"/>
                <a:gd name="csX2" fmla="*/ 2675915 w 4130441"/>
                <a:gd name="csY2" fmla="*/ 251258 h 3776589"/>
                <a:gd name="csX3" fmla="*/ 4024069 w 4130441"/>
                <a:gd name="csY3" fmla="*/ 169197 h 3776589"/>
                <a:gd name="csX4" fmla="*/ 3871669 w 4130441"/>
                <a:gd name="csY4" fmla="*/ 1611135 h 3776589"/>
                <a:gd name="csX5" fmla="*/ 1814719 w 4130441"/>
                <a:gd name="csY5" fmla="*/ 2207339 h 3776589"/>
                <a:gd name="csX6" fmla="*/ 25 w 4130441"/>
                <a:gd name="csY6" fmla="*/ 3776554 h 3776589"/>
                <a:gd name="csX0" fmla="*/ 25 w 3957457"/>
                <a:gd name="csY0" fmla="*/ 3611866 h 3611901"/>
                <a:gd name="csX1" fmla="*/ 1775180 w 3957457"/>
                <a:gd name="csY1" fmla="*/ 1999108 h 3611901"/>
                <a:gd name="csX2" fmla="*/ 2675915 w 3957457"/>
                <a:gd name="csY2" fmla="*/ 86570 h 3611901"/>
                <a:gd name="csX3" fmla="*/ 3554650 w 3957457"/>
                <a:gd name="csY3" fmla="*/ 439934 h 3611901"/>
                <a:gd name="csX4" fmla="*/ 3871669 w 3957457"/>
                <a:gd name="csY4" fmla="*/ 1446447 h 3611901"/>
                <a:gd name="csX5" fmla="*/ 1814719 w 3957457"/>
                <a:gd name="csY5" fmla="*/ 2042651 h 3611901"/>
                <a:gd name="csX6" fmla="*/ 25 w 3957457"/>
                <a:gd name="csY6" fmla="*/ 3611866 h 3611901"/>
                <a:gd name="csX0" fmla="*/ 25 w 3957253"/>
                <a:gd name="csY0" fmla="*/ 3368639 h 3368674"/>
                <a:gd name="csX1" fmla="*/ 1775180 w 3957253"/>
                <a:gd name="csY1" fmla="*/ 1755881 h 3368674"/>
                <a:gd name="csX2" fmla="*/ 2685304 w 3957253"/>
                <a:gd name="csY2" fmla="*/ 144791 h 3368674"/>
                <a:gd name="csX3" fmla="*/ 3554650 w 3957253"/>
                <a:gd name="csY3" fmla="*/ 196707 h 3368674"/>
                <a:gd name="csX4" fmla="*/ 3871669 w 3957253"/>
                <a:gd name="csY4" fmla="*/ 1203220 h 3368674"/>
                <a:gd name="csX5" fmla="*/ 1814719 w 3957253"/>
                <a:gd name="csY5" fmla="*/ 1799424 h 3368674"/>
                <a:gd name="csX6" fmla="*/ 25 w 3957253"/>
                <a:gd name="csY6" fmla="*/ 3368639 h 3368674"/>
                <a:gd name="csX0" fmla="*/ 25 w 3705517"/>
                <a:gd name="csY0" fmla="*/ 3358570 h 3358603"/>
                <a:gd name="csX1" fmla="*/ 1775180 w 3705517"/>
                <a:gd name="csY1" fmla="*/ 1745812 h 3358603"/>
                <a:gd name="csX2" fmla="*/ 2685304 w 3705517"/>
                <a:gd name="csY2" fmla="*/ 134722 h 3358603"/>
                <a:gd name="csX3" fmla="*/ 3554650 w 3705517"/>
                <a:gd name="csY3" fmla="*/ 186638 h 3358603"/>
                <a:gd name="csX4" fmla="*/ 3552464 w 3705517"/>
                <a:gd name="csY4" fmla="*/ 975438 h 3358603"/>
                <a:gd name="csX5" fmla="*/ 1814719 w 3705517"/>
                <a:gd name="csY5" fmla="*/ 1789355 h 3358603"/>
                <a:gd name="csX6" fmla="*/ 25 w 3705517"/>
                <a:gd name="csY6" fmla="*/ 3358570 h 3358603"/>
                <a:gd name="csX0" fmla="*/ 2290 w 3707782"/>
                <a:gd name="csY0" fmla="*/ 3305196 h 3314287"/>
                <a:gd name="csX1" fmla="*/ 2199921 w 3707782"/>
                <a:gd name="csY1" fmla="*/ 955568 h 3314287"/>
                <a:gd name="csX2" fmla="*/ 2687569 w 3707782"/>
                <a:gd name="csY2" fmla="*/ 81348 h 3314287"/>
                <a:gd name="csX3" fmla="*/ 3556915 w 3707782"/>
                <a:gd name="csY3" fmla="*/ 133264 h 3314287"/>
                <a:gd name="csX4" fmla="*/ 3554729 w 3707782"/>
                <a:gd name="csY4" fmla="*/ 922064 h 3314287"/>
                <a:gd name="csX5" fmla="*/ 1816984 w 3707782"/>
                <a:gd name="csY5" fmla="*/ 1735981 h 3314287"/>
                <a:gd name="csX6" fmla="*/ 2290 w 3707782"/>
                <a:gd name="csY6" fmla="*/ 3305196 h 3314287"/>
                <a:gd name="csX0" fmla="*/ 377 w 3705869"/>
                <a:gd name="csY0" fmla="*/ 3305196 h 3313168"/>
                <a:gd name="csX1" fmla="*/ 2198008 w 3705869"/>
                <a:gd name="csY1" fmla="*/ 955568 h 3313168"/>
                <a:gd name="csX2" fmla="*/ 2685656 w 3705869"/>
                <a:gd name="csY2" fmla="*/ 81348 h 3313168"/>
                <a:gd name="csX3" fmla="*/ 3555002 w 3705869"/>
                <a:gd name="csY3" fmla="*/ 133264 h 3313168"/>
                <a:gd name="csX4" fmla="*/ 3552816 w 3705869"/>
                <a:gd name="csY4" fmla="*/ 922064 h 3313168"/>
                <a:gd name="csX5" fmla="*/ 2378375 w 3705869"/>
                <a:gd name="csY5" fmla="*/ 1694113 h 3313168"/>
                <a:gd name="csX6" fmla="*/ 377 w 3705869"/>
                <a:gd name="csY6" fmla="*/ 3305196 h 3313168"/>
                <a:gd name="csX0" fmla="*/ 377 w 3705869"/>
                <a:gd name="csY0" fmla="*/ 3305196 h 3311216"/>
                <a:gd name="csX1" fmla="*/ 2198008 w 3705869"/>
                <a:gd name="csY1" fmla="*/ 955568 h 3311216"/>
                <a:gd name="csX2" fmla="*/ 2685656 w 3705869"/>
                <a:gd name="csY2" fmla="*/ 81348 h 3311216"/>
                <a:gd name="csX3" fmla="*/ 3555002 w 3705869"/>
                <a:gd name="csY3" fmla="*/ 133264 h 3311216"/>
                <a:gd name="csX4" fmla="*/ 3552816 w 3705869"/>
                <a:gd name="csY4" fmla="*/ 922064 h 3311216"/>
                <a:gd name="csX5" fmla="*/ 2378375 w 3705869"/>
                <a:gd name="csY5" fmla="*/ 1694113 h 3311216"/>
                <a:gd name="csX6" fmla="*/ 377 w 3705869"/>
                <a:gd name="csY6" fmla="*/ 3305196 h 3311216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31250"/>
                <a:gd name="csY0" fmla="*/ 3306034 h 3313991"/>
                <a:gd name="csX1" fmla="*/ 2198008 w 4431250"/>
                <a:gd name="csY1" fmla="*/ 956406 h 3313991"/>
                <a:gd name="csX2" fmla="*/ 2685656 w 4431250"/>
                <a:gd name="csY2" fmla="*/ 82186 h 3313991"/>
                <a:gd name="csX3" fmla="*/ 3555002 w 4431250"/>
                <a:gd name="csY3" fmla="*/ 134102 h 3313991"/>
                <a:gd name="csX4" fmla="*/ 4425936 w 4431250"/>
                <a:gd name="csY4" fmla="*/ 939649 h 3313991"/>
                <a:gd name="csX5" fmla="*/ 2378375 w 4431250"/>
                <a:gd name="csY5" fmla="*/ 1694951 h 3313991"/>
                <a:gd name="csX6" fmla="*/ 377 w 4431250"/>
                <a:gd name="csY6" fmla="*/ 3306034 h 3313991"/>
                <a:gd name="csX0" fmla="*/ 377 w 4425936"/>
                <a:gd name="csY0" fmla="*/ 3306034 h 3313991"/>
                <a:gd name="csX1" fmla="*/ 2198008 w 4425936"/>
                <a:gd name="csY1" fmla="*/ 956406 h 3313991"/>
                <a:gd name="csX2" fmla="*/ 2685656 w 4425936"/>
                <a:gd name="csY2" fmla="*/ 82186 h 3313991"/>
                <a:gd name="csX3" fmla="*/ 3555002 w 4425936"/>
                <a:gd name="csY3" fmla="*/ 134102 h 3313991"/>
                <a:gd name="csX4" fmla="*/ 4425936 w 4425936"/>
                <a:gd name="csY4" fmla="*/ 939649 h 3313991"/>
                <a:gd name="csX5" fmla="*/ 2378375 w 4425936"/>
                <a:gd name="csY5" fmla="*/ 1694951 h 3313991"/>
                <a:gd name="csX6" fmla="*/ 377 w 4425936"/>
                <a:gd name="csY6" fmla="*/ 3306034 h 3313991"/>
                <a:gd name="csX0" fmla="*/ 377 w 4472878"/>
                <a:gd name="csY0" fmla="*/ 3303952 h 3311947"/>
                <a:gd name="csX1" fmla="*/ 2198008 w 4472878"/>
                <a:gd name="csY1" fmla="*/ 954324 h 3311947"/>
                <a:gd name="csX2" fmla="*/ 2685656 w 4472878"/>
                <a:gd name="csY2" fmla="*/ 80104 h 3311947"/>
                <a:gd name="csX3" fmla="*/ 3555002 w 4472878"/>
                <a:gd name="csY3" fmla="*/ 132020 h 3311947"/>
                <a:gd name="csX4" fmla="*/ 4472878 w 4472878"/>
                <a:gd name="csY4" fmla="*/ 895700 h 3311947"/>
                <a:gd name="csX5" fmla="*/ 2378375 w 4472878"/>
                <a:gd name="csY5" fmla="*/ 1692869 h 3311947"/>
                <a:gd name="csX6" fmla="*/ 377 w 4472878"/>
                <a:gd name="csY6" fmla="*/ 3303952 h 3311947"/>
                <a:gd name="csX0" fmla="*/ 377 w 4472878"/>
                <a:gd name="csY0" fmla="*/ 3489034 h 3497029"/>
                <a:gd name="csX1" fmla="*/ 2198008 w 4472878"/>
                <a:gd name="csY1" fmla="*/ 1139406 h 3497029"/>
                <a:gd name="csX2" fmla="*/ 2685656 w 4472878"/>
                <a:gd name="csY2" fmla="*/ 265186 h 3497029"/>
                <a:gd name="csX3" fmla="*/ 3742770 w 4472878"/>
                <a:gd name="csY3" fmla="*/ 49148 h 3497029"/>
                <a:gd name="csX4" fmla="*/ 4472878 w 4472878"/>
                <a:gd name="csY4" fmla="*/ 1080782 h 3497029"/>
                <a:gd name="csX5" fmla="*/ 2378375 w 4472878"/>
                <a:gd name="csY5" fmla="*/ 1877951 h 3497029"/>
                <a:gd name="csX6" fmla="*/ 377 w 4472878"/>
                <a:gd name="csY6" fmla="*/ 3489034 h 3497029"/>
                <a:gd name="csX0" fmla="*/ 377 w 4482266"/>
                <a:gd name="csY0" fmla="*/ 3489034 h 3497029"/>
                <a:gd name="csX1" fmla="*/ 2198008 w 4482266"/>
                <a:gd name="csY1" fmla="*/ 1139406 h 3497029"/>
                <a:gd name="csX2" fmla="*/ 2685656 w 4482266"/>
                <a:gd name="csY2" fmla="*/ 265186 h 3497029"/>
                <a:gd name="csX3" fmla="*/ 3742770 w 4482266"/>
                <a:gd name="csY3" fmla="*/ 49148 h 3497029"/>
                <a:gd name="csX4" fmla="*/ 4482266 w 4482266"/>
                <a:gd name="csY4" fmla="*/ 1080782 h 3497029"/>
                <a:gd name="csX5" fmla="*/ 2378375 w 4482266"/>
                <a:gd name="csY5" fmla="*/ 1877951 h 3497029"/>
                <a:gd name="csX6" fmla="*/ 377 w 4482266"/>
                <a:gd name="csY6" fmla="*/ 3489034 h 3497029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10188 w 4492077"/>
                <a:gd name="csY0" fmla="*/ 3488052 h 3497366"/>
                <a:gd name="csX1" fmla="*/ 1804118 w 4492077"/>
                <a:gd name="csY1" fmla="*/ 1096559 h 3497366"/>
                <a:gd name="csX2" fmla="*/ 2695467 w 4492077"/>
                <a:gd name="csY2" fmla="*/ 264204 h 3497366"/>
                <a:gd name="csX3" fmla="*/ 3752581 w 4492077"/>
                <a:gd name="csY3" fmla="*/ 48166 h 3497366"/>
                <a:gd name="csX4" fmla="*/ 4492077 w 4492077"/>
                <a:gd name="csY4" fmla="*/ 1079800 h 3497366"/>
                <a:gd name="csX5" fmla="*/ 2688616 w 4492077"/>
                <a:gd name="csY5" fmla="*/ 1893718 h 3497366"/>
                <a:gd name="csX6" fmla="*/ 10188 w 4492077"/>
                <a:gd name="csY6" fmla="*/ 3488052 h 3497366"/>
                <a:gd name="csX0" fmla="*/ 10188 w 4492077"/>
                <a:gd name="csY0" fmla="*/ 3488052 h 3500595"/>
                <a:gd name="csX1" fmla="*/ 1804118 w 4492077"/>
                <a:gd name="csY1" fmla="*/ 1096559 h 3500595"/>
                <a:gd name="csX2" fmla="*/ 2695467 w 4492077"/>
                <a:gd name="csY2" fmla="*/ 264204 h 3500595"/>
                <a:gd name="csX3" fmla="*/ 3752581 w 4492077"/>
                <a:gd name="csY3" fmla="*/ 48166 h 3500595"/>
                <a:gd name="csX4" fmla="*/ 4492077 w 4492077"/>
                <a:gd name="csY4" fmla="*/ 1079800 h 3500595"/>
                <a:gd name="csX5" fmla="*/ 2688616 w 4492077"/>
                <a:gd name="csY5" fmla="*/ 1893718 h 3500595"/>
                <a:gd name="csX6" fmla="*/ 10188 w 4492077"/>
                <a:gd name="csY6" fmla="*/ 3488052 h 3500595"/>
                <a:gd name="csX0" fmla="*/ 10188 w 4492077"/>
                <a:gd name="csY0" fmla="*/ 3488052 h 3500888"/>
                <a:gd name="csX1" fmla="*/ 1804118 w 4492077"/>
                <a:gd name="csY1" fmla="*/ 1096559 h 3500888"/>
                <a:gd name="csX2" fmla="*/ 2695467 w 4492077"/>
                <a:gd name="csY2" fmla="*/ 264204 h 3500888"/>
                <a:gd name="csX3" fmla="*/ 3752581 w 4492077"/>
                <a:gd name="csY3" fmla="*/ 48166 h 3500888"/>
                <a:gd name="csX4" fmla="*/ 4492077 w 4492077"/>
                <a:gd name="csY4" fmla="*/ 1079800 h 3500888"/>
                <a:gd name="csX5" fmla="*/ 2688616 w 4492077"/>
                <a:gd name="csY5" fmla="*/ 1893718 h 3500888"/>
                <a:gd name="csX6" fmla="*/ 10188 w 4492077"/>
                <a:gd name="csY6" fmla="*/ 3488052 h 3500888"/>
                <a:gd name="csX0" fmla="*/ 27731 w 3289130"/>
                <a:gd name="csY0" fmla="*/ 2449732 h 2473361"/>
                <a:gd name="csX1" fmla="*/ 601171 w 3289130"/>
                <a:gd name="csY1" fmla="*/ 1096559 h 2473361"/>
                <a:gd name="csX2" fmla="*/ 1492520 w 3289130"/>
                <a:gd name="csY2" fmla="*/ 264204 h 2473361"/>
                <a:gd name="csX3" fmla="*/ 2549634 w 3289130"/>
                <a:gd name="csY3" fmla="*/ 48166 h 2473361"/>
                <a:gd name="csX4" fmla="*/ 3289130 w 3289130"/>
                <a:gd name="csY4" fmla="*/ 1079800 h 2473361"/>
                <a:gd name="csX5" fmla="*/ 1485669 w 3289130"/>
                <a:gd name="csY5" fmla="*/ 1893718 h 2473361"/>
                <a:gd name="csX6" fmla="*/ 27731 w 3289130"/>
                <a:gd name="csY6" fmla="*/ 2449732 h 2473361"/>
                <a:gd name="csX0" fmla="*/ 367 w 3261766"/>
                <a:gd name="csY0" fmla="*/ 2449732 h 2449966"/>
                <a:gd name="csX1" fmla="*/ 573807 w 3261766"/>
                <a:gd name="csY1" fmla="*/ 1096559 h 2449966"/>
                <a:gd name="csX2" fmla="*/ 1465156 w 3261766"/>
                <a:gd name="csY2" fmla="*/ 264204 h 2449966"/>
                <a:gd name="csX3" fmla="*/ 2522270 w 3261766"/>
                <a:gd name="csY3" fmla="*/ 48166 h 2449966"/>
                <a:gd name="csX4" fmla="*/ 3261766 w 3261766"/>
                <a:gd name="csY4" fmla="*/ 1079800 h 2449966"/>
                <a:gd name="csX5" fmla="*/ 1458305 w 3261766"/>
                <a:gd name="csY5" fmla="*/ 1893718 h 2449966"/>
                <a:gd name="csX6" fmla="*/ 367 w 3261766"/>
                <a:gd name="csY6" fmla="*/ 2449732 h 2449966"/>
                <a:gd name="csX0" fmla="*/ 62959 w 3324358"/>
                <a:gd name="csY0" fmla="*/ 2449732 h 2487147"/>
                <a:gd name="csX1" fmla="*/ 636399 w 3324358"/>
                <a:gd name="csY1" fmla="*/ 1096559 h 2487147"/>
                <a:gd name="csX2" fmla="*/ 1527748 w 3324358"/>
                <a:gd name="csY2" fmla="*/ 264204 h 2487147"/>
                <a:gd name="csX3" fmla="*/ 2584862 w 3324358"/>
                <a:gd name="csY3" fmla="*/ 48166 h 2487147"/>
                <a:gd name="csX4" fmla="*/ 3324358 w 3324358"/>
                <a:gd name="csY4" fmla="*/ 1079800 h 2487147"/>
                <a:gd name="csX5" fmla="*/ 1520897 w 3324358"/>
                <a:gd name="csY5" fmla="*/ 1893718 h 2487147"/>
                <a:gd name="csX6" fmla="*/ 62959 w 3324358"/>
                <a:gd name="csY6" fmla="*/ 2449732 h 2487147"/>
                <a:gd name="csX0" fmla="*/ 38478 w 4482813"/>
                <a:gd name="csY0" fmla="*/ 3496425 h 3519813"/>
                <a:gd name="csX1" fmla="*/ 1794854 w 4482813"/>
                <a:gd name="csY1" fmla="*/ 1096559 h 3519813"/>
                <a:gd name="csX2" fmla="*/ 2686203 w 4482813"/>
                <a:gd name="csY2" fmla="*/ 264204 h 3519813"/>
                <a:gd name="csX3" fmla="*/ 3743317 w 4482813"/>
                <a:gd name="csY3" fmla="*/ 48166 h 3519813"/>
                <a:gd name="csX4" fmla="*/ 4482813 w 4482813"/>
                <a:gd name="csY4" fmla="*/ 1079800 h 3519813"/>
                <a:gd name="csX5" fmla="*/ 2679352 w 4482813"/>
                <a:gd name="csY5" fmla="*/ 1893718 h 3519813"/>
                <a:gd name="csX6" fmla="*/ 38478 w 4482813"/>
                <a:gd name="csY6" fmla="*/ 3496425 h 3519813"/>
                <a:gd name="csX0" fmla="*/ 9071 w 4453406"/>
                <a:gd name="csY0" fmla="*/ 3496425 h 3510301"/>
                <a:gd name="csX1" fmla="*/ 1765447 w 4453406"/>
                <a:gd name="csY1" fmla="*/ 1096559 h 3510301"/>
                <a:gd name="csX2" fmla="*/ 2656796 w 4453406"/>
                <a:gd name="csY2" fmla="*/ 264204 h 3510301"/>
                <a:gd name="csX3" fmla="*/ 3713910 w 4453406"/>
                <a:gd name="csY3" fmla="*/ 48166 h 3510301"/>
                <a:gd name="csX4" fmla="*/ 4453406 w 4453406"/>
                <a:gd name="csY4" fmla="*/ 1079800 h 3510301"/>
                <a:gd name="csX5" fmla="*/ 2649945 w 4453406"/>
                <a:gd name="csY5" fmla="*/ 1893718 h 3510301"/>
                <a:gd name="csX6" fmla="*/ 9071 w 4453406"/>
                <a:gd name="csY6" fmla="*/ 3496425 h 3510301"/>
                <a:gd name="csX0" fmla="*/ 9071 w 4453406"/>
                <a:gd name="csY0" fmla="*/ 3496425 h 3512169"/>
                <a:gd name="csX1" fmla="*/ 1765447 w 4453406"/>
                <a:gd name="csY1" fmla="*/ 1096559 h 3512169"/>
                <a:gd name="csX2" fmla="*/ 2656796 w 4453406"/>
                <a:gd name="csY2" fmla="*/ 264204 h 3512169"/>
                <a:gd name="csX3" fmla="*/ 3713910 w 4453406"/>
                <a:gd name="csY3" fmla="*/ 48166 h 3512169"/>
                <a:gd name="csX4" fmla="*/ 4453406 w 4453406"/>
                <a:gd name="csY4" fmla="*/ 1079800 h 3512169"/>
                <a:gd name="csX5" fmla="*/ 2649945 w 4453406"/>
                <a:gd name="csY5" fmla="*/ 1893718 h 3512169"/>
                <a:gd name="csX6" fmla="*/ 9071 w 4453406"/>
                <a:gd name="csY6" fmla="*/ 3496425 h 3512169"/>
                <a:gd name="csX0" fmla="*/ 9640 w 4453975"/>
                <a:gd name="csY0" fmla="*/ 3496425 h 3512169"/>
                <a:gd name="csX1" fmla="*/ 1766016 w 4453975"/>
                <a:gd name="csY1" fmla="*/ 1096559 h 3512169"/>
                <a:gd name="csX2" fmla="*/ 2657365 w 4453975"/>
                <a:gd name="csY2" fmla="*/ 264204 h 3512169"/>
                <a:gd name="csX3" fmla="*/ 3714479 w 4453975"/>
                <a:gd name="csY3" fmla="*/ 48166 h 3512169"/>
                <a:gd name="csX4" fmla="*/ 4453975 w 4453975"/>
                <a:gd name="csY4" fmla="*/ 1079800 h 3512169"/>
                <a:gd name="csX5" fmla="*/ 2650514 w 4453975"/>
                <a:gd name="csY5" fmla="*/ 1893718 h 3512169"/>
                <a:gd name="csX6" fmla="*/ 9640 w 4453975"/>
                <a:gd name="csY6" fmla="*/ 3496425 h 3512169"/>
                <a:gd name="csX0" fmla="*/ 9640 w 4453975"/>
                <a:gd name="csY0" fmla="*/ 3993467 h 4008123"/>
                <a:gd name="csX1" fmla="*/ 1766016 w 4453975"/>
                <a:gd name="csY1" fmla="*/ 1593601 h 4008123"/>
                <a:gd name="csX2" fmla="*/ 2601034 w 4453975"/>
                <a:gd name="csY2" fmla="*/ 41122 h 4008123"/>
                <a:gd name="csX3" fmla="*/ 3714479 w 4453975"/>
                <a:gd name="csY3" fmla="*/ 545208 h 4008123"/>
                <a:gd name="csX4" fmla="*/ 4453975 w 4453975"/>
                <a:gd name="csY4" fmla="*/ 1576842 h 4008123"/>
                <a:gd name="csX5" fmla="*/ 2650514 w 4453975"/>
                <a:gd name="csY5" fmla="*/ 2390760 h 4008123"/>
                <a:gd name="csX6" fmla="*/ 9640 w 4453975"/>
                <a:gd name="csY6" fmla="*/ 3993467 h 4008123"/>
                <a:gd name="csX0" fmla="*/ 9640 w 4453975"/>
                <a:gd name="csY0" fmla="*/ 3952894 h 3967550"/>
                <a:gd name="csX1" fmla="*/ 1766016 w 4453975"/>
                <a:gd name="csY1" fmla="*/ 1553028 h 3967550"/>
                <a:gd name="csX2" fmla="*/ 2601034 w 4453975"/>
                <a:gd name="csY2" fmla="*/ 549 h 3967550"/>
                <a:gd name="csX3" fmla="*/ 3714479 w 4453975"/>
                <a:gd name="csY3" fmla="*/ 504635 h 3967550"/>
                <a:gd name="csX4" fmla="*/ 4453975 w 4453975"/>
                <a:gd name="csY4" fmla="*/ 1536269 h 3967550"/>
                <a:gd name="csX5" fmla="*/ 2650514 w 4453975"/>
                <a:gd name="csY5" fmla="*/ 2350187 h 3967550"/>
                <a:gd name="csX6" fmla="*/ 9640 w 4453975"/>
                <a:gd name="csY6" fmla="*/ 3952894 h 3967550"/>
                <a:gd name="csX0" fmla="*/ 9640 w 4453975"/>
                <a:gd name="csY0" fmla="*/ 3952971 h 3968477"/>
                <a:gd name="csX1" fmla="*/ 1766016 w 4453975"/>
                <a:gd name="csY1" fmla="*/ 1553105 h 3968477"/>
                <a:gd name="csX2" fmla="*/ 2601034 w 4453975"/>
                <a:gd name="csY2" fmla="*/ 626 h 3968477"/>
                <a:gd name="csX3" fmla="*/ 3714479 w 4453975"/>
                <a:gd name="csY3" fmla="*/ 504712 h 3968477"/>
                <a:gd name="csX4" fmla="*/ 4453975 w 4453975"/>
                <a:gd name="csY4" fmla="*/ 1536346 h 3968477"/>
                <a:gd name="csX5" fmla="*/ 2650514 w 4453975"/>
                <a:gd name="csY5" fmla="*/ 2350264 h 3968477"/>
                <a:gd name="csX6" fmla="*/ 9640 w 4453975"/>
                <a:gd name="csY6" fmla="*/ 3952971 h 3968477"/>
                <a:gd name="csX0" fmla="*/ 9640 w 4517542"/>
                <a:gd name="csY0" fmla="*/ 4153948 h 4169453"/>
                <a:gd name="csX1" fmla="*/ 1766016 w 4517542"/>
                <a:gd name="csY1" fmla="*/ 1754082 h 4169453"/>
                <a:gd name="csX2" fmla="*/ 2601034 w 4517542"/>
                <a:gd name="csY2" fmla="*/ 201603 h 4169453"/>
                <a:gd name="csX3" fmla="*/ 4390442 w 4517542"/>
                <a:gd name="csY3" fmla="*/ 186529 h 4169453"/>
                <a:gd name="csX4" fmla="*/ 4453975 w 4517542"/>
                <a:gd name="csY4" fmla="*/ 1737323 h 4169453"/>
                <a:gd name="csX5" fmla="*/ 2650514 w 4517542"/>
                <a:gd name="csY5" fmla="*/ 2551241 h 4169453"/>
                <a:gd name="csX6" fmla="*/ 9640 w 4517542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719798"/>
                <a:gd name="csY0" fmla="*/ 4153948 h 4169453"/>
                <a:gd name="csX1" fmla="*/ 1766016 w 4719798"/>
                <a:gd name="csY1" fmla="*/ 1754082 h 4169453"/>
                <a:gd name="csX2" fmla="*/ 2601034 w 4719798"/>
                <a:gd name="csY2" fmla="*/ 201603 h 4169453"/>
                <a:gd name="csX3" fmla="*/ 4390442 w 4719798"/>
                <a:gd name="csY3" fmla="*/ 186529 h 4169453"/>
                <a:gd name="csX4" fmla="*/ 4453975 w 4719798"/>
                <a:gd name="csY4" fmla="*/ 1737323 h 4169453"/>
                <a:gd name="csX5" fmla="*/ 2650514 w 4719798"/>
                <a:gd name="csY5" fmla="*/ 2551241 h 4169453"/>
                <a:gd name="csX6" fmla="*/ 9640 w 4719798"/>
                <a:gd name="csY6" fmla="*/ 4153948 h 4169453"/>
                <a:gd name="csX0" fmla="*/ 9640 w 4684091"/>
                <a:gd name="csY0" fmla="*/ 4153948 h 4169453"/>
                <a:gd name="csX1" fmla="*/ 1766016 w 4684091"/>
                <a:gd name="csY1" fmla="*/ 1754082 h 4169453"/>
                <a:gd name="csX2" fmla="*/ 2601034 w 4684091"/>
                <a:gd name="csY2" fmla="*/ 201603 h 4169453"/>
                <a:gd name="csX3" fmla="*/ 4390442 w 4684091"/>
                <a:gd name="csY3" fmla="*/ 186529 h 4169453"/>
                <a:gd name="csX4" fmla="*/ 4453975 w 4684091"/>
                <a:gd name="csY4" fmla="*/ 1737323 h 4169453"/>
                <a:gd name="csX5" fmla="*/ 2650514 w 4684091"/>
                <a:gd name="csY5" fmla="*/ 2551241 h 4169453"/>
                <a:gd name="csX6" fmla="*/ 9640 w 4684091"/>
                <a:gd name="csY6" fmla="*/ 4153948 h 4169453"/>
                <a:gd name="csX0" fmla="*/ 9640 w 4747938"/>
                <a:gd name="csY0" fmla="*/ 4153948 h 4169453"/>
                <a:gd name="csX1" fmla="*/ 1766016 w 4747938"/>
                <a:gd name="csY1" fmla="*/ 1754082 h 4169453"/>
                <a:gd name="csX2" fmla="*/ 2601034 w 4747938"/>
                <a:gd name="csY2" fmla="*/ 201603 h 4169453"/>
                <a:gd name="csX3" fmla="*/ 4390442 w 4747938"/>
                <a:gd name="csY3" fmla="*/ 186529 h 4169453"/>
                <a:gd name="csX4" fmla="*/ 4453975 w 4747938"/>
                <a:gd name="csY4" fmla="*/ 1737323 h 4169453"/>
                <a:gd name="csX5" fmla="*/ 2650514 w 4747938"/>
                <a:gd name="csY5" fmla="*/ 2551241 h 4169453"/>
                <a:gd name="csX6" fmla="*/ 9640 w 4747938"/>
                <a:gd name="csY6" fmla="*/ 4153948 h 4169453"/>
                <a:gd name="csX0" fmla="*/ 9640 w 4747938"/>
                <a:gd name="csY0" fmla="*/ 4205765 h 4221270"/>
                <a:gd name="csX1" fmla="*/ 1766016 w 4747938"/>
                <a:gd name="csY1" fmla="*/ 1805899 h 4221270"/>
                <a:gd name="csX2" fmla="*/ 2601034 w 4747938"/>
                <a:gd name="csY2" fmla="*/ 253420 h 4221270"/>
                <a:gd name="csX3" fmla="*/ 4390442 w 4747938"/>
                <a:gd name="csY3" fmla="*/ 238346 h 4221270"/>
                <a:gd name="csX4" fmla="*/ 4453975 w 4747938"/>
                <a:gd name="csY4" fmla="*/ 1789140 h 4221270"/>
                <a:gd name="csX5" fmla="*/ 2650514 w 4747938"/>
                <a:gd name="csY5" fmla="*/ 2603058 h 4221270"/>
                <a:gd name="csX6" fmla="*/ 9640 w 4747938"/>
                <a:gd name="csY6" fmla="*/ 4205765 h 4221270"/>
                <a:gd name="csX0" fmla="*/ 9640 w 4769359"/>
                <a:gd name="csY0" fmla="*/ 4189897 h 4205402"/>
                <a:gd name="csX1" fmla="*/ 1766016 w 4769359"/>
                <a:gd name="csY1" fmla="*/ 1790031 h 4205402"/>
                <a:gd name="csX2" fmla="*/ 2601034 w 4769359"/>
                <a:gd name="csY2" fmla="*/ 237552 h 4205402"/>
                <a:gd name="csX3" fmla="*/ 4446772 w 4769359"/>
                <a:gd name="csY3" fmla="*/ 163863 h 4205402"/>
                <a:gd name="csX4" fmla="*/ 4453975 w 4769359"/>
                <a:gd name="csY4" fmla="*/ 1773272 h 4205402"/>
                <a:gd name="csX5" fmla="*/ 2650514 w 4769359"/>
                <a:gd name="csY5" fmla="*/ 2587190 h 4205402"/>
                <a:gd name="csX6" fmla="*/ 9640 w 4769359"/>
                <a:gd name="csY6" fmla="*/ 4189897 h 4205402"/>
                <a:gd name="csX0" fmla="*/ 9640 w 4747938"/>
                <a:gd name="csY0" fmla="*/ 4212142 h 4227647"/>
                <a:gd name="csX1" fmla="*/ 1766016 w 4747938"/>
                <a:gd name="csY1" fmla="*/ 1812276 h 4227647"/>
                <a:gd name="csX2" fmla="*/ 2601034 w 4747938"/>
                <a:gd name="csY2" fmla="*/ 259797 h 4227647"/>
                <a:gd name="csX3" fmla="*/ 4390441 w 4747938"/>
                <a:gd name="csY3" fmla="*/ 152614 h 4227647"/>
                <a:gd name="csX4" fmla="*/ 4453975 w 4747938"/>
                <a:gd name="csY4" fmla="*/ 1795517 h 4227647"/>
                <a:gd name="csX5" fmla="*/ 2650514 w 4747938"/>
                <a:gd name="csY5" fmla="*/ 2609435 h 4227647"/>
                <a:gd name="csX6" fmla="*/ 9640 w 4747938"/>
                <a:gd name="csY6" fmla="*/ 4212142 h 4227647"/>
                <a:gd name="csX0" fmla="*/ 8567 w 4746865"/>
                <a:gd name="csY0" fmla="*/ 4212143 h 4219435"/>
                <a:gd name="csX1" fmla="*/ 1745271 w 4746865"/>
                <a:gd name="csY1" fmla="*/ 1812279 h 4219435"/>
                <a:gd name="csX2" fmla="*/ 2599961 w 4746865"/>
                <a:gd name="csY2" fmla="*/ 259798 h 4219435"/>
                <a:gd name="csX3" fmla="*/ 4389368 w 4746865"/>
                <a:gd name="csY3" fmla="*/ 152615 h 4219435"/>
                <a:gd name="csX4" fmla="*/ 4452902 w 4746865"/>
                <a:gd name="csY4" fmla="*/ 1795518 h 4219435"/>
                <a:gd name="csX5" fmla="*/ 2649441 w 4746865"/>
                <a:gd name="csY5" fmla="*/ 2609436 h 4219435"/>
                <a:gd name="csX6" fmla="*/ 8567 w 4746865"/>
                <a:gd name="csY6" fmla="*/ 4212143 h 4219435"/>
                <a:gd name="csX0" fmla="*/ 8451 w 4746749"/>
                <a:gd name="csY0" fmla="*/ 4212143 h 4219813"/>
                <a:gd name="csX1" fmla="*/ 1745155 w 4746749"/>
                <a:gd name="csY1" fmla="*/ 1812279 h 4219813"/>
                <a:gd name="csX2" fmla="*/ 2599845 w 4746749"/>
                <a:gd name="csY2" fmla="*/ 259798 h 4219813"/>
                <a:gd name="csX3" fmla="*/ 4389252 w 4746749"/>
                <a:gd name="csY3" fmla="*/ 152615 h 4219813"/>
                <a:gd name="csX4" fmla="*/ 4452786 w 4746749"/>
                <a:gd name="csY4" fmla="*/ 1795518 h 4219813"/>
                <a:gd name="csX5" fmla="*/ 2642769 w 4746749"/>
                <a:gd name="csY5" fmla="*/ 2626986 h 4219813"/>
                <a:gd name="csX6" fmla="*/ 8451 w 4746749"/>
                <a:gd name="csY6" fmla="*/ 4212143 h 4219813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594 w 4746892"/>
                <a:gd name="csY0" fmla="*/ 4213311 h 4220527"/>
                <a:gd name="csX1" fmla="*/ 1738740 w 4746892"/>
                <a:gd name="csY1" fmla="*/ 1836843 h 4220527"/>
                <a:gd name="csX2" fmla="*/ 2599988 w 4746892"/>
                <a:gd name="csY2" fmla="*/ 260966 h 4220527"/>
                <a:gd name="csX3" fmla="*/ 4389395 w 4746892"/>
                <a:gd name="csY3" fmla="*/ 153783 h 4220527"/>
                <a:gd name="csX4" fmla="*/ 4452929 w 4746892"/>
                <a:gd name="csY4" fmla="*/ 1796686 h 4220527"/>
                <a:gd name="csX5" fmla="*/ 2642912 w 4746892"/>
                <a:gd name="csY5" fmla="*/ 2628154 h 4220527"/>
                <a:gd name="csX6" fmla="*/ 8594 w 4746892"/>
                <a:gd name="csY6" fmla="*/ 4213311 h 4220527"/>
                <a:gd name="csX0" fmla="*/ 8594 w 4693867"/>
                <a:gd name="csY0" fmla="*/ 4136922 h 4144138"/>
                <a:gd name="csX1" fmla="*/ 1738740 w 4693867"/>
                <a:gd name="csY1" fmla="*/ 1760454 h 4144138"/>
                <a:gd name="csX2" fmla="*/ 2599988 w 4693867"/>
                <a:gd name="csY2" fmla="*/ 184577 h 4144138"/>
                <a:gd name="csX3" fmla="*/ 4389395 w 4693867"/>
                <a:gd name="csY3" fmla="*/ 77394 h 4144138"/>
                <a:gd name="csX4" fmla="*/ 4452929 w 4693867"/>
                <a:gd name="csY4" fmla="*/ 1720297 h 4144138"/>
                <a:gd name="csX5" fmla="*/ 2642912 w 4693867"/>
                <a:gd name="csY5" fmla="*/ 2551765 h 4144138"/>
                <a:gd name="csX6" fmla="*/ 8594 w 4693867"/>
                <a:gd name="csY6" fmla="*/ 4136922 h 4144138"/>
                <a:gd name="csX0" fmla="*/ 8594 w 4699247"/>
                <a:gd name="csY0" fmla="*/ 4098901 h 4106117"/>
                <a:gd name="csX1" fmla="*/ 1738740 w 4699247"/>
                <a:gd name="csY1" fmla="*/ 1722433 h 4106117"/>
                <a:gd name="csX2" fmla="*/ 2599988 w 4699247"/>
                <a:gd name="csY2" fmla="*/ 146556 h 4106117"/>
                <a:gd name="csX3" fmla="*/ 4409070 w 4699247"/>
                <a:gd name="csY3" fmla="*/ 115412 h 4106117"/>
                <a:gd name="csX4" fmla="*/ 4452929 w 4699247"/>
                <a:gd name="csY4" fmla="*/ 1682276 h 4106117"/>
                <a:gd name="csX5" fmla="*/ 2642912 w 4699247"/>
                <a:gd name="csY5" fmla="*/ 2513744 h 4106117"/>
                <a:gd name="csX6" fmla="*/ 8594 w 4699247"/>
                <a:gd name="csY6" fmla="*/ 4098901 h 4106117"/>
                <a:gd name="csX0" fmla="*/ 8594 w 4703971"/>
                <a:gd name="csY0" fmla="*/ 4107920 h 4115136"/>
                <a:gd name="csX1" fmla="*/ 1738740 w 4703971"/>
                <a:gd name="csY1" fmla="*/ 1731452 h 4115136"/>
                <a:gd name="csX2" fmla="*/ 2599988 w 4703971"/>
                <a:gd name="csY2" fmla="*/ 155575 h 4115136"/>
                <a:gd name="csX3" fmla="*/ 4409070 w 4703971"/>
                <a:gd name="csY3" fmla="*/ 124431 h 4115136"/>
                <a:gd name="csX4" fmla="*/ 4452929 w 4703971"/>
                <a:gd name="csY4" fmla="*/ 1691295 h 4115136"/>
                <a:gd name="csX5" fmla="*/ 2642912 w 4703971"/>
                <a:gd name="csY5" fmla="*/ 2522763 h 4115136"/>
                <a:gd name="csX6" fmla="*/ 8594 w 4703971"/>
                <a:gd name="csY6" fmla="*/ 4107920 h 4115136"/>
                <a:gd name="csX0" fmla="*/ 8594 w 4703971"/>
                <a:gd name="csY0" fmla="*/ 4195888 h 4203104"/>
                <a:gd name="csX1" fmla="*/ 1738740 w 4703971"/>
                <a:gd name="csY1" fmla="*/ 1819420 h 4203104"/>
                <a:gd name="csX2" fmla="*/ 2599988 w 4703971"/>
                <a:gd name="csY2" fmla="*/ 243543 h 4203104"/>
                <a:gd name="csX3" fmla="*/ 4409070 w 4703971"/>
                <a:gd name="csY3" fmla="*/ 212399 h 4203104"/>
                <a:gd name="csX4" fmla="*/ 4452929 w 4703971"/>
                <a:gd name="csY4" fmla="*/ 1779263 h 4203104"/>
                <a:gd name="csX5" fmla="*/ 2642912 w 4703971"/>
                <a:gd name="csY5" fmla="*/ 2610731 h 4203104"/>
                <a:gd name="csX6" fmla="*/ 8594 w 4703971"/>
                <a:gd name="csY6" fmla="*/ 4195888 h 4203104"/>
                <a:gd name="csX0" fmla="*/ 8594 w 4703971"/>
                <a:gd name="csY0" fmla="*/ 4213778 h 4220994"/>
                <a:gd name="csX1" fmla="*/ 1738740 w 4703971"/>
                <a:gd name="csY1" fmla="*/ 1837310 h 4220994"/>
                <a:gd name="csX2" fmla="*/ 2599988 w 4703971"/>
                <a:gd name="csY2" fmla="*/ 261433 h 4220994"/>
                <a:gd name="csX3" fmla="*/ 4409070 w 4703971"/>
                <a:gd name="csY3" fmla="*/ 230289 h 4220994"/>
                <a:gd name="csX4" fmla="*/ 4452929 w 4703971"/>
                <a:gd name="csY4" fmla="*/ 1797153 h 4220994"/>
                <a:gd name="csX5" fmla="*/ 2642912 w 4703971"/>
                <a:gd name="csY5" fmla="*/ 2628621 h 4220994"/>
                <a:gd name="csX6" fmla="*/ 8594 w 4703971"/>
                <a:gd name="csY6" fmla="*/ 4213778 h 4220994"/>
                <a:gd name="csX0" fmla="*/ 8594 w 4855548"/>
                <a:gd name="csY0" fmla="*/ 4390510 h 4397726"/>
                <a:gd name="csX1" fmla="*/ 1738740 w 4855548"/>
                <a:gd name="csY1" fmla="*/ 2014042 h 4397726"/>
                <a:gd name="csX2" fmla="*/ 2599988 w 4855548"/>
                <a:gd name="csY2" fmla="*/ 438165 h 4397726"/>
                <a:gd name="csX3" fmla="*/ 4756647 w 4855548"/>
                <a:gd name="csY3" fmla="*/ 26825 h 4397726"/>
                <a:gd name="csX4" fmla="*/ 4452929 w 4855548"/>
                <a:gd name="csY4" fmla="*/ 1973885 h 4397726"/>
                <a:gd name="csX5" fmla="*/ 2642912 w 4855548"/>
                <a:gd name="csY5" fmla="*/ 2805353 h 4397726"/>
                <a:gd name="csX6" fmla="*/ 8594 w 4855548"/>
                <a:gd name="csY6" fmla="*/ 4390510 h 4397726"/>
                <a:gd name="csX0" fmla="*/ 8594 w 5018748"/>
                <a:gd name="csY0" fmla="*/ 4545598 h 4552814"/>
                <a:gd name="csX1" fmla="*/ 1738740 w 5018748"/>
                <a:gd name="csY1" fmla="*/ 2169130 h 4552814"/>
                <a:gd name="csX2" fmla="*/ 2599988 w 5018748"/>
                <a:gd name="csY2" fmla="*/ 593253 h 4552814"/>
                <a:gd name="csX3" fmla="*/ 4973062 w 5018748"/>
                <a:gd name="csY3" fmla="*/ 18136 h 4552814"/>
                <a:gd name="csX4" fmla="*/ 4452929 w 5018748"/>
                <a:gd name="csY4" fmla="*/ 2128973 h 4552814"/>
                <a:gd name="csX5" fmla="*/ 2642912 w 5018748"/>
                <a:gd name="csY5" fmla="*/ 2960441 h 4552814"/>
                <a:gd name="csX6" fmla="*/ 8594 w 5018748"/>
                <a:gd name="csY6" fmla="*/ 4545598 h 4552814"/>
                <a:gd name="csX0" fmla="*/ 8594 w 5002691"/>
                <a:gd name="csY0" fmla="*/ 4537753 h 4544969"/>
                <a:gd name="csX1" fmla="*/ 1738740 w 5002691"/>
                <a:gd name="csY1" fmla="*/ 2161285 h 4544969"/>
                <a:gd name="csX2" fmla="*/ 2599988 w 5002691"/>
                <a:gd name="csY2" fmla="*/ 585408 h 4544969"/>
                <a:gd name="csX3" fmla="*/ 4973062 w 5002691"/>
                <a:gd name="csY3" fmla="*/ 10291 h 4544969"/>
                <a:gd name="csX4" fmla="*/ 4452929 w 5002691"/>
                <a:gd name="csY4" fmla="*/ 2121128 h 4544969"/>
                <a:gd name="csX5" fmla="*/ 2642912 w 5002691"/>
                <a:gd name="csY5" fmla="*/ 2952596 h 4544969"/>
                <a:gd name="csX6" fmla="*/ 8594 w 5002691"/>
                <a:gd name="csY6" fmla="*/ 4537753 h 4544969"/>
                <a:gd name="csX0" fmla="*/ 8594 w 4705059"/>
                <a:gd name="csY0" fmla="*/ 4122711 h 4129927"/>
                <a:gd name="csX1" fmla="*/ 1738740 w 4705059"/>
                <a:gd name="csY1" fmla="*/ 1746243 h 4129927"/>
                <a:gd name="csX2" fmla="*/ 2599988 w 4705059"/>
                <a:gd name="csY2" fmla="*/ 170366 h 4129927"/>
                <a:gd name="csX3" fmla="*/ 4446032 w 4705059"/>
                <a:gd name="csY3" fmla="*/ 89415 h 4129927"/>
                <a:gd name="csX4" fmla="*/ 4452929 w 4705059"/>
                <a:gd name="csY4" fmla="*/ 1706086 h 4129927"/>
                <a:gd name="csX5" fmla="*/ 2642912 w 4705059"/>
                <a:gd name="csY5" fmla="*/ 2537554 h 4129927"/>
                <a:gd name="csX6" fmla="*/ 8594 w 4705059"/>
                <a:gd name="csY6" fmla="*/ 4122711 h 4129927"/>
                <a:gd name="csX0" fmla="*/ 8594 w 4596663"/>
                <a:gd name="csY0" fmla="*/ 4215533 h 4224499"/>
                <a:gd name="csX1" fmla="*/ 1738740 w 4596663"/>
                <a:gd name="csY1" fmla="*/ 1839065 h 4224499"/>
                <a:gd name="csX2" fmla="*/ 2599988 w 4596663"/>
                <a:gd name="csY2" fmla="*/ 263188 h 4224499"/>
                <a:gd name="csX3" fmla="*/ 4446032 w 4596663"/>
                <a:gd name="csY3" fmla="*/ 182237 h 4224499"/>
                <a:gd name="csX4" fmla="*/ 4129398 w 4596663"/>
                <a:gd name="csY4" fmla="*/ 2079669 h 4224499"/>
                <a:gd name="csX5" fmla="*/ 2642912 w 4596663"/>
                <a:gd name="csY5" fmla="*/ 2630376 h 4224499"/>
                <a:gd name="csX6" fmla="*/ 8594 w 4596663"/>
                <a:gd name="csY6" fmla="*/ 4215533 h 4224499"/>
                <a:gd name="csX0" fmla="*/ 10635 w 4618520"/>
                <a:gd name="csY0" fmla="*/ 4140860 h 4149826"/>
                <a:gd name="csX1" fmla="*/ 1740781 w 4618520"/>
                <a:gd name="csY1" fmla="*/ 1764392 h 4149826"/>
                <a:gd name="csX2" fmla="*/ 2330962 w 4618520"/>
                <a:gd name="csY2" fmla="*/ 399085 h 4149826"/>
                <a:gd name="csX3" fmla="*/ 4448073 w 4618520"/>
                <a:gd name="csY3" fmla="*/ 107564 h 4149826"/>
                <a:gd name="csX4" fmla="*/ 4131439 w 4618520"/>
                <a:gd name="csY4" fmla="*/ 2004996 h 4149826"/>
                <a:gd name="csX5" fmla="*/ 2644953 w 4618520"/>
                <a:gd name="csY5" fmla="*/ 2555703 h 4149826"/>
                <a:gd name="csX6" fmla="*/ 10635 w 4618520"/>
                <a:gd name="csY6" fmla="*/ 4140860 h 4149826"/>
                <a:gd name="csX0" fmla="*/ 2473 w 4610358"/>
                <a:gd name="csY0" fmla="*/ 4148168 h 4152706"/>
                <a:gd name="csX1" fmla="*/ 2161081 w 4610358"/>
                <a:gd name="csY1" fmla="*/ 2013468 h 4152706"/>
                <a:gd name="csX2" fmla="*/ 2322800 w 4610358"/>
                <a:gd name="csY2" fmla="*/ 406393 h 4152706"/>
                <a:gd name="csX3" fmla="*/ 4439911 w 4610358"/>
                <a:gd name="csY3" fmla="*/ 114872 h 4152706"/>
                <a:gd name="csX4" fmla="*/ 4123277 w 4610358"/>
                <a:gd name="csY4" fmla="*/ 2012304 h 4152706"/>
                <a:gd name="csX5" fmla="*/ 2636791 w 4610358"/>
                <a:gd name="csY5" fmla="*/ 2563011 h 4152706"/>
                <a:gd name="csX6" fmla="*/ 2473 w 4610358"/>
                <a:gd name="csY6" fmla="*/ 4148168 h 4152706"/>
                <a:gd name="csX0" fmla="*/ 400 w 4608285"/>
                <a:gd name="csY0" fmla="*/ 4148168 h 4148397"/>
                <a:gd name="csX1" fmla="*/ 2159008 w 4608285"/>
                <a:gd name="csY1" fmla="*/ 2013468 h 4148397"/>
                <a:gd name="csX2" fmla="*/ 2320727 w 4608285"/>
                <a:gd name="csY2" fmla="*/ 406393 h 4148397"/>
                <a:gd name="csX3" fmla="*/ 4437838 w 4608285"/>
                <a:gd name="csY3" fmla="*/ 114872 h 4148397"/>
                <a:gd name="csX4" fmla="*/ 4121204 w 4608285"/>
                <a:gd name="csY4" fmla="*/ 2012304 h 4148397"/>
                <a:gd name="csX5" fmla="*/ 2346163 w 4608285"/>
                <a:gd name="csY5" fmla="*/ 2149669 h 4148397"/>
                <a:gd name="csX6" fmla="*/ 400 w 4608285"/>
                <a:gd name="csY6" fmla="*/ 4148168 h 4148397"/>
                <a:gd name="csX0" fmla="*/ 400 w 4547161"/>
                <a:gd name="csY0" fmla="*/ 4069645 h 4069874"/>
                <a:gd name="csX1" fmla="*/ 2159008 w 4547161"/>
                <a:gd name="csY1" fmla="*/ 1934945 h 4069874"/>
                <a:gd name="csX2" fmla="*/ 2320727 w 4547161"/>
                <a:gd name="csY2" fmla="*/ 327870 h 4069874"/>
                <a:gd name="csX3" fmla="*/ 4437838 w 4547161"/>
                <a:gd name="csY3" fmla="*/ 36349 h 4069874"/>
                <a:gd name="csX4" fmla="*/ 4121204 w 4547161"/>
                <a:gd name="csY4" fmla="*/ 1933781 h 4069874"/>
                <a:gd name="csX5" fmla="*/ 2346163 w 4547161"/>
                <a:gd name="csY5" fmla="*/ 2071146 h 4069874"/>
                <a:gd name="csX6" fmla="*/ 400 w 4547161"/>
                <a:gd name="csY6" fmla="*/ 4069645 h 4069874"/>
                <a:gd name="csX0" fmla="*/ 536 w 3991476"/>
                <a:gd name="csY0" fmla="*/ 3539321 h 3539632"/>
                <a:gd name="csX1" fmla="*/ 1603323 w 3991476"/>
                <a:gd name="csY1" fmla="*/ 1934945 h 3539632"/>
                <a:gd name="csX2" fmla="*/ 1765042 w 3991476"/>
                <a:gd name="csY2" fmla="*/ 327870 h 3539632"/>
                <a:gd name="csX3" fmla="*/ 3882153 w 3991476"/>
                <a:gd name="csY3" fmla="*/ 36349 h 3539632"/>
                <a:gd name="csX4" fmla="*/ 3565519 w 3991476"/>
                <a:gd name="csY4" fmla="*/ 1933781 h 3539632"/>
                <a:gd name="csX5" fmla="*/ 1790478 w 3991476"/>
                <a:gd name="csY5" fmla="*/ 2071146 h 3539632"/>
                <a:gd name="csX6" fmla="*/ 536 w 3991476"/>
                <a:gd name="csY6" fmla="*/ 3539321 h 3539632"/>
                <a:gd name="csX0" fmla="*/ 527 w 4017318"/>
                <a:gd name="csY0" fmla="*/ 3573908 h 3574212"/>
                <a:gd name="csX1" fmla="*/ 1629165 w 4017318"/>
                <a:gd name="csY1" fmla="*/ 1934945 h 3574212"/>
                <a:gd name="csX2" fmla="*/ 1790884 w 4017318"/>
                <a:gd name="csY2" fmla="*/ 327870 h 3574212"/>
                <a:gd name="csX3" fmla="*/ 3907995 w 4017318"/>
                <a:gd name="csY3" fmla="*/ 36349 h 3574212"/>
                <a:gd name="csX4" fmla="*/ 3591361 w 4017318"/>
                <a:gd name="csY4" fmla="*/ 1933781 h 3574212"/>
                <a:gd name="csX5" fmla="*/ 1816320 w 4017318"/>
                <a:gd name="csY5" fmla="*/ 2071146 h 3574212"/>
                <a:gd name="csX6" fmla="*/ 527 w 4017318"/>
                <a:gd name="csY6" fmla="*/ 3573908 h 3574212"/>
                <a:gd name="csX0" fmla="*/ 3641 w 4020432"/>
                <a:gd name="csY0" fmla="*/ 3573908 h 3577567"/>
                <a:gd name="csX1" fmla="*/ 1632279 w 4020432"/>
                <a:gd name="csY1" fmla="*/ 1934945 h 3577567"/>
                <a:gd name="csX2" fmla="*/ 1793998 w 4020432"/>
                <a:gd name="csY2" fmla="*/ 327870 h 3577567"/>
                <a:gd name="csX3" fmla="*/ 3911109 w 4020432"/>
                <a:gd name="csY3" fmla="*/ 36349 h 3577567"/>
                <a:gd name="csX4" fmla="*/ 3594475 w 4020432"/>
                <a:gd name="csY4" fmla="*/ 1933781 h 3577567"/>
                <a:gd name="csX5" fmla="*/ 1819434 w 4020432"/>
                <a:gd name="csY5" fmla="*/ 2071146 h 3577567"/>
                <a:gd name="csX6" fmla="*/ 3641 w 4020432"/>
                <a:gd name="csY6" fmla="*/ 3573908 h 3577567"/>
                <a:gd name="csX0" fmla="*/ 11923 w 4028714"/>
                <a:gd name="csY0" fmla="*/ 3573908 h 3583559"/>
                <a:gd name="csX1" fmla="*/ 1640561 w 4028714"/>
                <a:gd name="csY1" fmla="*/ 1934945 h 3583559"/>
                <a:gd name="csX2" fmla="*/ 1802280 w 4028714"/>
                <a:gd name="csY2" fmla="*/ 327870 h 3583559"/>
                <a:gd name="csX3" fmla="*/ 3919391 w 4028714"/>
                <a:gd name="csY3" fmla="*/ 36349 h 3583559"/>
                <a:gd name="csX4" fmla="*/ 3602757 w 4028714"/>
                <a:gd name="csY4" fmla="*/ 1933781 h 3583559"/>
                <a:gd name="csX5" fmla="*/ 1827716 w 4028714"/>
                <a:gd name="csY5" fmla="*/ 2071146 h 3583559"/>
                <a:gd name="csX6" fmla="*/ 11923 w 4028714"/>
                <a:gd name="csY6" fmla="*/ 3573908 h 3583559"/>
                <a:gd name="csX0" fmla="*/ 1130 w 4017921"/>
                <a:gd name="csY0" fmla="*/ 3573908 h 3577714"/>
                <a:gd name="csX1" fmla="*/ 1629768 w 4017921"/>
                <a:gd name="csY1" fmla="*/ 1934945 h 3577714"/>
                <a:gd name="csX2" fmla="*/ 1791487 w 4017921"/>
                <a:gd name="csY2" fmla="*/ 327870 h 3577714"/>
                <a:gd name="csX3" fmla="*/ 3908598 w 4017921"/>
                <a:gd name="csY3" fmla="*/ 36349 h 3577714"/>
                <a:gd name="csX4" fmla="*/ 3591964 w 4017921"/>
                <a:gd name="csY4" fmla="*/ 1933781 h 3577714"/>
                <a:gd name="csX5" fmla="*/ 1906115 w 4017921"/>
                <a:gd name="csY5" fmla="*/ 2373434 h 3577714"/>
                <a:gd name="csX6" fmla="*/ 1130 w 4017921"/>
                <a:gd name="csY6" fmla="*/ 3573908 h 3577714"/>
                <a:gd name="csX0" fmla="*/ 434 w 4017225"/>
                <a:gd name="csY0" fmla="*/ 3573908 h 3574428"/>
                <a:gd name="csX1" fmla="*/ 1629072 w 4017225"/>
                <a:gd name="csY1" fmla="*/ 1934945 h 3574428"/>
                <a:gd name="csX2" fmla="*/ 1790791 w 4017225"/>
                <a:gd name="csY2" fmla="*/ 327870 h 3574428"/>
                <a:gd name="csX3" fmla="*/ 3907902 w 4017225"/>
                <a:gd name="csY3" fmla="*/ 36349 h 3574428"/>
                <a:gd name="csX4" fmla="*/ 3591268 w 4017225"/>
                <a:gd name="csY4" fmla="*/ 1933781 h 3574428"/>
                <a:gd name="csX5" fmla="*/ 1798394 w 4017225"/>
                <a:gd name="csY5" fmla="*/ 2110926 h 3574428"/>
                <a:gd name="csX6" fmla="*/ 434 w 4017225"/>
                <a:gd name="csY6" fmla="*/ 3573908 h 3574428"/>
                <a:gd name="csX0" fmla="*/ 434 w 4017225"/>
                <a:gd name="csY0" fmla="*/ 3573908 h 3574310"/>
                <a:gd name="csX1" fmla="*/ 1629072 w 4017225"/>
                <a:gd name="csY1" fmla="*/ 1934945 h 3574310"/>
                <a:gd name="csX2" fmla="*/ 1790791 w 4017225"/>
                <a:gd name="csY2" fmla="*/ 327870 h 3574310"/>
                <a:gd name="csX3" fmla="*/ 3907902 w 4017225"/>
                <a:gd name="csY3" fmla="*/ 36349 h 3574310"/>
                <a:gd name="csX4" fmla="*/ 3591268 w 4017225"/>
                <a:gd name="csY4" fmla="*/ 1933781 h 3574310"/>
                <a:gd name="csX5" fmla="*/ 1798394 w 4017225"/>
                <a:gd name="csY5" fmla="*/ 2110926 h 3574310"/>
                <a:gd name="csX6" fmla="*/ 434 w 4017225"/>
                <a:gd name="csY6" fmla="*/ 3573908 h 3574310"/>
                <a:gd name="csX0" fmla="*/ 434 w 4017225"/>
                <a:gd name="csY0" fmla="*/ 3573908 h 3576627"/>
                <a:gd name="csX1" fmla="*/ 1629072 w 4017225"/>
                <a:gd name="csY1" fmla="*/ 1934945 h 3576627"/>
                <a:gd name="csX2" fmla="*/ 1790791 w 4017225"/>
                <a:gd name="csY2" fmla="*/ 327870 h 3576627"/>
                <a:gd name="csX3" fmla="*/ 3907902 w 4017225"/>
                <a:gd name="csY3" fmla="*/ 36349 h 3576627"/>
                <a:gd name="csX4" fmla="*/ 3591268 w 4017225"/>
                <a:gd name="csY4" fmla="*/ 1933781 h 3576627"/>
                <a:gd name="csX5" fmla="*/ 1798395 w 4017225"/>
                <a:gd name="csY5" fmla="*/ 2365482 h 3576627"/>
                <a:gd name="csX6" fmla="*/ 434 w 4017225"/>
                <a:gd name="csY6" fmla="*/ 3573908 h 3576627"/>
                <a:gd name="csX0" fmla="*/ 434 w 4017225"/>
                <a:gd name="csY0" fmla="*/ 3573908 h 3576355"/>
                <a:gd name="csX1" fmla="*/ 1629072 w 4017225"/>
                <a:gd name="csY1" fmla="*/ 1934945 h 3576355"/>
                <a:gd name="csX2" fmla="*/ 1790791 w 4017225"/>
                <a:gd name="csY2" fmla="*/ 327870 h 3576355"/>
                <a:gd name="csX3" fmla="*/ 3907902 w 4017225"/>
                <a:gd name="csY3" fmla="*/ 36349 h 3576355"/>
                <a:gd name="csX4" fmla="*/ 3591268 w 4017225"/>
                <a:gd name="csY4" fmla="*/ 1933781 h 3576355"/>
                <a:gd name="csX5" fmla="*/ 1798395 w 4017225"/>
                <a:gd name="csY5" fmla="*/ 2365482 h 3576355"/>
                <a:gd name="csX6" fmla="*/ 434 w 4017225"/>
                <a:gd name="csY6" fmla="*/ 3573908 h 3576355"/>
                <a:gd name="csX0" fmla="*/ 434 w 4017225"/>
                <a:gd name="csY0" fmla="*/ 3573908 h 3583502"/>
                <a:gd name="csX1" fmla="*/ 1629072 w 4017225"/>
                <a:gd name="csY1" fmla="*/ 1934945 h 3583502"/>
                <a:gd name="csX2" fmla="*/ 1790791 w 4017225"/>
                <a:gd name="csY2" fmla="*/ 327870 h 3583502"/>
                <a:gd name="csX3" fmla="*/ 3907902 w 4017225"/>
                <a:gd name="csY3" fmla="*/ 36349 h 3583502"/>
                <a:gd name="csX4" fmla="*/ 3591268 w 4017225"/>
                <a:gd name="csY4" fmla="*/ 1933781 h 3583502"/>
                <a:gd name="csX5" fmla="*/ 1798396 w 4017225"/>
                <a:gd name="csY5" fmla="*/ 2715497 h 3583502"/>
                <a:gd name="csX6" fmla="*/ 434 w 4017225"/>
                <a:gd name="csY6" fmla="*/ 3573908 h 3583502"/>
                <a:gd name="csX0" fmla="*/ 20204 w 4036995"/>
                <a:gd name="csY0" fmla="*/ 3574326 h 3583563"/>
                <a:gd name="csX1" fmla="*/ 908564 w 4036995"/>
                <a:gd name="csY1" fmla="*/ 1951275 h 3583563"/>
                <a:gd name="csX2" fmla="*/ 1810561 w 4036995"/>
                <a:gd name="csY2" fmla="*/ 328288 h 3583563"/>
                <a:gd name="csX3" fmla="*/ 3927672 w 4036995"/>
                <a:gd name="csY3" fmla="*/ 36767 h 3583563"/>
                <a:gd name="csX4" fmla="*/ 3611038 w 4036995"/>
                <a:gd name="csY4" fmla="*/ 1934199 h 3583563"/>
                <a:gd name="csX5" fmla="*/ 1818166 w 4036995"/>
                <a:gd name="csY5" fmla="*/ 2715915 h 3583563"/>
                <a:gd name="csX6" fmla="*/ 20204 w 4036995"/>
                <a:gd name="csY6" fmla="*/ 3574326 h 3583563"/>
                <a:gd name="csX0" fmla="*/ 12549 w 4029340"/>
                <a:gd name="csY0" fmla="*/ 3574326 h 3583563"/>
                <a:gd name="csX1" fmla="*/ 900909 w 4029340"/>
                <a:gd name="csY1" fmla="*/ 1951275 h 3583563"/>
                <a:gd name="csX2" fmla="*/ 1802906 w 4029340"/>
                <a:gd name="csY2" fmla="*/ 328288 h 3583563"/>
                <a:gd name="csX3" fmla="*/ 3920017 w 4029340"/>
                <a:gd name="csY3" fmla="*/ 36767 h 3583563"/>
                <a:gd name="csX4" fmla="*/ 3603383 w 4029340"/>
                <a:gd name="csY4" fmla="*/ 1934199 h 3583563"/>
                <a:gd name="csX5" fmla="*/ 1810511 w 4029340"/>
                <a:gd name="csY5" fmla="*/ 2715915 h 3583563"/>
                <a:gd name="csX6" fmla="*/ 12549 w 4029340"/>
                <a:gd name="csY6" fmla="*/ 3574326 h 3583563"/>
                <a:gd name="csX0" fmla="*/ 2018 w 4018809"/>
                <a:gd name="csY0" fmla="*/ 3573908 h 3583502"/>
                <a:gd name="csX1" fmla="*/ 1389840 w 4018809"/>
                <a:gd name="csY1" fmla="*/ 1934947 h 3583502"/>
                <a:gd name="csX2" fmla="*/ 1792375 w 4018809"/>
                <a:gd name="csY2" fmla="*/ 327870 h 3583502"/>
                <a:gd name="csX3" fmla="*/ 3909486 w 4018809"/>
                <a:gd name="csY3" fmla="*/ 36349 h 3583502"/>
                <a:gd name="csX4" fmla="*/ 3592852 w 4018809"/>
                <a:gd name="csY4" fmla="*/ 1933781 h 3583502"/>
                <a:gd name="csX5" fmla="*/ 1799980 w 4018809"/>
                <a:gd name="csY5" fmla="*/ 2715497 h 3583502"/>
                <a:gd name="csX6" fmla="*/ 2018 w 4018809"/>
                <a:gd name="csY6" fmla="*/ 3573908 h 3583502"/>
                <a:gd name="csX0" fmla="*/ 2018 w 4018809"/>
                <a:gd name="csY0" fmla="*/ 3573908 h 3575401"/>
                <a:gd name="csX1" fmla="*/ 1389840 w 4018809"/>
                <a:gd name="csY1" fmla="*/ 1934947 h 3575401"/>
                <a:gd name="csX2" fmla="*/ 1792375 w 4018809"/>
                <a:gd name="csY2" fmla="*/ 327870 h 3575401"/>
                <a:gd name="csX3" fmla="*/ 3909486 w 4018809"/>
                <a:gd name="csY3" fmla="*/ 36349 h 3575401"/>
                <a:gd name="csX4" fmla="*/ 3592852 w 4018809"/>
                <a:gd name="csY4" fmla="*/ 1933781 h 3575401"/>
                <a:gd name="csX5" fmla="*/ 1799983 w 4018809"/>
                <a:gd name="csY5" fmla="*/ 2277981 h 3575401"/>
                <a:gd name="csX6" fmla="*/ 2018 w 4018809"/>
                <a:gd name="csY6" fmla="*/ 3573908 h 3575401"/>
                <a:gd name="csX0" fmla="*/ 2279 w 4019070"/>
                <a:gd name="csY0" fmla="*/ 3573908 h 3576883"/>
                <a:gd name="csX1" fmla="*/ 1390101 w 4019070"/>
                <a:gd name="csY1" fmla="*/ 1934947 h 3576883"/>
                <a:gd name="csX2" fmla="*/ 1792636 w 4019070"/>
                <a:gd name="csY2" fmla="*/ 327870 h 3576883"/>
                <a:gd name="csX3" fmla="*/ 3909747 w 4019070"/>
                <a:gd name="csY3" fmla="*/ 36349 h 3576883"/>
                <a:gd name="csX4" fmla="*/ 3593113 w 4019070"/>
                <a:gd name="csY4" fmla="*/ 1933781 h 3576883"/>
                <a:gd name="csX5" fmla="*/ 1827004 w 4019070"/>
                <a:gd name="csY5" fmla="*/ 2405261 h 3576883"/>
                <a:gd name="csX6" fmla="*/ 2279 w 4019070"/>
                <a:gd name="csY6" fmla="*/ 3573908 h 3576883"/>
                <a:gd name="csX0" fmla="*/ 3304 w 4020095"/>
                <a:gd name="csY0" fmla="*/ 3573700 h 3576772"/>
                <a:gd name="csX1" fmla="*/ 1310858 w 4020095"/>
                <a:gd name="csY1" fmla="*/ 1926786 h 3576772"/>
                <a:gd name="csX2" fmla="*/ 1793661 w 4020095"/>
                <a:gd name="csY2" fmla="*/ 327662 h 3576772"/>
                <a:gd name="csX3" fmla="*/ 3910772 w 4020095"/>
                <a:gd name="csY3" fmla="*/ 36141 h 3576772"/>
                <a:gd name="csX4" fmla="*/ 3594138 w 4020095"/>
                <a:gd name="csY4" fmla="*/ 1933573 h 3576772"/>
                <a:gd name="csX5" fmla="*/ 1828029 w 4020095"/>
                <a:gd name="csY5" fmla="*/ 2405053 h 3576772"/>
                <a:gd name="csX6" fmla="*/ 3304 w 4020095"/>
                <a:gd name="csY6" fmla="*/ 3573700 h 3576772"/>
                <a:gd name="csX0" fmla="*/ 3254 w 4020045"/>
                <a:gd name="csY0" fmla="*/ 3573700 h 3576772"/>
                <a:gd name="csX1" fmla="*/ 1310808 w 4020045"/>
                <a:gd name="csY1" fmla="*/ 1926786 h 3576772"/>
                <a:gd name="csX2" fmla="*/ 1793611 w 4020045"/>
                <a:gd name="csY2" fmla="*/ 327662 h 3576772"/>
                <a:gd name="csX3" fmla="*/ 3910722 w 4020045"/>
                <a:gd name="csY3" fmla="*/ 36141 h 3576772"/>
                <a:gd name="csX4" fmla="*/ 3594088 w 4020045"/>
                <a:gd name="csY4" fmla="*/ 1933573 h 3576772"/>
                <a:gd name="csX5" fmla="*/ 1827979 w 4020045"/>
                <a:gd name="csY5" fmla="*/ 2405053 h 3576772"/>
                <a:gd name="csX6" fmla="*/ 3254 w 4020045"/>
                <a:gd name="csY6" fmla="*/ 3573700 h 35767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020045" h="3576772">
                  <a:moveTo>
                    <a:pt x="3254" y="3573700"/>
                  </a:moveTo>
                  <a:cubicBezTo>
                    <a:pt x="-82941" y="3493989"/>
                    <a:pt x="1574310" y="2340515"/>
                    <a:pt x="1310808" y="1926786"/>
                  </a:cubicBezTo>
                  <a:cubicBezTo>
                    <a:pt x="1047306" y="1513057"/>
                    <a:pt x="1360292" y="642769"/>
                    <a:pt x="1793611" y="327662"/>
                  </a:cubicBezTo>
                  <a:cubicBezTo>
                    <a:pt x="2226930" y="12555"/>
                    <a:pt x="3750548" y="-52136"/>
                    <a:pt x="3910722" y="36141"/>
                  </a:cubicBezTo>
                  <a:cubicBezTo>
                    <a:pt x="4070896" y="124418"/>
                    <a:pt x="4120351" y="1358027"/>
                    <a:pt x="3594088" y="1933573"/>
                  </a:cubicBezTo>
                  <a:cubicBezTo>
                    <a:pt x="3171099" y="2391895"/>
                    <a:pt x="2301583" y="2656718"/>
                    <a:pt x="1827979" y="2405053"/>
                  </a:cubicBezTo>
                  <a:cubicBezTo>
                    <a:pt x="1354375" y="2153388"/>
                    <a:pt x="89449" y="3653411"/>
                    <a:pt x="3254" y="3573700"/>
                  </a:cubicBez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1" name="Freeform 1020">
              <a:extLst>
                <a:ext uri="{FF2B5EF4-FFF2-40B4-BE49-F238E27FC236}">
                  <a16:creationId xmlns:a16="http://schemas.microsoft.com/office/drawing/2014/main" id="{7920D5F1-ECC9-D7F4-30DC-648A833C9CAD}"/>
                </a:ext>
              </a:extLst>
            </p:cNvPr>
            <p:cNvSpPr/>
            <p:nvPr userDrawn="1"/>
          </p:nvSpPr>
          <p:spPr>
            <a:xfrm rot="16200000">
              <a:off x="6284575" y="1328730"/>
              <a:ext cx="2615869" cy="2682270"/>
            </a:xfrm>
            <a:custGeom>
              <a:avLst/>
              <a:gdLst>
                <a:gd name="csX0" fmla="*/ 1893 w 3484511"/>
                <a:gd name="csY0" fmla="*/ 3509215 h 3511799"/>
                <a:gd name="csX1" fmla="*/ 1514170 w 3484511"/>
                <a:gd name="csY1" fmla="*/ 1703861 h 3511799"/>
                <a:gd name="csX2" fmla="*/ 2029985 w 3484511"/>
                <a:gd name="csY2" fmla="*/ 226753 h 3511799"/>
                <a:gd name="csX3" fmla="*/ 3378139 w 3484511"/>
                <a:gd name="csY3" fmla="*/ 144692 h 3511799"/>
                <a:gd name="csX4" fmla="*/ 3225739 w 3484511"/>
                <a:gd name="csY4" fmla="*/ 1586630 h 3511799"/>
                <a:gd name="csX5" fmla="*/ 1854139 w 3484511"/>
                <a:gd name="csY5" fmla="*/ 2090723 h 3511799"/>
                <a:gd name="csX6" fmla="*/ 1893 w 3484511"/>
                <a:gd name="csY6" fmla="*/ 3509215 h 3511799"/>
                <a:gd name="csX0" fmla="*/ 1352 w 4094215"/>
                <a:gd name="csY0" fmla="*/ 4103738 h 4105568"/>
                <a:gd name="csX1" fmla="*/ 2123874 w 4094215"/>
                <a:gd name="csY1" fmla="*/ 1703861 h 4105568"/>
                <a:gd name="csX2" fmla="*/ 2639689 w 4094215"/>
                <a:gd name="csY2" fmla="*/ 226753 h 4105568"/>
                <a:gd name="csX3" fmla="*/ 3987843 w 4094215"/>
                <a:gd name="csY3" fmla="*/ 144692 h 4105568"/>
                <a:gd name="csX4" fmla="*/ 3835443 w 4094215"/>
                <a:gd name="csY4" fmla="*/ 1586630 h 4105568"/>
                <a:gd name="csX5" fmla="*/ 2463843 w 4094215"/>
                <a:gd name="csY5" fmla="*/ 2090723 h 4105568"/>
                <a:gd name="csX6" fmla="*/ 1352 w 4094215"/>
                <a:gd name="csY6" fmla="*/ 4103738 h 4105568"/>
                <a:gd name="csX0" fmla="*/ 1978 w 4094841"/>
                <a:gd name="csY0" fmla="*/ 4101966 h 4104114"/>
                <a:gd name="csX1" fmla="*/ 2058783 w 4094841"/>
                <a:gd name="csY1" fmla="*/ 1668597 h 4104114"/>
                <a:gd name="csX2" fmla="*/ 2640315 w 4094841"/>
                <a:gd name="csY2" fmla="*/ 224981 h 4104114"/>
                <a:gd name="csX3" fmla="*/ 3988469 w 4094841"/>
                <a:gd name="csY3" fmla="*/ 142920 h 4104114"/>
                <a:gd name="csX4" fmla="*/ 3836069 w 4094841"/>
                <a:gd name="csY4" fmla="*/ 1584858 h 4104114"/>
                <a:gd name="csX5" fmla="*/ 2464469 w 4094841"/>
                <a:gd name="csY5" fmla="*/ 2088951 h 4104114"/>
                <a:gd name="csX6" fmla="*/ 1978 w 4094841"/>
                <a:gd name="csY6" fmla="*/ 4101966 h 4104114"/>
                <a:gd name="csX0" fmla="*/ 1943 w 4132359"/>
                <a:gd name="csY0" fmla="*/ 3750277 h 3752868"/>
                <a:gd name="csX1" fmla="*/ 2096301 w 4132359"/>
                <a:gd name="csY1" fmla="*/ 1668597 h 3752868"/>
                <a:gd name="csX2" fmla="*/ 2677833 w 4132359"/>
                <a:gd name="csY2" fmla="*/ 224981 h 3752868"/>
                <a:gd name="csX3" fmla="*/ 4025987 w 4132359"/>
                <a:gd name="csY3" fmla="*/ 142920 h 3752868"/>
                <a:gd name="csX4" fmla="*/ 3873587 w 4132359"/>
                <a:gd name="csY4" fmla="*/ 1584858 h 3752868"/>
                <a:gd name="csX5" fmla="*/ 2501987 w 4132359"/>
                <a:gd name="csY5" fmla="*/ 2088951 h 3752868"/>
                <a:gd name="csX6" fmla="*/ 1943 w 4132359"/>
                <a:gd name="csY6" fmla="*/ 3750277 h 3752868"/>
                <a:gd name="csX0" fmla="*/ 7123 w 4137539"/>
                <a:gd name="csY0" fmla="*/ 3776554 h 3776601"/>
                <a:gd name="csX1" fmla="*/ 1782278 w 4137539"/>
                <a:gd name="csY1" fmla="*/ 2163796 h 3776601"/>
                <a:gd name="csX2" fmla="*/ 2683013 w 4137539"/>
                <a:gd name="csY2" fmla="*/ 251258 h 3776601"/>
                <a:gd name="csX3" fmla="*/ 4031167 w 4137539"/>
                <a:gd name="csY3" fmla="*/ 169197 h 3776601"/>
                <a:gd name="csX4" fmla="*/ 3878767 w 4137539"/>
                <a:gd name="csY4" fmla="*/ 1611135 h 3776601"/>
                <a:gd name="csX5" fmla="*/ 2507167 w 4137539"/>
                <a:gd name="csY5" fmla="*/ 2115228 h 3776601"/>
                <a:gd name="csX6" fmla="*/ 7123 w 4137539"/>
                <a:gd name="csY6" fmla="*/ 3776554 h 3776601"/>
                <a:gd name="csX0" fmla="*/ 25 w 4130441"/>
                <a:gd name="csY0" fmla="*/ 3776554 h 3776586"/>
                <a:gd name="csX1" fmla="*/ 1775180 w 4130441"/>
                <a:gd name="csY1" fmla="*/ 2163796 h 3776586"/>
                <a:gd name="csX2" fmla="*/ 2675915 w 4130441"/>
                <a:gd name="csY2" fmla="*/ 251258 h 3776586"/>
                <a:gd name="csX3" fmla="*/ 4024069 w 4130441"/>
                <a:gd name="csY3" fmla="*/ 169197 h 3776586"/>
                <a:gd name="csX4" fmla="*/ 3871669 w 4130441"/>
                <a:gd name="csY4" fmla="*/ 1611135 h 3776586"/>
                <a:gd name="csX5" fmla="*/ 1814719 w 4130441"/>
                <a:gd name="csY5" fmla="*/ 2207339 h 3776586"/>
                <a:gd name="csX6" fmla="*/ 25 w 4130441"/>
                <a:gd name="csY6" fmla="*/ 3776554 h 3776586"/>
                <a:gd name="csX0" fmla="*/ 25 w 4130441"/>
                <a:gd name="csY0" fmla="*/ 3776554 h 3776589"/>
                <a:gd name="csX1" fmla="*/ 1775180 w 4130441"/>
                <a:gd name="csY1" fmla="*/ 2163796 h 3776589"/>
                <a:gd name="csX2" fmla="*/ 2675915 w 4130441"/>
                <a:gd name="csY2" fmla="*/ 251258 h 3776589"/>
                <a:gd name="csX3" fmla="*/ 4024069 w 4130441"/>
                <a:gd name="csY3" fmla="*/ 169197 h 3776589"/>
                <a:gd name="csX4" fmla="*/ 3871669 w 4130441"/>
                <a:gd name="csY4" fmla="*/ 1611135 h 3776589"/>
                <a:gd name="csX5" fmla="*/ 1814719 w 4130441"/>
                <a:gd name="csY5" fmla="*/ 2207339 h 3776589"/>
                <a:gd name="csX6" fmla="*/ 25 w 4130441"/>
                <a:gd name="csY6" fmla="*/ 3776554 h 3776589"/>
                <a:gd name="csX0" fmla="*/ 25 w 3957457"/>
                <a:gd name="csY0" fmla="*/ 3611866 h 3611901"/>
                <a:gd name="csX1" fmla="*/ 1775180 w 3957457"/>
                <a:gd name="csY1" fmla="*/ 1999108 h 3611901"/>
                <a:gd name="csX2" fmla="*/ 2675915 w 3957457"/>
                <a:gd name="csY2" fmla="*/ 86570 h 3611901"/>
                <a:gd name="csX3" fmla="*/ 3554650 w 3957457"/>
                <a:gd name="csY3" fmla="*/ 439934 h 3611901"/>
                <a:gd name="csX4" fmla="*/ 3871669 w 3957457"/>
                <a:gd name="csY4" fmla="*/ 1446447 h 3611901"/>
                <a:gd name="csX5" fmla="*/ 1814719 w 3957457"/>
                <a:gd name="csY5" fmla="*/ 2042651 h 3611901"/>
                <a:gd name="csX6" fmla="*/ 25 w 3957457"/>
                <a:gd name="csY6" fmla="*/ 3611866 h 3611901"/>
                <a:gd name="csX0" fmla="*/ 25 w 3957253"/>
                <a:gd name="csY0" fmla="*/ 3368639 h 3368674"/>
                <a:gd name="csX1" fmla="*/ 1775180 w 3957253"/>
                <a:gd name="csY1" fmla="*/ 1755881 h 3368674"/>
                <a:gd name="csX2" fmla="*/ 2685304 w 3957253"/>
                <a:gd name="csY2" fmla="*/ 144791 h 3368674"/>
                <a:gd name="csX3" fmla="*/ 3554650 w 3957253"/>
                <a:gd name="csY3" fmla="*/ 196707 h 3368674"/>
                <a:gd name="csX4" fmla="*/ 3871669 w 3957253"/>
                <a:gd name="csY4" fmla="*/ 1203220 h 3368674"/>
                <a:gd name="csX5" fmla="*/ 1814719 w 3957253"/>
                <a:gd name="csY5" fmla="*/ 1799424 h 3368674"/>
                <a:gd name="csX6" fmla="*/ 25 w 3957253"/>
                <a:gd name="csY6" fmla="*/ 3368639 h 3368674"/>
                <a:gd name="csX0" fmla="*/ 25 w 3705517"/>
                <a:gd name="csY0" fmla="*/ 3358570 h 3358603"/>
                <a:gd name="csX1" fmla="*/ 1775180 w 3705517"/>
                <a:gd name="csY1" fmla="*/ 1745812 h 3358603"/>
                <a:gd name="csX2" fmla="*/ 2685304 w 3705517"/>
                <a:gd name="csY2" fmla="*/ 134722 h 3358603"/>
                <a:gd name="csX3" fmla="*/ 3554650 w 3705517"/>
                <a:gd name="csY3" fmla="*/ 186638 h 3358603"/>
                <a:gd name="csX4" fmla="*/ 3552464 w 3705517"/>
                <a:gd name="csY4" fmla="*/ 975438 h 3358603"/>
                <a:gd name="csX5" fmla="*/ 1814719 w 3705517"/>
                <a:gd name="csY5" fmla="*/ 1789355 h 3358603"/>
                <a:gd name="csX6" fmla="*/ 25 w 3705517"/>
                <a:gd name="csY6" fmla="*/ 3358570 h 3358603"/>
                <a:gd name="csX0" fmla="*/ 2290 w 3707782"/>
                <a:gd name="csY0" fmla="*/ 3305196 h 3314287"/>
                <a:gd name="csX1" fmla="*/ 2199921 w 3707782"/>
                <a:gd name="csY1" fmla="*/ 955568 h 3314287"/>
                <a:gd name="csX2" fmla="*/ 2687569 w 3707782"/>
                <a:gd name="csY2" fmla="*/ 81348 h 3314287"/>
                <a:gd name="csX3" fmla="*/ 3556915 w 3707782"/>
                <a:gd name="csY3" fmla="*/ 133264 h 3314287"/>
                <a:gd name="csX4" fmla="*/ 3554729 w 3707782"/>
                <a:gd name="csY4" fmla="*/ 922064 h 3314287"/>
                <a:gd name="csX5" fmla="*/ 1816984 w 3707782"/>
                <a:gd name="csY5" fmla="*/ 1735981 h 3314287"/>
                <a:gd name="csX6" fmla="*/ 2290 w 3707782"/>
                <a:gd name="csY6" fmla="*/ 3305196 h 3314287"/>
                <a:gd name="csX0" fmla="*/ 377 w 3705869"/>
                <a:gd name="csY0" fmla="*/ 3305196 h 3313168"/>
                <a:gd name="csX1" fmla="*/ 2198008 w 3705869"/>
                <a:gd name="csY1" fmla="*/ 955568 h 3313168"/>
                <a:gd name="csX2" fmla="*/ 2685656 w 3705869"/>
                <a:gd name="csY2" fmla="*/ 81348 h 3313168"/>
                <a:gd name="csX3" fmla="*/ 3555002 w 3705869"/>
                <a:gd name="csY3" fmla="*/ 133264 h 3313168"/>
                <a:gd name="csX4" fmla="*/ 3552816 w 3705869"/>
                <a:gd name="csY4" fmla="*/ 922064 h 3313168"/>
                <a:gd name="csX5" fmla="*/ 2378375 w 3705869"/>
                <a:gd name="csY5" fmla="*/ 1694113 h 3313168"/>
                <a:gd name="csX6" fmla="*/ 377 w 3705869"/>
                <a:gd name="csY6" fmla="*/ 3305196 h 3313168"/>
                <a:gd name="csX0" fmla="*/ 377 w 3705869"/>
                <a:gd name="csY0" fmla="*/ 3305196 h 3311216"/>
                <a:gd name="csX1" fmla="*/ 2198008 w 3705869"/>
                <a:gd name="csY1" fmla="*/ 955568 h 3311216"/>
                <a:gd name="csX2" fmla="*/ 2685656 w 3705869"/>
                <a:gd name="csY2" fmla="*/ 81348 h 3311216"/>
                <a:gd name="csX3" fmla="*/ 3555002 w 3705869"/>
                <a:gd name="csY3" fmla="*/ 133264 h 3311216"/>
                <a:gd name="csX4" fmla="*/ 3552816 w 3705869"/>
                <a:gd name="csY4" fmla="*/ 922064 h 3311216"/>
                <a:gd name="csX5" fmla="*/ 2378375 w 3705869"/>
                <a:gd name="csY5" fmla="*/ 1694113 h 3311216"/>
                <a:gd name="csX6" fmla="*/ 377 w 3705869"/>
                <a:gd name="csY6" fmla="*/ 3305196 h 3311216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31250"/>
                <a:gd name="csY0" fmla="*/ 3306034 h 3313991"/>
                <a:gd name="csX1" fmla="*/ 2198008 w 4431250"/>
                <a:gd name="csY1" fmla="*/ 956406 h 3313991"/>
                <a:gd name="csX2" fmla="*/ 2685656 w 4431250"/>
                <a:gd name="csY2" fmla="*/ 82186 h 3313991"/>
                <a:gd name="csX3" fmla="*/ 3555002 w 4431250"/>
                <a:gd name="csY3" fmla="*/ 134102 h 3313991"/>
                <a:gd name="csX4" fmla="*/ 4425936 w 4431250"/>
                <a:gd name="csY4" fmla="*/ 939649 h 3313991"/>
                <a:gd name="csX5" fmla="*/ 2378375 w 4431250"/>
                <a:gd name="csY5" fmla="*/ 1694951 h 3313991"/>
                <a:gd name="csX6" fmla="*/ 377 w 4431250"/>
                <a:gd name="csY6" fmla="*/ 3306034 h 3313991"/>
                <a:gd name="csX0" fmla="*/ 377 w 4425936"/>
                <a:gd name="csY0" fmla="*/ 3306034 h 3313991"/>
                <a:gd name="csX1" fmla="*/ 2198008 w 4425936"/>
                <a:gd name="csY1" fmla="*/ 956406 h 3313991"/>
                <a:gd name="csX2" fmla="*/ 2685656 w 4425936"/>
                <a:gd name="csY2" fmla="*/ 82186 h 3313991"/>
                <a:gd name="csX3" fmla="*/ 3555002 w 4425936"/>
                <a:gd name="csY3" fmla="*/ 134102 h 3313991"/>
                <a:gd name="csX4" fmla="*/ 4425936 w 4425936"/>
                <a:gd name="csY4" fmla="*/ 939649 h 3313991"/>
                <a:gd name="csX5" fmla="*/ 2378375 w 4425936"/>
                <a:gd name="csY5" fmla="*/ 1694951 h 3313991"/>
                <a:gd name="csX6" fmla="*/ 377 w 4425936"/>
                <a:gd name="csY6" fmla="*/ 3306034 h 3313991"/>
                <a:gd name="csX0" fmla="*/ 377 w 4472878"/>
                <a:gd name="csY0" fmla="*/ 3303952 h 3311947"/>
                <a:gd name="csX1" fmla="*/ 2198008 w 4472878"/>
                <a:gd name="csY1" fmla="*/ 954324 h 3311947"/>
                <a:gd name="csX2" fmla="*/ 2685656 w 4472878"/>
                <a:gd name="csY2" fmla="*/ 80104 h 3311947"/>
                <a:gd name="csX3" fmla="*/ 3555002 w 4472878"/>
                <a:gd name="csY3" fmla="*/ 132020 h 3311947"/>
                <a:gd name="csX4" fmla="*/ 4472878 w 4472878"/>
                <a:gd name="csY4" fmla="*/ 895700 h 3311947"/>
                <a:gd name="csX5" fmla="*/ 2378375 w 4472878"/>
                <a:gd name="csY5" fmla="*/ 1692869 h 3311947"/>
                <a:gd name="csX6" fmla="*/ 377 w 4472878"/>
                <a:gd name="csY6" fmla="*/ 3303952 h 3311947"/>
                <a:gd name="csX0" fmla="*/ 377 w 4472878"/>
                <a:gd name="csY0" fmla="*/ 3489034 h 3497029"/>
                <a:gd name="csX1" fmla="*/ 2198008 w 4472878"/>
                <a:gd name="csY1" fmla="*/ 1139406 h 3497029"/>
                <a:gd name="csX2" fmla="*/ 2685656 w 4472878"/>
                <a:gd name="csY2" fmla="*/ 265186 h 3497029"/>
                <a:gd name="csX3" fmla="*/ 3742770 w 4472878"/>
                <a:gd name="csY3" fmla="*/ 49148 h 3497029"/>
                <a:gd name="csX4" fmla="*/ 4472878 w 4472878"/>
                <a:gd name="csY4" fmla="*/ 1080782 h 3497029"/>
                <a:gd name="csX5" fmla="*/ 2378375 w 4472878"/>
                <a:gd name="csY5" fmla="*/ 1877951 h 3497029"/>
                <a:gd name="csX6" fmla="*/ 377 w 4472878"/>
                <a:gd name="csY6" fmla="*/ 3489034 h 3497029"/>
                <a:gd name="csX0" fmla="*/ 377 w 4482266"/>
                <a:gd name="csY0" fmla="*/ 3489034 h 3497029"/>
                <a:gd name="csX1" fmla="*/ 2198008 w 4482266"/>
                <a:gd name="csY1" fmla="*/ 1139406 h 3497029"/>
                <a:gd name="csX2" fmla="*/ 2685656 w 4482266"/>
                <a:gd name="csY2" fmla="*/ 265186 h 3497029"/>
                <a:gd name="csX3" fmla="*/ 3742770 w 4482266"/>
                <a:gd name="csY3" fmla="*/ 49148 h 3497029"/>
                <a:gd name="csX4" fmla="*/ 4482266 w 4482266"/>
                <a:gd name="csY4" fmla="*/ 1080782 h 3497029"/>
                <a:gd name="csX5" fmla="*/ 2378375 w 4482266"/>
                <a:gd name="csY5" fmla="*/ 1877951 h 3497029"/>
                <a:gd name="csX6" fmla="*/ 377 w 4482266"/>
                <a:gd name="csY6" fmla="*/ 3489034 h 3497029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10188 w 4492077"/>
                <a:gd name="csY0" fmla="*/ 3488052 h 3497366"/>
                <a:gd name="csX1" fmla="*/ 1804118 w 4492077"/>
                <a:gd name="csY1" fmla="*/ 1096559 h 3497366"/>
                <a:gd name="csX2" fmla="*/ 2695467 w 4492077"/>
                <a:gd name="csY2" fmla="*/ 264204 h 3497366"/>
                <a:gd name="csX3" fmla="*/ 3752581 w 4492077"/>
                <a:gd name="csY3" fmla="*/ 48166 h 3497366"/>
                <a:gd name="csX4" fmla="*/ 4492077 w 4492077"/>
                <a:gd name="csY4" fmla="*/ 1079800 h 3497366"/>
                <a:gd name="csX5" fmla="*/ 2688616 w 4492077"/>
                <a:gd name="csY5" fmla="*/ 1893718 h 3497366"/>
                <a:gd name="csX6" fmla="*/ 10188 w 4492077"/>
                <a:gd name="csY6" fmla="*/ 3488052 h 3497366"/>
                <a:gd name="csX0" fmla="*/ 10188 w 4492077"/>
                <a:gd name="csY0" fmla="*/ 3488052 h 3500595"/>
                <a:gd name="csX1" fmla="*/ 1804118 w 4492077"/>
                <a:gd name="csY1" fmla="*/ 1096559 h 3500595"/>
                <a:gd name="csX2" fmla="*/ 2695467 w 4492077"/>
                <a:gd name="csY2" fmla="*/ 264204 h 3500595"/>
                <a:gd name="csX3" fmla="*/ 3752581 w 4492077"/>
                <a:gd name="csY3" fmla="*/ 48166 h 3500595"/>
                <a:gd name="csX4" fmla="*/ 4492077 w 4492077"/>
                <a:gd name="csY4" fmla="*/ 1079800 h 3500595"/>
                <a:gd name="csX5" fmla="*/ 2688616 w 4492077"/>
                <a:gd name="csY5" fmla="*/ 1893718 h 3500595"/>
                <a:gd name="csX6" fmla="*/ 10188 w 4492077"/>
                <a:gd name="csY6" fmla="*/ 3488052 h 3500595"/>
                <a:gd name="csX0" fmla="*/ 10188 w 4492077"/>
                <a:gd name="csY0" fmla="*/ 3488052 h 3500888"/>
                <a:gd name="csX1" fmla="*/ 1804118 w 4492077"/>
                <a:gd name="csY1" fmla="*/ 1096559 h 3500888"/>
                <a:gd name="csX2" fmla="*/ 2695467 w 4492077"/>
                <a:gd name="csY2" fmla="*/ 264204 h 3500888"/>
                <a:gd name="csX3" fmla="*/ 3752581 w 4492077"/>
                <a:gd name="csY3" fmla="*/ 48166 h 3500888"/>
                <a:gd name="csX4" fmla="*/ 4492077 w 4492077"/>
                <a:gd name="csY4" fmla="*/ 1079800 h 3500888"/>
                <a:gd name="csX5" fmla="*/ 2688616 w 4492077"/>
                <a:gd name="csY5" fmla="*/ 1893718 h 3500888"/>
                <a:gd name="csX6" fmla="*/ 10188 w 4492077"/>
                <a:gd name="csY6" fmla="*/ 3488052 h 3500888"/>
                <a:gd name="csX0" fmla="*/ 27731 w 3289130"/>
                <a:gd name="csY0" fmla="*/ 2449732 h 2473361"/>
                <a:gd name="csX1" fmla="*/ 601171 w 3289130"/>
                <a:gd name="csY1" fmla="*/ 1096559 h 2473361"/>
                <a:gd name="csX2" fmla="*/ 1492520 w 3289130"/>
                <a:gd name="csY2" fmla="*/ 264204 h 2473361"/>
                <a:gd name="csX3" fmla="*/ 2549634 w 3289130"/>
                <a:gd name="csY3" fmla="*/ 48166 h 2473361"/>
                <a:gd name="csX4" fmla="*/ 3289130 w 3289130"/>
                <a:gd name="csY4" fmla="*/ 1079800 h 2473361"/>
                <a:gd name="csX5" fmla="*/ 1485669 w 3289130"/>
                <a:gd name="csY5" fmla="*/ 1893718 h 2473361"/>
                <a:gd name="csX6" fmla="*/ 27731 w 3289130"/>
                <a:gd name="csY6" fmla="*/ 2449732 h 2473361"/>
                <a:gd name="csX0" fmla="*/ 367 w 3261766"/>
                <a:gd name="csY0" fmla="*/ 2449732 h 2449966"/>
                <a:gd name="csX1" fmla="*/ 573807 w 3261766"/>
                <a:gd name="csY1" fmla="*/ 1096559 h 2449966"/>
                <a:gd name="csX2" fmla="*/ 1465156 w 3261766"/>
                <a:gd name="csY2" fmla="*/ 264204 h 2449966"/>
                <a:gd name="csX3" fmla="*/ 2522270 w 3261766"/>
                <a:gd name="csY3" fmla="*/ 48166 h 2449966"/>
                <a:gd name="csX4" fmla="*/ 3261766 w 3261766"/>
                <a:gd name="csY4" fmla="*/ 1079800 h 2449966"/>
                <a:gd name="csX5" fmla="*/ 1458305 w 3261766"/>
                <a:gd name="csY5" fmla="*/ 1893718 h 2449966"/>
                <a:gd name="csX6" fmla="*/ 367 w 3261766"/>
                <a:gd name="csY6" fmla="*/ 2449732 h 2449966"/>
                <a:gd name="csX0" fmla="*/ 62959 w 3324358"/>
                <a:gd name="csY0" fmla="*/ 2449732 h 2487147"/>
                <a:gd name="csX1" fmla="*/ 636399 w 3324358"/>
                <a:gd name="csY1" fmla="*/ 1096559 h 2487147"/>
                <a:gd name="csX2" fmla="*/ 1527748 w 3324358"/>
                <a:gd name="csY2" fmla="*/ 264204 h 2487147"/>
                <a:gd name="csX3" fmla="*/ 2584862 w 3324358"/>
                <a:gd name="csY3" fmla="*/ 48166 h 2487147"/>
                <a:gd name="csX4" fmla="*/ 3324358 w 3324358"/>
                <a:gd name="csY4" fmla="*/ 1079800 h 2487147"/>
                <a:gd name="csX5" fmla="*/ 1520897 w 3324358"/>
                <a:gd name="csY5" fmla="*/ 1893718 h 2487147"/>
                <a:gd name="csX6" fmla="*/ 62959 w 3324358"/>
                <a:gd name="csY6" fmla="*/ 2449732 h 2487147"/>
                <a:gd name="csX0" fmla="*/ 38478 w 4482813"/>
                <a:gd name="csY0" fmla="*/ 3496425 h 3519813"/>
                <a:gd name="csX1" fmla="*/ 1794854 w 4482813"/>
                <a:gd name="csY1" fmla="*/ 1096559 h 3519813"/>
                <a:gd name="csX2" fmla="*/ 2686203 w 4482813"/>
                <a:gd name="csY2" fmla="*/ 264204 h 3519813"/>
                <a:gd name="csX3" fmla="*/ 3743317 w 4482813"/>
                <a:gd name="csY3" fmla="*/ 48166 h 3519813"/>
                <a:gd name="csX4" fmla="*/ 4482813 w 4482813"/>
                <a:gd name="csY4" fmla="*/ 1079800 h 3519813"/>
                <a:gd name="csX5" fmla="*/ 2679352 w 4482813"/>
                <a:gd name="csY5" fmla="*/ 1893718 h 3519813"/>
                <a:gd name="csX6" fmla="*/ 38478 w 4482813"/>
                <a:gd name="csY6" fmla="*/ 3496425 h 3519813"/>
                <a:gd name="csX0" fmla="*/ 9071 w 4453406"/>
                <a:gd name="csY0" fmla="*/ 3496425 h 3510301"/>
                <a:gd name="csX1" fmla="*/ 1765447 w 4453406"/>
                <a:gd name="csY1" fmla="*/ 1096559 h 3510301"/>
                <a:gd name="csX2" fmla="*/ 2656796 w 4453406"/>
                <a:gd name="csY2" fmla="*/ 264204 h 3510301"/>
                <a:gd name="csX3" fmla="*/ 3713910 w 4453406"/>
                <a:gd name="csY3" fmla="*/ 48166 h 3510301"/>
                <a:gd name="csX4" fmla="*/ 4453406 w 4453406"/>
                <a:gd name="csY4" fmla="*/ 1079800 h 3510301"/>
                <a:gd name="csX5" fmla="*/ 2649945 w 4453406"/>
                <a:gd name="csY5" fmla="*/ 1893718 h 3510301"/>
                <a:gd name="csX6" fmla="*/ 9071 w 4453406"/>
                <a:gd name="csY6" fmla="*/ 3496425 h 3510301"/>
                <a:gd name="csX0" fmla="*/ 9071 w 4453406"/>
                <a:gd name="csY0" fmla="*/ 3496425 h 3512169"/>
                <a:gd name="csX1" fmla="*/ 1765447 w 4453406"/>
                <a:gd name="csY1" fmla="*/ 1096559 h 3512169"/>
                <a:gd name="csX2" fmla="*/ 2656796 w 4453406"/>
                <a:gd name="csY2" fmla="*/ 264204 h 3512169"/>
                <a:gd name="csX3" fmla="*/ 3713910 w 4453406"/>
                <a:gd name="csY3" fmla="*/ 48166 h 3512169"/>
                <a:gd name="csX4" fmla="*/ 4453406 w 4453406"/>
                <a:gd name="csY4" fmla="*/ 1079800 h 3512169"/>
                <a:gd name="csX5" fmla="*/ 2649945 w 4453406"/>
                <a:gd name="csY5" fmla="*/ 1893718 h 3512169"/>
                <a:gd name="csX6" fmla="*/ 9071 w 4453406"/>
                <a:gd name="csY6" fmla="*/ 3496425 h 3512169"/>
                <a:gd name="csX0" fmla="*/ 9640 w 4453975"/>
                <a:gd name="csY0" fmla="*/ 3496425 h 3512169"/>
                <a:gd name="csX1" fmla="*/ 1766016 w 4453975"/>
                <a:gd name="csY1" fmla="*/ 1096559 h 3512169"/>
                <a:gd name="csX2" fmla="*/ 2657365 w 4453975"/>
                <a:gd name="csY2" fmla="*/ 264204 h 3512169"/>
                <a:gd name="csX3" fmla="*/ 3714479 w 4453975"/>
                <a:gd name="csY3" fmla="*/ 48166 h 3512169"/>
                <a:gd name="csX4" fmla="*/ 4453975 w 4453975"/>
                <a:gd name="csY4" fmla="*/ 1079800 h 3512169"/>
                <a:gd name="csX5" fmla="*/ 2650514 w 4453975"/>
                <a:gd name="csY5" fmla="*/ 1893718 h 3512169"/>
                <a:gd name="csX6" fmla="*/ 9640 w 4453975"/>
                <a:gd name="csY6" fmla="*/ 3496425 h 3512169"/>
                <a:gd name="csX0" fmla="*/ 9640 w 4453975"/>
                <a:gd name="csY0" fmla="*/ 3993467 h 4008123"/>
                <a:gd name="csX1" fmla="*/ 1766016 w 4453975"/>
                <a:gd name="csY1" fmla="*/ 1593601 h 4008123"/>
                <a:gd name="csX2" fmla="*/ 2601034 w 4453975"/>
                <a:gd name="csY2" fmla="*/ 41122 h 4008123"/>
                <a:gd name="csX3" fmla="*/ 3714479 w 4453975"/>
                <a:gd name="csY3" fmla="*/ 545208 h 4008123"/>
                <a:gd name="csX4" fmla="*/ 4453975 w 4453975"/>
                <a:gd name="csY4" fmla="*/ 1576842 h 4008123"/>
                <a:gd name="csX5" fmla="*/ 2650514 w 4453975"/>
                <a:gd name="csY5" fmla="*/ 2390760 h 4008123"/>
                <a:gd name="csX6" fmla="*/ 9640 w 4453975"/>
                <a:gd name="csY6" fmla="*/ 3993467 h 4008123"/>
                <a:gd name="csX0" fmla="*/ 9640 w 4453975"/>
                <a:gd name="csY0" fmla="*/ 3952894 h 3967550"/>
                <a:gd name="csX1" fmla="*/ 1766016 w 4453975"/>
                <a:gd name="csY1" fmla="*/ 1553028 h 3967550"/>
                <a:gd name="csX2" fmla="*/ 2601034 w 4453975"/>
                <a:gd name="csY2" fmla="*/ 549 h 3967550"/>
                <a:gd name="csX3" fmla="*/ 3714479 w 4453975"/>
                <a:gd name="csY3" fmla="*/ 504635 h 3967550"/>
                <a:gd name="csX4" fmla="*/ 4453975 w 4453975"/>
                <a:gd name="csY4" fmla="*/ 1536269 h 3967550"/>
                <a:gd name="csX5" fmla="*/ 2650514 w 4453975"/>
                <a:gd name="csY5" fmla="*/ 2350187 h 3967550"/>
                <a:gd name="csX6" fmla="*/ 9640 w 4453975"/>
                <a:gd name="csY6" fmla="*/ 3952894 h 3967550"/>
                <a:gd name="csX0" fmla="*/ 9640 w 4453975"/>
                <a:gd name="csY0" fmla="*/ 3952971 h 3968477"/>
                <a:gd name="csX1" fmla="*/ 1766016 w 4453975"/>
                <a:gd name="csY1" fmla="*/ 1553105 h 3968477"/>
                <a:gd name="csX2" fmla="*/ 2601034 w 4453975"/>
                <a:gd name="csY2" fmla="*/ 626 h 3968477"/>
                <a:gd name="csX3" fmla="*/ 3714479 w 4453975"/>
                <a:gd name="csY3" fmla="*/ 504712 h 3968477"/>
                <a:gd name="csX4" fmla="*/ 4453975 w 4453975"/>
                <a:gd name="csY4" fmla="*/ 1536346 h 3968477"/>
                <a:gd name="csX5" fmla="*/ 2650514 w 4453975"/>
                <a:gd name="csY5" fmla="*/ 2350264 h 3968477"/>
                <a:gd name="csX6" fmla="*/ 9640 w 4453975"/>
                <a:gd name="csY6" fmla="*/ 3952971 h 3968477"/>
                <a:gd name="csX0" fmla="*/ 9640 w 4517542"/>
                <a:gd name="csY0" fmla="*/ 4153948 h 4169453"/>
                <a:gd name="csX1" fmla="*/ 1766016 w 4517542"/>
                <a:gd name="csY1" fmla="*/ 1754082 h 4169453"/>
                <a:gd name="csX2" fmla="*/ 2601034 w 4517542"/>
                <a:gd name="csY2" fmla="*/ 201603 h 4169453"/>
                <a:gd name="csX3" fmla="*/ 4390442 w 4517542"/>
                <a:gd name="csY3" fmla="*/ 186529 h 4169453"/>
                <a:gd name="csX4" fmla="*/ 4453975 w 4517542"/>
                <a:gd name="csY4" fmla="*/ 1737323 h 4169453"/>
                <a:gd name="csX5" fmla="*/ 2650514 w 4517542"/>
                <a:gd name="csY5" fmla="*/ 2551241 h 4169453"/>
                <a:gd name="csX6" fmla="*/ 9640 w 4517542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719798"/>
                <a:gd name="csY0" fmla="*/ 4153948 h 4169453"/>
                <a:gd name="csX1" fmla="*/ 1766016 w 4719798"/>
                <a:gd name="csY1" fmla="*/ 1754082 h 4169453"/>
                <a:gd name="csX2" fmla="*/ 2601034 w 4719798"/>
                <a:gd name="csY2" fmla="*/ 201603 h 4169453"/>
                <a:gd name="csX3" fmla="*/ 4390442 w 4719798"/>
                <a:gd name="csY3" fmla="*/ 186529 h 4169453"/>
                <a:gd name="csX4" fmla="*/ 4453975 w 4719798"/>
                <a:gd name="csY4" fmla="*/ 1737323 h 4169453"/>
                <a:gd name="csX5" fmla="*/ 2650514 w 4719798"/>
                <a:gd name="csY5" fmla="*/ 2551241 h 4169453"/>
                <a:gd name="csX6" fmla="*/ 9640 w 4719798"/>
                <a:gd name="csY6" fmla="*/ 4153948 h 4169453"/>
                <a:gd name="csX0" fmla="*/ 9640 w 4684091"/>
                <a:gd name="csY0" fmla="*/ 4153948 h 4169453"/>
                <a:gd name="csX1" fmla="*/ 1766016 w 4684091"/>
                <a:gd name="csY1" fmla="*/ 1754082 h 4169453"/>
                <a:gd name="csX2" fmla="*/ 2601034 w 4684091"/>
                <a:gd name="csY2" fmla="*/ 201603 h 4169453"/>
                <a:gd name="csX3" fmla="*/ 4390442 w 4684091"/>
                <a:gd name="csY3" fmla="*/ 186529 h 4169453"/>
                <a:gd name="csX4" fmla="*/ 4453975 w 4684091"/>
                <a:gd name="csY4" fmla="*/ 1737323 h 4169453"/>
                <a:gd name="csX5" fmla="*/ 2650514 w 4684091"/>
                <a:gd name="csY5" fmla="*/ 2551241 h 4169453"/>
                <a:gd name="csX6" fmla="*/ 9640 w 4684091"/>
                <a:gd name="csY6" fmla="*/ 4153948 h 4169453"/>
                <a:gd name="csX0" fmla="*/ 9640 w 4747938"/>
                <a:gd name="csY0" fmla="*/ 4153948 h 4169453"/>
                <a:gd name="csX1" fmla="*/ 1766016 w 4747938"/>
                <a:gd name="csY1" fmla="*/ 1754082 h 4169453"/>
                <a:gd name="csX2" fmla="*/ 2601034 w 4747938"/>
                <a:gd name="csY2" fmla="*/ 201603 h 4169453"/>
                <a:gd name="csX3" fmla="*/ 4390442 w 4747938"/>
                <a:gd name="csY3" fmla="*/ 186529 h 4169453"/>
                <a:gd name="csX4" fmla="*/ 4453975 w 4747938"/>
                <a:gd name="csY4" fmla="*/ 1737323 h 4169453"/>
                <a:gd name="csX5" fmla="*/ 2650514 w 4747938"/>
                <a:gd name="csY5" fmla="*/ 2551241 h 4169453"/>
                <a:gd name="csX6" fmla="*/ 9640 w 4747938"/>
                <a:gd name="csY6" fmla="*/ 4153948 h 4169453"/>
                <a:gd name="csX0" fmla="*/ 9640 w 4747938"/>
                <a:gd name="csY0" fmla="*/ 4205765 h 4221270"/>
                <a:gd name="csX1" fmla="*/ 1766016 w 4747938"/>
                <a:gd name="csY1" fmla="*/ 1805899 h 4221270"/>
                <a:gd name="csX2" fmla="*/ 2601034 w 4747938"/>
                <a:gd name="csY2" fmla="*/ 253420 h 4221270"/>
                <a:gd name="csX3" fmla="*/ 4390442 w 4747938"/>
                <a:gd name="csY3" fmla="*/ 238346 h 4221270"/>
                <a:gd name="csX4" fmla="*/ 4453975 w 4747938"/>
                <a:gd name="csY4" fmla="*/ 1789140 h 4221270"/>
                <a:gd name="csX5" fmla="*/ 2650514 w 4747938"/>
                <a:gd name="csY5" fmla="*/ 2603058 h 4221270"/>
                <a:gd name="csX6" fmla="*/ 9640 w 4747938"/>
                <a:gd name="csY6" fmla="*/ 4205765 h 4221270"/>
                <a:gd name="csX0" fmla="*/ 9640 w 4769359"/>
                <a:gd name="csY0" fmla="*/ 4189897 h 4205402"/>
                <a:gd name="csX1" fmla="*/ 1766016 w 4769359"/>
                <a:gd name="csY1" fmla="*/ 1790031 h 4205402"/>
                <a:gd name="csX2" fmla="*/ 2601034 w 4769359"/>
                <a:gd name="csY2" fmla="*/ 237552 h 4205402"/>
                <a:gd name="csX3" fmla="*/ 4446772 w 4769359"/>
                <a:gd name="csY3" fmla="*/ 163863 h 4205402"/>
                <a:gd name="csX4" fmla="*/ 4453975 w 4769359"/>
                <a:gd name="csY4" fmla="*/ 1773272 h 4205402"/>
                <a:gd name="csX5" fmla="*/ 2650514 w 4769359"/>
                <a:gd name="csY5" fmla="*/ 2587190 h 4205402"/>
                <a:gd name="csX6" fmla="*/ 9640 w 4769359"/>
                <a:gd name="csY6" fmla="*/ 4189897 h 4205402"/>
                <a:gd name="csX0" fmla="*/ 9640 w 4747938"/>
                <a:gd name="csY0" fmla="*/ 4212142 h 4227647"/>
                <a:gd name="csX1" fmla="*/ 1766016 w 4747938"/>
                <a:gd name="csY1" fmla="*/ 1812276 h 4227647"/>
                <a:gd name="csX2" fmla="*/ 2601034 w 4747938"/>
                <a:gd name="csY2" fmla="*/ 259797 h 4227647"/>
                <a:gd name="csX3" fmla="*/ 4390441 w 4747938"/>
                <a:gd name="csY3" fmla="*/ 152614 h 4227647"/>
                <a:gd name="csX4" fmla="*/ 4453975 w 4747938"/>
                <a:gd name="csY4" fmla="*/ 1795517 h 4227647"/>
                <a:gd name="csX5" fmla="*/ 2650514 w 4747938"/>
                <a:gd name="csY5" fmla="*/ 2609435 h 4227647"/>
                <a:gd name="csX6" fmla="*/ 9640 w 4747938"/>
                <a:gd name="csY6" fmla="*/ 4212142 h 4227647"/>
                <a:gd name="csX0" fmla="*/ 8567 w 4746865"/>
                <a:gd name="csY0" fmla="*/ 4212143 h 4219435"/>
                <a:gd name="csX1" fmla="*/ 1745271 w 4746865"/>
                <a:gd name="csY1" fmla="*/ 1812279 h 4219435"/>
                <a:gd name="csX2" fmla="*/ 2599961 w 4746865"/>
                <a:gd name="csY2" fmla="*/ 259798 h 4219435"/>
                <a:gd name="csX3" fmla="*/ 4389368 w 4746865"/>
                <a:gd name="csY3" fmla="*/ 152615 h 4219435"/>
                <a:gd name="csX4" fmla="*/ 4452902 w 4746865"/>
                <a:gd name="csY4" fmla="*/ 1795518 h 4219435"/>
                <a:gd name="csX5" fmla="*/ 2649441 w 4746865"/>
                <a:gd name="csY5" fmla="*/ 2609436 h 4219435"/>
                <a:gd name="csX6" fmla="*/ 8567 w 4746865"/>
                <a:gd name="csY6" fmla="*/ 4212143 h 4219435"/>
                <a:gd name="csX0" fmla="*/ 8451 w 4746749"/>
                <a:gd name="csY0" fmla="*/ 4212143 h 4219813"/>
                <a:gd name="csX1" fmla="*/ 1745155 w 4746749"/>
                <a:gd name="csY1" fmla="*/ 1812279 h 4219813"/>
                <a:gd name="csX2" fmla="*/ 2599845 w 4746749"/>
                <a:gd name="csY2" fmla="*/ 259798 h 4219813"/>
                <a:gd name="csX3" fmla="*/ 4389252 w 4746749"/>
                <a:gd name="csY3" fmla="*/ 152615 h 4219813"/>
                <a:gd name="csX4" fmla="*/ 4452786 w 4746749"/>
                <a:gd name="csY4" fmla="*/ 1795518 h 4219813"/>
                <a:gd name="csX5" fmla="*/ 2642769 w 4746749"/>
                <a:gd name="csY5" fmla="*/ 2626986 h 4219813"/>
                <a:gd name="csX6" fmla="*/ 8451 w 4746749"/>
                <a:gd name="csY6" fmla="*/ 4212143 h 4219813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594 w 4746892"/>
                <a:gd name="csY0" fmla="*/ 4213311 h 4220527"/>
                <a:gd name="csX1" fmla="*/ 1738740 w 4746892"/>
                <a:gd name="csY1" fmla="*/ 1836843 h 4220527"/>
                <a:gd name="csX2" fmla="*/ 2599988 w 4746892"/>
                <a:gd name="csY2" fmla="*/ 260966 h 4220527"/>
                <a:gd name="csX3" fmla="*/ 4389395 w 4746892"/>
                <a:gd name="csY3" fmla="*/ 153783 h 4220527"/>
                <a:gd name="csX4" fmla="*/ 4452929 w 4746892"/>
                <a:gd name="csY4" fmla="*/ 1796686 h 4220527"/>
                <a:gd name="csX5" fmla="*/ 2642912 w 4746892"/>
                <a:gd name="csY5" fmla="*/ 2628154 h 4220527"/>
                <a:gd name="csX6" fmla="*/ 8594 w 4746892"/>
                <a:gd name="csY6" fmla="*/ 4213311 h 4220527"/>
                <a:gd name="csX0" fmla="*/ 8594 w 4693867"/>
                <a:gd name="csY0" fmla="*/ 4136922 h 4144138"/>
                <a:gd name="csX1" fmla="*/ 1738740 w 4693867"/>
                <a:gd name="csY1" fmla="*/ 1760454 h 4144138"/>
                <a:gd name="csX2" fmla="*/ 2599988 w 4693867"/>
                <a:gd name="csY2" fmla="*/ 184577 h 4144138"/>
                <a:gd name="csX3" fmla="*/ 4389395 w 4693867"/>
                <a:gd name="csY3" fmla="*/ 77394 h 4144138"/>
                <a:gd name="csX4" fmla="*/ 4452929 w 4693867"/>
                <a:gd name="csY4" fmla="*/ 1720297 h 4144138"/>
                <a:gd name="csX5" fmla="*/ 2642912 w 4693867"/>
                <a:gd name="csY5" fmla="*/ 2551765 h 4144138"/>
                <a:gd name="csX6" fmla="*/ 8594 w 4693867"/>
                <a:gd name="csY6" fmla="*/ 4136922 h 4144138"/>
                <a:gd name="csX0" fmla="*/ 8594 w 4699247"/>
                <a:gd name="csY0" fmla="*/ 4098901 h 4106117"/>
                <a:gd name="csX1" fmla="*/ 1738740 w 4699247"/>
                <a:gd name="csY1" fmla="*/ 1722433 h 4106117"/>
                <a:gd name="csX2" fmla="*/ 2599988 w 4699247"/>
                <a:gd name="csY2" fmla="*/ 146556 h 4106117"/>
                <a:gd name="csX3" fmla="*/ 4409070 w 4699247"/>
                <a:gd name="csY3" fmla="*/ 115412 h 4106117"/>
                <a:gd name="csX4" fmla="*/ 4452929 w 4699247"/>
                <a:gd name="csY4" fmla="*/ 1682276 h 4106117"/>
                <a:gd name="csX5" fmla="*/ 2642912 w 4699247"/>
                <a:gd name="csY5" fmla="*/ 2513744 h 4106117"/>
                <a:gd name="csX6" fmla="*/ 8594 w 4699247"/>
                <a:gd name="csY6" fmla="*/ 4098901 h 4106117"/>
                <a:gd name="csX0" fmla="*/ 8594 w 4703971"/>
                <a:gd name="csY0" fmla="*/ 4107920 h 4115136"/>
                <a:gd name="csX1" fmla="*/ 1738740 w 4703971"/>
                <a:gd name="csY1" fmla="*/ 1731452 h 4115136"/>
                <a:gd name="csX2" fmla="*/ 2599988 w 4703971"/>
                <a:gd name="csY2" fmla="*/ 155575 h 4115136"/>
                <a:gd name="csX3" fmla="*/ 4409070 w 4703971"/>
                <a:gd name="csY3" fmla="*/ 124431 h 4115136"/>
                <a:gd name="csX4" fmla="*/ 4452929 w 4703971"/>
                <a:gd name="csY4" fmla="*/ 1691295 h 4115136"/>
                <a:gd name="csX5" fmla="*/ 2642912 w 4703971"/>
                <a:gd name="csY5" fmla="*/ 2522763 h 4115136"/>
                <a:gd name="csX6" fmla="*/ 8594 w 4703971"/>
                <a:gd name="csY6" fmla="*/ 4107920 h 4115136"/>
                <a:gd name="csX0" fmla="*/ 8594 w 4703971"/>
                <a:gd name="csY0" fmla="*/ 4195888 h 4203104"/>
                <a:gd name="csX1" fmla="*/ 1738740 w 4703971"/>
                <a:gd name="csY1" fmla="*/ 1819420 h 4203104"/>
                <a:gd name="csX2" fmla="*/ 2599988 w 4703971"/>
                <a:gd name="csY2" fmla="*/ 243543 h 4203104"/>
                <a:gd name="csX3" fmla="*/ 4409070 w 4703971"/>
                <a:gd name="csY3" fmla="*/ 212399 h 4203104"/>
                <a:gd name="csX4" fmla="*/ 4452929 w 4703971"/>
                <a:gd name="csY4" fmla="*/ 1779263 h 4203104"/>
                <a:gd name="csX5" fmla="*/ 2642912 w 4703971"/>
                <a:gd name="csY5" fmla="*/ 2610731 h 4203104"/>
                <a:gd name="csX6" fmla="*/ 8594 w 4703971"/>
                <a:gd name="csY6" fmla="*/ 4195888 h 4203104"/>
                <a:gd name="csX0" fmla="*/ 8594 w 4703971"/>
                <a:gd name="csY0" fmla="*/ 4213778 h 4220994"/>
                <a:gd name="csX1" fmla="*/ 1738740 w 4703971"/>
                <a:gd name="csY1" fmla="*/ 1837310 h 4220994"/>
                <a:gd name="csX2" fmla="*/ 2599988 w 4703971"/>
                <a:gd name="csY2" fmla="*/ 261433 h 4220994"/>
                <a:gd name="csX3" fmla="*/ 4409070 w 4703971"/>
                <a:gd name="csY3" fmla="*/ 230289 h 4220994"/>
                <a:gd name="csX4" fmla="*/ 4452929 w 4703971"/>
                <a:gd name="csY4" fmla="*/ 1797153 h 4220994"/>
                <a:gd name="csX5" fmla="*/ 2642912 w 4703971"/>
                <a:gd name="csY5" fmla="*/ 2628621 h 4220994"/>
                <a:gd name="csX6" fmla="*/ 8594 w 4703971"/>
                <a:gd name="csY6" fmla="*/ 4213778 h 4220994"/>
                <a:gd name="csX0" fmla="*/ 8594 w 4855548"/>
                <a:gd name="csY0" fmla="*/ 4390510 h 4397726"/>
                <a:gd name="csX1" fmla="*/ 1738740 w 4855548"/>
                <a:gd name="csY1" fmla="*/ 2014042 h 4397726"/>
                <a:gd name="csX2" fmla="*/ 2599988 w 4855548"/>
                <a:gd name="csY2" fmla="*/ 438165 h 4397726"/>
                <a:gd name="csX3" fmla="*/ 4756647 w 4855548"/>
                <a:gd name="csY3" fmla="*/ 26825 h 4397726"/>
                <a:gd name="csX4" fmla="*/ 4452929 w 4855548"/>
                <a:gd name="csY4" fmla="*/ 1973885 h 4397726"/>
                <a:gd name="csX5" fmla="*/ 2642912 w 4855548"/>
                <a:gd name="csY5" fmla="*/ 2805353 h 4397726"/>
                <a:gd name="csX6" fmla="*/ 8594 w 4855548"/>
                <a:gd name="csY6" fmla="*/ 4390510 h 4397726"/>
                <a:gd name="csX0" fmla="*/ 8594 w 5018748"/>
                <a:gd name="csY0" fmla="*/ 4545598 h 4552814"/>
                <a:gd name="csX1" fmla="*/ 1738740 w 5018748"/>
                <a:gd name="csY1" fmla="*/ 2169130 h 4552814"/>
                <a:gd name="csX2" fmla="*/ 2599988 w 5018748"/>
                <a:gd name="csY2" fmla="*/ 593253 h 4552814"/>
                <a:gd name="csX3" fmla="*/ 4973062 w 5018748"/>
                <a:gd name="csY3" fmla="*/ 18136 h 4552814"/>
                <a:gd name="csX4" fmla="*/ 4452929 w 5018748"/>
                <a:gd name="csY4" fmla="*/ 2128973 h 4552814"/>
                <a:gd name="csX5" fmla="*/ 2642912 w 5018748"/>
                <a:gd name="csY5" fmla="*/ 2960441 h 4552814"/>
                <a:gd name="csX6" fmla="*/ 8594 w 5018748"/>
                <a:gd name="csY6" fmla="*/ 4545598 h 4552814"/>
                <a:gd name="csX0" fmla="*/ 8594 w 5002691"/>
                <a:gd name="csY0" fmla="*/ 4537753 h 4544969"/>
                <a:gd name="csX1" fmla="*/ 1738740 w 5002691"/>
                <a:gd name="csY1" fmla="*/ 2161285 h 4544969"/>
                <a:gd name="csX2" fmla="*/ 2599988 w 5002691"/>
                <a:gd name="csY2" fmla="*/ 585408 h 4544969"/>
                <a:gd name="csX3" fmla="*/ 4973062 w 5002691"/>
                <a:gd name="csY3" fmla="*/ 10291 h 4544969"/>
                <a:gd name="csX4" fmla="*/ 4452929 w 5002691"/>
                <a:gd name="csY4" fmla="*/ 2121128 h 4544969"/>
                <a:gd name="csX5" fmla="*/ 2642912 w 5002691"/>
                <a:gd name="csY5" fmla="*/ 2952596 h 4544969"/>
                <a:gd name="csX6" fmla="*/ 8594 w 5002691"/>
                <a:gd name="csY6" fmla="*/ 4537753 h 4544969"/>
                <a:gd name="csX0" fmla="*/ 8594 w 4705059"/>
                <a:gd name="csY0" fmla="*/ 4122711 h 4129927"/>
                <a:gd name="csX1" fmla="*/ 1738740 w 4705059"/>
                <a:gd name="csY1" fmla="*/ 1746243 h 4129927"/>
                <a:gd name="csX2" fmla="*/ 2599988 w 4705059"/>
                <a:gd name="csY2" fmla="*/ 170366 h 4129927"/>
                <a:gd name="csX3" fmla="*/ 4446032 w 4705059"/>
                <a:gd name="csY3" fmla="*/ 89415 h 4129927"/>
                <a:gd name="csX4" fmla="*/ 4452929 w 4705059"/>
                <a:gd name="csY4" fmla="*/ 1706086 h 4129927"/>
                <a:gd name="csX5" fmla="*/ 2642912 w 4705059"/>
                <a:gd name="csY5" fmla="*/ 2537554 h 4129927"/>
                <a:gd name="csX6" fmla="*/ 8594 w 4705059"/>
                <a:gd name="csY6" fmla="*/ 4122711 h 4129927"/>
                <a:gd name="csX0" fmla="*/ 8594 w 4596663"/>
                <a:gd name="csY0" fmla="*/ 4215533 h 4224499"/>
                <a:gd name="csX1" fmla="*/ 1738740 w 4596663"/>
                <a:gd name="csY1" fmla="*/ 1839065 h 4224499"/>
                <a:gd name="csX2" fmla="*/ 2599988 w 4596663"/>
                <a:gd name="csY2" fmla="*/ 263188 h 4224499"/>
                <a:gd name="csX3" fmla="*/ 4446032 w 4596663"/>
                <a:gd name="csY3" fmla="*/ 182237 h 4224499"/>
                <a:gd name="csX4" fmla="*/ 4129398 w 4596663"/>
                <a:gd name="csY4" fmla="*/ 2079669 h 4224499"/>
                <a:gd name="csX5" fmla="*/ 2642912 w 4596663"/>
                <a:gd name="csY5" fmla="*/ 2630376 h 4224499"/>
                <a:gd name="csX6" fmla="*/ 8594 w 4596663"/>
                <a:gd name="csY6" fmla="*/ 4215533 h 4224499"/>
                <a:gd name="csX0" fmla="*/ 10635 w 4618520"/>
                <a:gd name="csY0" fmla="*/ 4140860 h 4149826"/>
                <a:gd name="csX1" fmla="*/ 1740781 w 4618520"/>
                <a:gd name="csY1" fmla="*/ 1764392 h 4149826"/>
                <a:gd name="csX2" fmla="*/ 2330962 w 4618520"/>
                <a:gd name="csY2" fmla="*/ 399085 h 4149826"/>
                <a:gd name="csX3" fmla="*/ 4448073 w 4618520"/>
                <a:gd name="csY3" fmla="*/ 107564 h 4149826"/>
                <a:gd name="csX4" fmla="*/ 4131439 w 4618520"/>
                <a:gd name="csY4" fmla="*/ 2004996 h 4149826"/>
                <a:gd name="csX5" fmla="*/ 2644953 w 4618520"/>
                <a:gd name="csY5" fmla="*/ 2555703 h 4149826"/>
                <a:gd name="csX6" fmla="*/ 10635 w 4618520"/>
                <a:gd name="csY6" fmla="*/ 4140860 h 4149826"/>
                <a:gd name="csX0" fmla="*/ 2473 w 4610358"/>
                <a:gd name="csY0" fmla="*/ 4148168 h 4152706"/>
                <a:gd name="csX1" fmla="*/ 2161081 w 4610358"/>
                <a:gd name="csY1" fmla="*/ 2013468 h 4152706"/>
                <a:gd name="csX2" fmla="*/ 2322800 w 4610358"/>
                <a:gd name="csY2" fmla="*/ 406393 h 4152706"/>
                <a:gd name="csX3" fmla="*/ 4439911 w 4610358"/>
                <a:gd name="csY3" fmla="*/ 114872 h 4152706"/>
                <a:gd name="csX4" fmla="*/ 4123277 w 4610358"/>
                <a:gd name="csY4" fmla="*/ 2012304 h 4152706"/>
                <a:gd name="csX5" fmla="*/ 2636791 w 4610358"/>
                <a:gd name="csY5" fmla="*/ 2563011 h 4152706"/>
                <a:gd name="csX6" fmla="*/ 2473 w 4610358"/>
                <a:gd name="csY6" fmla="*/ 4148168 h 4152706"/>
                <a:gd name="csX0" fmla="*/ 400 w 4608285"/>
                <a:gd name="csY0" fmla="*/ 4148168 h 4148397"/>
                <a:gd name="csX1" fmla="*/ 2159008 w 4608285"/>
                <a:gd name="csY1" fmla="*/ 2013468 h 4148397"/>
                <a:gd name="csX2" fmla="*/ 2320727 w 4608285"/>
                <a:gd name="csY2" fmla="*/ 406393 h 4148397"/>
                <a:gd name="csX3" fmla="*/ 4437838 w 4608285"/>
                <a:gd name="csY3" fmla="*/ 114872 h 4148397"/>
                <a:gd name="csX4" fmla="*/ 4121204 w 4608285"/>
                <a:gd name="csY4" fmla="*/ 2012304 h 4148397"/>
                <a:gd name="csX5" fmla="*/ 2346163 w 4608285"/>
                <a:gd name="csY5" fmla="*/ 2149669 h 4148397"/>
                <a:gd name="csX6" fmla="*/ 400 w 4608285"/>
                <a:gd name="csY6" fmla="*/ 4148168 h 4148397"/>
                <a:gd name="csX0" fmla="*/ 400 w 4547161"/>
                <a:gd name="csY0" fmla="*/ 4069645 h 4069874"/>
                <a:gd name="csX1" fmla="*/ 2159008 w 4547161"/>
                <a:gd name="csY1" fmla="*/ 1934945 h 4069874"/>
                <a:gd name="csX2" fmla="*/ 2320727 w 4547161"/>
                <a:gd name="csY2" fmla="*/ 327870 h 4069874"/>
                <a:gd name="csX3" fmla="*/ 4437838 w 4547161"/>
                <a:gd name="csY3" fmla="*/ 36349 h 4069874"/>
                <a:gd name="csX4" fmla="*/ 4121204 w 4547161"/>
                <a:gd name="csY4" fmla="*/ 1933781 h 4069874"/>
                <a:gd name="csX5" fmla="*/ 2346163 w 4547161"/>
                <a:gd name="csY5" fmla="*/ 2071146 h 4069874"/>
                <a:gd name="csX6" fmla="*/ 400 w 4547161"/>
                <a:gd name="csY6" fmla="*/ 4069645 h 4069874"/>
                <a:gd name="csX0" fmla="*/ 536 w 3991476"/>
                <a:gd name="csY0" fmla="*/ 3539321 h 3539632"/>
                <a:gd name="csX1" fmla="*/ 1603323 w 3991476"/>
                <a:gd name="csY1" fmla="*/ 1934945 h 3539632"/>
                <a:gd name="csX2" fmla="*/ 1765042 w 3991476"/>
                <a:gd name="csY2" fmla="*/ 327870 h 3539632"/>
                <a:gd name="csX3" fmla="*/ 3882153 w 3991476"/>
                <a:gd name="csY3" fmla="*/ 36349 h 3539632"/>
                <a:gd name="csX4" fmla="*/ 3565519 w 3991476"/>
                <a:gd name="csY4" fmla="*/ 1933781 h 3539632"/>
                <a:gd name="csX5" fmla="*/ 1790478 w 3991476"/>
                <a:gd name="csY5" fmla="*/ 2071146 h 3539632"/>
                <a:gd name="csX6" fmla="*/ 536 w 3991476"/>
                <a:gd name="csY6" fmla="*/ 3539321 h 3539632"/>
                <a:gd name="csX0" fmla="*/ 527 w 4017318"/>
                <a:gd name="csY0" fmla="*/ 3573908 h 3574212"/>
                <a:gd name="csX1" fmla="*/ 1629165 w 4017318"/>
                <a:gd name="csY1" fmla="*/ 1934945 h 3574212"/>
                <a:gd name="csX2" fmla="*/ 1790884 w 4017318"/>
                <a:gd name="csY2" fmla="*/ 327870 h 3574212"/>
                <a:gd name="csX3" fmla="*/ 3907995 w 4017318"/>
                <a:gd name="csY3" fmla="*/ 36349 h 3574212"/>
                <a:gd name="csX4" fmla="*/ 3591361 w 4017318"/>
                <a:gd name="csY4" fmla="*/ 1933781 h 3574212"/>
                <a:gd name="csX5" fmla="*/ 1816320 w 4017318"/>
                <a:gd name="csY5" fmla="*/ 2071146 h 3574212"/>
                <a:gd name="csX6" fmla="*/ 527 w 4017318"/>
                <a:gd name="csY6" fmla="*/ 3573908 h 3574212"/>
                <a:gd name="csX0" fmla="*/ 3641 w 4020432"/>
                <a:gd name="csY0" fmla="*/ 3573908 h 3577567"/>
                <a:gd name="csX1" fmla="*/ 1632279 w 4020432"/>
                <a:gd name="csY1" fmla="*/ 1934945 h 3577567"/>
                <a:gd name="csX2" fmla="*/ 1793998 w 4020432"/>
                <a:gd name="csY2" fmla="*/ 327870 h 3577567"/>
                <a:gd name="csX3" fmla="*/ 3911109 w 4020432"/>
                <a:gd name="csY3" fmla="*/ 36349 h 3577567"/>
                <a:gd name="csX4" fmla="*/ 3594475 w 4020432"/>
                <a:gd name="csY4" fmla="*/ 1933781 h 3577567"/>
                <a:gd name="csX5" fmla="*/ 1819434 w 4020432"/>
                <a:gd name="csY5" fmla="*/ 2071146 h 3577567"/>
                <a:gd name="csX6" fmla="*/ 3641 w 4020432"/>
                <a:gd name="csY6" fmla="*/ 3573908 h 3577567"/>
                <a:gd name="csX0" fmla="*/ 11923 w 4028714"/>
                <a:gd name="csY0" fmla="*/ 3573908 h 3583559"/>
                <a:gd name="csX1" fmla="*/ 1640561 w 4028714"/>
                <a:gd name="csY1" fmla="*/ 1934945 h 3583559"/>
                <a:gd name="csX2" fmla="*/ 1802280 w 4028714"/>
                <a:gd name="csY2" fmla="*/ 327870 h 3583559"/>
                <a:gd name="csX3" fmla="*/ 3919391 w 4028714"/>
                <a:gd name="csY3" fmla="*/ 36349 h 3583559"/>
                <a:gd name="csX4" fmla="*/ 3602757 w 4028714"/>
                <a:gd name="csY4" fmla="*/ 1933781 h 3583559"/>
                <a:gd name="csX5" fmla="*/ 1827716 w 4028714"/>
                <a:gd name="csY5" fmla="*/ 2071146 h 3583559"/>
                <a:gd name="csX6" fmla="*/ 11923 w 4028714"/>
                <a:gd name="csY6" fmla="*/ 3573908 h 3583559"/>
                <a:gd name="csX0" fmla="*/ 1130 w 4017921"/>
                <a:gd name="csY0" fmla="*/ 3573908 h 3577714"/>
                <a:gd name="csX1" fmla="*/ 1629768 w 4017921"/>
                <a:gd name="csY1" fmla="*/ 1934945 h 3577714"/>
                <a:gd name="csX2" fmla="*/ 1791487 w 4017921"/>
                <a:gd name="csY2" fmla="*/ 327870 h 3577714"/>
                <a:gd name="csX3" fmla="*/ 3908598 w 4017921"/>
                <a:gd name="csY3" fmla="*/ 36349 h 3577714"/>
                <a:gd name="csX4" fmla="*/ 3591964 w 4017921"/>
                <a:gd name="csY4" fmla="*/ 1933781 h 3577714"/>
                <a:gd name="csX5" fmla="*/ 1906115 w 4017921"/>
                <a:gd name="csY5" fmla="*/ 2373434 h 3577714"/>
                <a:gd name="csX6" fmla="*/ 1130 w 4017921"/>
                <a:gd name="csY6" fmla="*/ 3573908 h 3577714"/>
                <a:gd name="csX0" fmla="*/ 434 w 4017225"/>
                <a:gd name="csY0" fmla="*/ 3573908 h 3574428"/>
                <a:gd name="csX1" fmla="*/ 1629072 w 4017225"/>
                <a:gd name="csY1" fmla="*/ 1934945 h 3574428"/>
                <a:gd name="csX2" fmla="*/ 1790791 w 4017225"/>
                <a:gd name="csY2" fmla="*/ 327870 h 3574428"/>
                <a:gd name="csX3" fmla="*/ 3907902 w 4017225"/>
                <a:gd name="csY3" fmla="*/ 36349 h 3574428"/>
                <a:gd name="csX4" fmla="*/ 3591268 w 4017225"/>
                <a:gd name="csY4" fmla="*/ 1933781 h 3574428"/>
                <a:gd name="csX5" fmla="*/ 1798394 w 4017225"/>
                <a:gd name="csY5" fmla="*/ 2110926 h 3574428"/>
                <a:gd name="csX6" fmla="*/ 434 w 4017225"/>
                <a:gd name="csY6" fmla="*/ 3573908 h 3574428"/>
                <a:gd name="csX0" fmla="*/ 434 w 4017225"/>
                <a:gd name="csY0" fmla="*/ 3573908 h 3574310"/>
                <a:gd name="csX1" fmla="*/ 1629072 w 4017225"/>
                <a:gd name="csY1" fmla="*/ 1934945 h 3574310"/>
                <a:gd name="csX2" fmla="*/ 1790791 w 4017225"/>
                <a:gd name="csY2" fmla="*/ 327870 h 3574310"/>
                <a:gd name="csX3" fmla="*/ 3907902 w 4017225"/>
                <a:gd name="csY3" fmla="*/ 36349 h 3574310"/>
                <a:gd name="csX4" fmla="*/ 3591268 w 4017225"/>
                <a:gd name="csY4" fmla="*/ 1933781 h 3574310"/>
                <a:gd name="csX5" fmla="*/ 1798394 w 4017225"/>
                <a:gd name="csY5" fmla="*/ 2110926 h 3574310"/>
                <a:gd name="csX6" fmla="*/ 434 w 4017225"/>
                <a:gd name="csY6" fmla="*/ 3573908 h 3574310"/>
                <a:gd name="csX0" fmla="*/ 434 w 4017225"/>
                <a:gd name="csY0" fmla="*/ 3573908 h 3576627"/>
                <a:gd name="csX1" fmla="*/ 1629072 w 4017225"/>
                <a:gd name="csY1" fmla="*/ 1934945 h 3576627"/>
                <a:gd name="csX2" fmla="*/ 1790791 w 4017225"/>
                <a:gd name="csY2" fmla="*/ 327870 h 3576627"/>
                <a:gd name="csX3" fmla="*/ 3907902 w 4017225"/>
                <a:gd name="csY3" fmla="*/ 36349 h 3576627"/>
                <a:gd name="csX4" fmla="*/ 3591268 w 4017225"/>
                <a:gd name="csY4" fmla="*/ 1933781 h 3576627"/>
                <a:gd name="csX5" fmla="*/ 1798395 w 4017225"/>
                <a:gd name="csY5" fmla="*/ 2365482 h 3576627"/>
                <a:gd name="csX6" fmla="*/ 434 w 4017225"/>
                <a:gd name="csY6" fmla="*/ 3573908 h 3576627"/>
                <a:gd name="csX0" fmla="*/ 434 w 4017225"/>
                <a:gd name="csY0" fmla="*/ 3573908 h 3576355"/>
                <a:gd name="csX1" fmla="*/ 1629072 w 4017225"/>
                <a:gd name="csY1" fmla="*/ 1934945 h 3576355"/>
                <a:gd name="csX2" fmla="*/ 1790791 w 4017225"/>
                <a:gd name="csY2" fmla="*/ 327870 h 3576355"/>
                <a:gd name="csX3" fmla="*/ 3907902 w 4017225"/>
                <a:gd name="csY3" fmla="*/ 36349 h 3576355"/>
                <a:gd name="csX4" fmla="*/ 3591268 w 4017225"/>
                <a:gd name="csY4" fmla="*/ 1933781 h 3576355"/>
                <a:gd name="csX5" fmla="*/ 1798395 w 4017225"/>
                <a:gd name="csY5" fmla="*/ 2365482 h 3576355"/>
                <a:gd name="csX6" fmla="*/ 434 w 4017225"/>
                <a:gd name="csY6" fmla="*/ 3573908 h 3576355"/>
                <a:gd name="csX0" fmla="*/ 434 w 4017225"/>
                <a:gd name="csY0" fmla="*/ 3573908 h 3583502"/>
                <a:gd name="csX1" fmla="*/ 1629072 w 4017225"/>
                <a:gd name="csY1" fmla="*/ 1934945 h 3583502"/>
                <a:gd name="csX2" fmla="*/ 1790791 w 4017225"/>
                <a:gd name="csY2" fmla="*/ 327870 h 3583502"/>
                <a:gd name="csX3" fmla="*/ 3907902 w 4017225"/>
                <a:gd name="csY3" fmla="*/ 36349 h 3583502"/>
                <a:gd name="csX4" fmla="*/ 3591268 w 4017225"/>
                <a:gd name="csY4" fmla="*/ 1933781 h 3583502"/>
                <a:gd name="csX5" fmla="*/ 1798396 w 4017225"/>
                <a:gd name="csY5" fmla="*/ 2715497 h 3583502"/>
                <a:gd name="csX6" fmla="*/ 434 w 4017225"/>
                <a:gd name="csY6" fmla="*/ 3573908 h 3583502"/>
                <a:gd name="csX0" fmla="*/ 20204 w 4036995"/>
                <a:gd name="csY0" fmla="*/ 3574326 h 3583563"/>
                <a:gd name="csX1" fmla="*/ 908564 w 4036995"/>
                <a:gd name="csY1" fmla="*/ 1951275 h 3583563"/>
                <a:gd name="csX2" fmla="*/ 1810561 w 4036995"/>
                <a:gd name="csY2" fmla="*/ 328288 h 3583563"/>
                <a:gd name="csX3" fmla="*/ 3927672 w 4036995"/>
                <a:gd name="csY3" fmla="*/ 36767 h 3583563"/>
                <a:gd name="csX4" fmla="*/ 3611038 w 4036995"/>
                <a:gd name="csY4" fmla="*/ 1934199 h 3583563"/>
                <a:gd name="csX5" fmla="*/ 1818166 w 4036995"/>
                <a:gd name="csY5" fmla="*/ 2715915 h 3583563"/>
                <a:gd name="csX6" fmla="*/ 20204 w 4036995"/>
                <a:gd name="csY6" fmla="*/ 3574326 h 3583563"/>
                <a:gd name="csX0" fmla="*/ 12549 w 4029340"/>
                <a:gd name="csY0" fmla="*/ 3574326 h 3583563"/>
                <a:gd name="csX1" fmla="*/ 900909 w 4029340"/>
                <a:gd name="csY1" fmla="*/ 1951275 h 3583563"/>
                <a:gd name="csX2" fmla="*/ 1802906 w 4029340"/>
                <a:gd name="csY2" fmla="*/ 328288 h 3583563"/>
                <a:gd name="csX3" fmla="*/ 3920017 w 4029340"/>
                <a:gd name="csY3" fmla="*/ 36767 h 3583563"/>
                <a:gd name="csX4" fmla="*/ 3603383 w 4029340"/>
                <a:gd name="csY4" fmla="*/ 1934199 h 3583563"/>
                <a:gd name="csX5" fmla="*/ 1810511 w 4029340"/>
                <a:gd name="csY5" fmla="*/ 2715915 h 3583563"/>
                <a:gd name="csX6" fmla="*/ 12549 w 4029340"/>
                <a:gd name="csY6" fmla="*/ 3574326 h 3583563"/>
                <a:gd name="csX0" fmla="*/ 2018 w 4018809"/>
                <a:gd name="csY0" fmla="*/ 3573908 h 3583502"/>
                <a:gd name="csX1" fmla="*/ 1389840 w 4018809"/>
                <a:gd name="csY1" fmla="*/ 1934947 h 3583502"/>
                <a:gd name="csX2" fmla="*/ 1792375 w 4018809"/>
                <a:gd name="csY2" fmla="*/ 327870 h 3583502"/>
                <a:gd name="csX3" fmla="*/ 3909486 w 4018809"/>
                <a:gd name="csY3" fmla="*/ 36349 h 3583502"/>
                <a:gd name="csX4" fmla="*/ 3592852 w 4018809"/>
                <a:gd name="csY4" fmla="*/ 1933781 h 3583502"/>
                <a:gd name="csX5" fmla="*/ 1799980 w 4018809"/>
                <a:gd name="csY5" fmla="*/ 2715497 h 3583502"/>
                <a:gd name="csX6" fmla="*/ 2018 w 4018809"/>
                <a:gd name="csY6" fmla="*/ 3573908 h 3583502"/>
                <a:gd name="csX0" fmla="*/ 2018 w 4018809"/>
                <a:gd name="csY0" fmla="*/ 3573908 h 3575401"/>
                <a:gd name="csX1" fmla="*/ 1389840 w 4018809"/>
                <a:gd name="csY1" fmla="*/ 1934947 h 3575401"/>
                <a:gd name="csX2" fmla="*/ 1792375 w 4018809"/>
                <a:gd name="csY2" fmla="*/ 327870 h 3575401"/>
                <a:gd name="csX3" fmla="*/ 3909486 w 4018809"/>
                <a:gd name="csY3" fmla="*/ 36349 h 3575401"/>
                <a:gd name="csX4" fmla="*/ 3592852 w 4018809"/>
                <a:gd name="csY4" fmla="*/ 1933781 h 3575401"/>
                <a:gd name="csX5" fmla="*/ 1799983 w 4018809"/>
                <a:gd name="csY5" fmla="*/ 2277981 h 3575401"/>
                <a:gd name="csX6" fmla="*/ 2018 w 4018809"/>
                <a:gd name="csY6" fmla="*/ 3573908 h 3575401"/>
                <a:gd name="csX0" fmla="*/ 2279 w 4019070"/>
                <a:gd name="csY0" fmla="*/ 3573908 h 3576883"/>
                <a:gd name="csX1" fmla="*/ 1390101 w 4019070"/>
                <a:gd name="csY1" fmla="*/ 1934947 h 3576883"/>
                <a:gd name="csX2" fmla="*/ 1792636 w 4019070"/>
                <a:gd name="csY2" fmla="*/ 327870 h 3576883"/>
                <a:gd name="csX3" fmla="*/ 3909747 w 4019070"/>
                <a:gd name="csY3" fmla="*/ 36349 h 3576883"/>
                <a:gd name="csX4" fmla="*/ 3593113 w 4019070"/>
                <a:gd name="csY4" fmla="*/ 1933781 h 3576883"/>
                <a:gd name="csX5" fmla="*/ 1827004 w 4019070"/>
                <a:gd name="csY5" fmla="*/ 2405261 h 3576883"/>
                <a:gd name="csX6" fmla="*/ 2279 w 4019070"/>
                <a:gd name="csY6" fmla="*/ 3573908 h 3576883"/>
                <a:gd name="csX0" fmla="*/ 3304 w 4020095"/>
                <a:gd name="csY0" fmla="*/ 3573700 h 3576772"/>
                <a:gd name="csX1" fmla="*/ 1310858 w 4020095"/>
                <a:gd name="csY1" fmla="*/ 1926786 h 3576772"/>
                <a:gd name="csX2" fmla="*/ 1793661 w 4020095"/>
                <a:gd name="csY2" fmla="*/ 327662 h 3576772"/>
                <a:gd name="csX3" fmla="*/ 3910772 w 4020095"/>
                <a:gd name="csY3" fmla="*/ 36141 h 3576772"/>
                <a:gd name="csX4" fmla="*/ 3594138 w 4020095"/>
                <a:gd name="csY4" fmla="*/ 1933573 h 3576772"/>
                <a:gd name="csX5" fmla="*/ 1828029 w 4020095"/>
                <a:gd name="csY5" fmla="*/ 2405053 h 3576772"/>
                <a:gd name="csX6" fmla="*/ 3304 w 4020095"/>
                <a:gd name="csY6" fmla="*/ 3573700 h 3576772"/>
                <a:gd name="csX0" fmla="*/ 3254 w 4020045"/>
                <a:gd name="csY0" fmla="*/ 3573700 h 3576772"/>
                <a:gd name="csX1" fmla="*/ 1310808 w 4020045"/>
                <a:gd name="csY1" fmla="*/ 1926786 h 3576772"/>
                <a:gd name="csX2" fmla="*/ 1793611 w 4020045"/>
                <a:gd name="csY2" fmla="*/ 327662 h 3576772"/>
                <a:gd name="csX3" fmla="*/ 3910722 w 4020045"/>
                <a:gd name="csY3" fmla="*/ 36141 h 3576772"/>
                <a:gd name="csX4" fmla="*/ 3594088 w 4020045"/>
                <a:gd name="csY4" fmla="*/ 1933573 h 3576772"/>
                <a:gd name="csX5" fmla="*/ 1827979 w 4020045"/>
                <a:gd name="csY5" fmla="*/ 2405053 h 3576772"/>
                <a:gd name="csX6" fmla="*/ 3254 w 4020045"/>
                <a:gd name="csY6" fmla="*/ 3573700 h 35767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020045" h="3576772">
                  <a:moveTo>
                    <a:pt x="3254" y="3573700"/>
                  </a:moveTo>
                  <a:cubicBezTo>
                    <a:pt x="-82941" y="3493989"/>
                    <a:pt x="1574310" y="2340515"/>
                    <a:pt x="1310808" y="1926786"/>
                  </a:cubicBezTo>
                  <a:cubicBezTo>
                    <a:pt x="1047306" y="1513057"/>
                    <a:pt x="1360292" y="642769"/>
                    <a:pt x="1793611" y="327662"/>
                  </a:cubicBezTo>
                  <a:cubicBezTo>
                    <a:pt x="2226930" y="12555"/>
                    <a:pt x="3750548" y="-52136"/>
                    <a:pt x="3910722" y="36141"/>
                  </a:cubicBezTo>
                  <a:cubicBezTo>
                    <a:pt x="4070896" y="124418"/>
                    <a:pt x="4120351" y="1358027"/>
                    <a:pt x="3594088" y="1933573"/>
                  </a:cubicBezTo>
                  <a:cubicBezTo>
                    <a:pt x="3171099" y="2391895"/>
                    <a:pt x="2301583" y="2656718"/>
                    <a:pt x="1827979" y="2405053"/>
                  </a:cubicBezTo>
                  <a:cubicBezTo>
                    <a:pt x="1354375" y="2153388"/>
                    <a:pt x="89449" y="3653411"/>
                    <a:pt x="3254" y="3573700"/>
                  </a:cubicBez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2" name="Freeform 1021">
              <a:extLst>
                <a:ext uri="{FF2B5EF4-FFF2-40B4-BE49-F238E27FC236}">
                  <a16:creationId xmlns:a16="http://schemas.microsoft.com/office/drawing/2014/main" id="{8646073C-6F23-3C0B-A234-28BFE84B1380}"/>
                </a:ext>
              </a:extLst>
            </p:cNvPr>
            <p:cNvSpPr/>
            <p:nvPr userDrawn="1"/>
          </p:nvSpPr>
          <p:spPr>
            <a:xfrm rot="16200000">
              <a:off x="6369276" y="1413992"/>
              <a:ext cx="2615869" cy="2682270"/>
            </a:xfrm>
            <a:custGeom>
              <a:avLst/>
              <a:gdLst>
                <a:gd name="csX0" fmla="*/ 1893 w 3484511"/>
                <a:gd name="csY0" fmla="*/ 3509215 h 3511799"/>
                <a:gd name="csX1" fmla="*/ 1514170 w 3484511"/>
                <a:gd name="csY1" fmla="*/ 1703861 h 3511799"/>
                <a:gd name="csX2" fmla="*/ 2029985 w 3484511"/>
                <a:gd name="csY2" fmla="*/ 226753 h 3511799"/>
                <a:gd name="csX3" fmla="*/ 3378139 w 3484511"/>
                <a:gd name="csY3" fmla="*/ 144692 h 3511799"/>
                <a:gd name="csX4" fmla="*/ 3225739 w 3484511"/>
                <a:gd name="csY4" fmla="*/ 1586630 h 3511799"/>
                <a:gd name="csX5" fmla="*/ 1854139 w 3484511"/>
                <a:gd name="csY5" fmla="*/ 2090723 h 3511799"/>
                <a:gd name="csX6" fmla="*/ 1893 w 3484511"/>
                <a:gd name="csY6" fmla="*/ 3509215 h 3511799"/>
                <a:gd name="csX0" fmla="*/ 1352 w 4094215"/>
                <a:gd name="csY0" fmla="*/ 4103738 h 4105568"/>
                <a:gd name="csX1" fmla="*/ 2123874 w 4094215"/>
                <a:gd name="csY1" fmla="*/ 1703861 h 4105568"/>
                <a:gd name="csX2" fmla="*/ 2639689 w 4094215"/>
                <a:gd name="csY2" fmla="*/ 226753 h 4105568"/>
                <a:gd name="csX3" fmla="*/ 3987843 w 4094215"/>
                <a:gd name="csY3" fmla="*/ 144692 h 4105568"/>
                <a:gd name="csX4" fmla="*/ 3835443 w 4094215"/>
                <a:gd name="csY4" fmla="*/ 1586630 h 4105568"/>
                <a:gd name="csX5" fmla="*/ 2463843 w 4094215"/>
                <a:gd name="csY5" fmla="*/ 2090723 h 4105568"/>
                <a:gd name="csX6" fmla="*/ 1352 w 4094215"/>
                <a:gd name="csY6" fmla="*/ 4103738 h 4105568"/>
                <a:gd name="csX0" fmla="*/ 1978 w 4094841"/>
                <a:gd name="csY0" fmla="*/ 4101966 h 4104114"/>
                <a:gd name="csX1" fmla="*/ 2058783 w 4094841"/>
                <a:gd name="csY1" fmla="*/ 1668597 h 4104114"/>
                <a:gd name="csX2" fmla="*/ 2640315 w 4094841"/>
                <a:gd name="csY2" fmla="*/ 224981 h 4104114"/>
                <a:gd name="csX3" fmla="*/ 3988469 w 4094841"/>
                <a:gd name="csY3" fmla="*/ 142920 h 4104114"/>
                <a:gd name="csX4" fmla="*/ 3836069 w 4094841"/>
                <a:gd name="csY4" fmla="*/ 1584858 h 4104114"/>
                <a:gd name="csX5" fmla="*/ 2464469 w 4094841"/>
                <a:gd name="csY5" fmla="*/ 2088951 h 4104114"/>
                <a:gd name="csX6" fmla="*/ 1978 w 4094841"/>
                <a:gd name="csY6" fmla="*/ 4101966 h 4104114"/>
                <a:gd name="csX0" fmla="*/ 1943 w 4132359"/>
                <a:gd name="csY0" fmla="*/ 3750277 h 3752868"/>
                <a:gd name="csX1" fmla="*/ 2096301 w 4132359"/>
                <a:gd name="csY1" fmla="*/ 1668597 h 3752868"/>
                <a:gd name="csX2" fmla="*/ 2677833 w 4132359"/>
                <a:gd name="csY2" fmla="*/ 224981 h 3752868"/>
                <a:gd name="csX3" fmla="*/ 4025987 w 4132359"/>
                <a:gd name="csY3" fmla="*/ 142920 h 3752868"/>
                <a:gd name="csX4" fmla="*/ 3873587 w 4132359"/>
                <a:gd name="csY4" fmla="*/ 1584858 h 3752868"/>
                <a:gd name="csX5" fmla="*/ 2501987 w 4132359"/>
                <a:gd name="csY5" fmla="*/ 2088951 h 3752868"/>
                <a:gd name="csX6" fmla="*/ 1943 w 4132359"/>
                <a:gd name="csY6" fmla="*/ 3750277 h 3752868"/>
                <a:gd name="csX0" fmla="*/ 7123 w 4137539"/>
                <a:gd name="csY0" fmla="*/ 3776554 h 3776601"/>
                <a:gd name="csX1" fmla="*/ 1782278 w 4137539"/>
                <a:gd name="csY1" fmla="*/ 2163796 h 3776601"/>
                <a:gd name="csX2" fmla="*/ 2683013 w 4137539"/>
                <a:gd name="csY2" fmla="*/ 251258 h 3776601"/>
                <a:gd name="csX3" fmla="*/ 4031167 w 4137539"/>
                <a:gd name="csY3" fmla="*/ 169197 h 3776601"/>
                <a:gd name="csX4" fmla="*/ 3878767 w 4137539"/>
                <a:gd name="csY4" fmla="*/ 1611135 h 3776601"/>
                <a:gd name="csX5" fmla="*/ 2507167 w 4137539"/>
                <a:gd name="csY5" fmla="*/ 2115228 h 3776601"/>
                <a:gd name="csX6" fmla="*/ 7123 w 4137539"/>
                <a:gd name="csY6" fmla="*/ 3776554 h 3776601"/>
                <a:gd name="csX0" fmla="*/ 25 w 4130441"/>
                <a:gd name="csY0" fmla="*/ 3776554 h 3776586"/>
                <a:gd name="csX1" fmla="*/ 1775180 w 4130441"/>
                <a:gd name="csY1" fmla="*/ 2163796 h 3776586"/>
                <a:gd name="csX2" fmla="*/ 2675915 w 4130441"/>
                <a:gd name="csY2" fmla="*/ 251258 h 3776586"/>
                <a:gd name="csX3" fmla="*/ 4024069 w 4130441"/>
                <a:gd name="csY3" fmla="*/ 169197 h 3776586"/>
                <a:gd name="csX4" fmla="*/ 3871669 w 4130441"/>
                <a:gd name="csY4" fmla="*/ 1611135 h 3776586"/>
                <a:gd name="csX5" fmla="*/ 1814719 w 4130441"/>
                <a:gd name="csY5" fmla="*/ 2207339 h 3776586"/>
                <a:gd name="csX6" fmla="*/ 25 w 4130441"/>
                <a:gd name="csY6" fmla="*/ 3776554 h 3776586"/>
                <a:gd name="csX0" fmla="*/ 25 w 4130441"/>
                <a:gd name="csY0" fmla="*/ 3776554 h 3776589"/>
                <a:gd name="csX1" fmla="*/ 1775180 w 4130441"/>
                <a:gd name="csY1" fmla="*/ 2163796 h 3776589"/>
                <a:gd name="csX2" fmla="*/ 2675915 w 4130441"/>
                <a:gd name="csY2" fmla="*/ 251258 h 3776589"/>
                <a:gd name="csX3" fmla="*/ 4024069 w 4130441"/>
                <a:gd name="csY3" fmla="*/ 169197 h 3776589"/>
                <a:gd name="csX4" fmla="*/ 3871669 w 4130441"/>
                <a:gd name="csY4" fmla="*/ 1611135 h 3776589"/>
                <a:gd name="csX5" fmla="*/ 1814719 w 4130441"/>
                <a:gd name="csY5" fmla="*/ 2207339 h 3776589"/>
                <a:gd name="csX6" fmla="*/ 25 w 4130441"/>
                <a:gd name="csY6" fmla="*/ 3776554 h 3776589"/>
                <a:gd name="csX0" fmla="*/ 25 w 3957457"/>
                <a:gd name="csY0" fmla="*/ 3611866 h 3611901"/>
                <a:gd name="csX1" fmla="*/ 1775180 w 3957457"/>
                <a:gd name="csY1" fmla="*/ 1999108 h 3611901"/>
                <a:gd name="csX2" fmla="*/ 2675915 w 3957457"/>
                <a:gd name="csY2" fmla="*/ 86570 h 3611901"/>
                <a:gd name="csX3" fmla="*/ 3554650 w 3957457"/>
                <a:gd name="csY3" fmla="*/ 439934 h 3611901"/>
                <a:gd name="csX4" fmla="*/ 3871669 w 3957457"/>
                <a:gd name="csY4" fmla="*/ 1446447 h 3611901"/>
                <a:gd name="csX5" fmla="*/ 1814719 w 3957457"/>
                <a:gd name="csY5" fmla="*/ 2042651 h 3611901"/>
                <a:gd name="csX6" fmla="*/ 25 w 3957457"/>
                <a:gd name="csY6" fmla="*/ 3611866 h 3611901"/>
                <a:gd name="csX0" fmla="*/ 25 w 3957253"/>
                <a:gd name="csY0" fmla="*/ 3368639 h 3368674"/>
                <a:gd name="csX1" fmla="*/ 1775180 w 3957253"/>
                <a:gd name="csY1" fmla="*/ 1755881 h 3368674"/>
                <a:gd name="csX2" fmla="*/ 2685304 w 3957253"/>
                <a:gd name="csY2" fmla="*/ 144791 h 3368674"/>
                <a:gd name="csX3" fmla="*/ 3554650 w 3957253"/>
                <a:gd name="csY3" fmla="*/ 196707 h 3368674"/>
                <a:gd name="csX4" fmla="*/ 3871669 w 3957253"/>
                <a:gd name="csY4" fmla="*/ 1203220 h 3368674"/>
                <a:gd name="csX5" fmla="*/ 1814719 w 3957253"/>
                <a:gd name="csY5" fmla="*/ 1799424 h 3368674"/>
                <a:gd name="csX6" fmla="*/ 25 w 3957253"/>
                <a:gd name="csY6" fmla="*/ 3368639 h 3368674"/>
                <a:gd name="csX0" fmla="*/ 25 w 3705517"/>
                <a:gd name="csY0" fmla="*/ 3358570 h 3358603"/>
                <a:gd name="csX1" fmla="*/ 1775180 w 3705517"/>
                <a:gd name="csY1" fmla="*/ 1745812 h 3358603"/>
                <a:gd name="csX2" fmla="*/ 2685304 w 3705517"/>
                <a:gd name="csY2" fmla="*/ 134722 h 3358603"/>
                <a:gd name="csX3" fmla="*/ 3554650 w 3705517"/>
                <a:gd name="csY3" fmla="*/ 186638 h 3358603"/>
                <a:gd name="csX4" fmla="*/ 3552464 w 3705517"/>
                <a:gd name="csY4" fmla="*/ 975438 h 3358603"/>
                <a:gd name="csX5" fmla="*/ 1814719 w 3705517"/>
                <a:gd name="csY5" fmla="*/ 1789355 h 3358603"/>
                <a:gd name="csX6" fmla="*/ 25 w 3705517"/>
                <a:gd name="csY6" fmla="*/ 3358570 h 3358603"/>
                <a:gd name="csX0" fmla="*/ 2290 w 3707782"/>
                <a:gd name="csY0" fmla="*/ 3305196 h 3314287"/>
                <a:gd name="csX1" fmla="*/ 2199921 w 3707782"/>
                <a:gd name="csY1" fmla="*/ 955568 h 3314287"/>
                <a:gd name="csX2" fmla="*/ 2687569 w 3707782"/>
                <a:gd name="csY2" fmla="*/ 81348 h 3314287"/>
                <a:gd name="csX3" fmla="*/ 3556915 w 3707782"/>
                <a:gd name="csY3" fmla="*/ 133264 h 3314287"/>
                <a:gd name="csX4" fmla="*/ 3554729 w 3707782"/>
                <a:gd name="csY4" fmla="*/ 922064 h 3314287"/>
                <a:gd name="csX5" fmla="*/ 1816984 w 3707782"/>
                <a:gd name="csY5" fmla="*/ 1735981 h 3314287"/>
                <a:gd name="csX6" fmla="*/ 2290 w 3707782"/>
                <a:gd name="csY6" fmla="*/ 3305196 h 3314287"/>
                <a:gd name="csX0" fmla="*/ 377 w 3705869"/>
                <a:gd name="csY0" fmla="*/ 3305196 h 3313168"/>
                <a:gd name="csX1" fmla="*/ 2198008 w 3705869"/>
                <a:gd name="csY1" fmla="*/ 955568 h 3313168"/>
                <a:gd name="csX2" fmla="*/ 2685656 w 3705869"/>
                <a:gd name="csY2" fmla="*/ 81348 h 3313168"/>
                <a:gd name="csX3" fmla="*/ 3555002 w 3705869"/>
                <a:gd name="csY3" fmla="*/ 133264 h 3313168"/>
                <a:gd name="csX4" fmla="*/ 3552816 w 3705869"/>
                <a:gd name="csY4" fmla="*/ 922064 h 3313168"/>
                <a:gd name="csX5" fmla="*/ 2378375 w 3705869"/>
                <a:gd name="csY5" fmla="*/ 1694113 h 3313168"/>
                <a:gd name="csX6" fmla="*/ 377 w 3705869"/>
                <a:gd name="csY6" fmla="*/ 3305196 h 3313168"/>
                <a:gd name="csX0" fmla="*/ 377 w 3705869"/>
                <a:gd name="csY0" fmla="*/ 3305196 h 3311216"/>
                <a:gd name="csX1" fmla="*/ 2198008 w 3705869"/>
                <a:gd name="csY1" fmla="*/ 955568 h 3311216"/>
                <a:gd name="csX2" fmla="*/ 2685656 w 3705869"/>
                <a:gd name="csY2" fmla="*/ 81348 h 3311216"/>
                <a:gd name="csX3" fmla="*/ 3555002 w 3705869"/>
                <a:gd name="csY3" fmla="*/ 133264 h 3311216"/>
                <a:gd name="csX4" fmla="*/ 3552816 w 3705869"/>
                <a:gd name="csY4" fmla="*/ 922064 h 3311216"/>
                <a:gd name="csX5" fmla="*/ 2378375 w 3705869"/>
                <a:gd name="csY5" fmla="*/ 1694113 h 3311216"/>
                <a:gd name="csX6" fmla="*/ 377 w 3705869"/>
                <a:gd name="csY6" fmla="*/ 3305196 h 3311216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31250"/>
                <a:gd name="csY0" fmla="*/ 3306034 h 3313991"/>
                <a:gd name="csX1" fmla="*/ 2198008 w 4431250"/>
                <a:gd name="csY1" fmla="*/ 956406 h 3313991"/>
                <a:gd name="csX2" fmla="*/ 2685656 w 4431250"/>
                <a:gd name="csY2" fmla="*/ 82186 h 3313991"/>
                <a:gd name="csX3" fmla="*/ 3555002 w 4431250"/>
                <a:gd name="csY3" fmla="*/ 134102 h 3313991"/>
                <a:gd name="csX4" fmla="*/ 4425936 w 4431250"/>
                <a:gd name="csY4" fmla="*/ 939649 h 3313991"/>
                <a:gd name="csX5" fmla="*/ 2378375 w 4431250"/>
                <a:gd name="csY5" fmla="*/ 1694951 h 3313991"/>
                <a:gd name="csX6" fmla="*/ 377 w 4431250"/>
                <a:gd name="csY6" fmla="*/ 3306034 h 3313991"/>
                <a:gd name="csX0" fmla="*/ 377 w 4425936"/>
                <a:gd name="csY0" fmla="*/ 3306034 h 3313991"/>
                <a:gd name="csX1" fmla="*/ 2198008 w 4425936"/>
                <a:gd name="csY1" fmla="*/ 956406 h 3313991"/>
                <a:gd name="csX2" fmla="*/ 2685656 w 4425936"/>
                <a:gd name="csY2" fmla="*/ 82186 h 3313991"/>
                <a:gd name="csX3" fmla="*/ 3555002 w 4425936"/>
                <a:gd name="csY3" fmla="*/ 134102 h 3313991"/>
                <a:gd name="csX4" fmla="*/ 4425936 w 4425936"/>
                <a:gd name="csY4" fmla="*/ 939649 h 3313991"/>
                <a:gd name="csX5" fmla="*/ 2378375 w 4425936"/>
                <a:gd name="csY5" fmla="*/ 1694951 h 3313991"/>
                <a:gd name="csX6" fmla="*/ 377 w 4425936"/>
                <a:gd name="csY6" fmla="*/ 3306034 h 3313991"/>
                <a:gd name="csX0" fmla="*/ 377 w 4472878"/>
                <a:gd name="csY0" fmla="*/ 3303952 h 3311947"/>
                <a:gd name="csX1" fmla="*/ 2198008 w 4472878"/>
                <a:gd name="csY1" fmla="*/ 954324 h 3311947"/>
                <a:gd name="csX2" fmla="*/ 2685656 w 4472878"/>
                <a:gd name="csY2" fmla="*/ 80104 h 3311947"/>
                <a:gd name="csX3" fmla="*/ 3555002 w 4472878"/>
                <a:gd name="csY3" fmla="*/ 132020 h 3311947"/>
                <a:gd name="csX4" fmla="*/ 4472878 w 4472878"/>
                <a:gd name="csY4" fmla="*/ 895700 h 3311947"/>
                <a:gd name="csX5" fmla="*/ 2378375 w 4472878"/>
                <a:gd name="csY5" fmla="*/ 1692869 h 3311947"/>
                <a:gd name="csX6" fmla="*/ 377 w 4472878"/>
                <a:gd name="csY6" fmla="*/ 3303952 h 3311947"/>
                <a:gd name="csX0" fmla="*/ 377 w 4472878"/>
                <a:gd name="csY0" fmla="*/ 3489034 h 3497029"/>
                <a:gd name="csX1" fmla="*/ 2198008 w 4472878"/>
                <a:gd name="csY1" fmla="*/ 1139406 h 3497029"/>
                <a:gd name="csX2" fmla="*/ 2685656 w 4472878"/>
                <a:gd name="csY2" fmla="*/ 265186 h 3497029"/>
                <a:gd name="csX3" fmla="*/ 3742770 w 4472878"/>
                <a:gd name="csY3" fmla="*/ 49148 h 3497029"/>
                <a:gd name="csX4" fmla="*/ 4472878 w 4472878"/>
                <a:gd name="csY4" fmla="*/ 1080782 h 3497029"/>
                <a:gd name="csX5" fmla="*/ 2378375 w 4472878"/>
                <a:gd name="csY5" fmla="*/ 1877951 h 3497029"/>
                <a:gd name="csX6" fmla="*/ 377 w 4472878"/>
                <a:gd name="csY6" fmla="*/ 3489034 h 3497029"/>
                <a:gd name="csX0" fmla="*/ 377 w 4482266"/>
                <a:gd name="csY0" fmla="*/ 3489034 h 3497029"/>
                <a:gd name="csX1" fmla="*/ 2198008 w 4482266"/>
                <a:gd name="csY1" fmla="*/ 1139406 h 3497029"/>
                <a:gd name="csX2" fmla="*/ 2685656 w 4482266"/>
                <a:gd name="csY2" fmla="*/ 265186 h 3497029"/>
                <a:gd name="csX3" fmla="*/ 3742770 w 4482266"/>
                <a:gd name="csY3" fmla="*/ 49148 h 3497029"/>
                <a:gd name="csX4" fmla="*/ 4482266 w 4482266"/>
                <a:gd name="csY4" fmla="*/ 1080782 h 3497029"/>
                <a:gd name="csX5" fmla="*/ 2378375 w 4482266"/>
                <a:gd name="csY5" fmla="*/ 1877951 h 3497029"/>
                <a:gd name="csX6" fmla="*/ 377 w 4482266"/>
                <a:gd name="csY6" fmla="*/ 3489034 h 3497029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10188 w 4492077"/>
                <a:gd name="csY0" fmla="*/ 3488052 h 3497366"/>
                <a:gd name="csX1" fmla="*/ 1804118 w 4492077"/>
                <a:gd name="csY1" fmla="*/ 1096559 h 3497366"/>
                <a:gd name="csX2" fmla="*/ 2695467 w 4492077"/>
                <a:gd name="csY2" fmla="*/ 264204 h 3497366"/>
                <a:gd name="csX3" fmla="*/ 3752581 w 4492077"/>
                <a:gd name="csY3" fmla="*/ 48166 h 3497366"/>
                <a:gd name="csX4" fmla="*/ 4492077 w 4492077"/>
                <a:gd name="csY4" fmla="*/ 1079800 h 3497366"/>
                <a:gd name="csX5" fmla="*/ 2688616 w 4492077"/>
                <a:gd name="csY5" fmla="*/ 1893718 h 3497366"/>
                <a:gd name="csX6" fmla="*/ 10188 w 4492077"/>
                <a:gd name="csY6" fmla="*/ 3488052 h 3497366"/>
                <a:gd name="csX0" fmla="*/ 10188 w 4492077"/>
                <a:gd name="csY0" fmla="*/ 3488052 h 3500595"/>
                <a:gd name="csX1" fmla="*/ 1804118 w 4492077"/>
                <a:gd name="csY1" fmla="*/ 1096559 h 3500595"/>
                <a:gd name="csX2" fmla="*/ 2695467 w 4492077"/>
                <a:gd name="csY2" fmla="*/ 264204 h 3500595"/>
                <a:gd name="csX3" fmla="*/ 3752581 w 4492077"/>
                <a:gd name="csY3" fmla="*/ 48166 h 3500595"/>
                <a:gd name="csX4" fmla="*/ 4492077 w 4492077"/>
                <a:gd name="csY4" fmla="*/ 1079800 h 3500595"/>
                <a:gd name="csX5" fmla="*/ 2688616 w 4492077"/>
                <a:gd name="csY5" fmla="*/ 1893718 h 3500595"/>
                <a:gd name="csX6" fmla="*/ 10188 w 4492077"/>
                <a:gd name="csY6" fmla="*/ 3488052 h 3500595"/>
                <a:gd name="csX0" fmla="*/ 10188 w 4492077"/>
                <a:gd name="csY0" fmla="*/ 3488052 h 3500888"/>
                <a:gd name="csX1" fmla="*/ 1804118 w 4492077"/>
                <a:gd name="csY1" fmla="*/ 1096559 h 3500888"/>
                <a:gd name="csX2" fmla="*/ 2695467 w 4492077"/>
                <a:gd name="csY2" fmla="*/ 264204 h 3500888"/>
                <a:gd name="csX3" fmla="*/ 3752581 w 4492077"/>
                <a:gd name="csY3" fmla="*/ 48166 h 3500888"/>
                <a:gd name="csX4" fmla="*/ 4492077 w 4492077"/>
                <a:gd name="csY4" fmla="*/ 1079800 h 3500888"/>
                <a:gd name="csX5" fmla="*/ 2688616 w 4492077"/>
                <a:gd name="csY5" fmla="*/ 1893718 h 3500888"/>
                <a:gd name="csX6" fmla="*/ 10188 w 4492077"/>
                <a:gd name="csY6" fmla="*/ 3488052 h 3500888"/>
                <a:gd name="csX0" fmla="*/ 27731 w 3289130"/>
                <a:gd name="csY0" fmla="*/ 2449732 h 2473361"/>
                <a:gd name="csX1" fmla="*/ 601171 w 3289130"/>
                <a:gd name="csY1" fmla="*/ 1096559 h 2473361"/>
                <a:gd name="csX2" fmla="*/ 1492520 w 3289130"/>
                <a:gd name="csY2" fmla="*/ 264204 h 2473361"/>
                <a:gd name="csX3" fmla="*/ 2549634 w 3289130"/>
                <a:gd name="csY3" fmla="*/ 48166 h 2473361"/>
                <a:gd name="csX4" fmla="*/ 3289130 w 3289130"/>
                <a:gd name="csY4" fmla="*/ 1079800 h 2473361"/>
                <a:gd name="csX5" fmla="*/ 1485669 w 3289130"/>
                <a:gd name="csY5" fmla="*/ 1893718 h 2473361"/>
                <a:gd name="csX6" fmla="*/ 27731 w 3289130"/>
                <a:gd name="csY6" fmla="*/ 2449732 h 2473361"/>
                <a:gd name="csX0" fmla="*/ 367 w 3261766"/>
                <a:gd name="csY0" fmla="*/ 2449732 h 2449966"/>
                <a:gd name="csX1" fmla="*/ 573807 w 3261766"/>
                <a:gd name="csY1" fmla="*/ 1096559 h 2449966"/>
                <a:gd name="csX2" fmla="*/ 1465156 w 3261766"/>
                <a:gd name="csY2" fmla="*/ 264204 h 2449966"/>
                <a:gd name="csX3" fmla="*/ 2522270 w 3261766"/>
                <a:gd name="csY3" fmla="*/ 48166 h 2449966"/>
                <a:gd name="csX4" fmla="*/ 3261766 w 3261766"/>
                <a:gd name="csY4" fmla="*/ 1079800 h 2449966"/>
                <a:gd name="csX5" fmla="*/ 1458305 w 3261766"/>
                <a:gd name="csY5" fmla="*/ 1893718 h 2449966"/>
                <a:gd name="csX6" fmla="*/ 367 w 3261766"/>
                <a:gd name="csY6" fmla="*/ 2449732 h 2449966"/>
                <a:gd name="csX0" fmla="*/ 62959 w 3324358"/>
                <a:gd name="csY0" fmla="*/ 2449732 h 2487147"/>
                <a:gd name="csX1" fmla="*/ 636399 w 3324358"/>
                <a:gd name="csY1" fmla="*/ 1096559 h 2487147"/>
                <a:gd name="csX2" fmla="*/ 1527748 w 3324358"/>
                <a:gd name="csY2" fmla="*/ 264204 h 2487147"/>
                <a:gd name="csX3" fmla="*/ 2584862 w 3324358"/>
                <a:gd name="csY3" fmla="*/ 48166 h 2487147"/>
                <a:gd name="csX4" fmla="*/ 3324358 w 3324358"/>
                <a:gd name="csY4" fmla="*/ 1079800 h 2487147"/>
                <a:gd name="csX5" fmla="*/ 1520897 w 3324358"/>
                <a:gd name="csY5" fmla="*/ 1893718 h 2487147"/>
                <a:gd name="csX6" fmla="*/ 62959 w 3324358"/>
                <a:gd name="csY6" fmla="*/ 2449732 h 2487147"/>
                <a:gd name="csX0" fmla="*/ 38478 w 4482813"/>
                <a:gd name="csY0" fmla="*/ 3496425 h 3519813"/>
                <a:gd name="csX1" fmla="*/ 1794854 w 4482813"/>
                <a:gd name="csY1" fmla="*/ 1096559 h 3519813"/>
                <a:gd name="csX2" fmla="*/ 2686203 w 4482813"/>
                <a:gd name="csY2" fmla="*/ 264204 h 3519813"/>
                <a:gd name="csX3" fmla="*/ 3743317 w 4482813"/>
                <a:gd name="csY3" fmla="*/ 48166 h 3519813"/>
                <a:gd name="csX4" fmla="*/ 4482813 w 4482813"/>
                <a:gd name="csY4" fmla="*/ 1079800 h 3519813"/>
                <a:gd name="csX5" fmla="*/ 2679352 w 4482813"/>
                <a:gd name="csY5" fmla="*/ 1893718 h 3519813"/>
                <a:gd name="csX6" fmla="*/ 38478 w 4482813"/>
                <a:gd name="csY6" fmla="*/ 3496425 h 3519813"/>
                <a:gd name="csX0" fmla="*/ 9071 w 4453406"/>
                <a:gd name="csY0" fmla="*/ 3496425 h 3510301"/>
                <a:gd name="csX1" fmla="*/ 1765447 w 4453406"/>
                <a:gd name="csY1" fmla="*/ 1096559 h 3510301"/>
                <a:gd name="csX2" fmla="*/ 2656796 w 4453406"/>
                <a:gd name="csY2" fmla="*/ 264204 h 3510301"/>
                <a:gd name="csX3" fmla="*/ 3713910 w 4453406"/>
                <a:gd name="csY3" fmla="*/ 48166 h 3510301"/>
                <a:gd name="csX4" fmla="*/ 4453406 w 4453406"/>
                <a:gd name="csY4" fmla="*/ 1079800 h 3510301"/>
                <a:gd name="csX5" fmla="*/ 2649945 w 4453406"/>
                <a:gd name="csY5" fmla="*/ 1893718 h 3510301"/>
                <a:gd name="csX6" fmla="*/ 9071 w 4453406"/>
                <a:gd name="csY6" fmla="*/ 3496425 h 3510301"/>
                <a:gd name="csX0" fmla="*/ 9071 w 4453406"/>
                <a:gd name="csY0" fmla="*/ 3496425 h 3512169"/>
                <a:gd name="csX1" fmla="*/ 1765447 w 4453406"/>
                <a:gd name="csY1" fmla="*/ 1096559 h 3512169"/>
                <a:gd name="csX2" fmla="*/ 2656796 w 4453406"/>
                <a:gd name="csY2" fmla="*/ 264204 h 3512169"/>
                <a:gd name="csX3" fmla="*/ 3713910 w 4453406"/>
                <a:gd name="csY3" fmla="*/ 48166 h 3512169"/>
                <a:gd name="csX4" fmla="*/ 4453406 w 4453406"/>
                <a:gd name="csY4" fmla="*/ 1079800 h 3512169"/>
                <a:gd name="csX5" fmla="*/ 2649945 w 4453406"/>
                <a:gd name="csY5" fmla="*/ 1893718 h 3512169"/>
                <a:gd name="csX6" fmla="*/ 9071 w 4453406"/>
                <a:gd name="csY6" fmla="*/ 3496425 h 3512169"/>
                <a:gd name="csX0" fmla="*/ 9640 w 4453975"/>
                <a:gd name="csY0" fmla="*/ 3496425 h 3512169"/>
                <a:gd name="csX1" fmla="*/ 1766016 w 4453975"/>
                <a:gd name="csY1" fmla="*/ 1096559 h 3512169"/>
                <a:gd name="csX2" fmla="*/ 2657365 w 4453975"/>
                <a:gd name="csY2" fmla="*/ 264204 h 3512169"/>
                <a:gd name="csX3" fmla="*/ 3714479 w 4453975"/>
                <a:gd name="csY3" fmla="*/ 48166 h 3512169"/>
                <a:gd name="csX4" fmla="*/ 4453975 w 4453975"/>
                <a:gd name="csY4" fmla="*/ 1079800 h 3512169"/>
                <a:gd name="csX5" fmla="*/ 2650514 w 4453975"/>
                <a:gd name="csY5" fmla="*/ 1893718 h 3512169"/>
                <a:gd name="csX6" fmla="*/ 9640 w 4453975"/>
                <a:gd name="csY6" fmla="*/ 3496425 h 3512169"/>
                <a:gd name="csX0" fmla="*/ 9640 w 4453975"/>
                <a:gd name="csY0" fmla="*/ 3993467 h 4008123"/>
                <a:gd name="csX1" fmla="*/ 1766016 w 4453975"/>
                <a:gd name="csY1" fmla="*/ 1593601 h 4008123"/>
                <a:gd name="csX2" fmla="*/ 2601034 w 4453975"/>
                <a:gd name="csY2" fmla="*/ 41122 h 4008123"/>
                <a:gd name="csX3" fmla="*/ 3714479 w 4453975"/>
                <a:gd name="csY3" fmla="*/ 545208 h 4008123"/>
                <a:gd name="csX4" fmla="*/ 4453975 w 4453975"/>
                <a:gd name="csY4" fmla="*/ 1576842 h 4008123"/>
                <a:gd name="csX5" fmla="*/ 2650514 w 4453975"/>
                <a:gd name="csY5" fmla="*/ 2390760 h 4008123"/>
                <a:gd name="csX6" fmla="*/ 9640 w 4453975"/>
                <a:gd name="csY6" fmla="*/ 3993467 h 4008123"/>
                <a:gd name="csX0" fmla="*/ 9640 w 4453975"/>
                <a:gd name="csY0" fmla="*/ 3952894 h 3967550"/>
                <a:gd name="csX1" fmla="*/ 1766016 w 4453975"/>
                <a:gd name="csY1" fmla="*/ 1553028 h 3967550"/>
                <a:gd name="csX2" fmla="*/ 2601034 w 4453975"/>
                <a:gd name="csY2" fmla="*/ 549 h 3967550"/>
                <a:gd name="csX3" fmla="*/ 3714479 w 4453975"/>
                <a:gd name="csY3" fmla="*/ 504635 h 3967550"/>
                <a:gd name="csX4" fmla="*/ 4453975 w 4453975"/>
                <a:gd name="csY4" fmla="*/ 1536269 h 3967550"/>
                <a:gd name="csX5" fmla="*/ 2650514 w 4453975"/>
                <a:gd name="csY5" fmla="*/ 2350187 h 3967550"/>
                <a:gd name="csX6" fmla="*/ 9640 w 4453975"/>
                <a:gd name="csY6" fmla="*/ 3952894 h 3967550"/>
                <a:gd name="csX0" fmla="*/ 9640 w 4453975"/>
                <a:gd name="csY0" fmla="*/ 3952971 h 3968477"/>
                <a:gd name="csX1" fmla="*/ 1766016 w 4453975"/>
                <a:gd name="csY1" fmla="*/ 1553105 h 3968477"/>
                <a:gd name="csX2" fmla="*/ 2601034 w 4453975"/>
                <a:gd name="csY2" fmla="*/ 626 h 3968477"/>
                <a:gd name="csX3" fmla="*/ 3714479 w 4453975"/>
                <a:gd name="csY3" fmla="*/ 504712 h 3968477"/>
                <a:gd name="csX4" fmla="*/ 4453975 w 4453975"/>
                <a:gd name="csY4" fmla="*/ 1536346 h 3968477"/>
                <a:gd name="csX5" fmla="*/ 2650514 w 4453975"/>
                <a:gd name="csY5" fmla="*/ 2350264 h 3968477"/>
                <a:gd name="csX6" fmla="*/ 9640 w 4453975"/>
                <a:gd name="csY6" fmla="*/ 3952971 h 3968477"/>
                <a:gd name="csX0" fmla="*/ 9640 w 4517542"/>
                <a:gd name="csY0" fmla="*/ 4153948 h 4169453"/>
                <a:gd name="csX1" fmla="*/ 1766016 w 4517542"/>
                <a:gd name="csY1" fmla="*/ 1754082 h 4169453"/>
                <a:gd name="csX2" fmla="*/ 2601034 w 4517542"/>
                <a:gd name="csY2" fmla="*/ 201603 h 4169453"/>
                <a:gd name="csX3" fmla="*/ 4390442 w 4517542"/>
                <a:gd name="csY3" fmla="*/ 186529 h 4169453"/>
                <a:gd name="csX4" fmla="*/ 4453975 w 4517542"/>
                <a:gd name="csY4" fmla="*/ 1737323 h 4169453"/>
                <a:gd name="csX5" fmla="*/ 2650514 w 4517542"/>
                <a:gd name="csY5" fmla="*/ 2551241 h 4169453"/>
                <a:gd name="csX6" fmla="*/ 9640 w 4517542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719798"/>
                <a:gd name="csY0" fmla="*/ 4153948 h 4169453"/>
                <a:gd name="csX1" fmla="*/ 1766016 w 4719798"/>
                <a:gd name="csY1" fmla="*/ 1754082 h 4169453"/>
                <a:gd name="csX2" fmla="*/ 2601034 w 4719798"/>
                <a:gd name="csY2" fmla="*/ 201603 h 4169453"/>
                <a:gd name="csX3" fmla="*/ 4390442 w 4719798"/>
                <a:gd name="csY3" fmla="*/ 186529 h 4169453"/>
                <a:gd name="csX4" fmla="*/ 4453975 w 4719798"/>
                <a:gd name="csY4" fmla="*/ 1737323 h 4169453"/>
                <a:gd name="csX5" fmla="*/ 2650514 w 4719798"/>
                <a:gd name="csY5" fmla="*/ 2551241 h 4169453"/>
                <a:gd name="csX6" fmla="*/ 9640 w 4719798"/>
                <a:gd name="csY6" fmla="*/ 4153948 h 4169453"/>
                <a:gd name="csX0" fmla="*/ 9640 w 4684091"/>
                <a:gd name="csY0" fmla="*/ 4153948 h 4169453"/>
                <a:gd name="csX1" fmla="*/ 1766016 w 4684091"/>
                <a:gd name="csY1" fmla="*/ 1754082 h 4169453"/>
                <a:gd name="csX2" fmla="*/ 2601034 w 4684091"/>
                <a:gd name="csY2" fmla="*/ 201603 h 4169453"/>
                <a:gd name="csX3" fmla="*/ 4390442 w 4684091"/>
                <a:gd name="csY3" fmla="*/ 186529 h 4169453"/>
                <a:gd name="csX4" fmla="*/ 4453975 w 4684091"/>
                <a:gd name="csY4" fmla="*/ 1737323 h 4169453"/>
                <a:gd name="csX5" fmla="*/ 2650514 w 4684091"/>
                <a:gd name="csY5" fmla="*/ 2551241 h 4169453"/>
                <a:gd name="csX6" fmla="*/ 9640 w 4684091"/>
                <a:gd name="csY6" fmla="*/ 4153948 h 4169453"/>
                <a:gd name="csX0" fmla="*/ 9640 w 4747938"/>
                <a:gd name="csY0" fmla="*/ 4153948 h 4169453"/>
                <a:gd name="csX1" fmla="*/ 1766016 w 4747938"/>
                <a:gd name="csY1" fmla="*/ 1754082 h 4169453"/>
                <a:gd name="csX2" fmla="*/ 2601034 w 4747938"/>
                <a:gd name="csY2" fmla="*/ 201603 h 4169453"/>
                <a:gd name="csX3" fmla="*/ 4390442 w 4747938"/>
                <a:gd name="csY3" fmla="*/ 186529 h 4169453"/>
                <a:gd name="csX4" fmla="*/ 4453975 w 4747938"/>
                <a:gd name="csY4" fmla="*/ 1737323 h 4169453"/>
                <a:gd name="csX5" fmla="*/ 2650514 w 4747938"/>
                <a:gd name="csY5" fmla="*/ 2551241 h 4169453"/>
                <a:gd name="csX6" fmla="*/ 9640 w 4747938"/>
                <a:gd name="csY6" fmla="*/ 4153948 h 4169453"/>
                <a:gd name="csX0" fmla="*/ 9640 w 4747938"/>
                <a:gd name="csY0" fmla="*/ 4205765 h 4221270"/>
                <a:gd name="csX1" fmla="*/ 1766016 w 4747938"/>
                <a:gd name="csY1" fmla="*/ 1805899 h 4221270"/>
                <a:gd name="csX2" fmla="*/ 2601034 w 4747938"/>
                <a:gd name="csY2" fmla="*/ 253420 h 4221270"/>
                <a:gd name="csX3" fmla="*/ 4390442 w 4747938"/>
                <a:gd name="csY3" fmla="*/ 238346 h 4221270"/>
                <a:gd name="csX4" fmla="*/ 4453975 w 4747938"/>
                <a:gd name="csY4" fmla="*/ 1789140 h 4221270"/>
                <a:gd name="csX5" fmla="*/ 2650514 w 4747938"/>
                <a:gd name="csY5" fmla="*/ 2603058 h 4221270"/>
                <a:gd name="csX6" fmla="*/ 9640 w 4747938"/>
                <a:gd name="csY6" fmla="*/ 4205765 h 4221270"/>
                <a:gd name="csX0" fmla="*/ 9640 w 4769359"/>
                <a:gd name="csY0" fmla="*/ 4189897 h 4205402"/>
                <a:gd name="csX1" fmla="*/ 1766016 w 4769359"/>
                <a:gd name="csY1" fmla="*/ 1790031 h 4205402"/>
                <a:gd name="csX2" fmla="*/ 2601034 w 4769359"/>
                <a:gd name="csY2" fmla="*/ 237552 h 4205402"/>
                <a:gd name="csX3" fmla="*/ 4446772 w 4769359"/>
                <a:gd name="csY3" fmla="*/ 163863 h 4205402"/>
                <a:gd name="csX4" fmla="*/ 4453975 w 4769359"/>
                <a:gd name="csY4" fmla="*/ 1773272 h 4205402"/>
                <a:gd name="csX5" fmla="*/ 2650514 w 4769359"/>
                <a:gd name="csY5" fmla="*/ 2587190 h 4205402"/>
                <a:gd name="csX6" fmla="*/ 9640 w 4769359"/>
                <a:gd name="csY6" fmla="*/ 4189897 h 4205402"/>
                <a:gd name="csX0" fmla="*/ 9640 w 4747938"/>
                <a:gd name="csY0" fmla="*/ 4212142 h 4227647"/>
                <a:gd name="csX1" fmla="*/ 1766016 w 4747938"/>
                <a:gd name="csY1" fmla="*/ 1812276 h 4227647"/>
                <a:gd name="csX2" fmla="*/ 2601034 w 4747938"/>
                <a:gd name="csY2" fmla="*/ 259797 h 4227647"/>
                <a:gd name="csX3" fmla="*/ 4390441 w 4747938"/>
                <a:gd name="csY3" fmla="*/ 152614 h 4227647"/>
                <a:gd name="csX4" fmla="*/ 4453975 w 4747938"/>
                <a:gd name="csY4" fmla="*/ 1795517 h 4227647"/>
                <a:gd name="csX5" fmla="*/ 2650514 w 4747938"/>
                <a:gd name="csY5" fmla="*/ 2609435 h 4227647"/>
                <a:gd name="csX6" fmla="*/ 9640 w 4747938"/>
                <a:gd name="csY6" fmla="*/ 4212142 h 4227647"/>
                <a:gd name="csX0" fmla="*/ 8567 w 4746865"/>
                <a:gd name="csY0" fmla="*/ 4212143 h 4219435"/>
                <a:gd name="csX1" fmla="*/ 1745271 w 4746865"/>
                <a:gd name="csY1" fmla="*/ 1812279 h 4219435"/>
                <a:gd name="csX2" fmla="*/ 2599961 w 4746865"/>
                <a:gd name="csY2" fmla="*/ 259798 h 4219435"/>
                <a:gd name="csX3" fmla="*/ 4389368 w 4746865"/>
                <a:gd name="csY3" fmla="*/ 152615 h 4219435"/>
                <a:gd name="csX4" fmla="*/ 4452902 w 4746865"/>
                <a:gd name="csY4" fmla="*/ 1795518 h 4219435"/>
                <a:gd name="csX5" fmla="*/ 2649441 w 4746865"/>
                <a:gd name="csY5" fmla="*/ 2609436 h 4219435"/>
                <a:gd name="csX6" fmla="*/ 8567 w 4746865"/>
                <a:gd name="csY6" fmla="*/ 4212143 h 4219435"/>
                <a:gd name="csX0" fmla="*/ 8451 w 4746749"/>
                <a:gd name="csY0" fmla="*/ 4212143 h 4219813"/>
                <a:gd name="csX1" fmla="*/ 1745155 w 4746749"/>
                <a:gd name="csY1" fmla="*/ 1812279 h 4219813"/>
                <a:gd name="csX2" fmla="*/ 2599845 w 4746749"/>
                <a:gd name="csY2" fmla="*/ 259798 h 4219813"/>
                <a:gd name="csX3" fmla="*/ 4389252 w 4746749"/>
                <a:gd name="csY3" fmla="*/ 152615 h 4219813"/>
                <a:gd name="csX4" fmla="*/ 4452786 w 4746749"/>
                <a:gd name="csY4" fmla="*/ 1795518 h 4219813"/>
                <a:gd name="csX5" fmla="*/ 2642769 w 4746749"/>
                <a:gd name="csY5" fmla="*/ 2626986 h 4219813"/>
                <a:gd name="csX6" fmla="*/ 8451 w 4746749"/>
                <a:gd name="csY6" fmla="*/ 4212143 h 4219813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594 w 4746892"/>
                <a:gd name="csY0" fmla="*/ 4213311 h 4220527"/>
                <a:gd name="csX1" fmla="*/ 1738740 w 4746892"/>
                <a:gd name="csY1" fmla="*/ 1836843 h 4220527"/>
                <a:gd name="csX2" fmla="*/ 2599988 w 4746892"/>
                <a:gd name="csY2" fmla="*/ 260966 h 4220527"/>
                <a:gd name="csX3" fmla="*/ 4389395 w 4746892"/>
                <a:gd name="csY3" fmla="*/ 153783 h 4220527"/>
                <a:gd name="csX4" fmla="*/ 4452929 w 4746892"/>
                <a:gd name="csY4" fmla="*/ 1796686 h 4220527"/>
                <a:gd name="csX5" fmla="*/ 2642912 w 4746892"/>
                <a:gd name="csY5" fmla="*/ 2628154 h 4220527"/>
                <a:gd name="csX6" fmla="*/ 8594 w 4746892"/>
                <a:gd name="csY6" fmla="*/ 4213311 h 4220527"/>
                <a:gd name="csX0" fmla="*/ 8594 w 4693867"/>
                <a:gd name="csY0" fmla="*/ 4136922 h 4144138"/>
                <a:gd name="csX1" fmla="*/ 1738740 w 4693867"/>
                <a:gd name="csY1" fmla="*/ 1760454 h 4144138"/>
                <a:gd name="csX2" fmla="*/ 2599988 w 4693867"/>
                <a:gd name="csY2" fmla="*/ 184577 h 4144138"/>
                <a:gd name="csX3" fmla="*/ 4389395 w 4693867"/>
                <a:gd name="csY3" fmla="*/ 77394 h 4144138"/>
                <a:gd name="csX4" fmla="*/ 4452929 w 4693867"/>
                <a:gd name="csY4" fmla="*/ 1720297 h 4144138"/>
                <a:gd name="csX5" fmla="*/ 2642912 w 4693867"/>
                <a:gd name="csY5" fmla="*/ 2551765 h 4144138"/>
                <a:gd name="csX6" fmla="*/ 8594 w 4693867"/>
                <a:gd name="csY6" fmla="*/ 4136922 h 4144138"/>
                <a:gd name="csX0" fmla="*/ 8594 w 4699247"/>
                <a:gd name="csY0" fmla="*/ 4098901 h 4106117"/>
                <a:gd name="csX1" fmla="*/ 1738740 w 4699247"/>
                <a:gd name="csY1" fmla="*/ 1722433 h 4106117"/>
                <a:gd name="csX2" fmla="*/ 2599988 w 4699247"/>
                <a:gd name="csY2" fmla="*/ 146556 h 4106117"/>
                <a:gd name="csX3" fmla="*/ 4409070 w 4699247"/>
                <a:gd name="csY3" fmla="*/ 115412 h 4106117"/>
                <a:gd name="csX4" fmla="*/ 4452929 w 4699247"/>
                <a:gd name="csY4" fmla="*/ 1682276 h 4106117"/>
                <a:gd name="csX5" fmla="*/ 2642912 w 4699247"/>
                <a:gd name="csY5" fmla="*/ 2513744 h 4106117"/>
                <a:gd name="csX6" fmla="*/ 8594 w 4699247"/>
                <a:gd name="csY6" fmla="*/ 4098901 h 4106117"/>
                <a:gd name="csX0" fmla="*/ 8594 w 4703971"/>
                <a:gd name="csY0" fmla="*/ 4107920 h 4115136"/>
                <a:gd name="csX1" fmla="*/ 1738740 w 4703971"/>
                <a:gd name="csY1" fmla="*/ 1731452 h 4115136"/>
                <a:gd name="csX2" fmla="*/ 2599988 w 4703971"/>
                <a:gd name="csY2" fmla="*/ 155575 h 4115136"/>
                <a:gd name="csX3" fmla="*/ 4409070 w 4703971"/>
                <a:gd name="csY3" fmla="*/ 124431 h 4115136"/>
                <a:gd name="csX4" fmla="*/ 4452929 w 4703971"/>
                <a:gd name="csY4" fmla="*/ 1691295 h 4115136"/>
                <a:gd name="csX5" fmla="*/ 2642912 w 4703971"/>
                <a:gd name="csY5" fmla="*/ 2522763 h 4115136"/>
                <a:gd name="csX6" fmla="*/ 8594 w 4703971"/>
                <a:gd name="csY6" fmla="*/ 4107920 h 4115136"/>
                <a:gd name="csX0" fmla="*/ 8594 w 4703971"/>
                <a:gd name="csY0" fmla="*/ 4195888 h 4203104"/>
                <a:gd name="csX1" fmla="*/ 1738740 w 4703971"/>
                <a:gd name="csY1" fmla="*/ 1819420 h 4203104"/>
                <a:gd name="csX2" fmla="*/ 2599988 w 4703971"/>
                <a:gd name="csY2" fmla="*/ 243543 h 4203104"/>
                <a:gd name="csX3" fmla="*/ 4409070 w 4703971"/>
                <a:gd name="csY3" fmla="*/ 212399 h 4203104"/>
                <a:gd name="csX4" fmla="*/ 4452929 w 4703971"/>
                <a:gd name="csY4" fmla="*/ 1779263 h 4203104"/>
                <a:gd name="csX5" fmla="*/ 2642912 w 4703971"/>
                <a:gd name="csY5" fmla="*/ 2610731 h 4203104"/>
                <a:gd name="csX6" fmla="*/ 8594 w 4703971"/>
                <a:gd name="csY6" fmla="*/ 4195888 h 4203104"/>
                <a:gd name="csX0" fmla="*/ 8594 w 4703971"/>
                <a:gd name="csY0" fmla="*/ 4213778 h 4220994"/>
                <a:gd name="csX1" fmla="*/ 1738740 w 4703971"/>
                <a:gd name="csY1" fmla="*/ 1837310 h 4220994"/>
                <a:gd name="csX2" fmla="*/ 2599988 w 4703971"/>
                <a:gd name="csY2" fmla="*/ 261433 h 4220994"/>
                <a:gd name="csX3" fmla="*/ 4409070 w 4703971"/>
                <a:gd name="csY3" fmla="*/ 230289 h 4220994"/>
                <a:gd name="csX4" fmla="*/ 4452929 w 4703971"/>
                <a:gd name="csY4" fmla="*/ 1797153 h 4220994"/>
                <a:gd name="csX5" fmla="*/ 2642912 w 4703971"/>
                <a:gd name="csY5" fmla="*/ 2628621 h 4220994"/>
                <a:gd name="csX6" fmla="*/ 8594 w 4703971"/>
                <a:gd name="csY6" fmla="*/ 4213778 h 4220994"/>
                <a:gd name="csX0" fmla="*/ 8594 w 4855548"/>
                <a:gd name="csY0" fmla="*/ 4390510 h 4397726"/>
                <a:gd name="csX1" fmla="*/ 1738740 w 4855548"/>
                <a:gd name="csY1" fmla="*/ 2014042 h 4397726"/>
                <a:gd name="csX2" fmla="*/ 2599988 w 4855548"/>
                <a:gd name="csY2" fmla="*/ 438165 h 4397726"/>
                <a:gd name="csX3" fmla="*/ 4756647 w 4855548"/>
                <a:gd name="csY3" fmla="*/ 26825 h 4397726"/>
                <a:gd name="csX4" fmla="*/ 4452929 w 4855548"/>
                <a:gd name="csY4" fmla="*/ 1973885 h 4397726"/>
                <a:gd name="csX5" fmla="*/ 2642912 w 4855548"/>
                <a:gd name="csY5" fmla="*/ 2805353 h 4397726"/>
                <a:gd name="csX6" fmla="*/ 8594 w 4855548"/>
                <a:gd name="csY6" fmla="*/ 4390510 h 4397726"/>
                <a:gd name="csX0" fmla="*/ 8594 w 5018748"/>
                <a:gd name="csY0" fmla="*/ 4545598 h 4552814"/>
                <a:gd name="csX1" fmla="*/ 1738740 w 5018748"/>
                <a:gd name="csY1" fmla="*/ 2169130 h 4552814"/>
                <a:gd name="csX2" fmla="*/ 2599988 w 5018748"/>
                <a:gd name="csY2" fmla="*/ 593253 h 4552814"/>
                <a:gd name="csX3" fmla="*/ 4973062 w 5018748"/>
                <a:gd name="csY3" fmla="*/ 18136 h 4552814"/>
                <a:gd name="csX4" fmla="*/ 4452929 w 5018748"/>
                <a:gd name="csY4" fmla="*/ 2128973 h 4552814"/>
                <a:gd name="csX5" fmla="*/ 2642912 w 5018748"/>
                <a:gd name="csY5" fmla="*/ 2960441 h 4552814"/>
                <a:gd name="csX6" fmla="*/ 8594 w 5018748"/>
                <a:gd name="csY6" fmla="*/ 4545598 h 4552814"/>
                <a:gd name="csX0" fmla="*/ 8594 w 5002691"/>
                <a:gd name="csY0" fmla="*/ 4537753 h 4544969"/>
                <a:gd name="csX1" fmla="*/ 1738740 w 5002691"/>
                <a:gd name="csY1" fmla="*/ 2161285 h 4544969"/>
                <a:gd name="csX2" fmla="*/ 2599988 w 5002691"/>
                <a:gd name="csY2" fmla="*/ 585408 h 4544969"/>
                <a:gd name="csX3" fmla="*/ 4973062 w 5002691"/>
                <a:gd name="csY3" fmla="*/ 10291 h 4544969"/>
                <a:gd name="csX4" fmla="*/ 4452929 w 5002691"/>
                <a:gd name="csY4" fmla="*/ 2121128 h 4544969"/>
                <a:gd name="csX5" fmla="*/ 2642912 w 5002691"/>
                <a:gd name="csY5" fmla="*/ 2952596 h 4544969"/>
                <a:gd name="csX6" fmla="*/ 8594 w 5002691"/>
                <a:gd name="csY6" fmla="*/ 4537753 h 4544969"/>
                <a:gd name="csX0" fmla="*/ 8594 w 4705059"/>
                <a:gd name="csY0" fmla="*/ 4122711 h 4129927"/>
                <a:gd name="csX1" fmla="*/ 1738740 w 4705059"/>
                <a:gd name="csY1" fmla="*/ 1746243 h 4129927"/>
                <a:gd name="csX2" fmla="*/ 2599988 w 4705059"/>
                <a:gd name="csY2" fmla="*/ 170366 h 4129927"/>
                <a:gd name="csX3" fmla="*/ 4446032 w 4705059"/>
                <a:gd name="csY3" fmla="*/ 89415 h 4129927"/>
                <a:gd name="csX4" fmla="*/ 4452929 w 4705059"/>
                <a:gd name="csY4" fmla="*/ 1706086 h 4129927"/>
                <a:gd name="csX5" fmla="*/ 2642912 w 4705059"/>
                <a:gd name="csY5" fmla="*/ 2537554 h 4129927"/>
                <a:gd name="csX6" fmla="*/ 8594 w 4705059"/>
                <a:gd name="csY6" fmla="*/ 4122711 h 4129927"/>
                <a:gd name="csX0" fmla="*/ 8594 w 4596663"/>
                <a:gd name="csY0" fmla="*/ 4215533 h 4224499"/>
                <a:gd name="csX1" fmla="*/ 1738740 w 4596663"/>
                <a:gd name="csY1" fmla="*/ 1839065 h 4224499"/>
                <a:gd name="csX2" fmla="*/ 2599988 w 4596663"/>
                <a:gd name="csY2" fmla="*/ 263188 h 4224499"/>
                <a:gd name="csX3" fmla="*/ 4446032 w 4596663"/>
                <a:gd name="csY3" fmla="*/ 182237 h 4224499"/>
                <a:gd name="csX4" fmla="*/ 4129398 w 4596663"/>
                <a:gd name="csY4" fmla="*/ 2079669 h 4224499"/>
                <a:gd name="csX5" fmla="*/ 2642912 w 4596663"/>
                <a:gd name="csY5" fmla="*/ 2630376 h 4224499"/>
                <a:gd name="csX6" fmla="*/ 8594 w 4596663"/>
                <a:gd name="csY6" fmla="*/ 4215533 h 4224499"/>
                <a:gd name="csX0" fmla="*/ 10635 w 4618520"/>
                <a:gd name="csY0" fmla="*/ 4140860 h 4149826"/>
                <a:gd name="csX1" fmla="*/ 1740781 w 4618520"/>
                <a:gd name="csY1" fmla="*/ 1764392 h 4149826"/>
                <a:gd name="csX2" fmla="*/ 2330962 w 4618520"/>
                <a:gd name="csY2" fmla="*/ 399085 h 4149826"/>
                <a:gd name="csX3" fmla="*/ 4448073 w 4618520"/>
                <a:gd name="csY3" fmla="*/ 107564 h 4149826"/>
                <a:gd name="csX4" fmla="*/ 4131439 w 4618520"/>
                <a:gd name="csY4" fmla="*/ 2004996 h 4149826"/>
                <a:gd name="csX5" fmla="*/ 2644953 w 4618520"/>
                <a:gd name="csY5" fmla="*/ 2555703 h 4149826"/>
                <a:gd name="csX6" fmla="*/ 10635 w 4618520"/>
                <a:gd name="csY6" fmla="*/ 4140860 h 4149826"/>
                <a:gd name="csX0" fmla="*/ 2473 w 4610358"/>
                <a:gd name="csY0" fmla="*/ 4148168 h 4152706"/>
                <a:gd name="csX1" fmla="*/ 2161081 w 4610358"/>
                <a:gd name="csY1" fmla="*/ 2013468 h 4152706"/>
                <a:gd name="csX2" fmla="*/ 2322800 w 4610358"/>
                <a:gd name="csY2" fmla="*/ 406393 h 4152706"/>
                <a:gd name="csX3" fmla="*/ 4439911 w 4610358"/>
                <a:gd name="csY3" fmla="*/ 114872 h 4152706"/>
                <a:gd name="csX4" fmla="*/ 4123277 w 4610358"/>
                <a:gd name="csY4" fmla="*/ 2012304 h 4152706"/>
                <a:gd name="csX5" fmla="*/ 2636791 w 4610358"/>
                <a:gd name="csY5" fmla="*/ 2563011 h 4152706"/>
                <a:gd name="csX6" fmla="*/ 2473 w 4610358"/>
                <a:gd name="csY6" fmla="*/ 4148168 h 4152706"/>
                <a:gd name="csX0" fmla="*/ 400 w 4608285"/>
                <a:gd name="csY0" fmla="*/ 4148168 h 4148397"/>
                <a:gd name="csX1" fmla="*/ 2159008 w 4608285"/>
                <a:gd name="csY1" fmla="*/ 2013468 h 4148397"/>
                <a:gd name="csX2" fmla="*/ 2320727 w 4608285"/>
                <a:gd name="csY2" fmla="*/ 406393 h 4148397"/>
                <a:gd name="csX3" fmla="*/ 4437838 w 4608285"/>
                <a:gd name="csY3" fmla="*/ 114872 h 4148397"/>
                <a:gd name="csX4" fmla="*/ 4121204 w 4608285"/>
                <a:gd name="csY4" fmla="*/ 2012304 h 4148397"/>
                <a:gd name="csX5" fmla="*/ 2346163 w 4608285"/>
                <a:gd name="csY5" fmla="*/ 2149669 h 4148397"/>
                <a:gd name="csX6" fmla="*/ 400 w 4608285"/>
                <a:gd name="csY6" fmla="*/ 4148168 h 4148397"/>
                <a:gd name="csX0" fmla="*/ 400 w 4547161"/>
                <a:gd name="csY0" fmla="*/ 4069645 h 4069874"/>
                <a:gd name="csX1" fmla="*/ 2159008 w 4547161"/>
                <a:gd name="csY1" fmla="*/ 1934945 h 4069874"/>
                <a:gd name="csX2" fmla="*/ 2320727 w 4547161"/>
                <a:gd name="csY2" fmla="*/ 327870 h 4069874"/>
                <a:gd name="csX3" fmla="*/ 4437838 w 4547161"/>
                <a:gd name="csY3" fmla="*/ 36349 h 4069874"/>
                <a:gd name="csX4" fmla="*/ 4121204 w 4547161"/>
                <a:gd name="csY4" fmla="*/ 1933781 h 4069874"/>
                <a:gd name="csX5" fmla="*/ 2346163 w 4547161"/>
                <a:gd name="csY5" fmla="*/ 2071146 h 4069874"/>
                <a:gd name="csX6" fmla="*/ 400 w 4547161"/>
                <a:gd name="csY6" fmla="*/ 4069645 h 4069874"/>
                <a:gd name="csX0" fmla="*/ 536 w 3991476"/>
                <a:gd name="csY0" fmla="*/ 3539321 h 3539632"/>
                <a:gd name="csX1" fmla="*/ 1603323 w 3991476"/>
                <a:gd name="csY1" fmla="*/ 1934945 h 3539632"/>
                <a:gd name="csX2" fmla="*/ 1765042 w 3991476"/>
                <a:gd name="csY2" fmla="*/ 327870 h 3539632"/>
                <a:gd name="csX3" fmla="*/ 3882153 w 3991476"/>
                <a:gd name="csY3" fmla="*/ 36349 h 3539632"/>
                <a:gd name="csX4" fmla="*/ 3565519 w 3991476"/>
                <a:gd name="csY4" fmla="*/ 1933781 h 3539632"/>
                <a:gd name="csX5" fmla="*/ 1790478 w 3991476"/>
                <a:gd name="csY5" fmla="*/ 2071146 h 3539632"/>
                <a:gd name="csX6" fmla="*/ 536 w 3991476"/>
                <a:gd name="csY6" fmla="*/ 3539321 h 3539632"/>
                <a:gd name="csX0" fmla="*/ 527 w 4017318"/>
                <a:gd name="csY0" fmla="*/ 3573908 h 3574212"/>
                <a:gd name="csX1" fmla="*/ 1629165 w 4017318"/>
                <a:gd name="csY1" fmla="*/ 1934945 h 3574212"/>
                <a:gd name="csX2" fmla="*/ 1790884 w 4017318"/>
                <a:gd name="csY2" fmla="*/ 327870 h 3574212"/>
                <a:gd name="csX3" fmla="*/ 3907995 w 4017318"/>
                <a:gd name="csY3" fmla="*/ 36349 h 3574212"/>
                <a:gd name="csX4" fmla="*/ 3591361 w 4017318"/>
                <a:gd name="csY4" fmla="*/ 1933781 h 3574212"/>
                <a:gd name="csX5" fmla="*/ 1816320 w 4017318"/>
                <a:gd name="csY5" fmla="*/ 2071146 h 3574212"/>
                <a:gd name="csX6" fmla="*/ 527 w 4017318"/>
                <a:gd name="csY6" fmla="*/ 3573908 h 3574212"/>
                <a:gd name="csX0" fmla="*/ 3641 w 4020432"/>
                <a:gd name="csY0" fmla="*/ 3573908 h 3577567"/>
                <a:gd name="csX1" fmla="*/ 1632279 w 4020432"/>
                <a:gd name="csY1" fmla="*/ 1934945 h 3577567"/>
                <a:gd name="csX2" fmla="*/ 1793998 w 4020432"/>
                <a:gd name="csY2" fmla="*/ 327870 h 3577567"/>
                <a:gd name="csX3" fmla="*/ 3911109 w 4020432"/>
                <a:gd name="csY3" fmla="*/ 36349 h 3577567"/>
                <a:gd name="csX4" fmla="*/ 3594475 w 4020432"/>
                <a:gd name="csY4" fmla="*/ 1933781 h 3577567"/>
                <a:gd name="csX5" fmla="*/ 1819434 w 4020432"/>
                <a:gd name="csY5" fmla="*/ 2071146 h 3577567"/>
                <a:gd name="csX6" fmla="*/ 3641 w 4020432"/>
                <a:gd name="csY6" fmla="*/ 3573908 h 3577567"/>
                <a:gd name="csX0" fmla="*/ 11923 w 4028714"/>
                <a:gd name="csY0" fmla="*/ 3573908 h 3583559"/>
                <a:gd name="csX1" fmla="*/ 1640561 w 4028714"/>
                <a:gd name="csY1" fmla="*/ 1934945 h 3583559"/>
                <a:gd name="csX2" fmla="*/ 1802280 w 4028714"/>
                <a:gd name="csY2" fmla="*/ 327870 h 3583559"/>
                <a:gd name="csX3" fmla="*/ 3919391 w 4028714"/>
                <a:gd name="csY3" fmla="*/ 36349 h 3583559"/>
                <a:gd name="csX4" fmla="*/ 3602757 w 4028714"/>
                <a:gd name="csY4" fmla="*/ 1933781 h 3583559"/>
                <a:gd name="csX5" fmla="*/ 1827716 w 4028714"/>
                <a:gd name="csY5" fmla="*/ 2071146 h 3583559"/>
                <a:gd name="csX6" fmla="*/ 11923 w 4028714"/>
                <a:gd name="csY6" fmla="*/ 3573908 h 3583559"/>
                <a:gd name="csX0" fmla="*/ 1130 w 4017921"/>
                <a:gd name="csY0" fmla="*/ 3573908 h 3577714"/>
                <a:gd name="csX1" fmla="*/ 1629768 w 4017921"/>
                <a:gd name="csY1" fmla="*/ 1934945 h 3577714"/>
                <a:gd name="csX2" fmla="*/ 1791487 w 4017921"/>
                <a:gd name="csY2" fmla="*/ 327870 h 3577714"/>
                <a:gd name="csX3" fmla="*/ 3908598 w 4017921"/>
                <a:gd name="csY3" fmla="*/ 36349 h 3577714"/>
                <a:gd name="csX4" fmla="*/ 3591964 w 4017921"/>
                <a:gd name="csY4" fmla="*/ 1933781 h 3577714"/>
                <a:gd name="csX5" fmla="*/ 1906115 w 4017921"/>
                <a:gd name="csY5" fmla="*/ 2373434 h 3577714"/>
                <a:gd name="csX6" fmla="*/ 1130 w 4017921"/>
                <a:gd name="csY6" fmla="*/ 3573908 h 3577714"/>
                <a:gd name="csX0" fmla="*/ 434 w 4017225"/>
                <a:gd name="csY0" fmla="*/ 3573908 h 3574428"/>
                <a:gd name="csX1" fmla="*/ 1629072 w 4017225"/>
                <a:gd name="csY1" fmla="*/ 1934945 h 3574428"/>
                <a:gd name="csX2" fmla="*/ 1790791 w 4017225"/>
                <a:gd name="csY2" fmla="*/ 327870 h 3574428"/>
                <a:gd name="csX3" fmla="*/ 3907902 w 4017225"/>
                <a:gd name="csY3" fmla="*/ 36349 h 3574428"/>
                <a:gd name="csX4" fmla="*/ 3591268 w 4017225"/>
                <a:gd name="csY4" fmla="*/ 1933781 h 3574428"/>
                <a:gd name="csX5" fmla="*/ 1798394 w 4017225"/>
                <a:gd name="csY5" fmla="*/ 2110926 h 3574428"/>
                <a:gd name="csX6" fmla="*/ 434 w 4017225"/>
                <a:gd name="csY6" fmla="*/ 3573908 h 3574428"/>
                <a:gd name="csX0" fmla="*/ 434 w 4017225"/>
                <a:gd name="csY0" fmla="*/ 3573908 h 3574310"/>
                <a:gd name="csX1" fmla="*/ 1629072 w 4017225"/>
                <a:gd name="csY1" fmla="*/ 1934945 h 3574310"/>
                <a:gd name="csX2" fmla="*/ 1790791 w 4017225"/>
                <a:gd name="csY2" fmla="*/ 327870 h 3574310"/>
                <a:gd name="csX3" fmla="*/ 3907902 w 4017225"/>
                <a:gd name="csY3" fmla="*/ 36349 h 3574310"/>
                <a:gd name="csX4" fmla="*/ 3591268 w 4017225"/>
                <a:gd name="csY4" fmla="*/ 1933781 h 3574310"/>
                <a:gd name="csX5" fmla="*/ 1798394 w 4017225"/>
                <a:gd name="csY5" fmla="*/ 2110926 h 3574310"/>
                <a:gd name="csX6" fmla="*/ 434 w 4017225"/>
                <a:gd name="csY6" fmla="*/ 3573908 h 3574310"/>
                <a:gd name="csX0" fmla="*/ 434 w 4017225"/>
                <a:gd name="csY0" fmla="*/ 3573908 h 3576627"/>
                <a:gd name="csX1" fmla="*/ 1629072 w 4017225"/>
                <a:gd name="csY1" fmla="*/ 1934945 h 3576627"/>
                <a:gd name="csX2" fmla="*/ 1790791 w 4017225"/>
                <a:gd name="csY2" fmla="*/ 327870 h 3576627"/>
                <a:gd name="csX3" fmla="*/ 3907902 w 4017225"/>
                <a:gd name="csY3" fmla="*/ 36349 h 3576627"/>
                <a:gd name="csX4" fmla="*/ 3591268 w 4017225"/>
                <a:gd name="csY4" fmla="*/ 1933781 h 3576627"/>
                <a:gd name="csX5" fmla="*/ 1798395 w 4017225"/>
                <a:gd name="csY5" fmla="*/ 2365482 h 3576627"/>
                <a:gd name="csX6" fmla="*/ 434 w 4017225"/>
                <a:gd name="csY6" fmla="*/ 3573908 h 3576627"/>
                <a:gd name="csX0" fmla="*/ 434 w 4017225"/>
                <a:gd name="csY0" fmla="*/ 3573908 h 3576355"/>
                <a:gd name="csX1" fmla="*/ 1629072 w 4017225"/>
                <a:gd name="csY1" fmla="*/ 1934945 h 3576355"/>
                <a:gd name="csX2" fmla="*/ 1790791 w 4017225"/>
                <a:gd name="csY2" fmla="*/ 327870 h 3576355"/>
                <a:gd name="csX3" fmla="*/ 3907902 w 4017225"/>
                <a:gd name="csY3" fmla="*/ 36349 h 3576355"/>
                <a:gd name="csX4" fmla="*/ 3591268 w 4017225"/>
                <a:gd name="csY4" fmla="*/ 1933781 h 3576355"/>
                <a:gd name="csX5" fmla="*/ 1798395 w 4017225"/>
                <a:gd name="csY5" fmla="*/ 2365482 h 3576355"/>
                <a:gd name="csX6" fmla="*/ 434 w 4017225"/>
                <a:gd name="csY6" fmla="*/ 3573908 h 3576355"/>
                <a:gd name="csX0" fmla="*/ 434 w 4017225"/>
                <a:gd name="csY0" fmla="*/ 3573908 h 3583502"/>
                <a:gd name="csX1" fmla="*/ 1629072 w 4017225"/>
                <a:gd name="csY1" fmla="*/ 1934945 h 3583502"/>
                <a:gd name="csX2" fmla="*/ 1790791 w 4017225"/>
                <a:gd name="csY2" fmla="*/ 327870 h 3583502"/>
                <a:gd name="csX3" fmla="*/ 3907902 w 4017225"/>
                <a:gd name="csY3" fmla="*/ 36349 h 3583502"/>
                <a:gd name="csX4" fmla="*/ 3591268 w 4017225"/>
                <a:gd name="csY4" fmla="*/ 1933781 h 3583502"/>
                <a:gd name="csX5" fmla="*/ 1798396 w 4017225"/>
                <a:gd name="csY5" fmla="*/ 2715497 h 3583502"/>
                <a:gd name="csX6" fmla="*/ 434 w 4017225"/>
                <a:gd name="csY6" fmla="*/ 3573908 h 3583502"/>
                <a:gd name="csX0" fmla="*/ 20204 w 4036995"/>
                <a:gd name="csY0" fmla="*/ 3574326 h 3583563"/>
                <a:gd name="csX1" fmla="*/ 908564 w 4036995"/>
                <a:gd name="csY1" fmla="*/ 1951275 h 3583563"/>
                <a:gd name="csX2" fmla="*/ 1810561 w 4036995"/>
                <a:gd name="csY2" fmla="*/ 328288 h 3583563"/>
                <a:gd name="csX3" fmla="*/ 3927672 w 4036995"/>
                <a:gd name="csY3" fmla="*/ 36767 h 3583563"/>
                <a:gd name="csX4" fmla="*/ 3611038 w 4036995"/>
                <a:gd name="csY4" fmla="*/ 1934199 h 3583563"/>
                <a:gd name="csX5" fmla="*/ 1818166 w 4036995"/>
                <a:gd name="csY5" fmla="*/ 2715915 h 3583563"/>
                <a:gd name="csX6" fmla="*/ 20204 w 4036995"/>
                <a:gd name="csY6" fmla="*/ 3574326 h 3583563"/>
                <a:gd name="csX0" fmla="*/ 12549 w 4029340"/>
                <a:gd name="csY0" fmla="*/ 3574326 h 3583563"/>
                <a:gd name="csX1" fmla="*/ 900909 w 4029340"/>
                <a:gd name="csY1" fmla="*/ 1951275 h 3583563"/>
                <a:gd name="csX2" fmla="*/ 1802906 w 4029340"/>
                <a:gd name="csY2" fmla="*/ 328288 h 3583563"/>
                <a:gd name="csX3" fmla="*/ 3920017 w 4029340"/>
                <a:gd name="csY3" fmla="*/ 36767 h 3583563"/>
                <a:gd name="csX4" fmla="*/ 3603383 w 4029340"/>
                <a:gd name="csY4" fmla="*/ 1934199 h 3583563"/>
                <a:gd name="csX5" fmla="*/ 1810511 w 4029340"/>
                <a:gd name="csY5" fmla="*/ 2715915 h 3583563"/>
                <a:gd name="csX6" fmla="*/ 12549 w 4029340"/>
                <a:gd name="csY6" fmla="*/ 3574326 h 3583563"/>
                <a:gd name="csX0" fmla="*/ 2018 w 4018809"/>
                <a:gd name="csY0" fmla="*/ 3573908 h 3583502"/>
                <a:gd name="csX1" fmla="*/ 1389840 w 4018809"/>
                <a:gd name="csY1" fmla="*/ 1934947 h 3583502"/>
                <a:gd name="csX2" fmla="*/ 1792375 w 4018809"/>
                <a:gd name="csY2" fmla="*/ 327870 h 3583502"/>
                <a:gd name="csX3" fmla="*/ 3909486 w 4018809"/>
                <a:gd name="csY3" fmla="*/ 36349 h 3583502"/>
                <a:gd name="csX4" fmla="*/ 3592852 w 4018809"/>
                <a:gd name="csY4" fmla="*/ 1933781 h 3583502"/>
                <a:gd name="csX5" fmla="*/ 1799980 w 4018809"/>
                <a:gd name="csY5" fmla="*/ 2715497 h 3583502"/>
                <a:gd name="csX6" fmla="*/ 2018 w 4018809"/>
                <a:gd name="csY6" fmla="*/ 3573908 h 3583502"/>
                <a:gd name="csX0" fmla="*/ 2018 w 4018809"/>
                <a:gd name="csY0" fmla="*/ 3573908 h 3575401"/>
                <a:gd name="csX1" fmla="*/ 1389840 w 4018809"/>
                <a:gd name="csY1" fmla="*/ 1934947 h 3575401"/>
                <a:gd name="csX2" fmla="*/ 1792375 w 4018809"/>
                <a:gd name="csY2" fmla="*/ 327870 h 3575401"/>
                <a:gd name="csX3" fmla="*/ 3909486 w 4018809"/>
                <a:gd name="csY3" fmla="*/ 36349 h 3575401"/>
                <a:gd name="csX4" fmla="*/ 3592852 w 4018809"/>
                <a:gd name="csY4" fmla="*/ 1933781 h 3575401"/>
                <a:gd name="csX5" fmla="*/ 1799983 w 4018809"/>
                <a:gd name="csY5" fmla="*/ 2277981 h 3575401"/>
                <a:gd name="csX6" fmla="*/ 2018 w 4018809"/>
                <a:gd name="csY6" fmla="*/ 3573908 h 3575401"/>
                <a:gd name="csX0" fmla="*/ 2279 w 4019070"/>
                <a:gd name="csY0" fmla="*/ 3573908 h 3576883"/>
                <a:gd name="csX1" fmla="*/ 1390101 w 4019070"/>
                <a:gd name="csY1" fmla="*/ 1934947 h 3576883"/>
                <a:gd name="csX2" fmla="*/ 1792636 w 4019070"/>
                <a:gd name="csY2" fmla="*/ 327870 h 3576883"/>
                <a:gd name="csX3" fmla="*/ 3909747 w 4019070"/>
                <a:gd name="csY3" fmla="*/ 36349 h 3576883"/>
                <a:gd name="csX4" fmla="*/ 3593113 w 4019070"/>
                <a:gd name="csY4" fmla="*/ 1933781 h 3576883"/>
                <a:gd name="csX5" fmla="*/ 1827004 w 4019070"/>
                <a:gd name="csY5" fmla="*/ 2405261 h 3576883"/>
                <a:gd name="csX6" fmla="*/ 2279 w 4019070"/>
                <a:gd name="csY6" fmla="*/ 3573908 h 3576883"/>
                <a:gd name="csX0" fmla="*/ 3304 w 4020095"/>
                <a:gd name="csY0" fmla="*/ 3573700 h 3576772"/>
                <a:gd name="csX1" fmla="*/ 1310858 w 4020095"/>
                <a:gd name="csY1" fmla="*/ 1926786 h 3576772"/>
                <a:gd name="csX2" fmla="*/ 1793661 w 4020095"/>
                <a:gd name="csY2" fmla="*/ 327662 h 3576772"/>
                <a:gd name="csX3" fmla="*/ 3910772 w 4020095"/>
                <a:gd name="csY3" fmla="*/ 36141 h 3576772"/>
                <a:gd name="csX4" fmla="*/ 3594138 w 4020095"/>
                <a:gd name="csY4" fmla="*/ 1933573 h 3576772"/>
                <a:gd name="csX5" fmla="*/ 1828029 w 4020095"/>
                <a:gd name="csY5" fmla="*/ 2405053 h 3576772"/>
                <a:gd name="csX6" fmla="*/ 3304 w 4020095"/>
                <a:gd name="csY6" fmla="*/ 3573700 h 3576772"/>
                <a:gd name="csX0" fmla="*/ 3254 w 4020045"/>
                <a:gd name="csY0" fmla="*/ 3573700 h 3576772"/>
                <a:gd name="csX1" fmla="*/ 1310808 w 4020045"/>
                <a:gd name="csY1" fmla="*/ 1926786 h 3576772"/>
                <a:gd name="csX2" fmla="*/ 1793611 w 4020045"/>
                <a:gd name="csY2" fmla="*/ 327662 h 3576772"/>
                <a:gd name="csX3" fmla="*/ 3910722 w 4020045"/>
                <a:gd name="csY3" fmla="*/ 36141 h 3576772"/>
                <a:gd name="csX4" fmla="*/ 3594088 w 4020045"/>
                <a:gd name="csY4" fmla="*/ 1933573 h 3576772"/>
                <a:gd name="csX5" fmla="*/ 1827979 w 4020045"/>
                <a:gd name="csY5" fmla="*/ 2405053 h 3576772"/>
                <a:gd name="csX6" fmla="*/ 3254 w 4020045"/>
                <a:gd name="csY6" fmla="*/ 3573700 h 35767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020045" h="3576772">
                  <a:moveTo>
                    <a:pt x="3254" y="3573700"/>
                  </a:moveTo>
                  <a:cubicBezTo>
                    <a:pt x="-82941" y="3493989"/>
                    <a:pt x="1574310" y="2340515"/>
                    <a:pt x="1310808" y="1926786"/>
                  </a:cubicBezTo>
                  <a:cubicBezTo>
                    <a:pt x="1047306" y="1513057"/>
                    <a:pt x="1360292" y="642769"/>
                    <a:pt x="1793611" y="327662"/>
                  </a:cubicBezTo>
                  <a:cubicBezTo>
                    <a:pt x="2226930" y="12555"/>
                    <a:pt x="3750548" y="-52136"/>
                    <a:pt x="3910722" y="36141"/>
                  </a:cubicBezTo>
                  <a:cubicBezTo>
                    <a:pt x="4070896" y="124418"/>
                    <a:pt x="4120351" y="1358027"/>
                    <a:pt x="3594088" y="1933573"/>
                  </a:cubicBezTo>
                  <a:cubicBezTo>
                    <a:pt x="3171099" y="2391895"/>
                    <a:pt x="2301583" y="2656718"/>
                    <a:pt x="1827979" y="2405053"/>
                  </a:cubicBezTo>
                  <a:cubicBezTo>
                    <a:pt x="1354375" y="2153388"/>
                    <a:pt x="89449" y="3653411"/>
                    <a:pt x="3254" y="3573700"/>
                  </a:cubicBez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3" name="Freeform 1022">
              <a:extLst>
                <a:ext uri="{FF2B5EF4-FFF2-40B4-BE49-F238E27FC236}">
                  <a16:creationId xmlns:a16="http://schemas.microsoft.com/office/drawing/2014/main" id="{1545EDBE-785E-5B7B-068E-72CA68654D65}"/>
                </a:ext>
              </a:extLst>
            </p:cNvPr>
            <p:cNvSpPr/>
            <p:nvPr userDrawn="1"/>
          </p:nvSpPr>
          <p:spPr>
            <a:xfrm rot="16200000">
              <a:off x="6453977" y="1499256"/>
              <a:ext cx="2615869" cy="2682267"/>
            </a:xfrm>
            <a:custGeom>
              <a:avLst/>
              <a:gdLst>
                <a:gd name="csX0" fmla="*/ 1893 w 3484511"/>
                <a:gd name="csY0" fmla="*/ 3509215 h 3511799"/>
                <a:gd name="csX1" fmla="*/ 1514170 w 3484511"/>
                <a:gd name="csY1" fmla="*/ 1703861 h 3511799"/>
                <a:gd name="csX2" fmla="*/ 2029985 w 3484511"/>
                <a:gd name="csY2" fmla="*/ 226753 h 3511799"/>
                <a:gd name="csX3" fmla="*/ 3378139 w 3484511"/>
                <a:gd name="csY3" fmla="*/ 144692 h 3511799"/>
                <a:gd name="csX4" fmla="*/ 3225739 w 3484511"/>
                <a:gd name="csY4" fmla="*/ 1586630 h 3511799"/>
                <a:gd name="csX5" fmla="*/ 1854139 w 3484511"/>
                <a:gd name="csY5" fmla="*/ 2090723 h 3511799"/>
                <a:gd name="csX6" fmla="*/ 1893 w 3484511"/>
                <a:gd name="csY6" fmla="*/ 3509215 h 3511799"/>
                <a:gd name="csX0" fmla="*/ 1352 w 4094215"/>
                <a:gd name="csY0" fmla="*/ 4103738 h 4105568"/>
                <a:gd name="csX1" fmla="*/ 2123874 w 4094215"/>
                <a:gd name="csY1" fmla="*/ 1703861 h 4105568"/>
                <a:gd name="csX2" fmla="*/ 2639689 w 4094215"/>
                <a:gd name="csY2" fmla="*/ 226753 h 4105568"/>
                <a:gd name="csX3" fmla="*/ 3987843 w 4094215"/>
                <a:gd name="csY3" fmla="*/ 144692 h 4105568"/>
                <a:gd name="csX4" fmla="*/ 3835443 w 4094215"/>
                <a:gd name="csY4" fmla="*/ 1586630 h 4105568"/>
                <a:gd name="csX5" fmla="*/ 2463843 w 4094215"/>
                <a:gd name="csY5" fmla="*/ 2090723 h 4105568"/>
                <a:gd name="csX6" fmla="*/ 1352 w 4094215"/>
                <a:gd name="csY6" fmla="*/ 4103738 h 4105568"/>
                <a:gd name="csX0" fmla="*/ 1978 w 4094841"/>
                <a:gd name="csY0" fmla="*/ 4101966 h 4104114"/>
                <a:gd name="csX1" fmla="*/ 2058783 w 4094841"/>
                <a:gd name="csY1" fmla="*/ 1668597 h 4104114"/>
                <a:gd name="csX2" fmla="*/ 2640315 w 4094841"/>
                <a:gd name="csY2" fmla="*/ 224981 h 4104114"/>
                <a:gd name="csX3" fmla="*/ 3988469 w 4094841"/>
                <a:gd name="csY3" fmla="*/ 142920 h 4104114"/>
                <a:gd name="csX4" fmla="*/ 3836069 w 4094841"/>
                <a:gd name="csY4" fmla="*/ 1584858 h 4104114"/>
                <a:gd name="csX5" fmla="*/ 2464469 w 4094841"/>
                <a:gd name="csY5" fmla="*/ 2088951 h 4104114"/>
                <a:gd name="csX6" fmla="*/ 1978 w 4094841"/>
                <a:gd name="csY6" fmla="*/ 4101966 h 4104114"/>
                <a:gd name="csX0" fmla="*/ 1943 w 4132359"/>
                <a:gd name="csY0" fmla="*/ 3750277 h 3752868"/>
                <a:gd name="csX1" fmla="*/ 2096301 w 4132359"/>
                <a:gd name="csY1" fmla="*/ 1668597 h 3752868"/>
                <a:gd name="csX2" fmla="*/ 2677833 w 4132359"/>
                <a:gd name="csY2" fmla="*/ 224981 h 3752868"/>
                <a:gd name="csX3" fmla="*/ 4025987 w 4132359"/>
                <a:gd name="csY3" fmla="*/ 142920 h 3752868"/>
                <a:gd name="csX4" fmla="*/ 3873587 w 4132359"/>
                <a:gd name="csY4" fmla="*/ 1584858 h 3752868"/>
                <a:gd name="csX5" fmla="*/ 2501987 w 4132359"/>
                <a:gd name="csY5" fmla="*/ 2088951 h 3752868"/>
                <a:gd name="csX6" fmla="*/ 1943 w 4132359"/>
                <a:gd name="csY6" fmla="*/ 3750277 h 3752868"/>
                <a:gd name="csX0" fmla="*/ 7123 w 4137539"/>
                <a:gd name="csY0" fmla="*/ 3776554 h 3776601"/>
                <a:gd name="csX1" fmla="*/ 1782278 w 4137539"/>
                <a:gd name="csY1" fmla="*/ 2163796 h 3776601"/>
                <a:gd name="csX2" fmla="*/ 2683013 w 4137539"/>
                <a:gd name="csY2" fmla="*/ 251258 h 3776601"/>
                <a:gd name="csX3" fmla="*/ 4031167 w 4137539"/>
                <a:gd name="csY3" fmla="*/ 169197 h 3776601"/>
                <a:gd name="csX4" fmla="*/ 3878767 w 4137539"/>
                <a:gd name="csY4" fmla="*/ 1611135 h 3776601"/>
                <a:gd name="csX5" fmla="*/ 2507167 w 4137539"/>
                <a:gd name="csY5" fmla="*/ 2115228 h 3776601"/>
                <a:gd name="csX6" fmla="*/ 7123 w 4137539"/>
                <a:gd name="csY6" fmla="*/ 3776554 h 3776601"/>
                <a:gd name="csX0" fmla="*/ 25 w 4130441"/>
                <a:gd name="csY0" fmla="*/ 3776554 h 3776586"/>
                <a:gd name="csX1" fmla="*/ 1775180 w 4130441"/>
                <a:gd name="csY1" fmla="*/ 2163796 h 3776586"/>
                <a:gd name="csX2" fmla="*/ 2675915 w 4130441"/>
                <a:gd name="csY2" fmla="*/ 251258 h 3776586"/>
                <a:gd name="csX3" fmla="*/ 4024069 w 4130441"/>
                <a:gd name="csY3" fmla="*/ 169197 h 3776586"/>
                <a:gd name="csX4" fmla="*/ 3871669 w 4130441"/>
                <a:gd name="csY4" fmla="*/ 1611135 h 3776586"/>
                <a:gd name="csX5" fmla="*/ 1814719 w 4130441"/>
                <a:gd name="csY5" fmla="*/ 2207339 h 3776586"/>
                <a:gd name="csX6" fmla="*/ 25 w 4130441"/>
                <a:gd name="csY6" fmla="*/ 3776554 h 3776586"/>
                <a:gd name="csX0" fmla="*/ 25 w 4130441"/>
                <a:gd name="csY0" fmla="*/ 3776554 h 3776589"/>
                <a:gd name="csX1" fmla="*/ 1775180 w 4130441"/>
                <a:gd name="csY1" fmla="*/ 2163796 h 3776589"/>
                <a:gd name="csX2" fmla="*/ 2675915 w 4130441"/>
                <a:gd name="csY2" fmla="*/ 251258 h 3776589"/>
                <a:gd name="csX3" fmla="*/ 4024069 w 4130441"/>
                <a:gd name="csY3" fmla="*/ 169197 h 3776589"/>
                <a:gd name="csX4" fmla="*/ 3871669 w 4130441"/>
                <a:gd name="csY4" fmla="*/ 1611135 h 3776589"/>
                <a:gd name="csX5" fmla="*/ 1814719 w 4130441"/>
                <a:gd name="csY5" fmla="*/ 2207339 h 3776589"/>
                <a:gd name="csX6" fmla="*/ 25 w 4130441"/>
                <a:gd name="csY6" fmla="*/ 3776554 h 3776589"/>
                <a:gd name="csX0" fmla="*/ 25 w 3957457"/>
                <a:gd name="csY0" fmla="*/ 3611866 h 3611901"/>
                <a:gd name="csX1" fmla="*/ 1775180 w 3957457"/>
                <a:gd name="csY1" fmla="*/ 1999108 h 3611901"/>
                <a:gd name="csX2" fmla="*/ 2675915 w 3957457"/>
                <a:gd name="csY2" fmla="*/ 86570 h 3611901"/>
                <a:gd name="csX3" fmla="*/ 3554650 w 3957457"/>
                <a:gd name="csY3" fmla="*/ 439934 h 3611901"/>
                <a:gd name="csX4" fmla="*/ 3871669 w 3957457"/>
                <a:gd name="csY4" fmla="*/ 1446447 h 3611901"/>
                <a:gd name="csX5" fmla="*/ 1814719 w 3957457"/>
                <a:gd name="csY5" fmla="*/ 2042651 h 3611901"/>
                <a:gd name="csX6" fmla="*/ 25 w 3957457"/>
                <a:gd name="csY6" fmla="*/ 3611866 h 3611901"/>
                <a:gd name="csX0" fmla="*/ 25 w 3957253"/>
                <a:gd name="csY0" fmla="*/ 3368639 h 3368674"/>
                <a:gd name="csX1" fmla="*/ 1775180 w 3957253"/>
                <a:gd name="csY1" fmla="*/ 1755881 h 3368674"/>
                <a:gd name="csX2" fmla="*/ 2685304 w 3957253"/>
                <a:gd name="csY2" fmla="*/ 144791 h 3368674"/>
                <a:gd name="csX3" fmla="*/ 3554650 w 3957253"/>
                <a:gd name="csY3" fmla="*/ 196707 h 3368674"/>
                <a:gd name="csX4" fmla="*/ 3871669 w 3957253"/>
                <a:gd name="csY4" fmla="*/ 1203220 h 3368674"/>
                <a:gd name="csX5" fmla="*/ 1814719 w 3957253"/>
                <a:gd name="csY5" fmla="*/ 1799424 h 3368674"/>
                <a:gd name="csX6" fmla="*/ 25 w 3957253"/>
                <a:gd name="csY6" fmla="*/ 3368639 h 3368674"/>
                <a:gd name="csX0" fmla="*/ 25 w 3705517"/>
                <a:gd name="csY0" fmla="*/ 3358570 h 3358603"/>
                <a:gd name="csX1" fmla="*/ 1775180 w 3705517"/>
                <a:gd name="csY1" fmla="*/ 1745812 h 3358603"/>
                <a:gd name="csX2" fmla="*/ 2685304 w 3705517"/>
                <a:gd name="csY2" fmla="*/ 134722 h 3358603"/>
                <a:gd name="csX3" fmla="*/ 3554650 w 3705517"/>
                <a:gd name="csY3" fmla="*/ 186638 h 3358603"/>
                <a:gd name="csX4" fmla="*/ 3552464 w 3705517"/>
                <a:gd name="csY4" fmla="*/ 975438 h 3358603"/>
                <a:gd name="csX5" fmla="*/ 1814719 w 3705517"/>
                <a:gd name="csY5" fmla="*/ 1789355 h 3358603"/>
                <a:gd name="csX6" fmla="*/ 25 w 3705517"/>
                <a:gd name="csY6" fmla="*/ 3358570 h 3358603"/>
                <a:gd name="csX0" fmla="*/ 2290 w 3707782"/>
                <a:gd name="csY0" fmla="*/ 3305196 h 3314287"/>
                <a:gd name="csX1" fmla="*/ 2199921 w 3707782"/>
                <a:gd name="csY1" fmla="*/ 955568 h 3314287"/>
                <a:gd name="csX2" fmla="*/ 2687569 w 3707782"/>
                <a:gd name="csY2" fmla="*/ 81348 h 3314287"/>
                <a:gd name="csX3" fmla="*/ 3556915 w 3707782"/>
                <a:gd name="csY3" fmla="*/ 133264 h 3314287"/>
                <a:gd name="csX4" fmla="*/ 3554729 w 3707782"/>
                <a:gd name="csY4" fmla="*/ 922064 h 3314287"/>
                <a:gd name="csX5" fmla="*/ 1816984 w 3707782"/>
                <a:gd name="csY5" fmla="*/ 1735981 h 3314287"/>
                <a:gd name="csX6" fmla="*/ 2290 w 3707782"/>
                <a:gd name="csY6" fmla="*/ 3305196 h 3314287"/>
                <a:gd name="csX0" fmla="*/ 377 w 3705869"/>
                <a:gd name="csY0" fmla="*/ 3305196 h 3313168"/>
                <a:gd name="csX1" fmla="*/ 2198008 w 3705869"/>
                <a:gd name="csY1" fmla="*/ 955568 h 3313168"/>
                <a:gd name="csX2" fmla="*/ 2685656 w 3705869"/>
                <a:gd name="csY2" fmla="*/ 81348 h 3313168"/>
                <a:gd name="csX3" fmla="*/ 3555002 w 3705869"/>
                <a:gd name="csY3" fmla="*/ 133264 h 3313168"/>
                <a:gd name="csX4" fmla="*/ 3552816 w 3705869"/>
                <a:gd name="csY4" fmla="*/ 922064 h 3313168"/>
                <a:gd name="csX5" fmla="*/ 2378375 w 3705869"/>
                <a:gd name="csY5" fmla="*/ 1694113 h 3313168"/>
                <a:gd name="csX6" fmla="*/ 377 w 3705869"/>
                <a:gd name="csY6" fmla="*/ 3305196 h 3313168"/>
                <a:gd name="csX0" fmla="*/ 377 w 3705869"/>
                <a:gd name="csY0" fmla="*/ 3305196 h 3311216"/>
                <a:gd name="csX1" fmla="*/ 2198008 w 3705869"/>
                <a:gd name="csY1" fmla="*/ 955568 h 3311216"/>
                <a:gd name="csX2" fmla="*/ 2685656 w 3705869"/>
                <a:gd name="csY2" fmla="*/ 81348 h 3311216"/>
                <a:gd name="csX3" fmla="*/ 3555002 w 3705869"/>
                <a:gd name="csY3" fmla="*/ 133264 h 3311216"/>
                <a:gd name="csX4" fmla="*/ 3552816 w 3705869"/>
                <a:gd name="csY4" fmla="*/ 922064 h 3311216"/>
                <a:gd name="csX5" fmla="*/ 2378375 w 3705869"/>
                <a:gd name="csY5" fmla="*/ 1694113 h 3311216"/>
                <a:gd name="csX6" fmla="*/ 377 w 3705869"/>
                <a:gd name="csY6" fmla="*/ 3305196 h 3311216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31250"/>
                <a:gd name="csY0" fmla="*/ 3306034 h 3313991"/>
                <a:gd name="csX1" fmla="*/ 2198008 w 4431250"/>
                <a:gd name="csY1" fmla="*/ 956406 h 3313991"/>
                <a:gd name="csX2" fmla="*/ 2685656 w 4431250"/>
                <a:gd name="csY2" fmla="*/ 82186 h 3313991"/>
                <a:gd name="csX3" fmla="*/ 3555002 w 4431250"/>
                <a:gd name="csY3" fmla="*/ 134102 h 3313991"/>
                <a:gd name="csX4" fmla="*/ 4425936 w 4431250"/>
                <a:gd name="csY4" fmla="*/ 939649 h 3313991"/>
                <a:gd name="csX5" fmla="*/ 2378375 w 4431250"/>
                <a:gd name="csY5" fmla="*/ 1694951 h 3313991"/>
                <a:gd name="csX6" fmla="*/ 377 w 4431250"/>
                <a:gd name="csY6" fmla="*/ 3306034 h 3313991"/>
                <a:gd name="csX0" fmla="*/ 377 w 4425936"/>
                <a:gd name="csY0" fmla="*/ 3306034 h 3313991"/>
                <a:gd name="csX1" fmla="*/ 2198008 w 4425936"/>
                <a:gd name="csY1" fmla="*/ 956406 h 3313991"/>
                <a:gd name="csX2" fmla="*/ 2685656 w 4425936"/>
                <a:gd name="csY2" fmla="*/ 82186 h 3313991"/>
                <a:gd name="csX3" fmla="*/ 3555002 w 4425936"/>
                <a:gd name="csY3" fmla="*/ 134102 h 3313991"/>
                <a:gd name="csX4" fmla="*/ 4425936 w 4425936"/>
                <a:gd name="csY4" fmla="*/ 939649 h 3313991"/>
                <a:gd name="csX5" fmla="*/ 2378375 w 4425936"/>
                <a:gd name="csY5" fmla="*/ 1694951 h 3313991"/>
                <a:gd name="csX6" fmla="*/ 377 w 4425936"/>
                <a:gd name="csY6" fmla="*/ 3306034 h 3313991"/>
                <a:gd name="csX0" fmla="*/ 377 w 4472878"/>
                <a:gd name="csY0" fmla="*/ 3303952 h 3311947"/>
                <a:gd name="csX1" fmla="*/ 2198008 w 4472878"/>
                <a:gd name="csY1" fmla="*/ 954324 h 3311947"/>
                <a:gd name="csX2" fmla="*/ 2685656 w 4472878"/>
                <a:gd name="csY2" fmla="*/ 80104 h 3311947"/>
                <a:gd name="csX3" fmla="*/ 3555002 w 4472878"/>
                <a:gd name="csY3" fmla="*/ 132020 h 3311947"/>
                <a:gd name="csX4" fmla="*/ 4472878 w 4472878"/>
                <a:gd name="csY4" fmla="*/ 895700 h 3311947"/>
                <a:gd name="csX5" fmla="*/ 2378375 w 4472878"/>
                <a:gd name="csY5" fmla="*/ 1692869 h 3311947"/>
                <a:gd name="csX6" fmla="*/ 377 w 4472878"/>
                <a:gd name="csY6" fmla="*/ 3303952 h 3311947"/>
                <a:gd name="csX0" fmla="*/ 377 w 4472878"/>
                <a:gd name="csY0" fmla="*/ 3489034 h 3497029"/>
                <a:gd name="csX1" fmla="*/ 2198008 w 4472878"/>
                <a:gd name="csY1" fmla="*/ 1139406 h 3497029"/>
                <a:gd name="csX2" fmla="*/ 2685656 w 4472878"/>
                <a:gd name="csY2" fmla="*/ 265186 h 3497029"/>
                <a:gd name="csX3" fmla="*/ 3742770 w 4472878"/>
                <a:gd name="csY3" fmla="*/ 49148 h 3497029"/>
                <a:gd name="csX4" fmla="*/ 4472878 w 4472878"/>
                <a:gd name="csY4" fmla="*/ 1080782 h 3497029"/>
                <a:gd name="csX5" fmla="*/ 2378375 w 4472878"/>
                <a:gd name="csY5" fmla="*/ 1877951 h 3497029"/>
                <a:gd name="csX6" fmla="*/ 377 w 4472878"/>
                <a:gd name="csY6" fmla="*/ 3489034 h 3497029"/>
                <a:gd name="csX0" fmla="*/ 377 w 4482266"/>
                <a:gd name="csY0" fmla="*/ 3489034 h 3497029"/>
                <a:gd name="csX1" fmla="*/ 2198008 w 4482266"/>
                <a:gd name="csY1" fmla="*/ 1139406 h 3497029"/>
                <a:gd name="csX2" fmla="*/ 2685656 w 4482266"/>
                <a:gd name="csY2" fmla="*/ 265186 h 3497029"/>
                <a:gd name="csX3" fmla="*/ 3742770 w 4482266"/>
                <a:gd name="csY3" fmla="*/ 49148 h 3497029"/>
                <a:gd name="csX4" fmla="*/ 4482266 w 4482266"/>
                <a:gd name="csY4" fmla="*/ 1080782 h 3497029"/>
                <a:gd name="csX5" fmla="*/ 2378375 w 4482266"/>
                <a:gd name="csY5" fmla="*/ 1877951 h 3497029"/>
                <a:gd name="csX6" fmla="*/ 377 w 4482266"/>
                <a:gd name="csY6" fmla="*/ 3489034 h 3497029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10188 w 4492077"/>
                <a:gd name="csY0" fmla="*/ 3488052 h 3497366"/>
                <a:gd name="csX1" fmla="*/ 1804118 w 4492077"/>
                <a:gd name="csY1" fmla="*/ 1096559 h 3497366"/>
                <a:gd name="csX2" fmla="*/ 2695467 w 4492077"/>
                <a:gd name="csY2" fmla="*/ 264204 h 3497366"/>
                <a:gd name="csX3" fmla="*/ 3752581 w 4492077"/>
                <a:gd name="csY3" fmla="*/ 48166 h 3497366"/>
                <a:gd name="csX4" fmla="*/ 4492077 w 4492077"/>
                <a:gd name="csY4" fmla="*/ 1079800 h 3497366"/>
                <a:gd name="csX5" fmla="*/ 2688616 w 4492077"/>
                <a:gd name="csY5" fmla="*/ 1893718 h 3497366"/>
                <a:gd name="csX6" fmla="*/ 10188 w 4492077"/>
                <a:gd name="csY6" fmla="*/ 3488052 h 3497366"/>
                <a:gd name="csX0" fmla="*/ 10188 w 4492077"/>
                <a:gd name="csY0" fmla="*/ 3488052 h 3500595"/>
                <a:gd name="csX1" fmla="*/ 1804118 w 4492077"/>
                <a:gd name="csY1" fmla="*/ 1096559 h 3500595"/>
                <a:gd name="csX2" fmla="*/ 2695467 w 4492077"/>
                <a:gd name="csY2" fmla="*/ 264204 h 3500595"/>
                <a:gd name="csX3" fmla="*/ 3752581 w 4492077"/>
                <a:gd name="csY3" fmla="*/ 48166 h 3500595"/>
                <a:gd name="csX4" fmla="*/ 4492077 w 4492077"/>
                <a:gd name="csY4" fmla="*/ 1079800 h 3500595"/>
                <a:gd name="csX5" fmla="*/ 2688616 w 4492077"/>
                <a:gd name="csY5" fmla="*/ 1893718 h 3500595"/>
                <a:gd name="csX6" fmla="*/ 10188 w 4492077"/>
                <a:gd name="csY6" fmla="*/ 3488052 h 3500595"/>
                <a:gd name="csX0" fmla="*/ 10188 w 4492077"/>
                <a:gd name="csY0" fmla="*/ 3488052 h 3500888"/>
                <a:gd name="csX1" fmla="*/ 1804118 w 4492077"/>
                <a:gd name="csY1" fmla="*/ 1096559 h 3500888"/>
                <a:gd name="csX2" fmla="*/ 2695467 w 4492077"/>
                <a:gd name="csY2" fmla="*/ 264204 h 3500888"/>
                <a:gd name="csX3" fmla="*/ 3752581 w 4492077"/>
                <a:gd name="csY3" fmla="*/ 48166 h 3500888"/>
                <a:gd name="csX4" fmla="*/ 4492077 w 4492077"/>
                <a:gd name="csY4" fmla="*/ 1079800 h 3500888"/>
                <a:gd name="csX5" fmla="*/ 2688616 w 4492077"/>
                <a:gd name="csY5" fmla="*/ 1893718 h 3500888"/>
                <a:gd name="csX6" fmla="*/ 10188 w 4492077"/>
                <a:gd name="csY6" fmla="*/ 3488052 h 3500888"/>
                <a:gd name="csX0" fmla="*/ 27731 w 3289130"/>
                <a:gd name="csY0" fmla="*/ 2449732 h 2473361"/>
                <a:gd name="csX1" fmla="*/ 601171 w 3289130"/>
                <a:gd name="csY1" fmla="*/ 1096559 h 2473361"/>
                <a:gd name="csX2" fmla="*/ 1492520 w 3289130"/>
                <a:gd name="csY2" fmla="*/ 264204 h 2473361"/>
                <a:gd name="csX3" fmla="*/ 2549634 w 3289130"/>
                <a:gd name="csY3" fmla="*/ 48166 h 2473361"/>
                <a:gd name="csX4" fmla="*/ 3289130 w 3289130"/>
                <a:gd name="csY4" fmla="*/ 1079800 h 2473361"/>
                <a:gd name="csX5" fmla="*/ 1485669 w 3289130"/>
                <a:gd name="csY5" fmla="*/ 1893718 h 2473361"/>
                <a:gd name="csX6" fmla="*/ 27731 w 3289130"/>
                <a:gd name="csY6" fmla="*/ 2449732 h 2473361"/>
                <a:gd name="csX0" fmla="*/ 367 w 3261766"/>
                <a:gd name="csY0" fmla="*/ 2449732 h 2449966"/>
                <a:gd name="csX1" fmla="*/ 573807 w 3261766"/>
                <a:gd name="csY1" fmla="*/ 1096559 h 2449966"/>
                <a:gd name="csX2" fmla="*/ 1465156 w 3261766"/>
                <a:gd name="csY2" fmla="*/ 264204 h 2449966"/>
                <a:gd name="csX3" fmla="*/ 2522270 w 3261766"/>
                <a:gd name="csY3" fmla="*/ 48166 h 2449966"/>
                <a:gd name="csX4" fmla="*/ 3261766 w 3261766"/>
                <a:gd name="csY4" fmla="*/ 1079800 h 2449966"/>
                <a:gd name="csX5" fmla="*/ 1458305 w 3261766"/>
                <a:gd name="csY5" fmla="*/ 1893718 h 2449966"/>
                <a:gd name="csX6" fmla="*/ 367 w 3261766"/>
                <a:gd name="csY6" fmla="*/ 2449732 h 2449966"/>
                <a:gd name="csX0" fmla="*/ 62959 w 3324358"/>
                <a:gd name="csY0" fmla="*/ 2449732 h 2487147"/>
                <a:gd name="csX1" fmla="*/ 636399 w 3324358"/>
                <a:gd name="csY1" fmla="*/ 1096559 h 2487147"/>
                <a:gd name="csX2" fmla="*/ 1527748 w 3324358"/>
                <a:gd name="csY2" fmla="*/ 264204 h 2487147"/>
                <a:gd name="csX3" fmla="*/ 2584862 w 3324358"/>
                <a:gd name="csY3" fmla="*/ 48166 h 2487147"/>
                <a:gd name="csX4" fmla="*/ 3324358 w 3324358"/>
                <a:gd name="csY4" fmla="*/ 1079800 h 2487147"/>
                <a:gd name="csX5" fmla="*/ 1520897 w 3324358"/>
                <a:gd name="csY5" fmla="*/ 1893718 h 2487147"/>
                <a:gd name="csX6" fmla="*/ 62959 w 3324358"/>
                <a:gd name="csY6" fmla="*/ 2449732 h 2487147"/>
                <a:gd name="csX0" fmla="*/ 38478 w 4482813"/>
                <a:gd name="csY0" fmla="*/ 3496425 h 3519813"/>
                <a:gd name="csX1" fmla="*/ 1794854 w 4482813"/>
                <a:gd name="csY1" fmla="*/ 1096559 h 3519813"/>
                <a:gd name="csX2" fmla="*/ 2686203 w 4482813"/>
                <a:gd name="csY2" fmla="*/ 264204 h 3519813"/>
                <a:gd name="csX3" fmla="*/ 3743317 w 4482813"/>
                <a:gd name="csY3" fmla="*/ 48166 h 3519813"/>
                <a:gd name="csX4" fmla="*/ 4482813 w 4482813"/>
                <a:gd name="csY4" fmla="*/ 1079800 h 3519813"/>
                <a:gd name="csX5" fmla="*/ 2679352 w 4482813"/>
                <a:gd name="csY5" fmla="*/ 1893718 h 3519813"/>
                <a:gd name="csX6" fmla="*/ 38478 w 4482813"/>
                <a:gd name="csY6" fmla="*/ 3496425 h 3519813"/>
                <a:gd name="csX0" fmla="*/ 9071 w 4453406"/>
                <a:gd name="csY0" fmla="*/ 3496425 h 3510301"/>
                <a:gd name="csX1" fmla="*/ 1765447 w 4453406"/>
                <a:gd name="csY1" fmla="*/ 1096559 h 3510301"/>
                <a:gd name="csX2" fmla="*/ 2656796 w 4453406"/>
                <a:gd name="csY2" fmla="*/ 264204 h 3510301"/>
                <a:gd name="csX3" fmla="*/ 3713910 w 4453406"/>
                <a:gd name="csY3" fmla="*/ 48166 h 3510301"/>
                <a:gd name="csX4" fmla="*/ 4453406 w 4453406"/>
                <a:gd name="csY4" fmla="*/ 1079800 h 3510301"/>
                <a:gd name="csX5" fmla="*/ 2649945 w 4453406"/>
                <a:gd name="csY5" fmla="*/ 1893718 h 3510301"/>
                <a:gd name="csX6" fmla="*/ 9071 w 4453406"/>
                <a:gd name="csY6" fmla="*/ 3496425 h 3510301"/>
                <a:gd name="csX0" fmla="*/ 9071 w 4453406"/>
                <a:gd name="csY0" fmla="*/ 3496425 h 3512169"/>
                <a:gd name="csX1" fmla="*/ 1765447 w 4453406"/>
                <a:gd name="csY1" fmla="*/ 1096559 h 3512169"/>
                <a:gd name="csX2" fmla="*/ 2656796 w 4453406"/>
                <a:gd name="csY2" fmla="*/ 264204 h 3512169"/>
                <a:gd name="csX3" fmla="*/ 3713910 w 4453406"/>
                <a:gd name="csY3" fmla="*/ 48166 h 3512169"/>
                <a:gd name="csX4" fmla="*/ 4453406 w 4453406"/>
                <a:gd name="csY4" fmla="*/ 1079800 h 3512169"/>
                <a:gd name="csX5" fmla="*/ 2649945 w 4453406"/>
                <a:gd name="csY5" fmla="*/ 1893718 h 3512169"/>
                <a:gd name="csX6" fmla="*/ 9071 w 4453406"/>
                <a:gd name="csY6" fmla="*/ 3496425 h 3512169"/>
                <a:gd name="csX0" fmla="*/ 9640 w 4453975"/>
                <a:gd name="csY0" fmla="*/ 3496425 h 3512169"/>
                <a:gd name="csX1" fmla="*/ 1766016 w 4453975"/>
                <a:gd name="csY1" fmla="*/ 1096559 h 3512169"/>
                <a:gd name="csX2" fmla="*/ 2657365 w 4453975"/>
                <a:gd name="csY2" fmla="*/ 264204 h 3512169"/>
                <a:gd name="csX3" fmla="*/ 3714479 w 4453975"/>
                <a:gd name="csY3" fmla="*/ 48166 h 3512169"/>
                <a:gd name="csX4" fmla="*/ 4453975 w 4453975"/>
                <a:gd name="csY4" fmla="*/ 1079800 h 3512169"/>
                <a:gd name="csX5" fmla="*/ 2650514 w 4453975"/>
                <a:gd name="csY5" fmla="*/ 1893718 h 3512169"/>
                <a:gd name="csX6" fmla="*/ 9640 w 4453975"/>
                <a:gd name="csY6" fmla="*/ 3496425 h 3512169"/>
                <a:gd name="csX0" fmla="*/ 9640 w 4453975"/>
                <a:gd name="csY0" fmla="*/ 3993467 h 4008123"/>
                <a:gd name="csX1" fmla="*/ 1766016 w 4453975"/>
                <a:gd name="csY1" fmla="*/ 1593601 h 4008123"/>
                <a:gd name="csX2" fmla="*/ 2601034 w 4453975"/>
                <a:gd name="csY2" fmla="*/ 41122 h 4008123"/>
                <a:gd name="csX3" fmla="*/ 3714479 w 4453975"/>
                <a:gd name="csY3" fmla="*/ 545208 h 4008123"/>
                <a:gd name="csX4" fmla="*/ 4453975 w 4453975"/>
                <a:gd name="csY4" fmla="*/ 1576842 h 4008123"/>
                <a:gd name="csX5" fmla="*/ 2650514 w 4453975"/>
                <a:gd name="csY5" fmla="*/ 2390760 h 4008123"/>
                <a:gd name="csX6" fmla="*/ 9640 w 4453975"/>
                <a:gd name="csY6" fmla="*/ 3993467 h 4008123"/>
                <a:gd name="csX0" fmla="*/ 9640 w 4453975"/>
                <a:gd name="csY0" fmla="*/ 3952894 h 3967550"/>
                <a:gd name="csX1" fmla="*/ 1766016 w 4453975"/>
                <a:gd name="csY1" fmla="*/ 1553028 h 3967550"/>
                <a:gd name="csX2" fmla="*/ 2601034 w 4453975"/>
                <a:gd name="csY2" fmla="*/ 549 h 3967550"/>
                <a:gd name="csX3" fmla="*/ 3714479 w 4453975"/>
                <a:gd name="csY3" fmla="*/ 504635 h 3967550"/>
                <a:gd name="csX4" fmla="*/ 4453975 w 4453975"/>
                <a:gd name="csY4" fmla="*/ 1536269 h 3967550"/>
                <a:gd name="csX5" fmla="*/ 2650514 w 4453975"/>
                <a:gd name="csY5" fmla="*/ 2350187 h 3967550"/>
                <a:gd name="csX6" fmla="*/ 9640 w 4453975"/>
                <a:gd name="csY6" fmla="*/ 3952894 h 3967550"/>
                <a:gd name="csX0" fmla="*/ 9640 w 4453975"/>
                <a:gd name="csY0" fmla="*/ 3952971 h 3968477"/>
                <a:gd name="csX1" fmla="*/ 1766016 w 4453975"/>
                <a:gd name="csY1" fmla="*/ 1553105 h 3968477"/>
                <a:gd name="csX2" fmla="*/ 2601034 w 4453975"/>
                <a:gd name="csY2" fmla="*/ 626 h 3968477"/>
                <a:gd name="csX3" fmla="*/ 3714479 w 4453975"/>
                <a:gd name="csY3" fmla="*/ 504712 h 3968477"/>
                <a:gd name="csX4" fmla="*/ 4453975 w 4453975"/>
                <a:gd name="csY4" fmla="*/ 1536346 h 3968477"/>
                <a:gd name="csX5" fmla="*/ 2650514 w 4453975"/>
                <a:gd name="csY5" fmla="*/ 2350264 h 3968477"/>
                <a:gd name="csX6" fmla="*/ 9640 w 4453975"/>
                <a:gd name="csY6" fmla="*/ 3952971 h 3968477"/>
                <a:gd name="csX0" fmla="*/ 9640 w 4517542"/>
                <a:gd name="csY0" fmla="*/ 4153948 h 4169453"/>
                <a:gd name="csX1" fmla="*/ 1766016 w 4517542"/>
                <a:gd name="csY1" fmla="*/ 1754082 h 4169453"/>
                <a:gd name="csX2" fmla="*/ 2601034 w 4517542"/>
                <a:gd name="csY2" fmla="*/ 201603 h 4169453"/>
                <a:gd name="csX3" fmla="*/ 4390442 w 4517542"/>
                <a:gd name="csY3" fmla="*/ 186529 h 4169453"/>
                <a:gd name="csX4" fmla="*/ 4453975 w 4517542"/>
                <a:gd name="csY4" fmla="*/ 1737323 h 4169453"/>
                <a:gd name="csX5" fmla="*/ 2650514 w 4517542"/>
                <a:gd name="csY5" fmla="*/ 2551241 h 4169453"/>
                <a:gd name="csX6" fmla="*/ 9640 w 4517542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719798"/>
                <a:gd name="csY0" fmla="*/ 4153948 h 4169453"/>
                <a:gd name="csX1" fmla="*/ 1766016 w 4719798"/>
                <a:gd name="csY1" fmla="*/ 1754082 h 4169453"/>
                <a:gd name="csX2" fmla="*/ 2601034 w 4719798"/>
                <a:gd name="csY2" fmla="*/ 201603 h 4169453"/>
                <a:gd name="csX3" fmla="*/ 4390442 w 4719798"/>
                <a:gd name="csY3" fmla="*/ 186529 h 4169453"/>
                <a:gd name="csX4" fmla="*/ 4453975 w 4719798"/>
                <a:gd name="csY4" fmla="*/ 1737323 h 4169453"/>
                <a:gd name="csX5" fmla="*/ 2650514 w 4719798"/>
                <a:gd name="csY5" fmla="*/ 2551241 h 4169453"/>
                <a:gd name="csX6" fmla="*/ 9640 w 4719798"/>
                <a:gd name="csY6" fmla="*/ 4153948 h 4169453"/>
                <a:gd name="csX0" fmla="*/ 9640 w 4684091"/>
                <a:gd name="csY0" fmla="*/ 4153948 h 4169453"/>
                <a:gd name="csX1" fmla="*/ 1766016 w 4684091"/>
                <a:gd name="csY1" fmla="*/ 1754082 h 4169453"/>
                <a:gd name="csX2" fmla="*/ 2601034 w 4684091"/>
                <a:gd name="csY2" fmla="*/ 201603 h 4169453"/>
                <a:gd name="csX3" fmla="*/ 4390442 w 4684091"/>
                <a:gd name="csY3" fmla="*/ 186529 h 4169453"/>
                <a:gd name="csX4" fmla="*/ 4453975 w 4684091"/>
                <a:gd name="csY4" fmla="*/ 1737323 h 4169453"/>
                <a:gd name="csX5" fmla="*/ 2650514 w 4684091"/>
                <a:gd name="csY5" fmla="*/ 2551241 h 4169453"/>
                <a:gd name="csX6" fmla="*/ 9640 w 4684091"/>
                <a:gd name="csY6" fmla="*/ 4153948 h 4169453"/>
                <a:gd name="csX0" fmla="*/ 9640 w 4747938"/>
                <a:gd name="csY0" fmla="*/ 4153948 h 4169453"/>
                <a:gd name="csX1" fmla="*/ 1766016 w 4747938"/>
                <a:gd name="csY1" fmla="*/ 1754082 h 4169453"/>
                <a:gd name="csX2" fmla="*/ 2601034 w 4747938"/>
                <a:gd name="csY2" fmla="*/ 201603 h 4169453"/>
                <a:gd name="csX3" fmla="*/ 4390442 w 4747938"/>
                <a:gd name="csY3" fmla="*/ 186529 h 4169453"/>
                <a:gd name="csX4" fmla="*/ 4453975 w 4747938"/>
                <a:gd name="csY4" fmla="*/ 1737323 h 4169453"/>
                <a:gd name="csX5" fmla="*/ 2650514 w 4747938"/>
                <a:gd name="csY5" fmla="*/ 2551241 h 4169453"/>
                <a:gd name="csX6" fmla="*/ 9640 w 4747938"/>
                <a:gd name="csY6" fmla="*/ 4153948 h 4169453"/>
                <a:gd name="csX0" fmla="*/ 9640 w 4747938"/>
                <a:gd name="csY0" fmla="*/ 4205765 h 4221270"/>
                <a:gd name="csX1" fmla="*/ 1766016 w 4747938"/>
                <a:gd name="csY1" fmla="*/ 1805899 h 4221270"/>
                <a:gd name="csX2" fmla="*/ 2601034 w 4747938"/>
                <a:gd name="csY2" fmla="*/ 253420 h 4221270"/>
                <a:gd name="csX3" fmla="*/ 4390442 w 4747938"/>
                <a:gd name="csY3" fmla="*/ 238346 h 4221270"/>
                <a:gd name="csX4" fmla="*/ 4453975 w 4747938"/>
                <a:gd name="csY4" fmla="*/ 1789140 h 4221270"/>
                <a:gd name="csX5" fmla="*/ 2650514 w 4747938"/>
                <a:gd name="csY5" fmla="*/ 2603058 h 4221270"/>
                <a:gd name="csX6" fmla="*/ 9640 w 4747938"/>
                <a:gd name="csY6" fmla="*/ 4205765 h 4221270"/>
                <a:gd name="csX0" fmla="*/ 9640 w 4769359"/>
                <a:gd name="csY0" fmla="*/ 4189897 h 4205402"/>
                <a:gd name="csX1" fmla="*/ 1766016 w 4769359"/>
                <a:gd name="csY1" fmla="*/ 1790031 h 4205402"/>
                <a:gd name="csX2" fmla="*/ 2601034 w 4769359"/>
                <a:gd name="csY2" fmla="*/ 237552 h 4205402"/>
                <a:gd name="csX3" fmla="*/ 4446772 w 4769359"/>
                <a:gd name="csY3" fmla="*/ 163863 h 4205402"/>
                <a:gd name="csX4" fmla="*/ 4453975 w 4769359"/>
                <a:gd name="csY4" fmla="*/ 1773272 h 4205402"/>
                <a:gd name="csX5" fmla="*/ 2650514 w 4769359"/>
                <a:gd name="csY5" fmla="*/ 2587190 h 4205402"/>
                <a:gd name="csX6" fmla="*/ 9640 w 4769359"/>
                <a:gd name="csY6" fmla="*/ 4189897 h 4205402"/>
                <a:gd name="csX0" fmla="*/ 9640 w 4747938"/>
                <a:gd name="csY0" fmla="*/ 4212142 h 4227647"/>
                <a:gd name="csX1" fmla="*/ 1766016 w 4747938"/>
                <a:gd name="csY1" fmla="*/ 1812276 h 4227647"/>
                <a:gd name="csX2" fmla="*/ 2601034 w 4747938"/>
                <a:gd name="csY2" fmla="*/ 259797 h 4227647"/>
                <a:gd name="csX3" fmla="*/ 4390441 w 4747938"/>
                <a:gd name="csY3" fmla="*/ 152614 h 4227647"/>
                <a:gd name="csX4" fmla="*/ 4453975 w 4747938"/>
                <a:gd name="csY4" fmla="*/ 1795517 h 4227647"/>
                <a:gd name="csX5" fmla="*/ 2650514 w 4747938"/>
                <a:gd name="csY5" fmla="*/ 2609435 h 4227647"/>
                <a:gd name="csX6" fmla="*/ 9640 w 4747938"/>
                <a:gd name="csY6" fmla="*/ 4212142 h 4227647"/>
                <a:gd name="csX0" fmla="*/ 8567 w 4746865"/>
                <a:gd name="csY0" fmla="*/ 4212143 h 4219435"/>
                <a:gd name="csX1" fmla="*/ 1745271 w 4746865"/>
                <a:gd name="csY1" fmla="*/ 1812279 h 4219435"/>
                <a:gd name="csX2" fmla="*/ 2599961 w 4746865"/>
                <a:gd name="csY2" fmla="*/ 259798 h 4219435"/>
                <a:gd name="csX3" fmla="*/ 4389368 w 4746865"/>
                <a:gd name="csY3" fmla="*/ 152615 h 4219435"/>
                <a:gd name="csX4" fmla="*/ 4452902 w 4746865"/>
                <a:gd name="csY4" fmla="*/ 1795518 h 4219435"/>
                <a:gd name="csX5" fmla="*/ 2649441 w 4746865"/>
                <a:gd name="csY5" fmla="*/ 2609436 h 4219435"/>
                <a:gd name="csX6" fmla="*/ 8567 w 4746865"/>
                <a:gd name="csY6" fmla="*/ 4212143 h 4219435"/>
                <a:gd name="csX0" fmla="*/ 8451 w 4746749"/>
                <a:gd name="csY0" fmla="*/ 4212143 h 4219813"/>
                <a:gd name="csX1" fmla="*/ 1745155 w 4746749"/>
                <a:gd name="csY1" fmla="*/ 1812279 h 4219813"/>
                <a:gd name="csX2" fmla="*/ 2599845 w 4746749"/>
                <a:gd name="csY2" fmla="*/ 259798 h 4219813"/>
                <a:gd name="csX3" fmla="*/ 4389252 w 4746749"/>
                <a:gd name="csY3" fmla="*/ 152615 h 4219813"/>
                <a:gd name="csX4" fmla="*/ 4452786 w 4746749"/>
                <a:gd name="csY4" fmla="*/ 1795518 h 4219813"/>
                <a:gd name="csX5" fmla="*/ 2642769 w 4746749"/>
                <a:gd name="csY5" fmla="*/ 2626986 h 4219813"/>
                <a:gd name="csX6" fmla="*/ 8451 w 4746749"/>
                <a:gd name="csY6" fmla="*/ 4212143 h 4219813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594 w 4746892"/>
                <a:gd name="csY0" fmla="*/ 4213311 h 4220527"/>
                <a:gd name="csX1" fmla="*/ 1738740 w 4746892"/>
                <a:gd name="csY1" fmla="*/ 1836843 h 4220527"/>
                <a:gd name="csX2" fmla="*/ 2599988 w 4746892"/>
                <a:gd name="csY2" fmla="*/ 260966 h 4220527"/>
                <a:gd name="csX3" fmla="*/ 4389395 w 4746892"/>
                <a:gd name="csY3" fmla="*/ 153783 h 4220527"/>
                <a:gd name="csX4" fmla="*/ 4452929 w 4746892"/>
                <a:gd name="csY4" fmla="*/ 1796686 h 4220527"/>
                <a:gd name="csX5" fmla="*/ 2642912 w 4746892"/>
                <a:gd name="csY5" fmla="*/ 2628154 h 4220527"/>
                <a:gd name="csX6" fmla="*/ 8594 w 4746892"/>
                <a:gd name="csY6" fmla="*/ 4213311 h 4220527"/>
                <a:gd name="csX0" fmla="*/ 8594 w 4693867"/>
                <a:gd name="csY0" fmla="*/ 4136922 h 4144138"/>
                <a:gd name="csX1" fmla="*/ 1738740 w 4693867"/>
                <a:gd name="csY1" fmla="*/ 1760454 h 4144138"/>
                <a:gd name="csX2" fmla="*/ 2599988 w 4693867"/>
                <a:gd name="csY2" fmla="*/ 184577 h 4144138"/>
                <a:gd name="csX3" fmla="*/ 4389395 w 4693867"/>
                <a:gd name="csY3" fmla="*/ 77394 h 4144138"/>
                <a:gd name="csX4" fmla="*/ 4452929 w 4693867"/>
                <a:gd name="csY4" fmla="*/ 1720297 h 4144138"/>
                <a:gd name="csX5" fmla="*/ 2642912 w 4693867"/>
                <a:gd name="csY5" fmla="*/ 2551765 h 4144138"/>
                <a:gd name="csX6" fmla="*/ 8594 w 4693867"/>
                <a:gd name="csY6" fmla="*/ 4136922 h 4144138"/>
                <a:gd name="csX0" fmla="*/ 8594 w 4699247"/>
                <a:gd name="csY0" fmla="*/ 4098901 h 4106117"/>
                <a:gd name="csX1" fmla="*/ 1738740 w 4699247"/>
                <a:gd name="csY1" fmla="*/ 1722433 h 4106117"/>
                <a:gd name="csX2" fmla="*/ 2599988 w 4699247"/>
                <a:gd name="csY2" fmla="*/ 146556 h 4106117"/>
                <a:gd name="csX3" fmla="*/ 4409070 w 4699247"/>
                <a:gd name="csY3" fmla="*/ 115412 h 4106117"/>
                <a:gd name="csX4" fmla="*/ 4452929 w 4699247"/>
                <a:gd name="csY4" fmla="*/ 1682276 h 4106117"/>
                <a:gd name="csX5" fmla="*/ 2642912 w 4699247"/>
                <a:gd name="csY5" fmla="*/ 2513744 h 4106117"/>
                <a:gd name="csX6" fmla="*/ 8594 w 4699247"/>
                <a:gd name="csY6" fmla="*/ 4098901 h 4106117"/>
                <a:gd name="csX0" fmla="*/ 8594 w 4703971"/>
                <a:gd name="csY0" fmla="*/ 4107920 h 4115136"/>
                <a:gd name="csX1" fmla="*/ 1738740 w 4703971"/>
                <a:gd name="csY1" fmla="*/ 1731452 h 4115136"/>
                <a:gd name="csX2" fmla="*/ 2599988 w 4703971"/>
                <a:gd name="csY2" fmla="*/ 155575 h 4115136"/>
                <a:gd name="csX3" fmla="*/ 4409070 w 4703971"/>
                <a:gd name="csY3" fmla="*/ 124431 h 4115136"/>
                <a:gd name="csX4" fmla="*/ 4452929 w 4703971"/>
                <a:gd name="csY4" fmla="*/ 1691295 h 4115136"/>
                <a:gd name="csX5" fmla="*/ 2642912 w 4703971"/>
                <a:gd name="csY5" fmla="*/ 2522763 h 4115136"/>
                <a:gd name="csX6" fmla="*/ 8594 w 4703971"/>
                <a:gd name="csY6" fmla="*/ 4107920 h 4115136"/>
                <a:gd name="csX0" fmla="*/ 8594 w 4703971"/>
                <a:gd name="csY0" fmla="*/ 4195888 h 4203104"/>
                <a:gd name="csX1" fmla="*/ 1738740 w 4703971"/>
                <a:gd name="csY1" fmla="*/ 1819420 h 4203104"/>
                <a:gd name="csX2" fmla="*/ 2599988 w 4703971"/>
                <a:gd name="csY2" fmla="*/ 243543 h 4203104"/>
                <a:gd name="csX3" fmla="*/ 4409070 w 4703971"/>
                <a:gd name="csY3" fmla="*/ 212399 h 4203104"/>
                <a:gd name="csX4" fmla="*/ 4452929 w 4703971"/>
                <a:gd name="csY4" fmla="*/ 1779263 h 4203104"/>
                <a:gd name="csX5" fmla="*/ 2642912 w 4703971"/>
                <a:gd name="csY5" fmla="*/ 2610731 h 4203104"/>
                <a:gd name="csX6" fmla="*/ 8594 w 4703971"/>
                <a:gd name="csY6" fmla="*/ 4195888 h 4203104"/>
                <a:gd name="csX0" fmla="*/ 8594 w 4703971"/>
                <a:gd name="csY0" fmla="*/ 4213778 h 4220994"/>
                <a:gd name="csX1" fmla="*/ 1738740 w 4703971"/>
                <a:gd name="csY1" fmla="*/ 1837310 h 4220994"/>
                <a:gd name="csX2" fmla="*/ 2599988 w 4703971"/>
                <a:gd name="csY2" fmla="*/ 261433 h 4220994"/>
                <a:gd name="csX3" fmla="*/ 4409070 w 4703971"/>
                <a:gd name="csY3" fmla="*/ 230289 h 4220994"/>
                <a:gd name="csX4" fmla="*/ 4452929 w 4703971"/>
                <a:gd name="csY4" fmla="*/ 1797153 h 4220994"/>
                <a:gd name="csX5" fmla="*/ 2642912 w 4703971"/>
                <a:gd name="csY5" fmla="*/ 2628621 h 4220994"/>
                <a:gd name="csX6" fmla="*/ 8594 w 4703971"/>
                <a:gd name="csY6" fmla="*/ 4213778 h 4220994"/>
                <a:gd name="csX0" fmla="*/ 8594 w 4855548"/>
                <a:gd name="csY0" fmla="*/ 4390510 h 4397726"/>
                <a:gd name="csX1" fmla="*/ 1738740 w 4855548"/>
                <a:gd name="csY1" fmla="*/ 2014042 h 4397726"/>
                <a:gd name="csX2" fmla="*/ 2599988 w 4855548"/>
                <a:gd name="csY2" fmla="*/ 438165 h 4397726"/>
                <a:gd name="csX3" fmla="*/ 4756647 w 4855548"/>
                <a:gd name="csY3" fmla="*/ 26825 h 4397726"/>
                <a:gd name="csX4" fmla="*/ 4452929 w 4855548"/>
                <a:gd name="csY4" fmla="*/ 1973885 h 4397726"/>
                <a:gd name="csX5" fmla="*/ 2642912 w 4855548"/>
                <a:gd name="csY5" fmla="*/ 2805353 h 4397726"/>
                <a:gd name="csX6" fmla="*/ 8594 w 4855548"/>
                <a:gd name="csY6" fmla="*/ 4390510 h 4397726"/>
                <a:gd name="csX0" fmla="*/ 8594 w 5018748"/>
                <a:gd name="csY0" fmla="*/ 4545598 h 4552814"/>
                <a:gd name="csX1" fmla="*/ 1738740 w 5018748"/>
                <a:gd name="csY1" fmla="*/ 2169130 h 4552814"/>
                <a:gd name="csX2" fmla="*/ 2599988 w 5018748"/>
                <a:gd name="csY2" fmla="*/ 593253 h 4552814"/>
                <a:gd name="csX3" fmla="*/ 4973062 w 5018748"/>
                <a:gd name="csY3" fmla="*/ 18136 h 4552814"/>
                <a:gd name="csX4" fmla="*/ 4452929 w 5018748"/>
                <a:gd name="csY4" fmla="*/ 2128973 h 4552814"/>
                <a:gd name="csX5" fmla="*/ 2642912 w 5018748"/>
                <a:gd name="csY5" fmla="*/ 2960441 h 4552814"/>
                <a:gd name="csX6" fmla="*/ 8594 w 5018748"/>
                <a:gd name="csY6" fmla="*/ 4545598 h 4552814"/>
                <a:gd name="csX0" fmla="*/ 8594 w 5002691"/>
                <a:gd name="csY0" fmla="*/ 4537753 h 4544969"/>
                <a:gd name="csX1" fmla="*/ 1738740 w 5002691"/>
                <a:gd name="csY1" fmla="*/ 2161285 h 4544969"/>
                <a:gd name="csX2" fmla="*/ 2599988 w 5002691"/>
                <a:gd name="csY2" fmla="*/ 585408 h 4544969"/>
                <a:gd name="csX3" fmla="*/ 4973062 w 5002691"/>
                <a:gd name="csY3" fmla="*/ 10291 h 4544969"/>
                <a:gd name="csX4" fmla="*/ 4452929 w 5002691"/>
                <a:gd name="csY4" fmla="*/ 2121128 h 4544969"/>
                <a:gd name="csX5" fmla="*/ 2642912 w 5002691"/>
                <a:gd name="csY5" fmla="*/ 2952596 h 4544969"/>
                <a:gd name="csX6" fmla="*/ 8594 w 5002691"/>
                <a:gd name="csY6" fmla="*/ 4537753 h 4544969"/>
                <a:gd name="csX0" fmla="*/ 8594 w 4705059"/>
                <a:gd name="csY0" fmla="*/ 4122711 h 4129927"/>
                <a:gd name="csX1" fmla="*/ 1738740 w 4705059"/>
                <a:gd name="csY1" fmla="*/ 1746243 h 4129927"/>
                <a:gd name="csX2" fmla="*/ 2599988 w 4705059"/>
                <a:gd name="csY2" fmla="*/ 170366 h 4129927"/>
                <a:gd name="csX3" fmla="*/ 4446032 w 4705059"/>
                <a:gd name="csY3" fmla="*/ 89415 h 4129927"/>
                <a:gd name="csX4" fmla="*/ 4452929 w 4705059"/>
                <a:gd name="csY4" fmla="*/ 1706086 h 4129927"/>
                <a:gd name="csX5" fmla="*/ 2642912 w 4705059"/>
                <a:gd name="csY5" fmla="*/ 2537554 h 4129927"/>
                <a:gd name="csX6" fmla="*/ 8594 w 4705059"/>
                <a:gd name="csY6" fmla="*/ 4122711 h 4129927"/>
                <a:gd name="csX0" fmla="*/ 8594 w 4596663"/>
                <a:gd name="csY0" fmla="*/ 4215533 h 4224499"/>
                <a:gd name="csX1" fmla="*/ 1738740 w 4596663"/>
                <a:gd name="csY1" fmla="*/ 1839065 h 4224499"/>
                <a:gd name="csX2" fmla="*/ 2599988 w 4596663"/>
                <a:gd name="csY2" fmla="*/ 263188 h 4224499"/>
                <a:gd name="csX3" fmla="*/ 4446032 w 4596663"/>
                <a:gd name="csY3" fmla="*/ 182237 h 4224499"/>
                <a:gd name="csX4" fmla="*/ 4129398 w 4596663"/>
                <a:gd name="csY4" fmla="*/ 2079669 h 4224499"/>
                <a:gd name="csX5" fmla="*/ 2642912 w 4596663"/>
                <a:gd name="csY5" fmla="*/ 2630376 h 4224499"/>
                <a:gd name="csX6" fmla="*/ 8594 w 4596663"/>
                <a:gd name="csY6" fmla="*/ 4215533 h 4224499"/>
                <a:gd name="csX0" fmla="*/ 10635 w 4618520"/>
                <a:gd name="csY0" fmla="*/ 4140860 h 4149826"/>
                <a:gd name="csX1" fmla="*/ 1740781 w 4618520"/>
                <a:gd name="csY1" fmla="*/ 1764392 h 4149826"/>
                <a:gd name="csX2" fmla="*/ 2330962 w 4618520"/>
                <a:gd name="csY2" fmla="*/ 399085 h 4149826"/>
                <a:gd name="csX3" fmla="*/ 4448073 w 4618520"/>
                <a:gd name="csY3" fmla="*/ 107564 h 4149826"/>
                <a:gd name="csX4" fmla="*/ 4131439 w 4618520"/>
                <a:gd name="csY4" fmla="*/ 2004996 h 4149826"/>
                <a:gd name="csX5" fmla="*/ 2644953 w 4618520"/>
                <a:gd name="csY5" fmla="*/ 2555703 h 4149826"/>
                <a:gd name="csX6" fmla="*/ 10635 w 4618520"/>
                <a:gd name="csY6" fmla="*/ 4140860 h 4149826"/>
                <a:gd name="csX0" fmla="*/ 2473 w 4610358"/>
                <a:gd name="csY0" fmla="*/ 4148168 h 4152706"/>
                <a:gd name="csX1" fmla="*/ 2161081 w 4610358"/>
                <a:gd name="csY1" fmla="*/ 2013468 h 4152706"/>
                <a:gd name="csX2" fmla="*/ 2322800 w 4610358"/>
                <a:gd name="csY2" fmla="*/ 406393 h 4152706"/>
                <a:gd name="csX3" fmla="*/ 4439911 w 4610358"/>
                <a:gd name="csY3" fmla="*/ 114872 h 4152706"/>
                <a:gd name="csX4" fmla="*/ 4123277 w 4610358"/>
                <a:gd name="csY4" fmla="*/ 2012304 h 4152706"/>
                <a:gd name="csX5" fmla="*/ 2636791 w 4610358"/>
                <a:gd name="csY5" fmla="*/ 2563011 h 4152706"/>
                <a:gd name="csX6" fmla="*/ 2473 w 4610358"/>
                <a:gd name="csY6" fmla="*/ 4148168 h 4152706"/>
                <a:gd name="csX0" fmla="*/ 400 w 4608285"/>
                <a:gd name="csY0" fmla="*/ 4148168 h 4148397"/>
                <a:gd name="csX1" fmla="*/ 2159008 w 4608285"/>
                <a:gd name="csY1" fmla="*/ 2013468 h 4148397"/>
                <a:gd name="csX2" fmla="*/ 2320727 w 4608285"/>
                <a:gd name="csY2" fmla="*/ 406393 h 4148397"/>
                <a:gd name="csX3" fmla="*/ 4437838 w 4608285"/>
                <a:gd name="csY3" fmla="*/ 114872 h 4148397"/>
                <a:gd name="csX4" fmla="*/ 4121204 w 4608285"/>
                <a:gd name="csY4" fmla="*/ 2012304 h 4148397"/>
                <a:gd name="csX5" fmla="*/ 2346163 w 4608285"/>
                <a:gd name="csY5" fmla="*/ 2149669 h 4148397"/>
                <a:gd name="csX6" fmla="*/ 400 w 4608285"/>
                <a:gd name="csY6" fmla="*/ 4148168 h 4148397"/>
                <a:gd name="csX0" fmla="*/ 400 w 4547161"/>
                <a:gd name="csY0" fmla="*/ 4069645 h 4069874"/>
                <a:gd name="csX1" fmla="*/ 2159008 w 4547161"/>
                <a:gd name="csY1" fmla="*/ 1934945 h 4069874"/>
                <a:gd name="csX2" fmla="*/ 2320727 w 4547161"/>
                <a:gd name="csY2" fmla="*/ 327870 h 4069874"/>
                <a:gd name="csX3" fmla="*/ 4437838 w 4547161"/>
                <a:gd name="csY3" fmla="*/ 36349 h 4069874"/>
                <a:gd name="csX4" fmla="*/ 4121204 w 4547161"/>
                <a:gd name="csY4" fmla="*/ 1933781 h 4069874"/>
                <a:gd name="csX5" fmla="*/ 2346163 w 4547161"/>
                <a:gd name="csY5" fmla="*/ 2071146 h 4069874"/>
                <a:gd name="csX6" fmla="*/ 400 w 4547161"/>
                <a:gd name="csY6" fmla="*/ 4069645 h 4069874"/>
                <a:gd name="csX0" fmla="*/ 536 w 3991476"/>
                <a:gd name="csY0" fmla="*/ 3539321 h 3539632"/>
                <a:gd name="csX1" fmla="*/ 1603323 w 3991476"/>
                <a:gd name="csY1" fmla="*/ 1934945 h 3539632"/>
                <a:gd name="csX2" fmla="*/ 1765042 w 3991476"/>
                <a:gd name="csY2" fmla="*/ 327870 h 3539632"/>
                <a:gd name="csX3" fmla="*/ 3882153 w 3991476"/>
                <a:gd name="csY3" fmla="*/ 36349 h 3539632"/>
                <a:gd name="csX4" fmla="*/ 3565519 w 3991476"/>
                <a:gd name="csY4" fmla="*/ 1933781 h 3539632"/>
                <a:gd name="csX5" fmla="*/ 1790478 w 3991476"/>
                <a:gd name="csY5" fmla="*/ 2071146 h 3539632"/>
                <a:gd name="csX6" fmla="*/ 536 w 3991476"/>
                <a:gd name="csY6" fmla="*/ 3539321 h 3539632"/>
                <a:gd name="csX0" fmla="*/ 527 w 4017318"/>
                <a:gd name="csY0" fmla="*/ 3573908 h 3574212"/>
                <a:gd name="csX1" fmla="*/ 1629165 w 4017318"/>
                <a:gd name="csY1" fmla="*/ 1934945 h 3574212"/>
                <a:gd name="csX2" fmla="*/ 1790884 w 4017318"/>
                <a:gd name="csY2" fmla="*/ 327870 h 3574212"/>
                <a:gd name="csX3" fmla="*/ 3907995 w 4017318"/>
                <a:gd name="csY3" fmla="*/ 36349 h 3574212"/>
                <a:gd name="csX4" fmla="*/ 3591361 w 4017318"/>
                <a:gd name="csY4" fmla="*/ 1933781 h 3574212"/>
                <a:gd name="csX5" fmla="*/ 1816320 w 4017318"/>
                <a:gd name="csY5" fmla="*/ 2071146 h 3574212"/>
                <a:gd name="csX6" fmla="*/ 527 w 4017318"/>
                <a:gd name="csY6" fmla="*/ 3573908 h 3574212"/>
                <a:gd name="csX0" fmla="*/ 3641 w 4020432"/>
                <a:gd name="csY0" fmla="*/ 3573908 h 3577567"/>
                <a:gd name="csX1" fmla="*/ 1632279 w 4020432"/>
                <a:gd name="csY1" fmla="*/ 1934945 h 3577567"/>
                <a:gd name="csX2" fmla="*/ 1793998 w 4020432"/>
                <a:gd name="csY2" fmla="*/ 327870 h 3577567"/>
                <a:gd name="csX3" fmla="*/ 3911109 w 4020432"/>
                <a:gd name="csY3" fmla="*/ 36349 h 3577567"/>
                <a:gd name="csX4" fmla="*/ 3594475 w 4020432"/>
                <a:gd name="csY4" fmla="*/ 1933781 h 3577567"/>
                <a:gd name="csX5" fmla="*/ 1819434 w 4020432"/>
                <a:gd name="csY5" fmla="*/ 2071146 h 3577567"/>
                <a:gd name="csX6" fmla="*/ 3641 w 4020432"/>
                <a:gd name="csY6" fmla="*/ 3573908 h 3577567"/>
                <a:gd name="csX0" fmla="*/ 11923 w 4028714"/>
                <a:gd name="csY0" fmla="*/ 3573908 h 3583559"/>
                <a:gd name="csX1" fmla="*/ 1640561 w 4028714"/>
                <a:gd name="csY1" fmla="*/ 1934945 h 3583559"/>
                <a:gd name="csX2" fmla="*/ 1802280 w 4028714"/>
                <a:gd name="csY2" fmla="*/ 327870 h 3583559"/>
                <a:gd name="csX3" fmla="*/ 3919391 w 4028714"/>
                <a:gd name="csY3" fmla="*/ 36349 h 3583559"/>
                <a:gd name="csX4" fmla="*/ 3602757 w 4028714"/>
                <a:gd name="csY4" fmla="*/ 1933781 h 3583559"/>
                <a:gd name="csX5" fmla="*/ 1827716 w 4028714"/>
                <a:gd name="csY5" fmla="*/ 2071146 h 3583559"/>
                <a:gd name="csX6" fmla="*/ 11923 w 4028714"/>
                <a:gd name="csY6" fmla="*/ 3573908 h 3583559"/>
                <a:gd name="csX0" fmla="*/ 1130 w 4017921"/>
                <a:gd name="csY0" fmla="*/ 3573908 h 3577714"/>
                <a:gd name="csX1" fmla="*/ 1629768 w 4017921"/>
                <a:gd name="csY1" fmla="*/ 1934945 h 3577714"/>
                <a:gd name="csX2" fmla="*/ 1791487 w 4017921"/>
                <a:gd name="csY2" fmla="*/ 327870 h 3577714"/>
                <a:gd name="csX3" fmla="*/ 3908598 w 4017921"/>
                <a:gd name="csY3" fmla="*/ 36349 h 3577714"/>
                <a:gd name="csX4" fmla="*/ 3591964 w 4017921"/>
                <a:gd name="csY4" fmla="*/ 1933781 h 3577714"/>
                <a:gd name="csX5" fmla="*/ 1906115 w 4017921"/>
                <a:gd name="csY5" fmla="*/ 2373434 h 3577714"/>
                <a:gd name="csX6" fmla="*/ 1130 w 4017921"/>
                <a:gd name="csY6" fmla="*/ 3573908 h 3577714"/>
                <a:gd name="csX0" fmla="*/ 434 w 4017225"/>
                <a:gd name="csY0" fmla="*/ 3573908 h 3574428"/>
                <a:gd name="csX1" fmla="*/ 1629072 w 4017225"/>
                <a:gd name="csY1" fmla="*/ 1934945 h 3574428"/>
                <a:gd name="csX2" fmla="*/ 1790791 w 4017225"/>
                <a:gd name="csY2" fmla="*/ 327870 h 3574428"/>
                <a:gd name="csX3" fmla="*/ 3907902 w 4017225"/>
                <a:gd name="csY3" fmla="*/ 36349 h 3574428"/>
                <a:gd name="csX4" fmla="*/ 3591268 w 4017225"/>
                <a:gd name="csY4" fmla="*/ 1933781 h 3574428"/>
                <a:gd name="csX5" fmla="*/ 1798394 w 4017225"/>
                <a:gd name="csY5" fmla="*/ 2110926 h 3574428"/>
                <a:gd name="csX6" fmla="*/ 434 w 4017225"/>
                <a:gd name="csY6" fmla="*/ 3573908 h 3574428"/>
                <a:gd name="csX0" fmla="*/ 434 w 4017225"/>
                <a:gd name="csY0" fmla="*/ 3573908 h 3574310"/>
                <a:gd name="csX1" fmla="*/ 1629072 w 4017225"/>
                <a:gd name="csY1" fmla="*/ 1934945 h 3574310"/>
                <a:gd name="csX2" fmla="*/ 1790791 w 4017225"/>
                <a:gd name="csY2" fmla="*/ 327870 h 3574310"/>
                <a:gd name="csX3" fmla="*/ 3907902 w 4017225"/>
                <a:gd name="csY3" fmla="*/ 36349 h 3574310"/>
                <a:gd name="csX4" fmla="*/ 3591268 w 4017225"/>
                <a:gd name="csY4" fmla="*/ 1933781 h 3574310"/>
                <a:gd name="csX5" fmla="*/ 1798394 w 4017225"/>
                <a:gd name="csY5" fmla="*/ 2110926 h 3574310"/>
                <a:gd name="csX6" fmla="*/ 434 w 4017225"/>
                <a:gd name="csY6" fmla="*/ 3573908 h 3574310"/>
                <a:gd name="csX0" fmla="*/ 434 w 4017225"/>
                <a:gd name="csY0" fmla="*/ 3573908 h 3576627"/>
                <a:gd name="csX1" fmla="*/ 1629072 w 4017225"/>
                <a:gd name="csY1" fmla="*/ 1934945 h 3576627"/>
                <a:gd name="csX2" fmla="*/ 1790791 w 4017225"/>
                <a:gd name="csY2" fmla="*/ 327870 h 3576627"/>
                <a:gd name="csX3" fmla="*/ 3907902 w 4017225"/>
                <a:gd name="csY3" fmla="*/ 36349 h 3576627"/>
                <a:gd name="csX4" fmla="*/ 3591268 w 4017225"/>
                <a:gd name="csY4" fmla="*/ 1933781 h 3576627"/>
                <a:gd name="csX5" fmla="*/ 1798395 w 4017225"/>
                <a:gd name="csY5" fmla="*/ 2365482 h 3576627"/>
                <a:gd name="csX6" fmla="*/ 434 w 4017225"/>
                <a:gd name="csY6" fmla="*/ 3573908 h 3576627"/>
                <a:gd name="csX0" fmla="*/ 434 w 4017225"/>
                <a:gd name="csY0" fmla="*/ 3573908 h 3576355"/>
                <a:gd name="csX1" fmla="*/ 1629072 w 4017225"/>
                <a:gd name="csY1" fmla="*/ 1934945 h 3576355"/>
                <a:gd name="csX2" fmla="*/ 1790791 w 4017225"/>
                <a:gd name="csY2" fmla="*/ 327870 h 3576355"/>
                <a:gd name="csX3" fmla="*/ 3907902 w 4017225"/>
                <a:gd name="csY3" fmla="*/ 36349 h 3576355"/>
                <a:gd name="csX4" fmla="*/ 3591268 w 4017225"/>
                <a:gd name="csY4" fmla="*/ 1933781 h 3576355"/>
                <a:gd name="csX5" fmla="*/ 1798395 w 4017225"/>
                <a:gd name="csY5" fmla="*/ 2365482 h 3576355"/>
                <a:gd name="csX6" fmla="*/ 434 w 4017225"/>
                <a:gd name="csY6" fmla="*/ 3573908 h 3576355"/>
                <a:gd name="csX0" fmla="*/ 434 w 4017225"/>
                <a:gd name="csY0" fmla="*/ 3573908 h 3583502"/>
                <a:gd name="csX1" fmla="*/ 1629072 w 4017225"/>
                <a:gd name="csY1" fmla="*/ 1934945 h 3583502"/>
                <a:gd name="csX2" fmla="*/ 1790791 w 4017225"/>
                <a:gd name="csY2" fmla="*/ 327870 h 3583502"/>
                <a:gd name="csX3" fmla="*/ 3907902 w 4017225"/>
                <a:gd name="csY3" fmla="*/ 36349 h 3583502"/>
                <a:gd name="csX4" fmla="*/ 3591268 w 4017225"/>
                <a:gd name="csY4" fmla="*/ 1933781 h 3583502"/>
                <a:gd name="csX5" fmla="*/ 1798396 w 4017225"/>
                <a:gd name="csY5" fmla="*/ 2715497 h 3583502"/>
                <a:gd name="csX6" fmla="*/ 434 w 4017225"/>
                <a:gd name="csY6" fmla="*/ 3573908 h 3583502"/>
                <a:gd name="csX0" fmla="*/ 20204 w 4036995"/>
                <a:gd name="csY0" fmla="*/ 3574326 h 3583563"/>
                <a:gd name="csX1" fmla="*/ 908564 w 4036995"/>
                <a:gd name="csY1" fmla="*/ 1951275 h 3583563"/>
                <a:gd name="csX2" fmla="*/ 1810561 w 4036995"/>
                <a:gd name="csY2" fmla="*/ 328288 h 3583563"/>
                <a:gd name="csX3" fmla="*/ 3927672 w 4036995"/>
                <a:gd name="csY3" fmla="*/ 36767 h 3583563"/>
                <a:gd name="csX4" fmla="*/ 3611038 w 4036995"/>
                <a:gd name="csY4" fmla="*/ 1934199 h 3583563"/>
                <a:gd name="csX5" fmla="*/ 1818166 w 4036995"/>
                <a:gd name="csY5" fmla="*/ 2715915 h 3583563"/>
                <a:gd name="csX6" fmla="*/ 20204 w 4036995"/>
                <a:gd name="csY6" fmla="*/ 3574326 h 3583563"/>
                <a:gd name="csX0" fmla="*/ 12549 w 4029340"/>
                <a:gd name="csY0" fmla="*/ 3574326 h 3583563"/>
                <a:gd name="csX1" fmla="*/ 900909 w 4029340"/>
                <a:gd name="csY1" fmla="*/ 1951275 h 3583563"/>
                <a:gd name="csX2" fmla="*/ 1802906 w 4029340"/>
                <a:gd name="csY2" fmla="*/ 328288 h 3583563"/>
                <a:gd name="csX3" fmla="*/ 3920017 w 4029340"/>
                <a:gd name="csY3" fmla="*/ 36767 h 3583563"/>
                <a:gd name="csX4" fmla="*/ 3603383 w 4029340"/>
                <a:gd name="csY4" fmla="*/ 1934199 h 3583563"/>
                <a:gd name="csX5" fmla="*/ 1810511 w 4029340"/>
                <a:gd name="csY5" fmla="*/ 2715915 h 3583563"/>
                <a:gd name="csX6" fmla="*/ 12549 w 4029340"/>
                <a:gd name="csY6" fmla="*/ 3574326 h 3583563"/>
                <a:gd name="csX0" fmla="*/ 2018 w 4018809"/>
                <a:gd name="csY0" fmla="*/ 3573908 h 3583502"/>
                <a:gd name="csX1" fmla="*/ 1389840 w 4018809"/>
                <a:gd name="csY1" fmla="*/ 1934947 h 3583502"/>
                <a:gd name="csX2" fmla="*/ 1792375 w 4018809"/>
                <a:gd name="csY2" fmla="*/ 327870 h 3583502"/>
                <a:gd name="csX3" fmla="*/ 3909486 w 4018809"/>
                <a:gd name="csY3" fmla="*/ 36349 h 3583502"/>
                <a:gd name="csX4" fmla="*/ 3592852 w 4018809"/>
                <a:gd name="csY4" fmla="*/ 1933781 h 3583502"/>
                <a:gd name="csX5" fmla="*/ 1799980 w 4018809"/>
                <a:gd name="csY5" fmla="*/ 2715497 h 3583502"/>
                <a:gd name="csX6" fmla="*/ 2018 w 4018809"/>
                <a:gd name="csY6" fmla="*/ 3573908 h 3583502"/>
                <a:gd name="csX0" fmla="*/ 2018 w 4018809"/>
                <a:gd name="csY0" fmla="*/ 3573908 h 3575401"/>
                <a:gd name="csX1" fmla="*/ 1389840 w 4018809"/>
                <a:gd name="csY1" fmla="*/ 1934947 h 3575401"/>
                <a:gd name="csX2" fmla="*/ 1792375 w 4018809"/>
                <a:gd name="csY2" fmla="*/ 327870 h 3575401"/>
                <a:gd name="csX3" fmla="*/ 3909486 w 4018809"/>
                <a:gd name="csY3" fmla="*/ 36349 h 3575401"/>
                <a:gd name="csX4" fmla="*/ 3592852 w 4018809"/>
                <a:gd name="csY4" fmla="*/ 1933781 h 3575401"/>
                <a:gd name="csX5" fmla="*/ 1799983 w 4018809"/>
                <a:gd name="csY5" fmla="*/ 2277981 h 3575401"/>
                <a:gd name="csX6" fmla="*/ 2018 w 4018809"/>
                <a:gd name="csY6" fmla="*/ 3573908 h 3575401"/>
                <a:gd name="csX0" fmla="*/ 2279 w 4019070"/>
                <a:gd name="csY0" fmla="*/ 3573908 h 3576883"/>
                <a:gd name="csX1" fmla="*/ 1390101 w 4019070"/>
                <a:gd name="csY1" fmla="*/ 1934947 h 3576883"/>
                <a:gd name="csX2" fmla="*/ 1792636 w 4019070"/>
                <a:gd name="csY2" fmla="*/ 327870 h 3576883"/>
                <a:gd name="csX3" fmla="*/ 3909747 w 4019070"/>
                <a:gd name="csY3" fmla="*/ 36349 h 3576883"/>
                <a:gd name="csX4" fmla="*/ 3593113 w 4019070"/>
                <a:gd name="csY4" fmla="*/ 1933781 h 3576883"/>
                <a:gd name="csX5" fmla="*/ 1827004 w 4019070"/>
                <a:gd name="csY5" fmla="*/ 2405261 h 3576883"/>
                <a:gd name="csX6" fmla="*/ 2279 w 4019070"/>
                <a:gd name="csY6" fmla="*/ 3573908 h 3576883"/>
                <a:gd name="csX0" fmla="*/ 3304 w 4020095"/>
                <a:gd name="csY0" fmla="*/ 3573700 h 3576772"/>
                <a:gd name="csX1" fmla="*/ 1310858 w 4020095"/>
                <a:gd name="csY1" fmla="*/ 1926786 h 3576772"/>
                <a:gd name="csX2" fmla="*/ 1793661 w 4020095"/>
                <a:gd name="csY2" fmla="*/ 327662 h 3576772"/>
                <a:gd name="csX3" fmla="*/ 3910772 w 4020095"/>
                <a:gd name="csY3" fmla="*/ 36141 h 3576772"/>
                <a:gd name="csX4" fmla="*/ 3594138 w 4020095"/>
                <a:gd name="csY4" fmla="*/ 1933573 h 3576772"/>
                <a:gd name="csX5" fmla="*/ 1828029 w 4020095"/>
                <a:gd name="csY5" fmla="*/ 2405053 h 3576772"/>
                <a:gd name="csX6" fmla="*/ 3304 w 4020095"/>
                <a:gd name="csY6" fmla="*/ 3573700 h 3576772"/>
                <a:gd name="csX0" fmla="*/ 3254 w 4020045"/>
                <a:gd name="csY0" fmla="*/ 3573700 h 3576772"/>
                <a:gd name="csX1" fmla="*/ 1310808 w 4020045"/>
                <a:gd name="csY1" fmla="*/ 1926786 h 3576772"/>
                <a:gd name="csX2" fmla="*/ 1793611 w 4020045"/>
                <a:gd name="csY2" fmla="*/ 327662 h 3576772"/>
                <a:gd name="csX3" fmla="*/ 3910722 w 4020045"/>
                <a:gd name="csY3" fmla="*/ 36141 h 3576772"/>
                <a:gd name="csX4" fmla="*/ 3594088 w 4020045"/>
                <a:gd name="csY4" fmla="*/ 1933573 h 3576772"/>
                <a:gd name="csX5" fmla="*/ 1827979 w 4020045"/>
                <a:gd name="csY5" fmla="*/ 2405053 h 3576772"/>
                <a:gd name="csX6" fmla="*/ 3254 w 4020045"/>
                <a:gd name="csY6" fmla="*/ 3573700 h 35767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020045" h="3576772">
                  <a:moveTo>
                    <a:pt x="3254" y="3573700"/>
                  </a:moveTo>
                  <a:cubicBezTo>
                    <a:pt x="-82941" y="3493989"/>
                    <a:pt x="1574310" y="2340515"/>
                    <a:pt x="1310808" y="1926786"/>
                  </a:cubicBezTo>
                  <a:cubicBezTo>
                    <a:pt x="1047306" y="1513057"/>
                    <a:pt x="1360292" y="642769"/>
                    <a:pt x="1793611" y="327662"/>
                  </a:cubicBezTo>
                  <a:cubicBezTo>
                    <a:pt x="2226930" y="12555"/>
                    <a:pt x="3750548" y="-52136"/>
                    <a:pt x="3910722" y="36141"/>
                  </a:cubicBezTo>
                  <a:cubicBezTo>
                    <a:pt x="4070896" y="124418"/>
                    <a:pt x="4120351" y="1358027"/>
                    <a:pt x="3594088" y="1933573"/>
                  </a:cubicBezTo>
                  <a:cubicBezTo>
                    <a:pt x="3171099" y="2391895"/>
                    <a:pt x="2301583" y="2656718"/>
                    <a:pt x="1827979" y="2405053"/>
                  </a:cubicBezTo>
                  <a:cubicBezTo>
                    <a:pt x="1354375" y="2153388"/>
                    <a:pt x="89449" y="3653411"/>
                    <a:pt x="3254" y="3573700"/>
                  </a:cubicBez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4" name="Freeform 1023">
              <a:extLst>
                <a:ext uri="{FF2B5EF4-FFF2-40B4-BE49-F238E27FC236}">
                  <a16:creationId xmlns:a16="http://schemas.microsoft.com/office/drawing/2014/main" id="{26A1327E-B72E-00A0-EC95-22015A140961}"/>
                </a:ext>
              </a:extLst>
            </p:cNvPr>
            <p:cNvSpPr/>
            <p:nvPr userDrawn="1"/>
          </p:nvSpPr>
          <p:spPr>
            <a:xfrm rot="16200000">
              <a:off x="6538679" y="1584519"/>
              <a:ext cx="2615869" cy="2682267"/>
            </a:xfrm>
            <a:custGeom>
              <a:avLst/>
              <a:gdLst>
                <a:gd name="csX0" fmla="*/ 1893 w 3484511"/>
                <a:gd name="csY0" fmla="*/ 3509215 h 3511799"/>
                <a:gd name="csX1" fmla="*/ 1514170 w 3484511"/>
                <a:gd name="csY1" fmla="*/ 1703861 h 3511799"/>
                <a:gd name="csX2" fmla="*/ 2029985 w 3484511"/>
                <a:gd name="csY2" fmla="*/ 226753 h 3511799"/>
                <a:gd name="csX3" fmla="*/ 3378139 w 3484511"/>
                <a:gd name="csY3" fmla="*/ 144692 h 3511799"/>
                <a:gd name="csX4" fmla="*/ 3225739 w 3484511"/>
                <a:gd name="csY4" fmla="*/ 1586630 h 3511799"/>
                <a:gd name="csX5" fmla="*/ 1854139 w 3484511"/>
                <a:gd name="csY5" fmla="*/ 2090723 h 3511799"/>
                <a:gd name="csX6" fmla="*/ 1893 w 3484511"/>
                <a:gd name="csY6" fmla="*/ 3509215 h 3511799"/>
                <a:gd name="csX0" fmla="*/ 1352 w 4094215"/>
                <a:gd name="csY0" fmla="*/ 4103738 h 4105568"/>
                <a:gd name="csX1" fmla="*/ 2123874 w 4094215"/>
                <a:gd name="csY1" fmla="*/ 1703861 h 4105568"/>
                <a:gd name="csX2" fmla="*/ 2639689 w 4094215"/>
                <a:gd name="csY2" fmla="*/ 226753 h 4105568"/>
                <a:gd name="csX3" fmla="*/ 3987843 w 4094215"/>
                <a:gd name="csY3" fmla="*/ 144692 h 4105568"/>
                <a:gd name="csX4" fmla="*/ 3835443 w 4094215"/>
                <a:gd name="csY4" fmla="*/ 1586630 h 4105568"/>
                <a:gd name="csX5" fmla="*/ 2463843 w 4094215"/>
                <a:gd name="csY5" fmla="*/ 2090723 h 4105568"/>
                <a:gd name="csX6" fmla="*/ 1352 w 4094215"/>
                <a:gd name="csY6" fmla="*/ 4103738 h 4105568"/>
                <a:gd name="csX0" fmla="*/ 1978 w 4094841"/>
                <a:gd name="csY0" fmla="*/ 4101966 h 4104114"/>
                <a:gd name="csX1" fmla="*/ 2058783 w 4094841"/>
                <a:gd name="csY1" fmla="*/ 1668597 h 4104114"/>
                <a:gd name="csX2" fmla="*/ 2640315 w 4094841"/>
                <a:gd name="csY2" fmla="*/ 224981 h 4104114"/>
                <a:gd name="csX3" fmla="*/ 3988469 w 4094841"/>
                <a:gd name="csY3" fmla="*/ 142920 h 4104114"/>
                <a:gd name="csX4" fmla="*/ 3836069 w 4094841"/>
                <a:gd name="csY4" fmla="*/ 1584858 h 4104114"/>
                <a:gd name="csX5" fmla="*/ 2464469 w 4094841"/>
                <a:gd name="csY5" fmla="*/ 2088951 h 4104114"/>
                <a:gd name="csX6" fmla="*/ 1978 w 4094841"/>
                <a:gd name="csY6" fmla="*/ 4101966 h 4104114"/>
                <a:gd name="csX0" fmla="*/ 1943 w 4132359"/>
                <a:gd name="csY0" fmla="*/ 3750277 h 3752868"/>
                <a:gd name="csX1" fmla="*/ 2096301 w 4132359"/>
                <a:gd name="csY1" fmla="*/ 1668597 h 3752868"/>
                <a:gd name="csX2" fmla="*/ 2677833 w 4132359"/>
                <a:gd name="csY2" fmla="*/ 224981 h 3752868"/>
                <a:gd name="csX3" fmla="*/ 4025987 w 4132359"/>
                <a:gd name="csY3" fmla="*/ 142920 h 3752868"/>
                <a:gd name="csX4" fmla="*/ 3873587 w 4132359"/>
                <a:gd name="csY4" fmla="*/ 1584858 h 3752868"/>
                <a:gd name="csX5" fmla="*/ 2501987 w 4132359"/>
                <a:gd name="csY5" fmla="*/ 2088951 h 3752868"/>
                <a:gd name="csX6" fmla="*/ 1943 w 4132359"/>
                <a:gd name="csY6" fmla="*/ 3750277 h 3752868"/>
                <a:gd name="csX0" fmla="*/ 7123 w 4137539"/>
                <a:gd name="csY0" fmla="*/ 3776554 h 3776601"/>
                <a:gd name="csX1" fmla="*/ 1782278 w 4137539"/>
                <a:gd name="csY1" fmla="*/ 2163796 h 3776601"/>
                <a:gd name="csX2" fmla="*/ 2683013 w 4137539"/>
                <a:gd name="csY2" fmla="*/ 251258 h 3776601"/>
                <a:gd name="csX3" fmla="*/ 4031167 w 4137539"/>
                <a:gd name="csY3" fmla="*/ 169197 h 3776601"/>
                <a:gd name="csX4" fmla="*/ 3878767 w 4137539"/>
                <a:gd name="csY4" fmla="*/ 1611135 h 3776601"/>
                <a:gd name="csX5" fmla="*/ 2507167 w 4137539"/>
                <a:gd name="csY5" fmla="*/ 2115228 h 3776601"/>
                <a:gd name="csX6" fmla="*/ 7123 w 4137539"/>
                <a:gd name="csY6" fmla="*/ 3776554 h 3776601"/>
                <a:gd name="csX0" fmla="*/ 25 w 4130441"/>
                <a:gd name="csY0" fmla="*/ 3776554 h 3776586"/>
                <a:gd name="csX1" fmla="*/ 1775180 w 4130441"/>
                <a:gd name="csY1" fmla="*/ 2163796 h 3776586"/>
                <a:gd name="csX2" fmla="*/ 2675915 w 4130441"/>
                <a:gd name="csY2" fmla="*/ 251258 h 3776586"/>
                <a:gd name="csX3" fmla="*/ 4024069 w 4130441"/>
                <a:gd name="csY3" fmla="*/ 169197 h 3776586"/>
                <a:gd name="csX4" fmla="*/ 3871669 w 4130441"/>
                <a:gd name="csY4" fmla="*/ 1611135 h 3776586"/>
                <a:gd name="csX5" fmla="*/ 1814719 w 4130441"/>
                <a:gd name="csY5" fmla="*/ 2207339 h 3776586"/>
                <a:gd name="csX6" fmla="*/ 25 w 4130441"/>
                <a:gd name="csY6" fmla="*/ 3776554 h 3776586"/>
                <a:gd name="csX0" fmla="*/ 25 w 4130441"/>
                <a:gd name="csY0" fmla="*/ 3776554 h 3776589"/>
                <a:gd name="csX1" fmla="*/ 1775180 w 4130441"/>
                <a:gd name="csY1" fmla="*/ 2163796 h 3776589"/>
                <a:gd name="csX2" fmla="*/ 2675915 w 4130441"/>
                <a:gd name="csY2" fmla="*/ 251258 h 3776589"/>
                <a:gd name="csX3" fmla="*/ 4024069 w 4130441"/>
                <a:gd name="csY3" fmla="*/ 169197 h 3776589"/>
                <a:gd name="csX4" fmla="*/ 3871669 w 4130441"/>
                <a:gd name="csY4" fmla="*/ 1611135 h 3776589"/>
                <a:gd name="csX5" fmla="*/ 1814719 w 4130441"/>
                <a:gd name="csY5" fmla="*/ 2207339 h 3776589"/>
                <a:gd name="csX6" fmla="*/ 25 w 4130441"/>
                <a:gd name="csY6" fmla="*/ 3776554 h 3776589"/>
                <a:gd name="csX0" fmla="*/ 25 w 3957457"/>
                <a:gd name="csY0" fmla="*/ 3611866 h 3611901"/>
                <a:gd name="csX1" fmla="*/ 1775180 w 3957457"/>
                <a:gd name="csY1" fmla="*/ 1999108 h 3611901"/>
                <a:gd name="csX2" fmla="*/ 2675915 w 3957457"/>
                <a:gd name="csY2" fmla="*/ 86570 h 3611901"/>
                <a:gd name="csX3" fmla="*/ 3554650 w 3957457"/>
                <a:gd name="csY3" fmla="*/ 439934 h 3611901"/>
                <a:gd name="csX4" fmla="*/ 3871669 w 3957457"/>
                <a:gd name="csY4" fmla="*/ 1446447 h 3611901"/>
                <a:gd name="csX5" fmla="*/ 1814719 w 3957457"/>
                <a:gd name="csY5" fmla="*/ 2042651 h 3611901"/>
                <a:gd name="csX6" fmla="*/ 25 w 3957457"/>
                <a:gd name="csY6" fmla="*/ 3611866 h 3611901"/>
                <a:gd name="csX0" fmla="*/ 25 w 3957253"/>
                <a:gd name="csY0" fmla="*/ 3368639 h 3368674"/>
                <a:gd name="csX1" fmla="*/ 1775180 w 3957253"/>
                <a:gd name="csY1" fmla="*/ 1755881 h 3368674"/>
                <a:gd name="csX2" fmla="*/ 2685304 w 3957253"/>
                <a:gd name="csY2" fmla="*/ 144791 h 3368674"/>
                <a:gd name="csX3" fmla="*/ 3554650 w 3957253"/>
                <a:gd name="csY3" fmla="*/ 196707 h 3368674"/>
                <a:gd name="csX4" fmla="*/ 3871669 w 3957253"/>
                <a:gd name="csY4" fmla="*/ 1203220 h 3368674"/>
                <a:gd name="csX5" fmla="*/ 1814719 w 3957253"/>
                <a:gd name="csY5" fmla="*/ 1799424 h 3368674"/>
                <a:gd name="csX6" fmla="*/ 25 w 3957253"/>
                <a:gd name="csY6" fmla="*/ 3368639 h 3368674"/>
                <a:gd name="csX0" fmla="*/ 25 w 3705517"/>
                <a:gd name="csY0" fmla="*/ 3358570 h 3358603"/>
                <a:gd name="csX1" fmla="*/ 1775180 w 3705517"/>
                <a:gd name="csY1" fmla="*/ 1745812 h 3358603"/>
                <a:gd name="csX2" fmla="*/ 2685304 w 3705517"/>
                <a:gd name="csY2" fmla="*/ 134722 h 3358603"/>
                <a:gd name="csX3" fmla="*/ 3554650 w 3705517"/>
                <a:gd name="csY3" fmla="*/ 186638 h 3358603"/>
                <a:gd name="csX4" fmla="*/ 3552464 w 3705517"/>
                <a:gd name="csY4" fmla="*/ 975438 h 3358603"/>
                <a:gd name="csX5" fmla="*/ 1814719 w 3705517"/>
                <a:gd name="csY5" fmla="*/ 1789355 h 3358603"/>
                <a:gd name="csX6" fmla="*/ 25 w 3705517"/>
                <a:gd name="csY6" fmla="*/ 3358570 h 3358603"/>
                <a:gd name="csX0" fmla="*/ 2290 w 3707782"/>
                <a:gd name="csY0" fmla="*/ 3305196 h 3314287"/>
                <a:gd name="csX1" fmla="*/ 2199921 w 3707782"/>
                <a:gd name="csY1" fmla="*/ 955568 h 3314287"/>
                <a:gd name="csX2" fmla="*/ 2687569 w 3707782"/>
                <a:gd name="csY2" fmla="*/ 81348 h 3314287"/>
                <a:gd name="csX3" fmla="*/ 3556915 w 3707782"/>
                <a:gd name="csY3" fmla="*/ 133264 h 3314287"/>
                <a:gd name="csX4" fmla="*/ 3554729 w 3707782"/>
                <a:gd name="csY4" fmla="*/ 922064 h 3314287"/>
                <a:gd name="csX5" fmla="*/ 1816984 w 3707782"/>
                <a:gd name="csY5" fmla="*/ 1735981 h 3314287"/>
                <a:gd name="csX6" fmla="*/ 2290 w 3707782"/>
                <a:gd name="csY6" fmla="*/ 3305196 h 3314287"/>
                <a:gd name="csX0" fmla="*/ 377 w 3705869"/>
                <a:gd name="csY0" fmla="*/ 3305196 h 3313168"/>
                <a:gd name="csX1" fmla="*/ 2198008 w 3705869"/>
                <a:gd name="csY1" fmla="*/ 955568 h 3313168"/>
                <a:gd name="csX2" fmla="*/ 2685656 w 3705869"/>
                <a:gd name="csY2" fmla="*/ 81348 h 3313168"/>
                <a:gd name="csX3" fmla="*/ 3555002 w 3705869"/>
                <a:gd name="csY3" fmla="*/ 133264 h 3313168"/>
                <a:gd name="csX4" fmla="*/ 3552816 w 3705869"/>
                <a:gd name="csY4" fmla="*/ 922064 h 3313168"/>
                <a:gd name="csX5" fmla="*/ 2378375 w 3705869"/>
                <a:gd name="csY5" fmla="*/ 1694113 h 3313168"/>
                <a:gd name="csX6" fmla="*/ 377 w 3705869"/>
                <a:gd name="csY6" fmla="*/ 3305196 h 3313168"/>
                <a:gd name="csX0" fmla="*/ 377 w 3705869"/>
                <a:gd name="csY0" fmla="*/ 3305196 h 3311216"/>
                <a:gd name="csX1" fmla="*/ 2198008 w 3705869"/>
                <a:gd name="csY1" fmla="*/ 955568 h 3311216"/>
                <a:gd name="csX2" fmla="*/ 2685656 w 3705869"/>
                <a:gd name="csY2" fmla="*/ 81348 h 3311216"/>
                <a:gd name="csX3" fmla="*/ 3555002 w 3705869"/>
                <a:gd name="csY3" fmla="*/ 133264 h 3311216"/>
                <a:gd name="csX4" fmla="*/ 3552816 w 3705869"/>
                <a:gd name="csY4" fmla="*/ 922064 h 3311216"/>
                <a:gd name="csX5" fmla="*/ 2378375 w 3705869"/>
                <a:gd name="csY5" fmla="*/ 1694113 h 3311216"/>
                <a:gd name="csX6" fmla="*/ 377 w 3705869"/>
                <a:gd name="csY6" fmla="*/ 3305196 h 3311216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31250"/>
                <a:gd name="csY0" fmla="*/ 3306034 h 3313991"/>
                <a:gd name="csX1" fmla="*/ 2198008 w 4431250"/>
                <a:gd name="csY1" fmla="*/ 956406 h 3313991"/>
                <a:gd name="csX2" fmla="*/ 2685656 w 4431250"/>
                <a:gd name="csY2" fmla="*/ 82186 h 3313991"/>
                <a:gd name="csX3" fmla="*/ 3555002 w 4431250"/>
                <a:gd name="csY3" fmla="*/ 134102 h 3313991"/>
                <a:gd name="csX4" fmla="*/ 4425936 w 4431250"/>
                <a:gd name="csY4" fmla="*/ 939649 h 3313991"/>
                <a:gd name="csX5" fmla="*/ 2378375 w 4431250"/>
                <a:gd name="csY5" fmla="*/ 1694951 h 3313991"/>
                <a:gd name="csX6" fmla="*/ 377 w 4431250"/>
                <a:gd name="csY6" fmla="*/ 3306034 h 3313991"/>
                <a:gd name="csX0" fmla="*/ 377 w 4425936"/>
                <a:gd name="csY0" fmla="*/ 3306034 h 3313991"/>
                <a:gd name="csX1" fmla="*/ 2198008 w 4425936"/>
                <a:gd name="csY1" fmla="*/ 956406 h 3313991"/>
                <a:gd name="csX2" fmla="*/ 2685656 w 4425936"/>
                <a:gd name="csY2" fmla="*/ 82186 h 3313991"/>
                <a:gd name="csX3" fmla="*/ 3555002 w 4425936"/>
                <a:gd name="csY3" fmla="*/ 134102 h 3313991"/>
                <a:gd name="csX4" fmla="*/ 4425936 w 4425936"/>
                <a:gd name="csY4" fmla="*/ 939649 h 3313991"/>
                <a:gd name="csX5" fmla="*/ 2378375 w 4425936"/>
                <a:gd name="csY5" fmla="*/ 1694951 h 3313991"/>
                <a:gd name="csX6" fmla="*/ 377 w 4425936"/>
                <a:gd name="csY6" fmla="*/ 3306034 h 3313991"/>
                <a:gd name="csX0" fmla="*/ 377 w 4472878"/>
                <a:gd name="csY0" fmla="*/ 3303952 h 3311947"/>
                <a:gd name="csX1" fmla="*/ 2198008 w 4472878"/>
                <a:gd name="csY1" fmla="*/ 954324 h 3311947"/>
                <a:gd name="csX2" fmla="*/ 2685656 w 4472878"/>
                <a:gd name="csY2" fmla="*/ 80104 h 3311947"/>
                <a:gd name="csX3" fmla="*/ 3555002 w 4472878"/>
                <a:gd name="csY3" fmla="*/ 132020 h 3311947"/>
                <a:gd name="csX4" fmla="*/ 4472878 w 4472878"/>
                <a:gd name="csY4" fmla="*/ 895700 h 3311947"/>
                <a:gd name="csX5" fmla="*/ 2378375 w 4472878"/>
                <a:gd name="csY5" fmla="*/ 1692869 h 3311947"/>
                <a:gd name="csX6" fmla="*/ 377 w 4472878"/>
                <a:gd name="csY6" fmla="*/ 3303952 h 3311947"/>
                <a:gd name="csX0" fmla="*/ 377 w 4472878"/>
                <a:gd name="csY0" fmla="*/ 3489034 h 3497029"/>
                <a:gd name="csX1" fmla="*/ 2198008 w 4472878"/>
                <a:gd name="csY1" fmla="*/ 1139406 h 3497029"/>
                <a:gd name="csX2" fmla="*/ 2685656 w 4472878"/>
                <a:gd name="csY2" fmla="*/ 265186 h 3497029"/>
                <a:gd name="csX3" fmla="*/ 3742770 w 4472878"/>
                <a:gd name="csY3" fmla="*/ 49148 h 3497029"/>
                <a:gd name="csX4" fmla="*/ 4472878 w 4472878"/>
                <a:gd name="csY4" fmla="*/ 1080782 h 3497029"/>
                <a:gd name="csX5" fmla="*/ 2378375 w 4472878"/>
                <a:gd name="csY5" fmla="*/ 1877951 h 3497029"/>
                <a:gd name="csX6" fmla="*/ 377 w 4472878"/>
                <a:gd name="csY6" fmla="*/ 3489034 h 3497029"/>
                <a:gd name="csX0" fmla="*/ 377 w 4482266"/>
                <a:gd name="csY0" fmla="*/ 3489034 h 3497029"/>
                <a:gd name="csX1" fmla="*/ 2198008 w 4482266"/>
                <a:gd name="csY1" fmla="*/ 1139406 h 3497029"/>
                <a:gd name="csX2" fmla="*/ 2685656 w 4482266"/>
                <a:gd name="csY2" fmla="*/ 265186 h 3497029"/>
                <a:gd name="csX3" fmla="*/ 3742770 w 4482266"/>
                <a:gd name="csY3" fmla="*/ 49148 h 3497029"/>
                <a:gd name="csX4" fmla="*/ 4482266 w 4482266"/>
                <a:gd name="csY4" fmla="*/ 1080782 h 3497029"/>
                <a:gd name="csX5" fmla="*/ 2378375 w 4482266"/>
                <a:gd name="csY5" fmla="*/ 1877951 h 3497029"/>
                <a:gd name="csX6" fmla="*/ 377 w 4482266"/>
                <a:gd name="csY6" fmla="*/ 3489034 h 3497029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10188 w 4492077"/>
                <a:gd name="csY0" fmla="*/ 3488052 h 3497366"/>
                <a:gd name="csX1" fmla="*/ 1804118 w 4492077"/>
                <a:gd name="csY1" fmla="*/ 1096559 h 3497366"/>
                <a:gd name="csX2" fmla="*/ 2695467 w 4492077"/>
                <a:gd name="csY2" fmla="*/ 264204 h 3497366"/>
                <a:gd name="csX3" fmla="*/ 3752581 w 4492077"/>
                <a:gd name="csY3" fmla="*/ 48166 h 3497366"/>
                <a:gd name="csX4" fmla="*/ 4492077 w 4492077"/>
                <a:gd name="csY4" fmla="*/ 1079800 h 3497366"/>
                <a:gd name="csX5" fmla="*/ 2688616 w 4492077"/>
                <a:gd name="csY5" fmla="*/ 1893718 h 3497366"/>
                <a:gd name="csX6" fmla="*/ 10188 w 4492077"/>
                <a:gd name="csY6" fmla="*/ 3488052 h 3497366"/>
                <a:gd name="csX0" fmla="*/ 10188 w 4492077"/>
                <a:gd name="csY0" fmla="*/ 3488052 h 3500595"/>
                <a:gd name="csX1" fmla="*/ 1804118 w 4492077"/>
                <a:gd name="csY1" fmla="*/ 1096559 h 3500595"/>
                <a:gd name="csX2" fmla="*/ 2695467 w 4492077"/>
                <a:gd name="csY2" fmla="*/ 264204 h 3500595"/>
                <a:gd name="csX3" fmla="*/ 3752581 w 4492077"/>
                <a:gd name="csY3" fmla="*/ 48166 h 3500595"/>
                <a:gd name="csX4" fmla="*/ 4492077 w 4492077"/>
                <a:gd name="csY4" fmla="*/ 1079800 h 3500595"/>
                <a:gd name="csX5" fmla="*/ 2688616 w 4492077"/>
                <a:gd name="csY5" fmla="*/ 1893718 h 3500595"/>
                <a:gd name="csX6" fmla="*/ 10188 w 4492077"/>
                <a:gd name="csY6" fmla="*/ 3488052 h 3500595"/>
                <a:gd name="csX0" fmla="*/ 10188 w 4492077"/>
                <a:gd name="csY0" fmla="*/ 3488052 h 3500888"/>
                <a:gd name="csX1" fmla="*/ 1804118 w 4492077"/>
                <a:gd name="csY1" fmla="*/ 1096559 h 3500888"/>
                <a:gd name="csX2" fmla="*/ 2695467 w 4492077"/>
                <a:gd name="csY2" fmla="*/ 264204 h 3500888"/>
                <a:gd name="csX3" fmla="*/ 3752581 w 4492077"/>
                <a:gd name="csY3" fmla="*/ 48166 h 3500888"/>
                <a:gd name="csX4" fmla="*/ 4492077 w 4492077"/>
                <a:gd name="csY4" fmla="*/ 1079800 h 3500888"/>
                <a:gd name="csX5" fmla="*/ 2688616 w 4492077"/>
                <a:gd name="csY5" fmla="*/ 1893718 h 3500888"/>
                <a:gd name="csX6" fmla="*/ 10188 w 4492077"/>
                <a:gd name="csY6" fmla="*/ 3488052 h 3500888"/>
                <a:gd name="csX0" fmla="*/ 27731 w 3289130"/>
                <a:gd name="csY0" fmla="*/ 2449732 h 2473361"/>
                <a:gd name="csX1" fmla="*/ 601171 w 3289130"/>
                <a:gd name="csY1" fmla="*/ 1096559 h 2473361"/>
                <a:gd name="csX2" fmla="*/ 1492520 w 3289130"/>
                <a:gd name="csY2" fmla="*/ 264204 h 2473361"/>
                <a:gd name="csX3" fmla="*/ 2549634 w 3289130"/>
                <a:gd name="csY3" fmla="*/ 48166 h 2473361"/>
                <a:gd name="csX4" fmla="*/ 3289130 w 3289130"/>
                <a:gd name="csY4" fmla="*/ 1079800 h 2473361"/>
                <a:gd name="csX5" fmla="*/ 1485669 w 3289130"/>
                <a:gd name="csY5" fmla="*/ 1893718 h 2473361"/>
                <a:gd name="csX6" fmla="*/ 27731 w 3289130"/>
                <a:gd name="csY6" fmla="*/ 2449732 h 2473361"/>
                <a:gd name="csX0" fmla="*/ 367 w 3261766"/>
                <a:gd name="csY0" fmla="*/ 2449732 h 2449966"/>
                <a:gd name="csX1" fmla="*/ 573807 w 3261766"/>
                <a:gd name="csY1" fmla="*/ 1096559 h 2449966"/>
                <a:gd name="csX2" fmla="*/ 1465156 w 3261766"/>
                <a:gd name="csY2" fmla="*/ 264204 h 2449966"/>
                <a:gd name="csX3" fmla="*/ 2522270 w 3261766"/>
                <a:gd name="csY3" fmla="*/ 48166 h 2449966"/>
                <a:gd name="csX4" fmla="*/ 3261766 w 3261766"/>
                <a:gd name="csY4" fmla="*/ 1079800 h 2449966"/>
                <a:gd name="csX5" fmla="*/ 1458305 w 3261766"/>
                <a:gd name="csY5" fmla="*/ 1893718 h 2449966"/>
                <a:gd name="csX6" fmla="*/ 367 w 3261766"/>
                <a:gd name="csY6" fmla="*/ 2449732 h 2449966"/>
                <a:gd name="csX0" fmla="*/ 62959 w 3324358"/>
                <a:gd name="csY0" fmla="*/ 2449732 h 2487147"/>
                <a:gd name="csX1" fmla="*/ 636399 w 3324358"/>
                <a:gd name="csY1" fmla="*/ 1096559 h 2487147"/>
                <a:gd name="csX2" fmla="*/ 1527748 w 3324358"/>
                <a:gd name="csY2" fmla="*/ 264204 h 2487147"/>
                <a:gd name="csX3" fmla="*/ 2584862 w 3324358"/>
                <a:gd name="csY3" fmla="*/ 48166 h 2487147"/>
                <a:gd name="csX4" fmla="*/ 3324358 w 3324358"/>
                <a:gd name="csY4" fmla="*/ 1079800 h 2487147"/>
                <a:gd name="csX5" fmla="*/ 1520897 w 3324358"/>
                <a:gd name="csY5" fmla="*/ 1893718 h 2487147"/>
                <a:gd name="csX6" fmla="*/ 62959 w 3324358"/>
                <a:gd name="csY6" fmla="*/ 2449732 h 2487147"/>
                <a:gd name="csX0" fmla="*/ 38478 w 4482813"/>
                <a:gd name="csY0" fmla="*/ 3496425 h 3519813"/>
                <a:gd name="csX1" fmla="*/ 1794854 w 4482813"/>
                <a:gd name="csY1" fmla="*/ 1096559 h 3519813"/>
                <a:gd name="csX2" fmla="*/ 2686203 w 4482813"/>
                <a:gd name="csY2" fmla="*/ 264204 h 3519813"/>
                <a:gd name="csX3" fmla="*/ 3743317 w 4482813"/>
                <a:gd name="csY3" fmla="*/ 48166 h 3519813"/>
                <a:gd name="csX4" fmla="*/ 4482813 w 4482813"/>
                <a:gd name="csY4" fmla="*/ 1079800 h 3519813"/>
                <a:gd name="csX5" fmla="*/ 2679352 w 4482813"/>
                <a:gd name="csY5" fmla="*/ 1893718 h 3519813"/>
                <a:gd name="csX6" fmla="*/ 38478 w 4482813"/>
                <a:gd name="csY6" fmla="*/ 3496425 h 3519813"/>
                <a:gd name="csX0" fmla="*/ 9071 w 4453406"/>
                <a:gd name="csY0" fmla="*/ 3496425 h 3510301"/>
                <a:gd name="csX1" fmla="*/ 1765447 w 4453406"/>
                <a:gd name="csY1" fmla="*/ 1096559 h 3510301"/>
                <a:gd name="csX2" fmla="*/ 2656796 w 4453406"/>
                <a:gd name="csY2" fmla="*/ 264204 h 3510301"/>
                <a:gd name="csX3" fmla="*/ 3713910 w 4453406"/>
                <a:gd name="csY3" fmla="*/ 48166 h 3510301"/>
                <a:gd name="csX4" fmla="*/ 4453406 w 4453406"/>
                <a:gd name="csY4" fmla="*/ 1079800 h 3510301"/>
                <a:gd name="csX5" fmla="*/ 2649945 w 4453406"/>
                <a:gd name="csY5" fmla="*/ 1893718 h 3510301"/>
                <a:gd name="csX6" fmla="*/ 9071 w 4453406"/>
                <a:gd name="csY6" fmla="*/ 3496425 h 3510301"/>
                <a:gd name="csX0" fmla="*/ 9071 w 4453406"/>
                <a:gd name="csY0" fmla="*/ 3496425 h 3512169"/>
                <a:gd name="csX1" fmla="*/ 1765447 w 4453406"/>
                <a:gd name="csY1" fmla="*/ 1096559 h 3512169"/>
                <a:gd name="csX2" fmla="*/ 2656796 w 4453406"/>
                <a:gd name="csY2" fmla="*/ 264204 h 3512169"/>
                <a:gd name="csX3" fmla="*/ 3713910 w 4453406"/>
                <a:gd name="csY3" fmla="*/ 48166 h 3512169"/>
                <a:gd name="csX4" fmla="*/ 4453406 w 4453406"/>
                <a:gd name="csY4" fmla="*/ 1079800 h 3512169"/>
                <a:gd name="csX5" fmla="*/ 2649945 w 4453406"/>
                <a:gd name="csY5" fmla="*/ 1893718 h 3512169"/>
                <a:gd name="csX6" fmla="*/ 9071 w 4453406"/>
                <a:gd name="csY6" fmla="*/ 3496425 h 3512169"/>
                <a:gd name="csX0" fmla="*/ 9640 w 4453975"/>
                <a:gd name="csY0" fmla="*/ 3496425 h 3512169"/>
                <a:gd name="csX1" fmla="*/ 1766016 w 4453975"/>
                <a:gd name="csY1" fmla="*/ 1096559 h 3512169"/>
                <a:gd name="csX2" fmla="*/ 2657365 w 4453975"/>
                <a:gd name="csY2" fmla="*/ 264204 h 3512169"/>
                <a:gd name="csX3" fmla="*/ 3714479 w 4453975"/>
                <a:gd name="csY3" fmla="*/ 48166 h 3512169"/>
                <a:gd name="csX4" fmla="*/ 4453975 w 4453975"/>
                <a:gd name="csY4" fmla="*/ 1079800 h 3512169"/>
                <a:gd name="csX5" fmla="*/ 2650514 w 4453975"/>
                <a:gd name="csY5" fmla="*/ 1893718 h 3512169"/>
                <a:gd name="csX6" fmla="*/ 9640 w 4453975"/>
                <a:gd name="csY6" fmla="*/ 3496425 h 3512169"/>
                <a:gd name="csX0" fmla="*/ 9640 w 4453975"/>
                <a:gd name="csY0" fmla="*/ 3993467 h 4008123"/>
                <a:gd name="csX1" fmla="*/ 1766016 w 4453975"/>
                <a:gd name="csY1" fmla="*/ 1593601 h 4008123"/>
                <a:gd name="csX2" fmla="*/ 2601034 w 4453975"/>
                <a:gd name="csY2" fmla="*/ 41122 h 4008123"/>
                <a:gd name="csX3" fmla="*/ 3714479 w 4453975"/>
                <a:gd name="csY3" fmla="*/ 545208 h 4008123"/>
                <a:gd name="csX4" fmla="*/ 4453975 w 4453975"/>
                <a:gd name="csY4" fmla="*/ 1576842 h 4008123"/>
                <a:gd name="csX5" fmla="*/ 2650514 w 4453975"/>
                <a:gd name="csY5" fmla="*/ 2390760 h 4008123"/>
                <a:gd name="csX6" fmla="*/ 9640 w 4453975"/>
                <a:gd name="csY6" fmla="*/ 3993467 h 4008123"/>
                <a:gd name="csX0" fmla="*/ 9640 w 4453975"/>
                <a:gd name="csY0" fmla="*/ 3952894 h 3967550"/>
                <a:gd name="csX1" fmla="*/ 1766016 w 4453975"/>
                <a:gd name="csY1" fmla="*/ 1553028 h 3967550"/>
                <a:gd name="csX2" fmla="*/ 2601034 w 4453975"/>
                <a:gd name="csY2" fmla="*/ 549 h 3967550"/>
                <a:gd name="csX3" fmla="*/ 3714479 w 4453975"/>
                <a:gd name="csY3" fmla="*/ 504635 h 3967550"/>
                <a:gd name="csX4" fmla="*/ 4453975 w 4453975"/>
                <a:gd name="csY4" fmla="*/ 1536269 h 3967550"/>
                <a:gd name="csX5" fmla="*/ 2650514 w 4453975"/>
                <a:gd name="csY5" fmla="*/ 2350187 h 3967550"/>
                <a:gd name="csX6" fmla="*/ 9640 w 4453975"/>
                <a:gd name="csY6" fmla="*/ 3952894 h 3967550"/>
                <a:gd name="csX0" fmla="*/ 9640 w 4453975"/>
                <a:gd name="csY0" fmla="*/ 3952971 h 3968477"/>
                <a:gd name="csX1" fmla="*/ 1766016 w 4453975"/>
                <a:gd name="csY1" fmla="*/ 1553105 h 3968477"/>
                <a:gd name="csX2" fmla="*/ 2601034 w 4453975"/>
                <a:gd name="csY2" fmla="*/ 626 h 3968477"/>
                <a:gd name="csX3" fmla="*/ 3714479 w 4453975"/>
                <a:gd name="csY3" fmla="*/ 504712 h 3968477"/>
                <a:gd name="csX4" fmla="*/ 4453975 w 4453975"/>
                <a:gd name="csY4" fmla="*/ 1536346 h 3968477"/>
                <a:gd name="csX5" fmla="*/ 2650514 w 4453975"/>
                <a:gd name="csY5" fmla="*/ 2350264 h 3968477"/>
                <a:gd name="csX6" fmla="*/ 9640 w 4453975"/>
                <a:gd name="csY6" fmla="*/ 3952971 h 3968477"/>
                <a:gd name="csX0" fmla="*/ 9640 w 4517542"/>
                <a:gd name="csY0" fmla="*/ 4153948 h 4169453"/>
                <a:gd name="csX1" fmla="*/ 1766016 w 4517542"/>
                <a:gd name="csY1" fmla="*/ 1754082 h 4169453"/>
                <a:gd name="csX2" fmla="*/ 2601034 w 4517542"/>
                <a:gd name="csY2" fmla="*/ 201603 h 4169453"/>
                <a:gd name="csX3" fmla="*/ 4390442 w 4517542"/>
                <a:gd name="csY3" fmla="*/ 186529 h 4169453"/>
                <a:gd name="csX4" fmla="*/ 4453975 w 4517542"/>
                <a:gd name="csY4" fmla="*/ 1737323 h 4169453"/>
                <a:gd name="csX5" fmla="*/ 2650514 w 4517542"/>
                <a:gd name="csY5" fmla="*/ 2551241 h 4169453"/>
                <a:gd name="csX6" fmla="*/ 9640 w 4517542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719798"/>
                <a:gd name="csY0" fmla="*/ 4153948 h 4169453"/>
                <a:gd name="csX1" fmla="*/ 1766016 w 4719798"/>
                <a:gd name="csY1" fmla="*/ 1754082 h 4169453"/>
                <a:gd name="csX2" fmla="*/ 2601034 w 4719798"/>
                <a:gd name="csY2" fmla="*/ 201603 h 4169453"/>
                <a:gd name="csX3" fmla="*/ 4390442 w 4719798"/>
                <a:gd name="csY3" fmla="*/ 186529 h 4169453"/>
                <a:gd name="csX4" fmla="*/ 4453975 w 4719798"/>
                <a:gd name="csY4" fmla="*/ 1737323 h 4169453"/>
                <a:gd name="csX5" fmla="*/ 2650514 w 4719798"/>
                <a:gd name="csY5" fmla="*/ 2551241 h 4169453"/>
                <a:gd name="csX6" fmla="*/ 9640 w 4719798"/>
                <a:gd name="csY6" fmla="*/ 4153948 h 4169453"/>
                <a:gd name="csX0" fmla="*/ 9640 w 4684091"/>
                <a:gd name="csY0" fmla="*/ 4153948 h 4169453"/>
                <a:gd name="csX1" fmla="*/ 1766016 w 4684091"/>
                <a:gd name="csY1" fmla="*/ 1754082 h 4169453"/>
                <a:gd name="csX2" fmla="*/ 2601034 w 4684091"/>
                <a:gd name="csY2" fmla="*/ 201603 h 4169453"/>
                <a:gd name="csX3" fmla="*/ 4390442 w 4684091"/>
                <a:gd name="csY3" fmla="*/ 186529 h 4169453"/>
                <a:gd name="csX4" fmla="*/ 4453975 w 4684091"/>
                <a:gd name="csY4" fmla="*/ 1737323 h 4169453"/>
                <a:gd name="csX5" fmla="*/ 2650514 w 4684091"/>
                <a:gd name="csY5" fmla="*/ 2551241 h 4169453"/>
                <a:gd name="csX6" fmla="*/ 9640 w 4684091"/>
                <a:gd name="csY6" fmla="*/ 4153948 h 4169453"/>
                <a:gd name="csX0" fmla="*/ 9640 w 4747938"/>
                <a:gd name="csY0" fmla="*/ 4153948 h 4169453"/>
                <a:gd name="csX1" fmla="*/ 1766016 w 4747938"/>
                <a:gd name="csY1" fmla="*/ 1754082 h 4169453"/>
                <a:gd name="csX2" fmla="*/ 2601034 w 4747938"/>
                <a:gd name="csY2" fmla="*/ 201603 h 4169453"/>
                <a:gd name="csX3" fmla="*/ 4390442 w 4747938"/>
                <a:gd name="csY3" fmla="*/ 186529 h 4169453"/>
                <a:gd name="csX4" fmla="*/ 4453975 w 4747938"/>
                <a:gd name="csY4" fmla="*/ 1737323 h 4169453"/>
                <a:gd name="csX5" fmla="*/ 2650514 w 4747938"/>
                <a:gd name="csY5" fmla="*/ 2551241 h 4169453"/>
                <a:gd name="csX6" fmla="*/ 9640 w 4747938"/>
                <a:gd name="csY6" fmla="*/ 4153948 h 4169453"/>
                <a:gd name="csX0" fmla="*/ 9640 w 4747938"/>
                <a:gd name="csY0" fmla="*/ 4205765 h 4221270"/>
                <a:gd name="csX1" fmla="*/ 1766016 w 4747938"/>
                <a:gd name="csY1" fmla="*/ 1805899 h 4221270"/>
                <a:gd name="csX2" fmla="*/ 2601034 w 4747938"/>
                <a:gd name="csY2" fmla="*/ 253420 h 4221270"/>
                <a:gd name="csX3" fmla="*/ 4390442 w 4747938"/>
                <a:gd name="csY3" fmla="*/ 238346 h 4221270"/>
                <a:gd name="csX4" fmla="*/ 4453975 w 4747938"/>
                <a:gd name="csY4" fmla="*/ 1789140 h 4221270"/>
                <a:gd name="csX5" fmla="*/ 2650514 w 4747938"/>
                <a:gd name="csY5" fmla="*/ 2603058 h 4221270"/>
                <a:gd name="csX6" fmla="*/ 9640 w 4747938"/>
                <a:gd name="csY6" fmla="*/ 4205765 h 4221270"/>
                <a:gd name="csX0" fmla="*/ 9640 w 4769359"/>
                <a:gd name="csY0" fmla="*/ 4189897 h 4205402"/>
                <a:gd name="csX1" fmla="*/ 1766016 w 4769359"/>
                <a:gd name="csY1" fmla="*/ 1790031 h 4205402"/>
                <a:gd name="csX2" fmla="*/ 2601034 w 4769359"/>
                <a:gd name="csY2" fmla="*/ 237552 h 4205402"/>
                <a:gd name="csX3" fmla="*/ 4446772 w 4769359"/>
                <a:gd name="csY3" fmla="*/ 163863 h 4205402"/>
                <a:gd name="csX4" fmla="*/ 4453975 w 4769359"/>
                <a:gd name="csY4" fmla="*/ 1773272 h 4205402"/>
                <a:gd name="csX5" fmla="*/ 2650514 w 4769359"/>
                <a:gd name="csY5" fmla="*/ 2587190 h 4205402"/>
                <a:gd name="csX6" fmla="*/ 9640 w 4769359"/>
                <a:gd name="csY6" fmla="*/ 4189897 h 4205402"/>
                <a:gd name="csX0" fmla="*/ 9640 w 4747938"/>
                <a:gd name="csY0" fmla="*/ 4212142 h 4227647"/>
                <a:gd name="csX1" fmla="*/ 1766016 w 4747938"/>
                <a:gd name="csY1" fmla="*/ 1812276 h 4227647"/>
                <a:gd name="csX2" fmla="*/ 2601034 w 4747938"/>
                <a:gd name="csY2" fmla="*/ 259797 h 4227647"/>
                <a:gd name="csX3" fmla="*/ 4390441 w 4747938"/>
                <a:gd name="csY3" fmla="*/ 152614 h 4227647"/>
                <a:gd name="csX4" fmla="*/ 4453975 w 4747938"/>
                <a:gd name="csY4" fmla="*/ 1795517 h 4227647"/>
                <a:gd name="csX5" fmla="*/ 2650514 w 4747938"/>
                <a:gd name="csY5" fmla="*/ 2609435 h 4227647"/>
                <a:gd name="csX6" fmla="*/ 9640 w 4747938"/>
                <a:gd name="csY6" fmla="*/ 4212142 h 4227647"/>
                <a:gd name="csX0" fmla="*/ 8567 w 4746865"/>
                <a:gd name="csY0" fmla="*/ 4212143 h 4219435"/>
                <a:gd name="csX1" fmla="*/ 1745271 w 4746865"/>
                <a:gd name="csY1" fmla="*/ 1812279 h 4219435"/>
                <a:gd name="csX2" fmla="*/ 2599961 w 4746865"/>
                <a:gd name="csY2" fmla="*/ 259798 h 4219435"/>
                <a:gd name="csX3" fmla="*/ 4389368 w 4746865"/>
                <a:gd name="csY3" fmla="*/ 152615 h 4219435"/>
                <a:gd name="csX4" fmla="*/ 4452902 w 4746865"/>
                <a:gd name="csY4" fmla="*/ 1795518 h 4219435"/>
                <a:gd name="csX5" fmla="*/ 2649441 w 4746865"/>
                <a:gd name="csY5" fmla="*/ 2609436 h 4219435"/>
                <a:gd name="csX6" fmla="*/ 8567 w 4746865"/>
                <a:gd name="csY6" fmla="*/ 4212143 h 4219435"/>
                <a:gd name="csX0" fmla="*/ 8451 w 4746749"/>
                <a:gd name="csY0" fmla="*/ 4212143 h 4219813"/>
                <a:gd name="csX1" fmla="*/ 1745155 w 4746749"/>
                <a:gd name="csY1" fmla="*/ 1812279 h 4219813"/>
                <a:gd name="csX2" fmla="*/ 2599845 w 4746749"/>
                <a:gd name="csY2" fmla="*/ 259798 h 4219813"/>
                <a:gd name="csX3" fmla="*/ 4389252 w 4746749"/>
                <a:gd name="csY3" fmla="*/ 152615 h 4219813"/>
                <a:gd name="csX4" fmla="*/ 4452786 w 4746749"/>
                <a:gd name="csY4" fmla="*/ 1795518 h 4219813"/>
                <a:gd name="csX5" fmla="*/ 2642769 w 4746749"/>
                <a:gd name="csY5" fmla="*/ 2626986 h 4219813"/>
                <a:gd name="csX6" fmla="*/ 8451 w 4746749"/>
                <a:gd name="csY6" fmla="*/ 4212143 h 4219813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594 w 4746892"/>
                <a:gd name="csY0" fmla="*/ 4213311 h 4220527"/>
                <a:gd name="csX1" fmla="*/ 1738740 w 4746892"/>
                <a:gd name="csY1" fmla="*/ 1836843 h 4220527"/>
                <a:gd name="csX2" fmla="*/ 2599988 w 4746892"/>
                <a:gd name="csY2" fmla="*/ 260966 h 4220527"/>
                <a:gd name="csX3" fmla="*/ 4389395 w 4746892"/>
                <a:gd name="csY3" fmla="*/ 153783 h 4220527"/>
                <a:gd name="csX4" fmla="*/ 4452929 w 4746892"/>
                <a:gd name="csY4" fmla="*/ 1796686 h 4220527"/>
                <a:gd name="csX5" fmla="*/ 2642912 w 4746892"/>
                <a:gd name="csY5" fmla="*/ 2628154 h 4220527"/>
                <a:gd name="csX6" fmla="*/ 8594 w 4746892"/>
                <a:gd name="csY6" fmla="*/ 4213311 h 4220527"/>
                <a:gd name="csX0" fmla="*/ 8594 w 4693867"/>
                <a:gd name="csY0" fmla="*/ 4136922 h 4144138"/>
                <a:gd name="csX1" fmla="*/ 1738740 w 4693867"/>
                <a:gd name="csY1" fmla="*/ 1760454 h 4144138"/>
                <a:gd name="csX2" fmla="*/ 2599988 w 4693867"/>
                <a:gd name="csY2" fmla="*/ 184577 h 4144138"/>
                <a:gd name="csX3" fmla="*/ 4389395 w 4693867"/>
                <a:gd name="csY3" fmla="*/ 77394 h 4144138"/>
                <a:gd name="csX4" fmla="*/ 4452929 w 4693867"/>
                <a:gd name="csY4" fmla="*/ 1720297 h 4144138"/>
                <a:gd name="csX5" fmla="*/ 2642912 w 4693867"/>
                <a:gd name="csY5" fmla="*/ 2551765 h 4144138"/>
                <a:gd name="csX6" fmla="*/ 8594 w 4693867"/>
                <a:gd name="csY6" fmla="*/ 4136922 h 4144138"/>
                <a:gd name="csX0" fmla="*/ 8594 w 4699247"/>
                <a:gd name="csY0" fmla="*/ 4098901 h 4106117"/>
                <a:gd name="csX1" fmla="*/ 1738740 w 4699247"/>
                <a:gd name="csY1" fmla="*/ 1722433 h 4106117"/>
                <a:gd name="csX2" fmla="*/ 2599988 w 4699247"/>
                <a:gd name="csY2" fmla="*/ 146556 h 4106117"/>
                <a:gd name="csX3" fmla="*/ 4409070 w 4699247"/>
                <a:gd name="csY3" fmla="*/ 115412 h 4106117"/>
                <a:gd name="csX4" fmla="*/ 4452929 w 4699247"/>
                <a:gd name="csY4" fmla="*/ 1682276 h 4106117"/>
                <a:gd name="csX5" fmla="*/ 2642912 w 4699247"/>
                <a:gd name="csY5" fmla="*/ 2513744 h 4106117"/>
                <a:gd name="csX6" fmla="*/ 8594 w 4699247"/>
                <a:gd name="csY6" fmla="*/ 4098901 h 4106117"/>
                <a:gd name="csX0" fmla="*/ 8594 w 4703971"/>
                <a:gd name="csY0" fmla="*/ 4107920 h 4115136"/>
                <a:gd name="csX1" fmla="*/ 1738740 w 4703971"/>
                <a:gd name="csY1" fmla="*/ 1731452 h 4115136"/>
                <a:gd name="csX2" fmla="*/ 2599988 w 4703971"/>
                <a:gd name="csY2" fmla="*/ 155575 h 4115136"/>
                <a:gd name="csX3" fmla="*/ 4409070 w 4703971"/>
                <a:gd name="csY3" fmla="*/ 124431 h 4115136"/>
                <a:gd name="csX4" fmla="*/ 4452929 w 4703971"/>
                <a:gd name="csY4" fmla="*/ 1691295 h 4115136"/>
                <a:gd name="csX5" fmla="*/ 2642912 w 4703971"/>
                <a:gd name="csY5" fmla="*/ 2522763 h 4115136"/>
                <a:gd name="csX6" fmla="*/ 8594 w 4703971"/>
                <a:gd name="csY6" fmla="*/ 4107920 h 4115136"/>
                <a:gd name="csX0" fmla="*/ 8594 w 4703971"/>
                <a:gd name="csY0" fmla="*/ 4195888 h 4203104"/>
                <a:gd name="csX1" fmla="*/ 1738740 w 4703971"/>
                <a:gd name="csY1" fmla="*/ 1819420 h 4203104"/>
                <a:gd name="csX2" fmla="*/ 2599988 w 4703971"/>
                <a:gd name="csY2" fmla="*/ 243543 h 4203104"/>
                <a:gd name="csX3" fmla="*/ 4409070 w 4703971"/>
                <a:gd name="csY3" fmla="*/ 212399 h 4203104"/>
                <a:gd name="csX4" fmla="*/ 4452929 w 4703971"/>
                <a:gd name="csY4" fmla="*/ 1779263 h 4203104"/>
                <a:gd name="csX5" fmla="*/ 2642912 w 4703971"/>
                <a:gd name="csY5" fmla="*/ 2610731 h 4203104"/>
                <a:gd name="csX6" fmla="*/ 8594 w 4703971"/>
                <a:gd name="csY6" fmla="*/ 4195888 h 4203104"/>
                <a:gd name="csX0" fmla="*/ 8594 w 4703971"/>
                <a:gd name="csY0" fmla="*/ 4213778 h 4220994"/>
                <a:gd name="csX1" fmla="*/ 1738740 w 4703971"/>
                <a:gd name="csY1" fmla="*/ 1837310 h 4220994"/>
                <a:gd name="csX2" fmla="*/ 2599988 w 4703971"/>
                <a:gd name="csY2" fmla="*/ 261433 h 4220994"/>
                <a:gd name="csX3" fmla="*/ 4409070 w 4703971"/>
                <a:gd name="csY3" fmla="*/ 230289 h 4220994"/>
                <a:gd name="csX4" fmla="*/ 4452929 w 4703971"/>
                <a:gd name="csY4" fmla="*/ 1797153 h 4220994"/>
                <a:gd name="csX5" fmla="*/ 2642912 w 4703971"/>
                <a:gd name="csY5" fmla="*/ 2628621 h 4220994"/>
                <a:gd name="csX6" fmla="*/ 8594 w 4703971"/>
                <a:gd name="csY6" fmla="*/ 4213778 h 4220994"/>
                <a:gd name="csX0" fmla="*/ 8594 w 4855548"/>
                <a:gd name="csY0" fmla="*/ 4390510 h 4397726"/>
                <a:gd name="csX1" fmla="*/ 1738740 w 4855548"/>
                <a:gd name="csY1" fmla="*/ 2014042 h 4397726"/>
                <a:gd name="csX2" fmla="*/ 2599988 w 4855548"/>
                <a:gd name="csY2" fmla="*/ 438165 h 4397726"/>
                <a:gd name="csX3" fmla="*/ 4756647 w 4855548"/>
                <a:gd name="csY3" fmla="*/ 26825 h 4397726"/>
                <a:gd name="csX4" fmla="*/ 4452929 w 4855548"/>
                <a:gd name="csY4" fmla="*/ 1973885 h 4397726"/>
                <a:gd name="csX5" fmla="*/ 2642912 w 4855548"/>
                <a:gd name="csY5" fmla="*/ 2805353 h 4397726"/>
                <a:gd name="csX6" fmla="*/ 8594 w 4855548"/>
                <a:gd name="csY6" fmla="*/ 4390510 h 4397726"/>
                <a:gd name="csX0" fmla="*/ 8594 w 5018748"/>
                <a:gd name="csY0" fmla="*/ 4545598 h 4552814"/>
                <a:gd name="csX1" fmla="*/ 1738740 w 5018748"/>
                <a:gd name="csY1" fmla="*/ 2169130 h 4552814"/>
                <a:gd name="csX2" fmla="*/ 2599988 w 5018748"/>
                <a:gd name="csY2" fmla="*/ 593253 h 4552814"/>
                <a:gd name="csX3" fmla="*/ 4973062 w 5018748"/>
                <a:gd name="csY3" fmla="*/ 18136 h 4552814"/>
                <a:gd name="csX4" fmla="*/ 4452929 w 5018748"/>
                <a:gd name="csY4" fmla="*/ 2128973 h 4552814"/>
                <a:gd name="csX5" fmla="*/ 2642912 w 5018748"/>
                <a:gd name="csY5" fmla="*/ 2960441 h 4552814"/>
                <a:gd name="csX6" fmla="*/ 8594 w 5018748"/>
                <a:gd name="csY6" fmla="*/ 4545598 h 4552814"/>
                <a:gd name="csX0" fmla="*/ 8594 w 5002691"/>
                <a:gd name="csY0" fmla="*/ 4537753 h 4544969"/>
                <a:gd name="csX1" fmla="*/ 1738740 w 5002691"/>
                <a:gd name="csY1" fmla="*/ 2161285 h 4544969"/>
                <a:gd name="csX2" fmla="*/ 2599988 w 5002691"/>
                <a:gd name="csY2" fmla="*/ 585408 h 4544969"/>
                <a:gd name="csX3" fmla="*/ 4973062 w 5002691"/>
                <a:gd name="csY3" fmla="*/ 10291 h 4544969"/>
                <a:gd name="csX4" fmla="*/ 4452929 w 5002691"/>
                <a:gd name="csY4" fmla="*/ 2121128 h 4544969"/>
                <a:gd name="csX5" fmla="*/ 2642912 w 5002691"/>
                <a:gd name="csY5" fmla="*/ 2952596 h 4544969"/>
                <a:gd name="csX6" fmla="*/ 8594 w 5002691"/>
                <a:gd name="csY6" fmla="*/ 4537753 h 4544969"/>
                <a:gd name="csX0" fmla="*/ 8594 w 4705059"/>
                <a:gd name="csY0" fmla="*/ 4122711 h 4129927"/>
                <a:gd name="csX1" fmla="*/ 1738740 w 4705059"/>
                <a:gd name="csY1" fmla="*/ 1746243 h 4129927"/>
                <a:gd name="csX2" fmla="*/ 2599988 w 4705059"/>
                <a:gd name="csY2" fmla="*/ 170366 h 4129927"/>
                <a:gd name="csX3" fmla="*/ 4446032 w 4705059"/>
                <a:gd name="csY3" fmla="*/ 89415 h 4129927"/>
                <a:gd name="csX4" fmla="*/ 4452929 w 4705059"/>
                <a:gd name="csY4" fmla="*/ 1706086 h 4129927"/>
                <a:gd name="csX5" fmla="*/ 2642912 w 4705059"/>
                <a:gd name="csY5" fmla="*/ 2537554 h 4129927"/>
                <a:gd name="csX6" fmla="*/ 8594 w 4705059"/>
                <a:gd name="csY6" fmla="*/ 4122711 h 4129927"/>
                <a:gd name="csX0" fmla="*/ 8594 w 4596663"/>
                <a:gd name="csY0" fmla="*/ 4215533 h 4224499"/>
                <a:gd name="csX1" fmla="*/ 1738740 w 4596663"/>
                <a:gd name="csY1" fmla="*/ 1839065 h 4224499"/>
                <a:gd name="csX2" fmla="*/ 2599988 w 4596663"/>
                <a:gd name="csY2" fmla="*/ 263188 h 4224499"/>
                <a:gd name="csX3" fmla="*/ 4446032 w 4596663"/>
                <a:gd name="csY3" fmla="*/ 182237 h 4224499"/>
                <a:gd name="csX4" fmla="*/ 4129398 w 4596663"/>
                <a:gd name="csY4" fmla="*/ 2079669 h 4224499"/>
                <a:gd name="csX5" fmla="*/ 2642912 w 4596663"/>
                <a:gd name="csY5" fmla="*/ 2630376 h 4224499"/>
                <a:gd name="csX6" fmla="*/ 8594 w 4596663"/>
                <a:gd name="csY6" fmla="*/ 4215533 h 4224499"/>
                <a:gd name="csX0" fmla="*/ 10635 w 4618520"/>
                <a:gd name="csY0" fmla="*/ 4140860 h 4149826"/>
                <a:gd name="csX1" fmla="*/ 1740781 w 4618520"/>
                <a:gd name="csY1" fmla="*/ 1764392 h 4149826"/>
                <a:gd name="csX2" fmla="*/ 2330962 w 4618520"/>
                <a:gd name="csY2" fmla="*/ 399085 h 4149826"/>
                <a:gd name="csX3" fmla="*/ 4448073 w 4618520"/>
                <a:gd name="csY3" fmla="*/ 107564 h 4149826"/>
                <a:gd name="csX4" fmla="*/ 4131439 w 4618520"/>
                <a:gd name="csY4" fmla="*/ 2004996 h 4149826"/>
                <a:gd name="csX5" fmla="*/ 2644953 w 4618520"/>
                <a:gd name="csY5" fmla="*/ 2555703 h 4149826"/>
                <a:gd name="csX6" fmla="*/ 10635 w 4618520"/>
                <a:gd name="csY6" fmla="*/ 4140860 h 4149826"/>
                <a:gd name="csX0" fmla="*/ 2473 w 4610358"/>
                <a:gd name="csY0" fmla="*/ 4148168 h 4152706"/>
                <a:gd name="csX1" fmla="*/ 2161081 w 4610358"/>
                <a:gd name="csY1" fmla="*/ 2013468 h 4152706"/>
                <a:gd name="csX2" fmla="*/ 2322800 w 4610358"/>
                <a:gd name="csY2" fmla="*/ 406393 h 4152706"/>
                <a:gd name="csX3" fmla="*/ 4439911 w 4610358"/>
                <a:gd name="csY3" fmla="*/ 114872 h 4152706"/>
                <a:gd name="csX4" fmla="*/ 4123277 w 4610358"/>
                <a:gd name="csY4" fmla="*/ 2012304 h 4152706"/>
                <a:gd name="csX5" fmla="*/ 2636791 w 4610358"/>
                <a:gd name="csY5" fmla="*/ 2563011 h 4152706"/>
                <a:gd name="csX6" fmla="*/ 2473 w 4610358"/>
                <a:gd name="csY6" fmla="*/ 4148168 h 4152706"/>
                <a:gd name="csX0" fmla="*/ 400 w 4608285"/>
                <a:gd name="csY0" fmla="*/ 4148168 h 4148397"/>
                <a:gd name="csX1" fmla="*/ 2159008 w 4608285"/>
                <a:gd name="csY1" fmla="*/ 2013468 h 4148397"/>
                <a:gd name="csX2" fmla="*/ 2320727 w 4608285"/>
                <a:gd name="csY2" fmla="*/ 406393 h 4148397"/>
                <a:gd name="csX3" fmla="*/ 4437838 w 4608285"/>
                <a:gd name="csY3" fmla="*/ 114872 h 4148397"/>
                <a:gd name="csX4" fmla="*/ 4121204 w 4608285"/>
                <a:gd name="csY4" fmla="*/ 2012304 h 4148397"/>
                <a:gd name="csX5" fmla="*/ 2346163 w 4608285"/>
                <a:gd name="csY5" fmla="*/ 2149669 h 4148397"/>
                <a:gd name="csX6" fmla="*/ 400 w 4608285"/>
                <a:gd name="csY6" fmla="*/ 4148168 h 4148397"/>
                <a:gd name="csX0" fmla="*/ 400 w 4547161"/>
                <a:gd name="csY0" fmla="*/ 4069645 h 4069874"/>
                <a:gd name="csX1" fmla="*/ 2159008 w 4547161"/>
                <a:gd name="csY1" fmla="*/ 1934945 h 4069874"/>
                <a:gd name="csX2" fmla="*/ 2320727 w 4547161"/>
                <a:gd name="csY2" fmla="*/ 327870 h 4069874"/>
                <a:gd name="csX3" fmla="*/ 4437838 w 4547161"/>
                <a:gd name="csY3" fmla="*/ 36349 h 4069874"/>
                <a:gd name="csX4" fmla="*/ 4121204 w 4547161"/>
                <a:gd name="csY4" fmla="*/ 1933781 h 4069874"/>
                <a:gd name="csX5" fmla="*/ 2346163 w 4547161"/>
                <a:gd name="csY5" fmla="*/ 2071146 h 4069874"/>
                <a:gd name="csX6" fmla="*/ 400 w 4547161"/>
                <a:gd name="csY6" fmla="*/ 4069645 h 4069874"/>
                <a:gd name="csX0" fmla="*/ 536 w 3991476"/>
                <a:gd name="csY0" fmla="*/ 3539321 h 3539632"/>
                <a:gd name="csX1" fmla="*/ 1603323 w 3991476"/>
                <a:gd name="csY1" fmla="*/ 1934945 h 3539632"/>
                <a:gd name="csX2" fmla="*/ 1765042 w 3991476"/>
                <a:gd name="csY2" fmla="*/ 327870 h 3539632"/>
                <a:gd name="csX3" fmla="*/ 3882153 w 3991476"/>
                <a:gd name="csY3" fmla="*/ 36349 h 3539632"/>
                <a:gd name="csX4" fmla="*/ 3565519 w 3991476"/>
                <a:gd name="csY4" fmla="*/ 1933781 h 3539632"/>
                <a:gd name="csX5" fmla="*/ 1790478 w 3991476"/>
                <a:gd name="csY5" fmla="*/ 2071146 h 3539632"/>
                <a:gd name="csX6" fmla="*/ 536 w 3991476"/>
                <a:gd name="csY6" fmla="*/ 3539321 h 3539632"/>
                <a:gd name="csX0" fmla="*/ 527 w 4017318"/>
                <a:gd name="csY0" fmla="*/ 3573908 h 3574212"/>
                <a:gd name="csX1" fmla="*/ 1629165 w 4017318"/>
                <a:gd name="csY1" fmla="*/ 1934945 h 3574212"/>
                <a:gd name="csX2" fmla="*/ 1790884 w 4017318"/>
                <a:gd name="csY2" fmla="*/ 327870 h 3574212"/>
                <a:gd name="csX3" fmla="*/ 3907995 w 4017318"/>
                <a:gd name="csY3" fmla="*/ 36349 h 3574212"/>
                <a:gd name="csX4" fmla="*/ 3591361 w 4017318"/>
                <a:gd name="csY4" fmla="*/ 1933781 h 3574212"/>
                <a:gd name="csX5" fmla="*/ 1816320 w 4017318"/>
                <a:gd name="csY5" fmla="*/ 2071146 h 3574212"/>
                <a:gd name="csX6" fmla="*/ 527 w 4017318"/>
                <a:gd name="csY6" fmla="*/ 3573908 h 3574212"/>
                <a:gd name="csX0" fmla="*/ 3641 w 4020432"/>
                <a:gd name="csY0" fmla="*/ 3573908 h 3577567"/>
                <a:gd name="csX1" fmla="*/ 1632279 w 4020432"/>
                <a:gd name="csY1" fmla="*/ 1934945 h 3577567"/>
                <a:gd name="csX2" fmla="*/ 1793998 w 4020432"/>
                <a:gd name="csY2" fmla="*/ 327870 h 3577567"/>
                <a:gd name="csX3" fmla="*/ 3911109 w 4020432"/>
                <a:gd name="csY3" fmla="*/ 36349 h 3577567"/>
                <a:gd name="csX4" fmla="*/ 3594475 w 4020432"/>
                <a:gd name="csY4" fmla="*/ 1933781 h 3577567"/>
                <a:gd name="csX5" fmla="*/ 1819434 w 4020432"/>
                <a:gd name="csY5" fmla="*/ 2071146 h 3577567"/>
                <a:gd name="csX6" fmla="*/ 3641 w 4020432"/>
                <a:gd name="csY6" fmla="*/ 3573908 h 3577567"/>
                <a:gd name="csX0" fmla="*/ 11923 w 4028714"/>
                <a:gd name="csY0" fmla="*/ 3573908 h 3583559"/>
                <a:gd name="csX1" fmla="*/ 1640561 w 4028714"/>
                <a:gd name="csY1" fmla="*/ 1934945 h 3583559"/>
                <a:gd name="csX2" fmla="*/ 1802280 w 4028714"/>
                <a:gd name="csY2" fmla="*/ 327870 h 3583559"/>
                <a:gd name="csX3" fmla="*/ 3919391 w 4028714"/>
                <a:gd name="csY3" fmla="*/ 36349 h 3583559"/>
                <a:gd name="csX4" fmla="*/ 3602757 w 4028714"/>
                <a:gd name="csY4" fmla="*/ 1933781 h 3583559"/>
                <a:gd name="csX5" fmla="*/ 1827716 w 4028714"/>
                <a:gd name="csY5" fmla="*/ 2071146 h 3583559"/>
                <a:gd name="csX6" fmla="*/ 11923 w 4028714"/>
                <a:gd name="csY6" fmla="*/ 3573908 h 3583559"/>
                <a:gd name="csX0" fmla="*/ 1130 w 4017921"/>
                <a:gd name="csY0" fmla="*/ 3573908 h 3577714"/>
                <a:gd name="csX1" fmla="*/ 1629768 w 4017921"/>
                <a:gd name="csY1" fmla="*/ 1934945 h 3577714"/>
                <a:gd name="csX2" fmla="*/ 1791487 w 4017921"/>
                <a:gd name="csY2" fmla="*/ 327870 h 3577714"/>
                <a:gd name="csX3" fmla="*/ 3908598 w 4017921"/>
                <a:gd name="csY3" fmla="*/ 36349 h 3577714"/>
                <a:gd name="csX4" fmla="*/ 3591964 w 4017921"/>
                <a:gd name="csY4" fmla="*/ 1933781 h 3577714"/>
                <a:gd name="csX5" fmla="*/ 1906115 w 4017921"/>
                <a:gd name="csY5" fmla="*/ 2373434 h 3577714"/>
                <a:gd name="csX6" fmla="*/ 1130 w 4017921"/>
                <a:gd name="csY6" fmla="*/ 3573908 h 3577714"/>
                <a:gd name="csX0" fmla="*/ 434 w 4017225"/>
                <a:gd name="csY0" fmla="*/ 3573908 h 3574428"/>
                <a:gd name="csX1" fmla="*/ 1629072 w 4017225"/>
                <a:gd name="csY1" fmla="*/ 1934945 h 3574428"/>
                <a:gd name="csX2" fmla="*/ 1790791 w 4017225"/>
                <a:gd name="csY2" fmla="*/ 327870 h 3574428"/>
                <a:gd name="csX3" fmla="*/ 3907902 w 4017225"/>
                <a:gd name="csY3" fmla="*/ 36349 h 3574428"/>
                <a:gd name="csX4" fmla="*/ 3591268 w 4017225"/>
                <a:gd name="csY4" fmla="*/ 1933781 h 3574428"/>
                <a:gd name="csX5" fmla="*/ 1798394 w 4017225"/>
                <a:gd name="csY5" fmla="*/ 2110926 h 3574428"/>
                <a:gd name="csX6" fmla="*/ 434 w 4017225"/>
                <a:gd name="csY6" fmla="*/ 3573908 h 3574428"/>
                <a:gd name="csX0" fmla="*/ 434 w 4017225"/>
                <a:gd name="csY0" fmla="*/ 3573908 h 3574310"/>
                <a:gd name="csX1" fmla="*/ 1629072 w 4017225"/>
                <a:gd name="csY1" fmla="*/ 1934945 h 3574310"/>
                <a:gd name="csX2" fmla="*/ 1790791 w 4017225"/>
                <a:gd name="csY2" fmla="*/ 327870 h 3574310"/>
                <a:gd name="csX3" fmla="*/ 3907902 w 4017225"/>
                <a:gd name="csY3" fmla="*/ 36349 h 3574310"/>
                <a:gd name="csX4" fmla="*/ 3591268 w 4017225"/>
                <a:gd name="csY4" fmla="*/ 1933781 h 3574310"/>
                <a:gd name="csX5" fmla="*/ 1798394 w 4017225"/>
                <a:gd name="csY5" fmla="*/ 2110926 h 3574310"/>
                <a:gd name="csX6" fmla="*/ 434 w 4017225"/>
                <a:gd name="csY6" fmla="*/ 3573908 h 3574310"/>
                <a:gd name="csX0" fmla="*/ 434 w 4017225"/>
                <a:gd name="csY0" fmla="*/ 3573908 h 3576627"/>
                <a:gd name="csX1" fmla="*/ 1629072 w 4017225"/>
                <a:gd name="csY1" fmla="*/ 1934945 h 3576627"/>
                <a:gd name="csX2" fmla="*/ 1790791 w 4017225"/>
                <a:gd name="csY2" fmla="*/ 327870 h 3576627"/>
                <a:gd name="csX3" fmla="*/ 3907902 w 4017225"/>
                <a:gd name="csY3" fmla="*/ 36349 h 3576627"/>
                <a:gd name="csX4" fmla="*/ 3591268 w 4017225"/>
                <a:gd name="csY4" fmla="*/ 1933781 h 3576627"/>
                <a:gd name="csX5" fmla="*/ 1798395 w 4017225"/>
                <a:gd name="csY5" fmla="*/ 2365482 h 3576627"/>
                <a:gd name="csX6" fmla="*/ 434 w 4017225"/>
                <a:gd name="csY6" fmla="*/ 3573908 h 3576627"/>
                <a:gd name="csX0" fmla="*/ 434 w 4017225"/>
                <a:gd name="csY0" fmla="*/ 3573908 h 3576355"/>
                <a:gd name="csX1" fmla="*/ 1629072 w 4017225"/>
                <a:gd name="csY1" fmla="*/ 1934945 h 3576355"/>
                <a:gd name="csX2" fmla="*/ 1790791 w 4017225"/>
                <a:gd name="csY2" fmla="*/ 327870 h 3576355"/>
                <a:gd name="csX3" fmla="*/ 3907902 w 4017225"/>
                <a:gd name="csY3" fmla="*/ 36349 h 3576355"/>
                <a:gd name="csX4" fmla="*/ 3591268 w 4017225"/>
                <a:gd name="csY4" fmla="*/ 1933781 h 3576355"/>
                <a:gd name="csX5" fmla="*/ 1798395 w 4017225"/>
                <a:gd name="csY5" fmla="*/ 2365482 h 3576355"/>
                <a:gd name="csX6" fmla="*/ 434 w 4017225"/>
                <a:gd name="csY6" fmla="*/ 3573908 h 3576355"/>
                <a:gd name="csX0" fmla="*/ 434 w 4017225"/>
                <a:gd name="csY0" fmla="*/ 3573908 h 3583502"/>
                <a:gd name="csX1" fmla="*/ 1629072 w 4017225"/>
                <a:gd name="csY1" fmla="*/ 1934945 h 3583502"/>
                <a:gd name="csX2" fmla="*/ 1790791 w 4017225"/>
                <a:gd name="csY2" fmla="*/ 327870 h 3583502"/>
                <a:gd name="csX3" fmla="*/ 3907902 w 4017225"/>
                <a:gd name="csY3" fmla="*/ 36349 h 3583502"/>
                <a:gd name="csX4" fmla="*/ 3591268 w 4017225"/>
                <a:gd name="csY4" fmla="*/ 1933781 h 3583502"/>
                <a:gd name="csX5" fmla="*/ 1798396 w 4017225"/>
                <a:gd name="csY5" fmla="*/ 2715497 h 3583502"/>
                <a:gd name="csX6" fmla="*/ 434 w 4017225"/>
                <a:gd name="csY6" fmla="*/ 3573908 h 3583502"/>
                <a:gd name="csX0" fmla="*/ 20204 w 4036995"/>
                <a:gd name="csY0" fmla="*/ 3574326 h 3583563"/>
                <a:gd name="csX1" fmla="*/ 908564 w 4036995"/>
                <a:gd name="csY1" fmla="*/ 1951275 h 3583563"/>
                <a:gd name="csX2" fmla="*/ 1810561 w 4036995"/>
                <a:gd name="csY2" fmla="*/ 328288 h 3583563"/>
                <a:gd name="csX3" fmla="*/ 3927672 w 4036995"/>
                <a:gd name="csY3" fmla="*/ 36767 h 3583563"/>
                <a:gd name="csX4" fmla="*/ 3611038 w 4036995"/>
                <a:gd name="csY4" fmla="*/ 1934199 h 3583563"/>
                <a:gd name="csX5" fmla="*/ 1818166 w 4036995"/>
                <a:gd name="csY5" fmla="*/ 2715915 h 3583563"/>
                <a:gd name="csX6" fmla="*/ 20204 w 4036995"/>
                <a:gd name="csY6" fmla="*/ 3574326 h 3583563"/>
                <a:gd name="csX0" fmla="*/ 12549 w 4029340"/>
                <a:gd name="csY0" fmla="*/ 3574326 h 3583563"/>
                <a:gd name="csX1" fmla="*/ 900909 w 4029340"/>
                <a:gd name="csY1" fmla="*/ 1951275 h 3583563"/>
                <a:gd name="csX2" fmla="*/ 1802906 w 4029340"/>
                <a:gd name="csY2" fmla="*/ 328288 h 3583563"/>
                <a:gd name="csX3" fmla="*/ 3920017 w 4029340"/>
                <a:gd name="csY3" fmla="*/ 36767 h 3583563"/>
                <a:gd name="csX4" fmla="*/ 3603383 w 4029340"/>
                <a:gd name="csY4" fmla="*/ 1934199 h 3583563"/>
                <a:gd name="csX5" fmla="*/ 1810511 w 4029340"/>
                <a:gd name="csY5" fmla="*/ 2715915 h 3583563"/>
                <a:gd name="csX6" fmla="*/ 12549 w 4029340"/>
                <a:gd name="csY6" fmla="*/ 3574326 h 3583563"/>
                <a:gd name="csX0" fmla="*/ 2018 w 4018809"/>
                <a:gd name="csY0" fmla="*/ 3573908 h 3583502"/>
                <a:gd name="csX1" fmla="*/ 1389840 w 4018809"/>
                <a:gd name="csY1" fmla="*/ 1934947 h 3583502"/>
                <a:gd name="csX2" fmla="*/ 1792375 w 4018809"/>
                <a:gd name="csY2" fmla="*/ 327870 h 3583502"/>
                <a:gd name="csX3" fmla="*/ 3909486 w 4018809"/>
                <a:gd name="csY3" fmla="*/ 36349 h 3583502"/>
                <a:gd name="csX4" fmla="*/ 3592852 w 4018809"/>
                <a:gd name="csY4" fmla="*/ 1933781 h 3583502"/>
                <a:gd name="csX5" fmla="*/ 1799980 w 4018809"/>
                <a:gd name="csY5" fmla="*/ 2715497 h 3583502"/>
                <a:gd name="csX6" fmla="*/ 2018 w 4018809"/>
                <a:gd name="csY6" fmla="*/ 3573908 h 3583502"/>
                <a:gd name="csX0" fmla="*/ 2018 w 4018809"/>
                <a:gd name="csY0" fmla="*/ 3573908 h 3575401"/>
                <a:gd name="csX1" fmla="*/ 1389840 w 4018809"/>
                <a:gd name="csY1" fmla="*/ 1934947 h 3575401"/>
                <a:gd name="csX2" fmla="*/ 1792375 w 4018809"/>
                <a:gd name="csY2" fmla="*/ 327870 h 3575401"/>
                <a:gd name="csX3" fmla="*/ 3909486 w 4018809"/>
                <a:gd name="csY3" fmla="*/ 36349 h 3575401"/>
                <a:gd name="csX4" fmla="*/ 3592852 w 4018809"/>
                <a:gd name="csY4" fmla="*/ 1933781 h 3575401"/>
                <a:gd name="csX5" fmla="*/ 1799983 w 4018809"/>
                <a:gd name="csY5" fmla="*/ 2277981 h 3575401"/>
                <a:gd name="csX6" fmla="*/ 2018 w 4018809"/>
                <a:gd name="csY6" fmla="*/ 3573908 h 3575401"/>
                <a:gd name="csX0" fmla="*/ 2279 w 4019070"/>
                <a:gd name="csY0" fmla="*/ 3573908 h 3576883"/>
                <a:gd name="csX1" fmla="*/ 1390101 w 4019070"/>
                <a:gd name="csY1" fmla="*/ 1934947 h 3576883"/>
                <a:gd name="csX2" fmla="*/ 1792636 w 4019070"/>
                <a:gd name="csY2" fmla="*/ 327870 h 3576883"/>
                <a:gd name="csX3" fmla="*/ 3909747 w 4019070"/>
                <a:gd name="csY3" fmla="*/ 36349 h 3576883"/>
                <a:gd name="csX4" fmla="*/ 3593113 w 4019070"/>
                <a:gd name="csY4" fmla="*/ 1933781 h 3576883"/>
                <a:gd name="csX5" fmla="*/ 1827004 w 4019070"/>
                <a:gd name="csY5" fmla="*/ 2405261 h 3576883"/>
                <a:gd name="csX6" fmla="*/ 2279 w 4019070"/>
                <a:gd name="csY6" fmla="*/ 3573908 h 3576883"/>
                <a:gd name="csX0" fmla="*/ 3304 w 4020095"/>
                <a:gd name="csY0" fmla="*/ 3573700 h 3576772"/>
                <a:gd name="csX1" fmla="*/ 1310858 w 4020095"/>
                <a:gd name="csY1" fmla="*/ 1926786 h 3576772"/>
                <a:gd name="csX2" fmla="*/ 1793661 w 4020095"/>
                <a:gd name="csY2" fmla="*/ 327662 h 3576772"/>
                <a:gd name="csX3" fmla="*/ 3910772 w 4020095"/>
                <a:gd name="csY3" fmla="*/ 36141 h 3576772"/>
                <a:gd name="csX4" fmla="*/ 3594138 w 4020095"/>
                <a:gd name="csY4" fmla="*/ 1933573 h 3576772"/>
                <a:gd name="csX5" fmla="*/ 1828029 w 4020095"/>
                <a:gd name="csY5" fmla="*/ 2405053 h 3576772"/>
                <a:gd name="csX6" fmla="*/ 3304 w 4020095"/>
                <a:gd name="csY6" fmla="*/ 3573700 h 3576772"/>
                <a:gd name="csX0" fmla="*/ 3254 w 4020045"/>
                <a:gd name="csY0" fmla="*/ 3573700 h 3576772"/>
                <a:gd name="csX1" fmla="*/ 1310808 w 4020045"/>
                <a:gd name="csY1" fmla="*/ 1926786 h 3576772"/>
                <a:gd name="csX2" fmla="*/ 1793611 w 4020045"/>
                <a:gd name="csY2" fmla="*/ 327662 h 3576772"/>
                <a:gd name="csX3" fmla="*/ 3910722 w 4020045"/>
                <a:gd name="csY3" fmla="*/ 36141 h 3576772"/>
                <a:gd name="csX4" fmla="*/ 3594088 w 4020045"/>
                <a:gd name="csY4" fmla="*/ 1933573 h 3576772"/>
                <a:gd name="csX5" fmla="*/ 1827979 w 4020045"/>
                <a:gd name="csY5" fmla="*/ 2405053 h 3576772"/>
                <a:gd name="csX6" fmla="*/ 3254 w 4020045"/>
                <a:gd name="csY6" fmla="*/ 3573700 h 35767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020045" h="3576772">
                  <a:moveTo>
                    <a:pt x="3254" y="3573700"/>
                  </a:moveTo>
                  <a:cubicBezTo>
                    <a:pt x="-82941" y="3493989"/>
                    <a:pt x="1574310" y="2340515"/>
                    <a:pt x="1310808" y="1926786"/>
                  </a:cubicBezTo>
                  <a:cubicBezTo>
                    <a:pt x="1047306" y="1513057"/>
                    <a:pt x="1360292" y="642769"/>
                    <a:pt x="1793611" y="327662"/>
                  </a:cubicBezTo>
                  <a:cubicBezTo>
                    <a:pt x="2226930" y="12555"/>
                    <a:pt x="3750548" y="-52136"/>
                    <a:pt x="3910722" y="36141"/>
                  </a:cubicBezTo>
                  <a:cubicBezTo>
                    <a:pt x="4070896" y="124418"/>
                    <a:pt x="4120351" y="1358027"/>
                    <a:pt x="3594088" y="1933573"/>
                  </a:cubicBezTo>
                  <a:cubicBezTo>
                    <a:pt x="3171099" y="2391895"/>
                    <a:pt x="2301583" y="2656718"/>
                    <a:pt x="1827979" y="2405053"/>
                  </a:cubicBezTo>
                  <a:cubicBezTo>
                    <a:pt x="1354375" y="2153388"/>
                    <a:pt x="89449" y="3653411"/>
                    <a:pt x="3254" y="3573700"/>
                  </a:cubicBez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5" name="Freeform 1024">
              <a:extLst>
                <a:ext uri="{FF2B5EF4-FFF2-40B4-BE49-F238E27FC236}">
                  <a16:creationId xmlns:a16="http://schemas.microsoft.com/office/drawing/2014/main" id="{D7A93C66-609C-CE7E-A39F-0A9208BB4213}"/>
                </a:ext>
              </a:extLst>
            </p:cNvPr>
            <p:cNvSpPr/>
            <p:nvPr userDrawn="1"/>
          </p:nvSpPr>
          <p:spPr>
            <a:xfrm rot="16200000">
              <a:off x="6623380" y="1669781"/>
              <a:ext cx="2615869" cy="2682267"/>
            </a:xfrm>
            <a:custGeom>
              <a:avLst/>
              <a:gdLst>
                <a:gd name="csX0" fmla="*/ 1893 w 3484511"/>
                <a:gd name="csY0" fmla="*/ 3509215 h 3511799"/>
                <a:gd name="csX1" fmla="*/ 1514170 w 3484511"/>
                <a:gd name="csY1" fmla="*/ 1703861 h 3511799"/>
                <a:gd name="csX2" fmla="*/ 2029985 w 3484511"/>
                <a:gd name="csY2" fmla="*/ 226753 h 3511799"/>
                <a:gd name="csX3" fmla="*/ 3378139 w 3484511"/>
                <a:gd name="csY3" fmla="*/ 144692 h 3511799"/>
                <a:gd name="csX4" fmla="*/ 3225739 w 3484511"/>
                <a:gd name="csY4" fmla="*/ 1586630 h 3511799"/>
                <a:gd name="csX5" fmla="*/ 1854139 w 3484511"/>
                <a:gd name="csY5" fmla="*/ 2090723 h 3511799"/>
                <a:gd name="csX6" fmla="*/ 1893 w 3484511"/>
                <a:gd name="csY6" fmla="*/ 3509215 h 3511799"/>
                <a:gd name="csX0" fmla="*/ 1352 w 4094215"/>
                <a:gd name="csY0" fmla="*/ 4103738 h 4105568"/>
                <a:gd name="csX1" fmla="*/ 2123874 w 4094215"/>
                <a:gd name="csY1" fmla="*/ 1703861 h 4105568"/>
                <a:gd name="csX2" fmla="*/ 2639689 w 4094215"/>
                <a:gd name="csY2" fmla="*/ 226753 h 4105568"/>
                <a:gd name="csX3" fmla="*/ 3987843 w 4094215"/>
                <a:gd name="csY3" fmla="*/ 144692 h 4105568"/>
                <a:gd name="csX4" fmla="*/ 3835443 w 4094215"/>
                <a:gd name="csY4" fmla="*/ 1586630 h 4105568"/>
                <a:gd name="csX5" fmla="*/ 2463843 w 4094215"/>
                <a:gd name="csY5" fmla="*/ 2090723 h 4105568"/>
                <a:gd name="csX6" fmla="*/ 1352 w 4094215"/>
                <a:gd name="csY6" fmla="*/ 4103738 h 4105568"/>
                <a:gd name="csX0" fmla="*/ 1978 w 4094841"/>
                <a:gd name="csY0" fmla="*/ 4101966 h 4104114"/>
                <a:gd name="csX1" fmla="*/ 2058783 w 4094841"/>
                <a:gd name="csY1" fmla="*/ 1668597 h 4104114"/>
                <a:gd name="csX2" fmla="*/ 2640315 w 4094841"/>
                <a:gd name="csY2" fmla="*/ 224981 h 4104114"/>
                <a:gd name="csX3" fmla="*/ 3988469 w 4094841"/>
                <a:gd name="csY3" fmla="*/ 142920 h 4104114"/>
                <a:gd name="csX4" fmla="*/ 3836069 w 4094841"/>
                <a:gd name="csY4" fmla="*/ 1584858 h 4104114"/>
                <a:gd name="csX5" fmla="*/ 2464469 w 4094841"/>
                <a:gd name="csY5" fmla="*/ 2088951 h 4104114"/>
                <a:gd name="csX6" fmla="*/ 1978 w 4094841"/>
                <a:gd name="csY6" fmla="*/ 4101966 h 4104114"/>
                <a:gd name="csX0" fmla="*/ 1943 w 4132359"/>
                <a:gd name="csY0" fmla="*/ 3750277 h 3752868"/>
                <a:gd name="csX1" fmla="*/ 2096301 w 4132359"/>
                <a:gd name="csY1" fmla="*/ 1668597 h 3752868"/>
                <a:gd name="csX2" fmla="*/ 2677833 w 4132359"/>
                <a:gd name="csY2" fmla="*/ 224981 h 3752868"/>
                <a:gd name="csX3" fmla="*/ 4025987 w 4132359"/>
                <a:gd name="csY3" fmla="*/ 142920 h 3752868"/>
                <a:gd name="csX4" fmla="*/ 3873587 w 4132359"/>
                <a:gd name="csY4" fmla="*/ 1584858 h 3752868"/>
                <a:gd name="csX5" fmla="*/ 2501987 w 4132359"/>
                <a:gd name="csY5" fmla="*/ 2088951 h 3752868"/>
                <a:gd name="csX6" fmla="*/ 1943 w 4132359"/>
                <a:gd name="csY6" fmla="*/ 3750277 h 3752868"/>
                <a:gd name="csX0" fmla="*/ 7123 w 4137539"/>
                <a:gd name="csY0" fmla="*/ 3776554 h 3776601"/>
                <a:gd name="csX1" fmla="*/ 1782278 w 4137539"/>
                <a:gd name="csY1" fmla="*/ 2163796 h 3776601"/>
                <a:gd name="csX2" fmla="*/ 2683013 w 4137539"/>
                <a:gd name="csY2" fmla="*/ 251258 h 3776601"/>
                <a:gd name="csX3" fmla="*/ 4031167 w 4137539"/>
                <a:gd name="csY3" fmla="*/ 169197 h 3776601"/>
                <a:gd name="csX4" fmla="*/ 3878767 w 4137539"/>
                <a:gd name="csY4" fmla="*/ 1611135 h 3776601"/>
                <a:gd name="csX5" fmla="*/ 2507167 w 4137539"/>
                <a:gd name="csY5" fmla="*/ 2115228 h 3776601"/>
                <a:gd name="csX6" fmla="*/ 7123 w 4137539"/>
                <a:gd name="csY6" fmla="*/ 3776554 h 3776601"/>
                <a:gd name="csX0" fmla="*/ 25 w 4130441"/>
                <a:gd name="csY0" fmla="*/ 3776554 h 3776586"/>
                <a:gd name="csX1" fmla="*/ 1775180 w 4130441"/>
                <a:gd name="csY1" fmla="*/ 2163796 h 3776586"/>
                <a:gd name="csX2" fmla="*/ 2675915 w 4130441"/>
                <a:gd name="csY2" fmla="*/ 251258 h 3776586"/>
                <a:gd name="csX3" fmla="*/ 4024069 w 4130441"/>
                <a:gd name="csY3" fmla="*/ 169197 h 3776586"/>
                <a:gd name="csX4" fmla="*/ 3871669 w 4130441"/>
                <a:gd name="csY4" fmla="*/ 1611135 h 3776586"/>
                <a:gd name="csX5" fmla="*/ 1814719 w 4130441"/>
                <a:gd name="csY5" fmla="*/ 2207339 h 3776586"/>
                <a:gd name="csX6" fmla="*/ 25 w 4130441"/>
                <a:gd name="csY6" fmla="*/ 3776554 h 3776586"/>
                <a:gd name="csX0" fmla="*/ 25 w 4130441"/>
                <a:gd name="csY0" fmla="*/ 3776554 h 3776589"/>
                <a:gd name="csX1" fmla="*/ 1775180 w 4130441"/>
                <a:gd name="csY1" fmla="*/ 2163796 h 3776589"/>
                <a:gd name="csX2" fmla="*/ 2675915 w 4130441"/>
                <a:gd name="csY2" fmla="*/ 251258 h 3776589"/>
                <a:gd name="csX3" fmla="*/ 4024069 w 4130441"/>
                <a:gd name="csY3" fmla="*/ 169197 h 3776589"/>
                <a:gd name="csX4" fmla="*/ 3871669 w 4130441"/>
                <a:gd name="csY4" fmla="*/ 1611135 h 3776589"/>
                <a:gd name="csX5" fmla="*/ 1814719 w 4130441"/>
                <a:gd name="csY5" fmla="*/ 2207339 h 3776589"/>
                <a:gd name="csX6" fmla="*/ 25 w 4130441"/>
                <a:gd name="csY6" fmla="*/ 3776554 h 3776589"/>
                <a:gd name="csX0" fmla="*/ 25 w 3957457"/>
                <a:gd name="csY0" fmla="*/ 3611866 h 3611901"/>
                <a:gd name="csX1" fmla="*/ 1775180 w 3957457"/>
                <a:gd name="csY1" fmla="*/ 1999108 h 3611901"/>
                <a:gd name="csX2" fmla="*/ 2675915 w 3957457"/>
                <a:gd name="csY2" fmla="*/ 86570 h 3611901"/>
                <a:gd name="csX3" fmla="*/ 3554650 w 3957457"/>
                <a:gd name="csY3" fmla="*/ 439934 h 3611901"/>
                <a:gd name="csX4" fmla="*/ 3871669 w 3957457"/>
                <a:gd name="csY4" fmla="*/ 1446447 h 3611901"/>
                <a:gd name="csX5" fmla="*/ 1814719 w 3957457"/>
                <a:gd name="csY5" fmla="*/ 2042651 h 3611901"/>
                <a:gd name="csX6" fmla="*/ 25 w 3957457"/>
                <a:gd name="csY6" fmla="*/ 3611866 h 3611901"/>
                <a:gd name="csX0" fmla="*/ 25 w 3957253"/>
                <a:gd name="csY0" fmla="*/ 3368639 h 3368674"/>
                <a:gd name="csX1" fmla="*/ 1775180 w 3957253"/>
                <a:gd name="csY1" fmla="*/ 1755881 h 3368674"/>
                <a:gd name="csX2" fmla="*/ 2685304 w 3957253"/>
                <a:gd name="csY2" fmla="*/ 144791 h 3368674"/>
                <a:gd name="csX3" fmla="*/ 3554650 w 3957253"/>
                <a:gd name="csY3" fmla="*/ 196707 h 3368674"/>
                <a:gd name="csX4" fmla="*/ 3871669 w 3957253"/>
                <a:gd name="csY4" fmla="*/ 1203220 h 3368674"/>
                <a:gd name="csX5" fmla="*/ 1814719 w 3957253"/>
                <a:gd name="csY5" fmla="*/ 1799424 h 3368674"/>
                <a:gd name="csX6" fmla="*/ 25 w 3957253"/>
                <a:gd name="csY6" fmla="*/ 3368639 h 3368674"/>
                <a:gd name="csX0" fmla="*/ 25 w 3705517"/>
                <a:gd name="csY0" fmla="*/ 3358570 h 3358603"/>
                <a:gd name="csX1" fmla="*/ 1775180 w 3705517"/>
                <a:gd name="csY1" fmla="*/ 1745812 h 3358603"/>
                <a:gd name="csX2" fmla="*/ 2685304 w 3705517"/>
                <a:gd name="csY2" fmla="*/ 134722 h 3358603"/>
                <a:gd name="csX3" fmla="*/ 3554650 w 3705517"/>
                <a:gd name="csY3" fmla="*/ 186638 h 3358603"/>
                <a:gd name="csX4" fmla="*/ 3552464 w 3705517"/>
                <a:gd name="csY4" fmla="*/ 975438 h 3358603"/>
                <a:gd name="csX5" fmla="*/ 1814719 w 3705517"/>
                <a:gd name="csY5" fmla="*/ 1789355 h 3358603"/>
                <a:gd name="csX6" fmla="*/ 25 w 3705517"/>
                <a:gd name="csY6" fmla="*/ 3358570 h 3358603"/>
                <a:gd name="csX0" fmla="*/ 2290 w 3707782"/>
                <a:gd name="csY0" fmla="*/ 3305196 h 3314287"/>
                <a:gd name="csX1" fmla="*/ 2199921 w 3707782"/>
                <a:gd name="csY1" fmla="*/ 955568 h 3314287"/>
                <a:gd name="csX2" fmla="*/ 2687569 w 3707782"/>
                <a:gd name="csY2" fmla="*/ 81348 h 3314287"/>
                <a:gd name="csX3" fmla="*/ 3556915 w 3707782"/>
                <a:gd name="csY3" fmla="*/ 133264 h 3314287"/>
                <a:gd name="csX4" fmla="*/ 3554729 w 3707782"/>
                <a:gd name="csY4" fmla="*/ 922064 h 3314287"/>
                <a:gd name="csX5" fmla="*/ 1816984 w 3707782"/>
                <a:gd name="csY5" fmla="*/ 1735981 h 3314287"/>
                <a:gd name="csX6" fmla="*/ 2290 w 3707782"/>
                <a:gd name="csY6" fmla="*/ 3305196 h 3314287"/>
                <a:gd name="csX0" fmla="*/ 377 w 3705869"/>
                <a:gd name="csY0" fmla="*/ 3305196 h 3313168"/>
                <a:gd name="csX1" fmla="*/ 2198008 w 3705869"/>
                <a:gd name="csY1" fmla="*/ 955568 h 3313168"/>
                <a:gd name="csX2" fmla="*/ 2685656 w 3705869"/>
                <a:gd name="csY2" fmla="*/ 81348 h 3313168"/>
                <a:gd name="csX3" fmla="*/ 3555002 w 3705869"/>
                <a:gd name="csY3" fmla="*/ 133264 h 3313168"/>
                <a:gd name="csX4" fmla="*/ 3552816 w 3705869"/>
                <a:gd name="csY4" fmla="*/ 922064 h 3313168"/>
                <a:gd name="csX5" fmla="*/ 2378375 w 3705869"/>
                <a:gd name="csY5" fmla="*/ 1694113 h 3313168"/>
                <a:gd name="csX6" fmla="*/ 377 w 3705869"/>
                <a:gd name="csY6" fmla="*/ 3305196 h 3313168"/>
                <a:gd name="csX0" fmla="*/ 377 w 3705869"/>
                <a:gd name="csY0" fmla="*/ 3305196 h 3311216"/>
                <a:gd name="csX1" fmla="*/ 2198008 w 3705869"/>
                <a:gd name="csY1" fmla="*/ 955568 h 3311216"/>
                <a:gd name="csX2" fmla="*/ 2685656 w 3705869"/>
                <a:gd name="csY2" fmla="*/ 81348 h 3311216"/>
                <a:gd name="csX3" fmla="*/ 3555002 w 3705869"/>
                <a:gd name="csY3" fmla="*/ 133264 h 3311216"/>
                <a:gd name="csX4" fmla="*/ 3552816 w 3705869"/>
                <a:gd name="csY4" fmla="*/ 922064 h 3311216"/>
                <a:gd name="csX5" fmla="*/ 2378375 w 3705869"/>
                <a:gd name="csY5" fmla="*/ 1694113 h 3311216"/>
                <a:gd name="csX6" fmla="*/ 377 w 3705869"/>
                <a:gd name="csY6" fmla="*/ 3305196 h 3311216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31250"/>
                <a:gd name="csY0" fmla="*/ 3306034 h 3313991"/>
                <a:gd name="csX1" fmla="*/ 2198008 w 4431250"/>
                <a:gd name="csY1" fmla="*/ 956406 h 3313991"/>
                <a:gd name="csX2" fmla="*/ 2685656 w 4431250"/>
                <a:gd name="csY2" fmla="*/ 82186 h 3313991"/>
                <a:gd name="csX3" fmla="*/ 3555002 w 4431250"/>
                <a:gd name="csY3" fmla="*/ 134102 h 3313991"/>
                <a:gd name="csX4" fmla="*/ 4425936 w 4431250"/>
                <a:gd name="csY4" fmla="*/ 939649 h 3313991"/>
                <a:gd name="csX5" fmla="*/ 2378375 w 4431250"/>
                <a:gd name="csY5" fmla="*/ 1694951 h 3313991"/>
                <a:gd name="csX6" fmla="*/ 377 w 4431250"/>
                <a:gd name="csY6" fmla="*/ 3306034 h 3313991"/>
                <a:gd name="csX0" fmla="*/ 377 w 4425936"/>
                <a:gd name="csY0" fmla="*/ 3306034 h 3313991"/>
                <a:gd name="csX1" fmla="*/ 2198008 w 4425936"/>
                <a:gd name="csY1" fmla="*/ 956406 h 3313991"/>
                <a:gd name="csX2" fmla="*/ 2685656 w 4425936"/>
                <a:gd name="csY2" fmla="*/ 82186 h 3313991"/>
                <a:gd name="csX3" fmla="*/ 3555002 w 4425936"/>
                <a:gd name="csY3" fmla="*/ 134102 h 3313991"/>
                <a:gd name="csX4" fmla="*/ 4425936 w 4425936"/>
                <a:gd name="csY4" fmla="*/ 939649 h 3313991"/>
                <a:gd name="csX5" fmla="*/ 2378375 w 4425936"/>
                <a:gd name="csY5" fmla="*/ 1694951 h 3313991"/>
                <a:gd name="csX6" fmla="*/ 377 w 4425936"/>
                <a:gd name="csY6" fmla="*/ 3306034 h 3313991"/>
                <a:gd name="csX0" fmla="*/ 377 w 4472878"/>
                <a:gd name="csY0" fmla="*/ 3303952 h 3311947"/>
                <a:gd name="csX1" fmla="*/ 2198008 w 4472878"/>
                <a:gd name="csY1" fmla="*/ 954324 h 3311947"/>
                <a:gd name="csX2" fmla="*/ 2685656 w 4472878"/>
                <a:gd name="csY2" fmla="*/ 80104 h 3311947"/>
                <a:gd name="csX3" fmla="*/ 3555002 w 4472878"/>
                <a:gd name="csY3" fmla="*/ 132020 h 3311947"/>
                <a:gd name="csX4" fmla="*/ 4472878 w 4472878"/>
                <a:gd name="csY4" fmla="*/ 895700 h 3311947"/>
                <a:gd name="csX5" fmla="*/ 2378375 w 4472878"/>
                <a:gd name="csY5" fmla="*/ 1692869 h 3311947"/>
                <a:gd name="csX6" fmla="*/ 377 w 4472878"/>
                <a:gd name="csY6" fmla="*/ 3303952 h 3311947"/>
                <a:gd name="csX0" fmla="*/ 377 w 4472878"/>
                <a:gd name="csY0" fmla="*/ 3489034 h 3497029"/>
                <a:gd name="csX1" fmla="*/ 2198008 w 4472878"/>
                <a:gd name="csY1" fmla="*/ 1139406 h 3497029"/>
                <a:gd name="csX2" fmla="*/ 2685656 w 4472878"/>
                <a:gd name="csY2" fmla="*/ 265186 h 3497029"/>
                <a:gd name="csX3" fmla="*/ 3742770 w 4472878"/>
                <a:gd name="csY3" fmla="*/ 49148 h 3497029"/>
                <a:gd name="csX4" fmla="*/ 4472878 w 4472878"/>
                <a:gd name="csY4" fmla="*/ 1080782 h 3497029"/>
                <a:gd name="csX5" fmla="*/ 2378375 w 4472878"/>
                <a:gd name="csY5" fmla="*/ 1877951 h 3497029"/>
                <a:gd name="csX6" fmla="*/ 377 w 4472878"/>
                <a:gd name="csY6" fmla="*/ 3489034 h 3497029"/>
                <a:gd name="csX0" fmla="*/ 377 w 4482266"/>
                <a:gd name="csY0" fmla="*/ 3489034 h 3497029"/>
                <a:gd name="csX1" fmla="*/ 2198008 w 4482266"/>
                <a:gd name="csY1" fmla="*/ 1139406 h 3497029"/>
                <a:gd name="csX2" fmla="*/ 2685656 w 4482266"/>
                <a:gd name="csY2" fmla="*/ 265186 h 3497029"/>
                <a:gd name="csX3" fmla="*/ 3742770 w 4482266"/>
                <a:gd name="csY3" fmla="*/ 49148 h 3497029"/>
                <a:gd name="csX4" fmla="*/ 4482266 w 4482266"/>
                <a:gd name="csY4" fmla="*/ 1080782 h 3497029"/>
                <a:gd name="csX5" fmla="*/ 2378375 w 4482266"/>
                <a:gd name="csY5" fmla="*/ 1877951 h 3497029"/>
                <a:gd name="csX6" fmla="*/ 377 w 4482266"/>
                <a:gd name="csY6" fmla="*/ 3489034 h 3497029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10188 w 4492077"/>
                <a:gd name="csY0" fmla="*/ 3488052 h 3497366"/>
                <a:gd name="csX1" fmla="*/ 1804118 w 4492077"/>
                <a:gd name="csY1" fmla="*/ 1096559 h 3497366"/>
                <a:gd name="csX2" fmla="*/ 2695467 w 4492077"/>
                <a:gd name="csY2" fmla="*/ 264204 h 3497366"/>
                <a:gd name="csX3" fmla="*/ 3752581 w 4492077"/>
                <a:gd name="csY3" fmla="*/ 48166 h 3497366"/>
                <a:gd name="csX4" fmla="*/ 4492077 w 4492077"/>
                <a:gd name="csY4" fmla="*/ 1079800 h 3497366"/>
                <a:gd name="csX5" fmla="*/ 2688616 w 4492077"/>
                <a:gd name="csY5" fmla="*/ 1893718 h 3497366"/>
                <a:gd name="csX6" fmla="*/ 10188 w 4492077"/>
                <a:gd name="csY6" fmla="*/ 3488052 h 3497366"/>
                <a:gd name="csX0" fmla="*/ 10188 w 4492077"/>
                <a:gd name="csY0" fmla="*/ 3488052 h 3500595"/>
                <a:gd name="csX1" fmla="*/ 1804118 w 4492077"/>
                <a:gd name="csY1" fmla="*/ 1096559 h 3500595"/>
                <a:gd name="csX2" fmla="*/ 2695467 w 4492077"/>
                <a:gd name="csY2" fmla="*/ 264204 h 3500595"/>
                <a:gd name="csX3" fmla="*/ 3752581 w 4492077"/>
                <a:gd name="csY3" fmla="*/ 48166 h 3500595"/>
                <a:gd name="csX4" fmla="*/ 4492077 w 4492077"/>
                <a:gd name="csY4" fmla="*/ 1079800 h 3500595"/>
                <a:gd name="csX5" fmla="*/ 2688616 w 4492077"/>
                <a:gd name="csY5" fmla="*/ 1893718 h 3500595"/>
                <a:gd name="csX6" fmla="*/ 10188 w 4492077"/>
                <a:gd name="csY6" fmla="*/ 3488052 h 3500595"/>
                <a:gd name="csX0" fmla="*/ 10188 w 4492077"/>
                <a:gd name="csY0" fmla="*/ 3488052 h 3500888"/>
                <a:gd name="csX1" fmla="*/ 1804118 w 4492077"/>
                <a:gd name="csY1" fmla="*/ 1096559 h 3500888"/>
                <a:gd name="csX2" fmla="*/ 2695467 w 4492077"/>
                <a:gd name="csY2" fmla="*/ 264204 h 3500888"/>
                <a:gd name="csX3" fmla="*/ 3752581 w 4492077"/>
                <a:gd name="csY3" fmla="*/ 48166 h 3500888"/>
                <a:gd name="csX4" fmla="*/ 4492077 w 4492077"/>
                <a:gd name="csY4" fmla="*/ 1079800 h 3500888"/>
                <a:gd name="csX5" fmla="*/ 2688616 w 4492077"/>
                <a:gd name="csY5" fmla="*/ 1893718 h 3500888"/>
                <a:gd name="csX6" fmla="*/ 10188 w 4492077"/>
                <a:gd name="csY6" fmla="*/ 3488052 h 3500888"/>
                <a:gd name="csX0" fmla="*/ 27731 w 3289130"/>
                <a:gd name="csY0" fmla="*/ 2449732 h 2473361"/>
                <a:gd name="csX1" fmla="*/ 601171 w 3289130"/>
                <a:gd name="csY1" fmla="*/ 1096559 h 2473361"/>
                <a:gd name="csX2" fmla="*/ 1492520 w 3289130"/>
                <a:gd name="csY2" fmla="*/ 264204 h 2473361"/>
                <a:gd name="csX3" fmla="*/ 2549634 w 3289130"/>
                <a:gd name="csY3" fmla="*/ 48166 h 2473361"/>
                <a:gd name="csX4" fmla="*/ 3289130 w 3289130"/>
                <a:gd name="csY4" fmla="*/ 1079800 h 2473361"/>
                <a:gd name="csX5" fmla="*/ 1485669 w 3289130"/>
                <a:gd name="csY5" fmla="*/ 1893718 h 2473361"/>
                <a:gd name="csX6" fmla="*/ 27731 w 3289130"/>
                <a:gd name="csY6" fmla="*/ 2449732 h 2473361"/>
                <a:gd name="csX0" fmla="*/ 367 w 3261766"/>
                <a:gd name="csY0" fmla="*/ 2449732 h 2449966"/>
                <a:gd name="csX1" fmla="*/ 573807 w 3261766"/>
                <a:gd name="csY1" fmla="*/ 1096559 h 2449966"/>
                <a:gd name="csX2" fmla="*/ 1465156 w 3261766"/>
                <a:gd name="csY2" fmla="*/ 264204 h 2449966"/>
                <a:gd name="csX3" fmla="*/ 2522270 w 3261766"/>
                <a:gd name="csY3" fmla="*/ 48166 h 2449966"/>
                <a:gd name="csX4" fmla="*/ 3261766 w 3261766"/>
                <a:gd name="csY4" fmla="*/ 1079800 h 2449966"/>
                <a:gd name="csX5" fmla="*/ 1458305 w 3261766"/>
                <a:gd name="csY5" fmla="*/ 1893718 h 2449966"/>
                <a:gd name="csX6" fmla="*/ 367 w 3261766"/>
                <a:gd name="csY6" fmla="*/ 2449732 h 2449966"/>
                <a:gd name="csX0" fmla="*/ 62959 w 3324358"/>
                <a:gd name="csY0" fmla="*/ 2449732 h 2487147"/>
                <a:gd name="csX1" fmla="*/ 636399 w 3324358"/>
                <a:gd name="csY1" fmla="*/ 1096559 h 2487147"/>
                <a:gd name="csX2" fmla="*/ 1527748 w 3324358"/>
                <a:gd name="csY2" fmla="*/ 264204 h 2487147"/>
                <a:gd name="csX3" fmla="*/ 2584862 w 3324358"/>
                <a:gd name="csY3" fmla="*/ 48166 h 2487147"/>
                <a:gd name="csX4" fmla="*/ 3324358 w 3324358"/>
                <a:gd name="csY4" fmla="*/ 1079800 h 2487147"/>
                <a:gd name="csX5" fmla="*/ 1520897 w 3324358"/>
                <a:gd name="csY5" fmla="*/ 1893718 h 2487147"/>
                <a:gd name="csX6" fmla="*/ 62959 w 3324358"/>
                <a:gd name="csY6" fmla="*/ 2449732 h 2487147"/>
                <a:gd name="csX0" fmla="*/ 38478 w 4482813"/>
                <a:gd name="csY0" fmla="*/ 3496425 h 3519813"/>
                <a:gd name="csX1" fmla="*/ 1794854 w 4482813"/>
                <a:gd name="csY1" fmla="*/ 1096559 h 3519813"/>
                <a:gd name="csX2" fmla="*/ 2686203 w 4482813"/>
                <a:gd name="csY2" fmla="*/ 264204 h 3519813"/>
                <a:gd name="csX3" fmla="*/ 3743317 w 4482813"/>
                <a:gd name="csY3" fmla="*/ 48166 h 3519813"/>
                <a:gd name="csX4" fmla="*/ 4482813 w 4482813"/>
                <a:gd name="csY4" fmla="*/ 1079800 h 3519813"/>
                <a:gd name="csX5" fmla="*/ 2679352 w 4482813"/>
                <a:gd name="csY5" fmla="*/ 1893718 h 3519813"/>
                <a:gd name="csX6" fmla="*/ 38478 w 4482813"/>
                <a:gd name="csY6" fmla="*/ 3496425 h 3519813"/>
                <a:gd name="csX0" fmla="*/ 9071 w 4453406"/>
                <a:gd name="csY0" fmla="*/ 3496425 h 3510301"/>
                <a:gd name="csX1" fmla="*/ 1765447 w 4453406"/>
                <a:gd name="csY1" fmla="*/ 1096559 h 3510301"/>
                <a:gd name="csX2" fmla="*/ 2656796 w 4453406"/>
                <a:gd name="csY2" fmla="*/ 264204 h 3510301"/>
                <a:gd name="csX3" fmla="*/ 3713910 w 4453406"/>
                <a:gd name="csY3" fmla="*/ 48166 h 3510301"/>
                <a:gd name="csX4" fmla="*/ 4453406 w 4453406"/>
                <a:gd name="csY4" fmla="*/ 1079800 h 3510301"/>
                <a:gd name="csX5" fmla="*/ 2649945 w 4453406"/>
                <a:gd name="csY5" fmla="*/ 1893718 h 3510301"/>
                <a:gd name="csX6" fmla="*/ 9071 w 4453406"/>
                <a:gd name="csY6" fmla="*/ 3496425 h 3510301"/>
                <a:gd name="csX0" fmla="*/ 9071 w 4453406"/>
                <a:gd name="csY0" fmla="*/ 3496425 h 3512169"/>
                <a:gd name="csX1" fmla="*/ 1765447 w 4453406"/>
                <a:gd name="csY1" fmla="*/ 1096559 h 3512169"/>
                <a:gd name="csX2" fmla="*/ 2656796 w 4453406"/>
                <a:gd name="csY2" fmla="*/ 264204 h 3512169"/>
                <a:gd name="csX3" fmla="*/ 3713910 w 4453406"/>
                <a:gd name="csY3" fmla="*/ 48166 h 3512169"/>
                <a:gd name="csX4" fmla="*/ 4453406 w 4453406"/>
                <a:gd name="csY4" fmla="*/ 1079800 h 3512169"/>
                <a:gd name="csX5" fmla="*/ 2649945 w 4453406"/>
                <a:gd name="csY5" fmla="*/ 1893718 h 3512169"/>
                <a:gd name="csX6" fmla="*/ 9071 w 4453406"/>
                <a:gd name="csY6" fmla="*/ 3496425 h 3512169"/>
                <a:gd name="csX0" fmla="*/ 9640 w 4453975"/>
                <a:gd name="csY0" fmla="*/ 3496425 h 3512169"/>
                <a:gd name="csX1" fmla="*/ 1766016 w 4453975"/>
                <a:gd name="csY1" fmla="*/ 1096559 h 3512169"/>
                <a:gd name="csX2" fmla="*/ 2657365 w 4453975"/>
                <a:gd name="csY2" fmla="*/ 264204 h 3512169"/>
                <a:gd name="csX3" fmla="*/ 3714479 w 4453975"/>
                <a:gd name="csY3" fmla="*/ 48166 h 3512169"/>
                <a:gd name="csX4" fmla="*/ 4453975 w 4453975"/>
                <a:gd name="csY4" fmla="*/ 1079800 h 3512169"/>
                <a:gd name="csX5" fmla="*/ 2650514 w 4453975"/>
                <a:gd name="csY5" fmla="*/ 1893718 h 3512169"/>
                <a:gd name="csX6" fmla="*/ 9640 w 4453975"/>
                <a:gd name="csY6" fmla="*/ 3496425 h 3512169"/>
                <a:gd name="csX0" fmla="*/ 9640 w 4453975"/>
                <a:gd name="csY0" fmla="*/ 3993467 h 4008123"/>
                <a:gd name="csX1" fmla="*/ 1766016 w 4453975"/>
                <a:gd name="csY1" fmla="*/ 1593601 h 4008123"/>
                <a:gd name="csX2" fmla="*/ 2601034 w 4453975"/>
                <a:gd name="csY2" fmla="*/ 41122 h 4008123"/>
                <a:gd name="csX3" fmla="*/ 3714479 w 4453975"/>
                <a:gd name="csY3" fmla="*/ 545208 h 4008123"/>
                <a:gd name="csX4" fmla="*/ 4453975 w 4453975"/>
                <a:gd name="csY4" fmla="*/ 1576842 h 4008123"/>
                <a:gd name="csX5" fmla="*/ 2650514 w 4453975"/>
                <a:gd name="csY5" fmla="*/ 2390760 h 4008123"/>
                <a:gd name="csX6" fmla="*/ 9640 w 4453975"/>
                <a:gd name="csY6" fmla="*/ 3993467 h 4008123"/>
                <a:gd name="csX0" fmla="*/ 9640 w 4453975"/>
                <a:gd name="csY0" fmla="*/ 3952894 h 3967550"/>
                <a:gd name="csX1" fmla="*/ 1766016 w 4453975"/>
                <a:gd name="csY1" fmla="*/ 1553028 h 3967550"/>
                <a:gd name="csX2" fmla="*/ 2601034 w 4453975"/>
                <a:gd name="csY2" fmla="*/ 549 h 3967550"/>
                <a:gd name="csX3" fmla="*/ 3714479 w 4453975"/>
                <a:gd name="csY3" fmla="*/ 504635 h 3967550"/>
                <a:gd name="csX4" fmla="*/ 4453975 w 4453975"/>
                <a:gd name="csY4" fmla="*/ 1536269 h 3967550"/>
                <a:gd name="csX5" fmla="*/ 2650514 w 4453975"/>
                <a:gd name="csY5" fmla="*/ 2350187 h 3967550"/>
                <a:gd name="csX6" fmla="*/ 9640 w 4453975"/>
                <a:gd name="csY6" fmla="*/ 3952894 h 3967550"/>
                <a:gd name="csX0" fmla="*/ 9640 w 4453975"/>
                <a:gd name="csY0" fmla="*/ 3952971 h 3968477"/>
                <a:gd name="csX1" fmla="*/ 1766016 w 4453975"/>
                <a:gd name="csY1" fmla="*/ 1553105 h 3968477"/>
                <a:gd name="csX2" fmla="*/ 2601034 w 4453975"/>
                <a:gd name="csY2" fmla="*/ 626 h 3968477"/>
                <a:gd name="csX3" fmla="*/ 3714479 w 4453975"/>
                <a:gd name="csY3" fmla="*/ 504712 h 3968477"/>
                <a:gd name="csX4" fmla="*/ 4453975 w 4453975"/>
                <a:gd name="csY4" fmla="*/ 1536346 h 3968477"/>
                <a:gd name="csX5" fmla="*/ 2650514 w 4453975"/>
                <a:gd name="csY5" fmla="*/ 2350264 h 3968477"/>
                <a:gd name="csX6" fmla="*/ 9640 w 4453975"/>
                <a:gd name="csY6" fmla="*/ 3952971 h 3968477"/>
                <a:gd name="csX0" fmla="*/ 9640 w 4517542"/>
                <a:gd name="csY0" fmla="*/ 4153948 h 4169453"/>
                <a:gd name="csX1" fmla="*/ 1766016 w 4517542"/>
                <a:gd name="csY1" fmla="*/ 1754082 h 4169453"/>
                <a:gd name="csX2" fmla="*/ 2601034 w 4517542"/>
                <a:gd name="csY2" fmla="*/ 201603 h 4169453"/>
                <a:gd name="csX3" fmla="*/ 4390442 w 4517542"/>
                <a:gd name="csY3" fmla="*/ 186529 h 4169453"/>
                <a:gd name="csX4" fmla="*/ 4453975 w 4517542"/>
                <a:gd name="csY4" fmla="*/ 1737323 h 4169453"/>
                <a:gd name="csX5" fmla="*/ 2650514 w 4517542"/>
                <a:gd name="csY5" fmla="*/ 2551241 h 4169453"/>
                <a:gd name="csX6" fmla="*/ 9640 w 4517542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719798"/>
                <a:gd name="csY0" fmla="*/ 4153948 h 4169453"/>
                <a:gd name="csX1" fmla="*/ 1766016 w 4719798"/>
                <a:gd name="csY1" fmla="*/ 1754082 h 4169453"/>
                <a:gd name="csX2" fmla="*/ 2601034 w 4719798"/>
                <a:gd name="csY2" fmla="*/ 201603 h 4169453"/>
                <a:gd name="csX3" fmla="*/ 4390442 w 4719798"/>
                <a:gd name="csY3" fmla="*/ 186529 h 4169453"/>
                <a:gd name="csX4" fmla="*/ 4453975 w 4719798"/>
                <a:gd name="csY4" fmla="*/ 1737323 h 4169453"/>
                <a:gd name="csX5" fmla="*/ 2650514 w 4719798"/>
                <a:gd name="csY5" fmla="*/ 2551241 h 4169453"/>
                <a:gd name="csX6" fmla="*/ 9640 w 4719798"/>
                <a:gd name="csY6" fmla="*/ 4153948 h 4169453"/>
                <a:gd name="csX0" fmla="*/ 9640 w 4684091"/>
                <a:gd name="csY0" fmla="*/ 4153948 h 4169453"/>
                <a:gd name="csX1" fmla="*/ 1766016 w 4684091"/>
                <a:gd name="csY1" fmla="*/ 1754082 h 4169453"/>
                <a:gd name="csX2" fmla="*/ 2601034 w 4684091"/>
                <a:gd name="csY2" fmla="*/ 201603 h 4169453"/>
                <a:gd name="csX3" fmla="*/ 4390442 w 4684091"/>
                <a:gd name="csY3" fmla="*/ 186529 h 4169453"/>
                <a:gd name="csX4" fmla="*/ 4453975 w 4684091"/>
                <a:gd name="csY4" fmla="*/ 1737323 h 4169453"/>
                <a:gd name="csX5" fmla="*/ 2650514 w 4684091"/>
                <a:gd name="csY5" fmla="*/ 2551241 h 4169453"/>
                <a:gd name="csX6" fmla="*/ 9640 w 4684091"/>
                <a:gd name="csY6" fmla="*/ 4153948 h 4169453"/>
                <a:gd name="csX0" fmla="*/ 9640 w 4747938"/>
                <a:gd name="csY0" fmla="*/ 4153948 h 4169453"/>
                <a:gd name="csX1" fmla="*/ 1766016 w 4747938"/>
                <a:gd name="csY1" fmla="*/ 1754082 h 4169453"/>
                <a:gd name="csX2" fmla="*/ 2601034 w 4747938"/>
                <a:gd name="csY2" fmla="*/ 201603 h 4169453"/>
                <a:gd name="csX3" fmla="*/ 4390442 w 4747938"/>
                <a:gd name="csY3" fmla="*/ 186529 h 4169453"/>
                <a:gd name="csX4" fmla="*/ 4453975 w 4747938"/>
                <a:gd name="csY4" fmla="*/ 1737323 h 4169453"/>
                <a:gd name="csX5" fmla="*/ 2650514 w 4747938"/>
                <a:gd name="csY5" fmla="*/ 2551241 h 4169453"/>
                <a:gd name="csX6" fmla="*/ 9640 w 4747938"/>
                <a:gd name="csY6" fmla="*/ 4153948 h 4169453"/>
                <a:gd name="csX0" fmla="*/ 9640 w 4747938"/>
                <a:gd name="csY0" fmla="*/ 4205765 h 4221270"/>
                <a:gd name="csX1" fmla="*/ 1766016 w 4747938"/>
                <a:gd name="csY1" fmla="*/ 1805899 h 4221270"/>
                <a:gd name="csX2" fmla="*/ 2601034 w 4747938"/>
                <a:gd name="csY2" fmla="*/ 253420 h 4221270"/>
                <a:gd name="csX3" fmla="*/ 4390442 w 4747938"/>
                <a:gd name="csY3" fmla="*/ 238346 h 4221270"/>
                <a:gd name="csX4" fmla="*/ 4453975 w 4747938"/>
                <a:gd name="csY4" fmla="*/ 1789140 h 4221270"/>
                <a:gd name="csX5" fmla="*/ 2650514 w 4747938"/>
                <a:gd name="csY5" fmla="*/ 2603058 h 4221270"/>
                <a:gd name="csX6" fmla="*/ 9640 w 4747938"/>
                <a:gd name="csY6" fmla="*/ 4205765 h 4221270"/>
                <a:gd name="csX0" fmla="*/ 9640 w 4769359"/>
                <a:gd name="csY0" fmla="*/ 4189897 h 4205402"/>
                <a:gd name="csX1" fmla="*/ 1766016 w 4769359"/>
                <a:gd name="csY1" fmla="*/ 1790031 h 4205402"/>
                <a:gd name="csX2" fmla="*/ 2601034 w 4769359"/>
                <a:gd name="csY2" fmla="*/ 237552 h 4205402"/>
                <a:gd name="csX3" fmla="*/ 4446772 w 4769359"/>
                <a:gd name="csY3" fmla="*/ 163863 h 4205402"/>
                <a:gd name="csX4" fmla="*/ 4453975 w 4769359"/>
                <a:gd name="csY4" fmla="*/ 1773272 h 4205402"/>
                <a:gd name="csX5" fmla="*/ 2650514 w 4769359"/>
                <a:gd name="csY5" fmla="*/ 2587190 h 4205402"/>
                <a:gd name="csX6" fmla="*/ 9640 w 4769359"/>
                <a:gd name="csY6" fmla="*/ 4189897 h 4205402"/>
                <a:gd name="csX0" fmla="*/ 9640 w 4747938"/>
                <a:gd name="csY0" fmla="*/ 4212142 h 4227647"/>
                <a:gd name="csX1" fmla="*/ 1766016 w 4747938"/>
                <a:gd name="csY1" fmla="*/ 1812276 h 4227647"/>
                <a:gd name="csX2" fmla="*/ 2601034 w 4747938"/>
                <a:gd name="csY2" fmla="*/ 259797 h 4227647"/>
                <a:gd name="csX3" fmla="*/ 4390441 w 4747938"/>
                <a:gd name="csY3" fmla="*/ 152614 h 4227647"/>
                <a:gd name="csX4" fmla="*/ 4453975 w 4747938"/>
                <a:gd name="csY4" fmla="*/ 1795517 h 4227647"/>
                <a:gd name="csX5" fmla="*/ 2650514 w 4747938"/>
                <a:gd name="csY5" fmla="*/ 2609435 h 4227647"/>
                <a:gd name="csX6" fmla="*/ 9640 w 4747938"/>
                <a:gd name="csY6" fmla="*/ 4212142 h 4227647"/>
                <a:gd name="csX0" fmla="*/ 8567 w 4746865"/>
                <a:gd name="csY0" fmla="*/ 4212143 h 4219435"/>
                <a:gd name="csX1" fmla="*/ 1745271 w 4746865"/>
                <a:gd name="csY1" fmla="*/ 1812279 h 4219435"/>
                <a:gd name="csX2" fmla="*/ 2599961 w 4746865"/>
                <a:gd name="csY2" fmla="*/ 259798 h 4219435"/>
                <a:gd name="csX3" fmla="*/ 4389368 w 4746865"/>
                <a:gd name="csY3" fmla="*/ 152615 h 4219435"/>
                <a:gd name="csX4" fmla="*/ 4452902 w 4746865"/>
                <a:gd name="csY4" fmla="*/ 1795518 h 4219435"/>
                <a:gd name="csX5" fmla="*/ 2649441 w 4746865"/>
                <a:gd name="csY5" fmla="*/ 2609436 h 4219435"/>
                <a:gd name="csX6" fmla="*/ 8567 w 4746865"/>
                <a:gd name="csY6" fmla="*/ 4212143 h 4219435"/>
                <a:gd name="csX0" fmla="*/ 8451 w 4746749"/>
                <a:gd name="csY0" fmla="*/ 4212143 h 4219813"/>
                <a:gd name="csX1" fmla="*/ 1745155 w 4746749"/>
                <a:gd name="csY1" fmla="*/ 1812279 h 4219813"/>
                <a:gd name="csX2" fmla="*/ 2599845 w 4746749"/>
                <a:gd name="csY2" fmla="*/ 259798 h 4219813"/>
                <a:gd name="csX3" fmla="*/ 4389252 w 4746749"/>
                <a:gd name="csY3" fmla="*/ 152615 h 4219813"/>
                <a:gd name="csX4" fmla="*/ 4452786 w 4746749"/>
                <a:gd name="csY4" fmla="*/ 1795518 h 4219813"/>
                <a:gd name="csX5" fmla="*/ 2642769 w 4746749"/>
                <a:gd name="csY5" fmla="*/ 2626986 h 4219813"/>
                <a:gd name="csX6" fmla="*/ 8451 w 4746749"/>
                <a:gd name="csY6" fmla="*/ 4212143 h 4219813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594 w 4746892"/>
                <a:gd name="csY0" fmla="*/ 4213311 h 4220527"/>
                <a:gd name="csX1" fmla="*/ 1738740 w 4746892"/>
                <a:gd name="csY1" fmla="*/ 1836843 h 4220527"/>
                <a:gd name="csX2" fmla="*/ 2599988 w 4746892"/>
                <a:gd name="csY2" fmla="*/ 260966 h 4220527"/>
                <a:gd name="csX3" fmla="*/ 4389395 w 4746892"/>
                <a:gd name="csY3" fmla="*/ 153783 h 4220527"/>
                <a:gd name="csX4" fmla="*/ 4452929 w 4746892"/>
                <a:gd name="csY4" fmla="*/ 1796686 h 4220527"/>
                <a:gd name="csX5" fmla="*/ 2642912 w 4746892"/>
                <a:gd name="csY5" fmla="*/ 2628154 h 4220527"/>
                <a:gd name="csX6" fmla="*/ 8594 w 4746892"/>
                <a:gd name="csY6" fmla="*/ 4213311 h 4220527"/>
                <a:gd name="csX0" fmla="*/ 8594 w 4693867"/>
                <a:gd name="csY0" fmla="*/ 4136922 h 4144138"/>
                <a:gd name="csX1" fmla="*/ 1738740 w 4693867"/>
                <a:gd name="csY1" fmla="*/ 1760454 h 4144138"/>
                <a:gd name="csX2" fmla="*/ 2599988 w 4693867"/>
                <a:gd name="csY2" fmla="*/ 184577 h 4144138"/>
                <a:gd name="csX3" fmla="*/ 4389395 w 4693867"/>
                <a:gd name="csY3" fmla="*/ 77394 h 4144138"/>
                <a:gd name="csX4" fmla="*/ 4452929 w 4693867"/>
                <a:gd name="csY4" fmla="*/ 1720297 h 4144138"/>
                <a:gd name="csX5" fmla="*/ 2642912 w 4693867"/>
                <a:gd name="csY5" fmla="*/ 2551765 h 4144138"/>
                <a:gd name="csX6" fmla="*/ 8594 w 4693867"/>
                <a:gd name="csY6" fmla="*/ 4136922 h 4144138"/>
                <a:gd name="csX0" fmla="*/ 8594 w 4699247"/>
                <a:gd name="csY0" fmla="*/ 4098901 h 4106117"/>
                <a:gd name="csX1" fmla="*/ 1738740 w 4699247"/>
                <a:gd name="csY1" fmla="*/ 1722433 h 4106117"/>
                <a:gd name="csX2" fmla="*/ 2599988 w 4699247"/>
                <a:gd name="csY2" fmla="*/ 146556 h 4106117"/>
                <a:gd name="csX3" fmla="*/ 4409070 w 4699247"/>
                <a:gd name="csY3" fmla="*/ 115412 h 4106117"/>
                <a:gd name="csX4" fmla="*/ 4452929 w 4699247"/>
                <a:gd name="csY4" fmla="*/ 1682276 h 4106117"/>
                <a:gd name="csX5" fmla="*/ 2642912 w 4699247"/>
                <a:gd name="csY5" fmla="*/ 2513744 h 4106117"/>
                <a:gd name="csX6" fmla="*/ 8594 w 4699247"/>
                <a:gd name="csY6" fmla="*/ 4098901 h 4106117"/>
                <a:gd name="csX0" fmla="*/ 8594 w 4703971"/>
                <a:gd name="csY0" fmla="*/ 4107920 h 4115136"/>
                <a:gd name="csX1" fmla="*/ 1738740 w 4703971"/>
                <a:gd name="csY1" fmla="*/ 1731452 h 4115136"/>
                <a:gd name="csX2" fmla="*/ 2599988 w 4703971"/>
                <a:gd name="csY2" fmla="*/ 155575 h 4115136"/>
                <a:gd name="csX3" fmla="*/ 4409070 w 4703971"/>
                <a:gd name="csY3" fmla="*/ 124431 h 4115136"/>
                <a:gd name="csX4" fmla="*/ 4452929 w 4703971"/>
                <a:gd name="csY4" fmla="*/ 1691295 h 4115136"/>
                <a:gd name="csX5" fmla="*/ 2642912 w 4703971"/>
                <a:gd name="csY5" fmla="*/ 2522763 h 4115136"/>
                <a:gd name="csX6" fmla="*/ 8594 w 4703971"/>
                <a:gd name="csY6" fmla="*/ 4107920 h 4115136"/>
                <a:gd name="csX0" fmla="*/ 8594 w 4703971"/>
                <a:gd name="csY0" fmla="*/ 4195888 h 4203104"/>
                <a:gd name="csX1" fmla="*/ 1738740 w 4703971"/>
                <a:gd name="csY1" fmla="*/ 1819420 h 4203104"/>
                <a:gd name="csX2" fmla="*/ 2599988 w 4703971"/>
                <a:gd name="csY2" fmla="*/ 243543 h 4203104"/>
                <a:gd name="csX3" fmla="*/ 4409070 w 4703971"/>
                <a:gd name="csY3" fmla="*/ 212399 h 4203104"/>
                <a:gd name="csX4" fmla="*/ 4452929 w 4703971"/>
                <a:gd name="csY4" fmla="*/ 1779263 h 4203104"/>
                <a:gd name="csX5" fmla="*/ 2642912 w 4703971"/>
                <a:gd name="csY5" fmla="*/ 2610731 h 4203104"/>
                <a:gd name="csX6" fmla="*/ 8594 w 4703971"/>
                <a:gd name="csY6" fmla="*/ 4195888 h 4203104"/>
                <a:gd name="csX0" fmla="*/ 8594 w 4703971"/>
                <a:gd name="csY0" fmla="*/ 4213778 h 4220994"/>
                <a:gd name="csX1" fmla="*/ 1738740 w 4703971"/>
                <a:gd name="csY1" fmla="*/ 1837310 h 4220994"/>
                <a:gd name="csX2" fmla="*/ 2599988 w 4703971"/>
                <a:gd name="csY2" fmla="*/ 261433 h 4220994"/>
                <a:gd name="csX3" fmla="*/ 4409070 w 4703971"/>
                <a:gd name="csY3" fmla="*/ 230289 h 4220994"/>
                <a:gd name="csX4" fmla="*/ 4452929 w 4703971"/>
                <a:gd name="csY4" fmla="*/ 1797153 h 4220994"/>
                <a:gd name="csX5" fmla="*/ 2642912 w 4703971"/>
                <a:gd name="csY5" fmla="*/ 2628621 h 4220994"/>
                <a:gd name="csX6" fmla="*/ 8594 w 4703971"/>
                <a:gd name="csY6" fmla="*/ 4213778 h 4220994"/>
                <a:gd name="csX0" fmla="*/ 8594 w 4855548"/>
                <a:gd name="csY0" fmla="*/ 4390510 h 4397726"/>
                <a:gd name="csX1" fmla="*/ 1738740 w 4855548"/>
                <a:gd name="csY1" fmla="*/ 2014042 h 4397726"/>
                <a:gd name="csX2" fmla="*/ 2599988 w 4855548"/>
                <a:gd name="csY2" fmla="*/ 438165 h 4397726"/>
                <a:gd name="csX3" fmla="*/ 4756647 w 4855548"/>
                <a:gd name="csY3" fmla="*/ 26825 h 4397726"/>
                <a:gd name="csX4" fmla="*/ 4452929 w 4855548"/>
                <a:gd name="csY4" fmla="*/ 1973885 h 4397726"/>
                <a:gd name="csX5" fmla="*/ 2642912 w 4855548"/>
                <a:gd name="csY5" fmla="*/ 2805353 h 4397726"/>
                <a:gd name="csX6" fmla="*/ 8594 w 4855548"/>
                <a:gd name="csY6" fmla="*/ 4390510 h 4397726"/>
                <a:gd name="csX0" fmla="*/ 8594 w 5018748"/>
                <a:gd name="csY0" fmla="*/ 4545598 h 4552814"/>
                <a:gd name="csX1" fmla="*/ 1738740 w 5018748"/>
                <a:gd name="csY1" fmla="*/ 2169130 h 4552814"/>
                <a:gd name="csX2" fmla="*/ 2599988 w 5018748"/>
                <a:gd name="csY2" fmla="*/ 593253 h 4552814"/>
                <a:gd name="csX3" fmla="*/ 4973062 w 5018748"/>
                <a:gd name="csY3" fmla="*/ 18136 h 4552814"/>
                <a:gd name="csX4" fmla="*/ 4452929 w 5018748"/>
                <a:gd name="csY4" fmla="*/ 2128973 h 4552814"/>
                <a:gd name="csX5" fmla="*/ 2642912 w 5018748"/>
                <a:gd name="csY5" fmla="*/ 2960441 h 4552814"/>
                <a:gd name="csX6" fmla="*/ 8594 w 5018748"/>
                <a:gd name="csY6" fmla="*/ 4545598 h 4552814"/>
                <a:gd name="csX0" fmla="*/ 8594 w 5002691"/>
                <a:gd name="csY0" fmla="*/ 4537753 h 4544969"/>
                <a:gd name="csX1" fmla="*/ 1738740 w 5002691"/>
                <a:gd name="csY1" fmla="*/ 2161285 h 4544969"/>
                <a:gd name="csX2" fmla="*/ 2599988 w 5002691"/>
                <a:gd name="csY2" fmla="*/ 585408 h 4544969"/>
                <a:gd name="csX3" fmla="*/ 4973062 w 5002691"/>
                <a:gd name="csY3" fmla="*/ 10291 h 4544969"/>
                <a:gd name="csX4" fmla="*/ 4452929 w 5002691"/>
                <a:gd name="csY4" fmla="*/ 2121128 h 4544969"/>
                <a:gd name="csX5" fmla="*/ 2642912 w 5002691"/>
                <a:gd name="csY5" fmla="*/ 2952596 h 4544969"/>
                <a:gd name="csX6" fmla="*/ 8594 w 5002691"/>
                <a:gd name="csY6" fmla="*/ 4537753 h 4544969"/>
                <a:gd name="csX0" fmla="*/ 8594 w 4705059"/>
                <a:gd name="csY0" fmla="*/ 4122711 h 4129927"/>
                <a:gd name="csX1" fmla="*/ 1738740 w 4705059"/>
                <a:gd name="csY1" fmla="*/ 1746243 h 4129927"/>
                <a:gd name="csX2" fmla="*/ 2599988 w 4705059"/>
                <a:gd name="csY2" fmla="*/ 170366 h 4129927"/>
                <a:gd name="csX3" fmla="*/ 4446032 w 4705059"/>
                <a:gd name="csY3" fmla="*/ 89415 h 4129927"/>
                <a:gd name="csX4" fmla="*/ 4452929 w 4705059"/>
                <a:gd name="csY4" fmla="*/ 1706086 h 4129927"/>
                <a:gd name="csX5" fmla="*/ 2642912 w 4705059"/>
                <a:gd name="csY5" fmla="*/ 2537554 h 4129927"/>
                <a:gd name="csX6" fmla="*/ 8594 w 4705059"/>
                <a:gd name="csY6" fmla="*/ 4122711 h 4129927"/>
                <a:gd name="csX0" fmla="*/ 8594 w 4596663"/>
                <a:gd name="csY0" fmla="*/ 4215533 h 4224499"/>
                <a:gd name="csX1" fmla="*/ 1738740 w 4596663"/>
                <a:gd name="csY1" fmla="*/ 1839065 h 4224499"/>
                <a:gd name="csX2" fmla="*/ 2599988 w 4596663"/>
                <a:gd name="csY2" fmla="*/ 263188 h 4224499"/>
                <a:gd name="csX3" fmla="*/ 4446032 w 4596663"/>
                <a:gd name="csY3" fmla="*/ 182237 h 4224499"/>
                <a:gd name="csX4" fmla="*/ 4129398 w 4596663"/>
                <a:gd name="csY4" fmla="*/ 2079669 h 4224499"/>
                <a:gd name="csX5" fmla="*/ 2642912 w 4596663"/>
                <a:gd name="csY5" fmla="*/ 2630376 h 4224499"/>
                <a:gd name="csX6" fmla="*/ 8594 w 4596663"/>
                <a:gd name="csY6" fmla="*/ 4215533 h 4224499"/>
                <a:gd name="csX0" fmla="*/ 10635 w 4618520"/>
                <a:gd name="csY0" fmla="*/ 4140860 h 4149826"/>
                <a:gd name="csX1" fmla="*/ 1740781 w 4618520"/>
                <a:gd name="csY1" fmla="*/ 1764392 h 4149826"/>
                <a:gd name="csX2" fmla="*/ 2330962 w 4618520"/>
                <a:gd name="csY2" fmla="*/ 399085 h 4149826"/>
                <a:gd name="csX3" fmla="*/ 4448073 w 4618520"/>
                <a:gd name="csY3" fmla="*/ 107564 h 4149826"/>
                <a:gd name="csX4" fmla="*/ 4131439 w 4618520"/>
                <a:gd name="csY4" fmla="*/ 2004996 h 4149826"/>
                <a:gd name="csX5" fmla="*/ 2644953 w 4618520"/>
                <a:gd name="csY5" fmla="*/ 2555703 h 4149826"/>
                <a:gd name="csX6" fmla="*/ 10635 w 4618520"/>
                <a:gd name="csY6" fmla="*/ 4140860 h 4149826"/>
                <a:gd name="csX0" fmla="*/ 2473 w 4610358"/>
                <a:gd name="csY0" fmla="*/ 4148168 h 4152706"/>
                <a:gd name="csX1" fmla="*/ 2161081 w 4610358"/>
                <a:gd name="csY1" fmla="*/ 2013468 h 4152706"/>
                <a:gd name="csX2" fmla="*/ 2322800 w 4610358"/>
                <a:gd name="csY2" fmla="*/ 406393 h 4152706"/>
                <a:gd name="csX3" fmla="*/ 4439911 w 4610358"/>
                <a:gd name="csY3" fmla="*/ 114872 h 4152706"/>
                <a:gd name="csX4" fmla="*/ 4123277 w 4610358"/>
                <a:gd name="csY4" fmla="*/ 2012304 h 4152706"/>
                <a:gd name="csX5" fmla="*/ 2636791 w 4610358"/>
                <a:gd name="csY5" fmla="*/ 2563011 h 4152706"/>
                <a:gd name="csX6" fmla="*/ 2473 w 4610358"/>
                <a:gd name="csY6" fmla="*/ 4148168 h 4152706"/>
                <a:gd name="csX0" fmla="*/ 400 w 4608285"/>
                <a:gd name="csY0" fmla="*/ 4148168 h 4148397"/>
                <a:gd name="csX1" fmla="*/ 2159008 w 4608285"/>
                <a:gd name="csY1" fmla="*/ 2013468 h 4148397"/>
                <a:gd name="csX2" fmla="*/ 2320727 w 4608285"/>
                <a:gd name="csY2" fmla="*/ 406393 h 4148397"/>
                <a:gd name="csX3" fmla="*/ 4437838 w 4608285"/>
                <a:gd name="csY3" fmla="*/ 114872 h 4148397"/>
                <a:gd name="csX4" fmla="*/ 4121204 w 4608285"/>
                <a:gd name="csY4" fmla="*/ 2012304 h 4148397"/>
                <a:gd name="csX5" fmla="*/ 2346163 w 4608285"/>
                <a:gd name="csY5" fmla="*/ 2149669 h 4148397"/>
                <a:gd name="csX6" fmla="*/ 400 w 4608285"/>
                <a:gd name="csY6" fmla="*/ 4148168 h 4148397"/>
                <a:gd name="csX0" fmla="*/ 400 w 4547161"/>
                <a:gd name="csY0" fmla="*/ 4069645 h 4069874"/>
                <a:gd name="csX1" fmla="*/ 2159008 w 4547161"/>
                <a:gd name="csY1" fmla="*/ 1934945 h 4069874"/>
                <a:gd name="csX2" fmla="*/ 2320727 w 4547161"/>
                <a:gd name="csY2" fmla="*/ 327870 h 4069874"/>
                <a:gd name="csX3" fmla="*/ 4437838 w 4547161"/>
                <a:gd name="csY3" fmla="*/ 36349 h 4069874"/>
                <a:gd name="csX4" fmla="*/ 4121204 w 4547161"/>
                <a:gd name="csY4" fmla="*/ 1933781 h 4069874"/>
                <a:gd name="csX5" fmla="*/ 2346163 w 4547161"/>
                <a:gd name="csY5" fmla="*/ 2071146 h 4069874"/>
                <a:gd name="csX6" fmla="*/ 400 w 4547161"/>
                <a:gd name="csY6" fmla="*/ 4069645 h 4069874"/>
                <a:gd name="csX0" fmla="*/ 536 w 3991476"/>
                <a:gd name="csY0" fmla="*/ 3539321 h 3539632"/>
                <a:gd name="csX1" fmla="*/ 1603323 w 3991476"/>
                <a:gd name="csY1" fmla="*/ 1934945 h 3539632"/>
                <a:gd name="csX2" fmla="*/ 1765042 w 3991476"/>
                <a:gd name="csY2" fmla="*/ 327870 h 3539632"/>
                <a:gd name="csX3" fmla="*/ 3882153 w 3991476"/>
                <a:gd name="csY3" fmla="*/ 36349 h 3539632"/>
                <a:gd name="csX4" fmla="*/ 3565519 w 3991476"/>
                <a:gd name="csY4" fmla="*/ 1933781 h 3539632"/>
                <a:gd name="csX5" fmla="*/ 1790478 w 3991476"/>
                <a:gd name="csY5" fmla="*/ 2071146 h 3539632"/>
                <a:gd name="csX6" fmla="*/ 536 w 3991476"/>
                <a:gd name="csY6" fmla="*/ 3539321 h 3539632"/>
                <a:gd name="csX0" fmla="*/ 527 w 4017318"/>
                <a:gd name="csY0" fmla="*/ 3573908 h 3574212"/>
                <a:gd name="csX1" fmla="*/ 1629165 w 4017318"/>
                <a:gd name="csY1" fmla="*/ 1934945 h 3574212"/>
                <a:gd name="csX2" fmla="*/ 1790884 w 4017318"/>
                <a:gd name="csY2" fmla="*/ 327870 h 3574212"/>
                <a:gd name="csX3" fmla="*/ 3907995 w 4017318"/>
                <a:gd name="csY3" fmla="*/ 36349 h 3574212"/>
                <a:gd name="csX4" fmla="*/ 3591361 w 4017318"/>
                <a:gd name="csY4" fmla="*/ 1933781 h 3574212"/>
                <a:gd name="csX5" fmla="*/ 1816320 w 4017318"/>
                <a:gd name="csY5" fmla="*/ 2071146 h 3574212"/>
                <a:gd name="csX6" fmla="*/ 527 w 4017318"/>
                <a:gd name="csY6" fmla="*/ 3573908 h 3574212"/>
                <a:gd name="csX0" fmla="*/ 3641 w 4020432"/>
                <a:gd name="csY0" fmla="*/ 3573908 h 3577567"/>
                <a:gd name="csX1" fmla="*/ 1632279 w 4020432"/>
                <a:gd name="csY1" fmla="*/ 1934945 h 3577567"/>
                <a:gd name="csX2" fmla="*/ 1793998 w 4020432"/>
                <a:gd name="csY2" fmla="*/ 327870 h 3577567"/>
                <a:gd name="csX3" fmla="*/ 3911109 w 4020432"/>
                <a:gd name="csY3" fmla="*/ 36349 h 3577567"/>
                <a:gd name="csX4" fmla="*/ 3594475 w 4020432"/>
                <a:gd name="csY4" fmla="*/ 1933781 h 3577567"/>
                <a:gd name="csX5" fmla="*/ 1819434 w 4020432"/>
                <a:gd name="csY5" fmla="*/ 2071146 h 3577567"/>
                <a:gd name="csX6" fmla="*/ 3641 w 4020432"/>
                <a:gd name="csY6" fmla="*/ 3573908 h 3577567"/>
                <a:gd name="csX0" fmla="*/ 11923 w 4028714"/>
                <a:gd name="csY0" fmla="*/ 3573908 h 3583559"/>
                <a:gd name="csX1" fmla="*/ 1640561 w 4028714"/>
                <a:gd name="csY1" fmla="*/ 1934945 h 3583559"/>
                <a:gd name="csX2" fmla="*/ 1802280 w 4028714"/>
                <a:gd name="csY2" fmla="*/ 327870 h 3583559"/>
                <a:gd name="csX3" fmla="*/ 3919391 w 4028714"/>
                <a:gd name="csY3" fmla="*/ 36349 h 3583559"/>
                <a:gd name="csX4" fmla="*/ 3602757 w 4028714"/>
                <a:gd name="csY4" fmla="*/ 1933781 h 3583559"/>
                <a:gd name="csX5" fmla="*/ 1827716 w 4028714"/>
                <a:gd name="csY5" fmla="*/ 2071146 h 3583559"/>
                <a:gd name="csX6" fmla="*/ 11923 w 4028714"/>
                <a:gd name="csY6" fmla="*/ 3573908 h 3583559"/>
                <a:gd name="csX0" fmla="*/ 1130 w 4017921"/>
                <a:gd name="csY0" fmla="*/ 3573908 h 3577714"/>
                <a:gd name="csX1" fmla="*/ 1629768 w 4017921"/>
                <a:gd name="csY1" fmla="*/ 1934945 h 3577714"/>
                <a:gd name="csX2" fmla="*/ 1791487 w 4017921"/>
                <a:gd name="csY2" fmla="*/ 327870 h 3577714"/>
                <a:gd name="csX3" fmla="*/ 3908598 w 4017921"/>
                <a:gd name="csY3" fmla="*/ 36349 h 3577714"/>
                <a:gd name="csX4" fmla="*/ 3591964 w 4017921"/>
                <a:gd name="csY4" fmla="*/ 1933781 h 3577714"/>
                <a:gd name="csX5" fmla="*/ 1906115 w 4017921"/>
                <a:gd name="csY5" fmla="*/ 2373434 h 3577714"/>
                <a:gd name="csX6" fmla="*/ 1130 w 4017921"/>
                <a:gd name="csY6" fmla="*/ 3573908 h 3577714"/>
                <a:gd name="csX0" fmla="*/ 434 w 4017225"/>
                <a:gd name="csY0" fmla="*/ 3573908 h 3574428"/>
                <a:gd name="csX1" fmla="*/ 1629072 w 4017225"/>
                <a:gd name="csY1" fmla="*/ 1934945 h 3574428"/>
                <a:gd name="csX2" fmla="*/ 1790791 w 4017225"/>
                <a:gd name="csY2" fmla="*/ 327870 h 3574428"/>
                <a:gd name="csX3" fmla="*/ 3907902 w 4017225"/>
                <a:gd name="csY3" fmla="*/ 36349 h 3574428"/>
                <a:gd name="csX4" fmla="*/ 3591268 w 4017225"/>
                <a:gd name="csY4" fmla="*/ 1933781 h 3574428"/>
                <a:gd name="csX5" fmla="*/ 1798394 w 4017225"/>
                <a:gd name="csY5" fmla="*/ 2110926 h 3574428"/>
                <a:gd name="csX6" fmla="*/ 434 w 4017225"/>
                <a:gd name="csY6" fmla="*/ 3573908 h 3574428"/>
                <a:gd name="csX0" fmla="*/ 434 w 4017225"/>
                <a:gd name="csY0" fmla="*/ 3573908 h 3574310"/>
                <a:gd name="csX1" fmla="*/ 1629072 w 4017225"/>
                <a:gd name="csY1" fmla="*/ 1934945 h 3574310"/>
                <a:gd name="csX2" fmla="*/ 1790791 w 4017225"/>
                <a:gd name="csY2" fmla="*/ 327870 h 3574310"/>
                <a:gd name="csX3" fmla="*/ 3907902 w 4017225"/>
                <a:gd name="csY3" fmla="*/ 36349 h 3574310"/>
                <a:gd name="csX4" fmla="*/ 3591268 w 4017225"/>
                <a:gd name="csY4" fmla="*/ 1933781 h 3574310"/>
                <a:gd name="csX5" fmla="*/ 1798394 w 4017225"/>
                <a:gd name="csY5" fmla="*/ 2110926 h 3574310"/>
                <a:gd name="csX6" fmla="*/ 434 w 4017225"/>
                <a:gd name="csY6" fmla="*/ 3573908 h 3574310"/>
                <a:gd name="csX0" fmla="*/ 434 w 4017225"/>
                <a:gd name="csY0" fmla="*/ 3573908 h 3576627"/>
                <a:gd name="csX1" fmla="*/ 1629072 w 4017225"/>
                <a:gd name="csY1" fmla="*/ 1934945 h 3576627"/>
                <a:gd name="csX2" fmla="*/ 1790791 w 4017225"/>
                <a:gd name="csY2" fmla="*/ 327870 h 3576627"/>
                <a:gd name="csX3" fmla="*/ 3907902 w 4017225"/>
                <a:gd name="csY3" fmla="*/ 36349 h 3576627"/>
                <a:gd name="csX4" fmla="*/ 3591268 w 4017225"/>
                <a:gd name="csY4" fmla="*/ 1933781 h 3576627"/>
                <a:gd name="csX5" fmla="*/ 1798395 w 4017225"/>
                <a:gd name="csY5" fmla="*/ 2365482 h 3576627"/>
                <a:gd name="csX6" fmla="*/ 434 w 4017225"/>
                <a:gd name="csY6" fmla="*/ 3573908 h 3576627"/>
                <a:gd name="csX0" fmla="*/ 434 w 4017225"/>
                <a:gd name="csY0" fmla="*/ 3573908 h 3576355"/>
                <a:gd name="csX1" fmla="*/ 1629072 w 4017225"/>
                <a:gd name="csY1" fmla="*/ 1934945 h 3576355"/>
                <a:gd name="csX2" fmla="*/ 1790791 w 4017225"/>
                <a:gd name="csY2" fmla="*/ 327870 h 3576355"/>
                <a:gd name="csX3" fmla="*/ 3907902 w 4017225"/>
                <a:gd name="csY3" fmla="*/ 36349 h 3576355"/>
                <a:gd name="csX4" fmla="*/ 3591268 w 4017225"/>
                <a:gd name="csY4" fmla="*/ 1933781 h 3576355"/>
                <a:gd name="csX5" fmla="*/ 1798395 w 4017225"/>
                <a:gd name="csY5" fmla="*/ 2365482 h 3576355"/>
                <a:gd name="csX6" fmla="*/ 434 w 4017225"/>
                <a:gd name="csY6" fmla="*/ 3573908 h 3576355"/>
                <a:gd name="csX0" fmla="*/ 434 w 4017225"/>
                <a:gd name="csY0" fmla="*/ 3573908 h 3583502"/>
                <a:gd name="csX1" fmla="*/ 1629072 w 4017225"/>
                <a:gd name="csY1" fmla="*/ 1934945 h 3583502"/>
                <a:gd name="csX2" fmla="*/ 1790791 w 4017225"/>
                <a:gd name="csY2" fmla="*/ 327870 h 3583502"/>
                <a:gd name="csX3" fmla="*/ 3907902 w 4017225"/>
                <a:gd name="csY3" fmla="*/ 36349 h 3583502"/>
                <a:gd name="csX4" fmla="*/ 3591268 w 4017225"/>
                <a:gd name="csY4" fmla="*/ 1933781 h 3583502"/>
                <a:gd name="csX5" fmla="*/ 1798396 w 4017225"/>
                <a:gd name="csY5" fmla="*/ 2715497 h 3583502"/>
                <a:gd name="csX6" fmla="*/ 434 w 4017225"/>
                <a:gd name="csY6" fmla="*/ 3573908 h 3583502"/>
                <a:gd name="csX0" fmla="*/ 20204 w 4036995"/>
                <a:gd name="csY0" fmla="*/ 3574326 h 3583563"/>
                <a:gd name="csX1" fmla="*/ 908564 w 4036995"/>
                <a:gd name="csY1" fmla="*/ 1951275 h 3583563"/>
                <a:gd name="csX2" fmla="*/ 1810561 w 4036995"/>
                <a:gd name="csY2" fmla="*/ 328288 h 3583563"/>
                <a:gd name="csX3" fmla="*/ 3927672 w 4036995"/>
                <a:gd name="csY3" fmla="*/ 36767 h 3583563"/>
                <a:gd name="csX4" fmla="*/ 3611038 w 4036995"/>
                <a:gd name="csY4" fmla="*/ 1934199 h 3583563"/>
                <a:gd name="csX5" fmla="*/ 1818166 w 4036995"/>
                <a:gd name="csY5" fmla="*/ 2715915 h 3583563"/>
                <a:gd name="csX6" fmla="*/ 20204 w 4036995"/>
                <a:gd name="csY6" fmla="*/ 3574326 h 3583563"/>
                <a:gd name="csX0" fmla="*/ 12549 w 4029340"/>
                <a:gd name="csY0" fmla="*/ 3574326 h 3583563"/>
                <a:gd name="csX1" fmla="*/ 900909 w 4029340"/>
                <a:gd name="csY1" fmla="*/ 1951275 h 3583563"/>
                <a:gd name="csX2" fmla="*/ 1802906 w 4029340"/>
                <a:gd name="csY2" fmla="*/ 328288 h 3583563"/>
                <a:gd name="csX3" fmla="*/ 3920017 w 4029340"/>
                <a:gd name="csY3" fmla="*/ 36767 h 3583563"/>
                <a:gd name="csX4" fmla="*/ 3603383 w 4029340"/>
                <a:gd name="csY4" fmla="*/ 1934199 h 3583563"/>
                <a:gd name="csX5" fmla="*/ 1810511 w 4029340"/>
                <a:gd name="csY5" fmla="*/ 2715915 h 3583563"/>
                <a:gd name="csX6" fmla="*/ 12549 w 4029340"/>
                <a:gd name="csY6" fmla="*/ 3574326 h 3583563"/>
                <a:gd name="csX0" fmla="*/ 2018 w 4018809"/>
                <a:gd name="csY0" fmla="*/ 3573908 h 3583502"/>
                <a:gd name="csX1" fmla="*/ 1389840 w 4018809"/>
                <a:gd name="csY1" fmla="*/ 1934947 h 3583502"/>
                <a:gd name="csX2" fmla="*/ 1792375 w 4018809"/>
                <a:gd name="csY2" fmla="*/ 327870 h 3583502"/>
                <a:gd name="csX3" fmla="*/ 3909486 w 4018809"/>
                <a:gd name="csY3" fmla="*/ 36349 h 3583502"/>
                <a:gd name="csX4" fmla="*/ 3592852 w 4018809"/>
                <a:gd name="csY4" fmla="*/ 1933781 h 3583502"/>
                <a:gd name="csX5" fmla="*/ 1799980 w 4018809"/>
                <a:gd name="csY5" fmla="*/ 2715497 h 3583502"/>
                <a:gd name="csX6" fmla="*/ 2018 w 4018809"/>
                <a:gd name="csY6" fmla="*/ 3573908 h 3583502"/>
                <a:gd name="csX0" fmla="*/ 2018 w 4018809"/>
                <a:gd name="csY0" fmla="*/ 3573908 h 3575401"/>
                <a:gd name="csX1" fmla="*/ 1389840 w 4018809"/>
                <a:gd name="csY1" fmla="*/ 1934947 h 3575401"/>
                <a:gd name="csX2" fmla="*/ 1792375 w 4018809"/>
                <a:gd name="csY2" fmla="*/ 327870 h 3575401"/>
                <a:gd name="csX3" fmla="*/ 3909486 w 4018809"/>
                <a:gd name="csY3" fmla="*/ 36349 h 3575401"/>
                <a:gd name="csX4" fmla="*/ 3592852 w 4018809"/>
                <a:gd name="csY4" fmla="*/ 1933781 h 3575401"/>
                <a:gd name="csX5" fmla="*/ 1799983 w 4018809"/>
                <a:gd name="csY5" fmla="*/ 2277981 h 3575401"/>
                <a:gd name="csX6" fmla="*/ 2018 w 4018809"/>
                <a:gd name="csY6" fmla="*/ 3573908 h 3575401"/>
                <a:gd name="csX0" fmla="*/ 2279 w 4019070"/>
                <a:gd name="csY0" fmla="*/ 3573908 h 3576883"/>
                <a:gd name="csX1" fmla="*/ 1390101 w 4019070"/>
                <a:gd name="csY1" fmla="*/ 1934947 h 3576883"/>
                <a:gd name="csX2" fmla="*/ 1792636 w 4019070"/>
                <a:gd name="csY2" fmla="*/ 327870 h 3576883"/>
                <a:gd name="csX3" fmla="*/ 3909747 w 4019070"/>
                <a:gd name="csY3" fmla="*/ 36349 h 3576883"/>
                <a:gd name="csX4" fmla="*/ 3593113 w 4019070"/>
                <a:gd name="csY4" fmla="*/ 1933781 h 3576883"/>
                <a:gd name="csX5" fmla="*/ 1827004 w 4019070"/>
                <a:gd name="csY5" fmla="*/ 2405261 h 3576883"/>
                <a:gd name="csX6" fmla="*/ 2279 w 4019070"/>
                <a:gd name="csY6" fmla="*/ 3573908 h 3576883"/>
                <a:gd name="csX0" fmla="*/ 3304 w 4020095"/>
                <a:gd name="csY0" fmla="*/ 3573700 h 3576772"/>
                <a:gd name="csX1" fmla="*/ 1310858 w 4020095"/>
                <a:gd name="csY1" fmla="*/ 1926786 h 3576772"/>
                <a:gd name="csX2" fmla="*/ 1793661 w 4020095"/>
                <a:gd name="csY2" fmla="*/ 327662 h 3576772"/>
                <a:gd name="csX3" fmla="*/ 3910772 w 4020095"/>
                <a:gd name="csY3" fmla="*/ 36141 h 3576772"/>
                <a:gd name="csX4" fmla="*/ 3594138 w 4020095"/>
                <a:gd name="csY4" fmla="*/ 1933573 h 3576772"/>
                <a:gd name="csX5" fmla="*/ 1828029 w 4020095"/>
                <a:gd name="csY5" fmla="*/ 2405053 h 3576772"/>
                <a:gd name="csX6" fmla="*/ 3304 w 4020095"/>
                <a:gd name="csY6" fmla="*/ 3573700 h 3576772"/>
                <a:gd name="csX0" fmla="*/ 3254 w 4020045"/>
                <a:gd name="csY0" fmla="*/ 3573700 h 3576772"/>
                <a:gd name="csX1" fmla="*/ 1310808 w 4020045"/>
                <a:gd name="csY1" fmla="*/ 1926786 h 3576772"/>
                <a:gd name="csX2" fmla="*/ 1793611 w 4020045"/>
                <a:gd name="csY2" fmla="*/ 327662 h 3576772"/>
                <a:gd name="csX3" fmla="*/ 3910722 w 4020045"/>
                <a:gd name="csY3" fmla="*/ 36141 h 3576772"/>
                <a:gd name="csX4" fmla="*/ 3594088 w 4020045"/>
                <a:gd name="csY4" fmla="*/ 1933573 h 3576772"/>
                <a:gd name="csX5" fmla="*/ 1827979 w 4020045"/>
                <a:gd name="csY5" fmla="*/ 2405053 h 3576772"/>
                <a:gd name="csX6" fmla="*/ 3254 w 4020045"/>
                <a:gd name="csY6" fmla="*/ 3573700 h 35767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020045" h="3576772">
                  <a:moveTo>
                    <a:pt x="3254" y="3573700"/>
                  </a:moveTo>
                  <a:cubicBezTo>
                    <a:pt x="-82941" y="3493989"/>
                    <a:pt x="1574310" y="2340515"/>
                    <a:pt x="1310808" y="1926786"/>
                  </a:cubicBezTo>
                  <a:cubicBezTo>
                    <a:pt x="1047306" y="1513057"/>
                    <a:pt x="1360292" y="642769"/>
                    <a:pt x="1793611" y="327662"/>
                  </a:cubicBezTo>
                  <a:cubicBezTo>
                    <a:pt x="2226930" y="12555"/>
                    <a:pt x="3750548" y="-52136"/>
                    <a:pt x="3910722" y="36141"/>
                  </a:cubicBezTo>
                  <a:cubicBezTo>
                    <a:pt x="4070896" y="124418"/>
                    <a:pt x="4120351" y="1358027"/>
                    <a:pt x="3594088" y="1933573"/>
                  </a:cubicBezTo>
                  <a:cubicBezTo>
                    <a:pt x="3171099" y="2391895"/>
                    <a:pt x="2301583" y="2656718"/>
                    <a:pt x="1827979" y="2405053"/>
                  </a:cubicBezTo>
                  <a:cubicBezTo>
                    <a:pt x="1354375" y="2153388"/>
                    <a:pt x="89449" y="3653411"/>
                    <a:pt x="3254" y="3573700"/>
                  </a:cubicBez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6" name="Freeform 1025">
              <a:extLst>
                <a:ext uri="{FF2B5EF4-FFF2-40B4-BE49-F238E27FC236}">
                  <a16:creationId xmlns:a16="http://schemas.microsoft.com/office/drawing/2014/main" id="{209C95C8-6A27-5755-9D22-C17A999D160F}"/>
                </a:ext>
              </a:extLst>
            </p:cNvPr>
            <p:cNvSpPr/>
            <p:nvPr userDrawn="1"/>
          </p:nvSpPr>
          <p:spPr>
            <a:xfrm rot="16200000">
              <a:off x="6708081" y="1755043"/>
              <a:ext cx="2615869" cy="2682267"/>
            </a:xfrm>
            <a:custGeom>
              <a:avLst/>
              <a:gdLst>
                <a:gd name="csX0" fmla="*/ 1893 w 3484511"/>
                <a:gd name="csY0" fmla="*/ 3509215 h 3511799"/>
                <a:gd name="csX1" fmla="*/ 1514170 w 3484511"/>
                <a:gd name="csY1" fmla="*/ 1703861 h 3511799"/>
                <a:gd name="csX2" fmla="*/ 2029985 w 3484511"/>
                <a:gd name="csY2" fmla="*/ 226753 h 3511799"/>
                <a:gd name="csX3" fmla="*/ 3378139 w 3484511"/>
                <a:gd name="csY3" fmla="*/ 144692 h 3511799"/>
                <a:gd name="csX4" fmla="*/ 3225739 w 3484511"/>
                <a:gd name="csY4" fmla="*/ 1586630 h 3511799"/>
                <a:gd name="csX5" fmla="*/ 1854139 w 3484511"/>
                <a:gd name="csY5" fmla="*/ 2090723 h 3511799"/>
                <a:gd name="csX6" fmla="*/ 1893 w 3484511"/>
                <a:gd name="csY6" fmla="*/ 3509215 h 3511799"/>
                <a:gd name="csX0" fmla="*/ 1352 w 4094215"/>
                <a:gd name="csY0" fmla="*/ 4103738 h 4105568"/>
                <a:gd name="csX1" fmla="*/ 2123874 w 4094215"/>
                <a:gd name="csY1" fmla="*/ 1703861 h 4105568"/>
                <a:gd name="csX2" fmla="*/ 2639689 w 4094215"/>
                <a:gd name="csY2" fmla="*/ 226753 h 4105568"/>
                <a:gd name="csX3" fmla="*/ 3987843 w 4094215"/>
                <a:gd name="csY3" fmla="*/ 144692 h 4105568"/>
                <a:gd name="csX4" fmla="*/ 3835443 w 4094215"/>
                <a:gd name="csY4" fmla="*/ 1586630 h 4105568"/>
                <a:gd name="csX5" fmla="*/ 2463843 w 4094215"/>
                <a:gd name="csY5" fmla="*/ 2090723 h 4105568"/>
                <a:gd name="csX6" fmla="*/ 1352 w 4094215"/>
                <a:gd name="csY6" fmla="*/ 4103738 h 4105568"/>
                <a:gd name="csX0" fmla="*/ 1978 w 4094841"/>
                <a:gd name="csY0" fmla="*/ 4101966 h 4104114"/>
                <a:gd name="csX1" fmla="*/ 2058783 w 4094841"/>
                <a:gd name="csY1" fmla="*/ 1668597 h 4104114"/>
                <a:gd name="csX2" fmla="*/ 2640315 w 4094841"/>
                <a:gd name="csY2" fmla="*/ 224981 h 4104114"/>
                <a:gd name="csX3" fmla="*/ 3988469 w 4094841"/>
                <a:gd name="csY3" fmla="*/ 142920 h 4104114"/>
                <a:gd name="csX4" fmla="*/ 3836069 w 4094841"/>
                <a:gd name="csY4" fmla="*/ 1584858 h 4104114"/>
                <a:gd name="csX5" fmla="*/ 2464469 w 4094841"/>
                <a:gd name="csY5" fmla="*/ 2088951 h 4104114"/>
                <a:gd name="csX6" fmla="*/ 1978 w 4094841"/>
                <a:gd name="csY6" fmla="*/ 4101966 h 4104114"/>
                <a:gd name="csX0" fmla="*/ 1943 w 4132359"/>
                <a:gd name="csY0" fmla="*/ 3750277 h 3752868"/>
                <a:gd name="csX1" fmla="*/ 2096301 w 4132359"/>
                <a:gd name="csY1" fmla="*/ 1668597 h 3752868"/>
                <a:gd name="csX2" fmla="*/ 2677833 w 4132359"/>
                <a:gd name="csY2" fmla="*/ 224981 h 3752868"/>
                <a:gd name="csX3" fmla="*/ 4025987 w 4132359"/>
                <a:gd name="csY3" fmla="*/ 142920 h 3752868"/>
                <a:gd name="csX4" fmla="*/ 3873587 w 4132359"/>
                <a:gd name="csY4" fmla="*/ 1584858 h 3752868"/>
                <a:gd name="csX5" fmla="*/ 2501987 w 4132359"/>
                <a:gd name="csY5" fmla="*/ 2088951 h 3752868"/>
                <a:gd name="csX6" fmla="*/ 1943 w 4132359"/>
                <a:gd name="csY6" fmla="*/ 3750277 h 3752868"/>
                <a:gd name="csX0" fmla="*/ 7123 w 4137539"/>
                <a:gd name="csY0" fmla="*/ 3776554 h 3776601"/>
                <a:gd name="csX1" fmla="*/ 1782278 w 4137539"/>
                <a:gd name="csY1" fmla="*/ 2163796 h 3776601"/>
                <a:gd name="csX2" fmla="*/ 2683013 w 4137539"/>
                <a:gd name="csY2" fmla="*/ 251258 h 3776601"/>
                <a:gd name="csX3" fmla="*/ 4031167 w 4137539"/>
                <a:gd name="csY3" fmla="*/ 169197 h 3776601"/>
                <a:gd name="csX4" fmla="*/ 3878767 w 4137539"/>
                <a:gd name="csY4" fmla="*/ 1611135 h 3776601"/>
                <a:gd name="csX5" fmla="*/ 2507167 w 4137539"/>
                <a:gd name="csY5" fmla="*/ 2115228 h 3776601"/>
                <a:gd name="csX6" fmla="*/ 7123 w 4137539"/>
                <a:gd name="csY6" fmla="*/ 3776554 h 3776601"/>
                <a:gd name="csX0" fmla="*/ 25 w 4130441"/>
                <a:gd name="csY0" fmla="*/ 3776554 h 3776586"/>
                <a:gd name="csX1" fmla="*/ 1775180 w 4130441"/>
                <a:gd name="csY1" fmla="*/ 2163796 h 3776586"/>
                <a:gd name="csX2" fmla="*/ 2675915 w 4130441"/>
                <a:gd name="csY2" fmla="*/ 251258 h 3776586"/>
                <a:gd name="csX3" fmla="*/ 4024069 w 4130441"/>
                <a:gd name="csY3" fmla="*/ 169197 h 3776586"/>
                <a:gd name="csX4" fmla="*/ 3871669 w 4130441"/>
                <a:gd name="csY4" fmla="*/ 1611135 h 3776586"/>
                <a:gd name="csX5" fmla="*/ 1814719 w 4130441"/>
                <a:gd name="csY5" fmla="*/ 2207339 h 3776586"/>
                <a:gd name="csX6" fmla="*/ 25 w 4130441"/>
                <a:gd name="csY6" fmla="*/ 3776554 h 3776586"/>
                <a:gd name="csX0" fmla="*/ 25 w 4130441"/>
                <a:gd name="csY0" fmla="*/ 3776554 h 3776589"/>
                <a:gd name="csX1" fmla="*/ 1775180 w 4130441"/>
                <a:gd name="csY1" fmla="*/ 2163796 h 3776589"/>
                <a:gd name="csX2" fmla="*/ 2675915 w 4130441"/>
                <a:gd name="csY2" fmla="*/ 251258 h 3776589"/>
                <a:gd name="csX3" fmla="*/ 4024069 w 4130441"/>
                <a:gd name="csY3" fmla="*/ 169197 h 3776589"/>
                <a:gd name="csX4" fmla="*/ 3871669 w 4130441"/>
                <a:gd name="csY4" fmla="*/ 1611135 h 3776589"/>
                <a:gd name="csX5" fmla="*/ 1814719 w 4130441"/>
                <a:gd name="csY5" fmla="*/ 2207339 h 3776589"/>
                <a:gd name="csX6" fmla="*/ 25 w 4130441"/>
                <a:gd name="csY6" fmla="*/ 3776554 h 3776589"/>
                <a:gd name="csX0" fmla="*/ 25 w 3957457"/>
                <a:gd name="csY0" fmla="*/ 3611866 h 3611901"/>
                <a:gd name="csX1" fmla="*/ 1775180 w 3957457"/>
                <a:gd name="csY1" fmla="*/ 1999108 h 3611901"/>
                <a:gd name="csX2" fmla="*/ 2675915 w 3957457"/>
                <a:gd name="csY2" fmla="*/ 86570 h 3611901"/>
                <a:gd name="csX3" fmla="*/ 3554650 w 3957457"/>
                <a:gd name="csY3" fmla="*/ 439934 h 3611901"/>
                <a:gd name="csX4" fmla="*/ 3871669 w 3957457"/>
                <a:gd name="csY4" fmla="*/ 1446447 h 3611901"/>
                <a:gd name="csX5" fmla="*/ 1814719 w 3957457"/>
                <a:gd name="csY5" fmla="*/ 2042651 h 3611901"/>
                <a:gd name="csX6" fmla="*/ 25 w 3957457"/>
                <a:gd name="csY6" fmla="*/ 3611866 h 3611901"/>
                <a:gd name="csX0" fmla="*/ 25 w 3957253"/>
                <a:gd name="csY0" fmla="*/ 3368639 h 3368674"/>
                <a:gd name="csX1" fmla="*/ 1775180 w 3957253"/>
                <a:gd name="csY1" fmla="*/ 1755881 h 3368674"/>
                <a:gd name="csX2" fmla="*/ 2685304 w 3957253"/>
                <a:gd name="csY2" fmla="*/ 144791 h 3368674"/>
                <a:gd name="csX3" fmla="*/ 3554650 w 3957253"/>
                <a:gd name="csY3" fmla="*/ 196707 h 3368674"/>
                <a:gd name="csX4" fmla="*/ 3871669 w 3957253"/>
                <a:gd name="csY4" fmla="*/ 1203220 h 3368674"/>
                <a:gd name="csX5" fmla="*/ 1814719 w 3957253"/>
                <a:gd name="csY5" fmla="*/ 1799424 h 3368674"/>
                <a:gd name="csX6" fmla="*/ 25 w 3957253"/>
                <a:gd name="csY6" fmla="*/ 3368639 h 3368674"/>
                <a:gd name="csX0" fmla="*/ 25 w 3705517"/>
                <a:gd name="csY0" fmla="*/ 3358570 h 3358603"/>
                <a:gd name="csX1" fmla="*/ 1775180 w 3705517"/>
                <a:gd name="csY1" fmla="*/ 1745812 h 3358603"/>
                <a:gd name="csX2" fmla="*/ 2685304 w 3705517"/>
                <a:gd name="csY2" fmla="*/ 134722 h 3358603"/>
                <a:gd name="csX3" fmla="*/ 3554650 w 3705517"/>
                <a:gd name="csY3" fmla="*/ 186638 h 3358603"/>
                <a:gd name="csX4" fmla="*/ 3552464 w 3705517"/>
                <a:gd name="csY4" fmla="*/ 975438 h 3358603"/>
                <a:gd name="csX5" fmla="*/ 1814719 w 3705517"/>
                <a:gd name="csY5" fmla="*/ 1789355 h 3358603"/>
                <a:gd name="csX6" fmla="*/ 25 w 3705517"/>
                <a:gd name="csY6" fmla="*/ 3358570 h 3358603"/>
                <a:gd name="csX0" fmla="*/ 2290 w 3707782"/>
                <a:gd name="csY0" fmla="*/ 3305196 h 3314287"/>
                <a:gd name="csX1" fmla="*/ 2199921 w 3707782"/>
                <a:gd name="csY1" fmla="*/ 955568 h 3314287"/>
                <a:gd name="csX2" fmla="*/ 2687569 w 3707782"/>
                <a:gd name="csY2" fmla="*/ 81348 h 3314287"/>
                <a:gd name="csX3" fmla="*/ 3556915 w 3707782"/>
                <a:gd name="csY3" fmla="*/ 133264 h 3314287"/>
                <a:gd name="csX4" fmla="*/ 3554729 w 3707782"/>
                <a:gd name="csY4" fmla="*/ 922064 h 3314287"/>
                <a:gd name="csX5" fmla="*/ 1816984 w 3707782"/>
                <a:gd name="csY5" fmla="*/ 1735981 h 3314287"/>
                <a:gd name="csX6" fmla="*/ 2290 w 3707782"/>
                <a:gd name="csY6" fmla="*/ 3305196 h 3314287"/>
                <a:gd name="csX0" fmla="*/ 377 w 3705869"/>
                <a:gd name="csY0" fmla="*/ 3305196 h 3313168"/>
                <a:gd name="csX1" fmla="*/ 2198008 w 3705869"/>
                <a:gd name="csY1" fmla="*/ 955568 h 3313168"/>
                <a:gd name="csX2" fmla="*/ 2685656 w 3705869"/>
                <a:gd name="csY2" fmla="*/ 81348 h 3313168"/>
                <a:gd name="csX3" fmla="*/ 3555002 w 3705869"/>
                <a:gd name="csY3" fmla="*/ 133264 h 3313168"/>
                <a:gd name="csX4" fmla="*/ 3552816 w 3705869"/>
                <a:gd name="csY4" fmla="*/ 922064 h 3313168"/>
                <a:gd name="csX5" fmla="*/ 2378375 w 3705869"/>
                <a:gd name="csY5" fmla="*/ 1694113 h 3313168"/>
                <a:gd name="csX6" fmla="*/ 377 w 3705869"/>
                <a:gd name="csY6" fmla="*/ 3305196 h 3313168"/>
                <a:gd name="csX0" fmla="*/ 377 w 3705869"/>
                <a:gd name="csY0" fmla="*/ 3305196 h 3311216"/>
                <a:gd name="csX1" fmla="*/ 2198008 w 3705869"/>
                <a:gd name="csY1" fmla="*/ 955568 h 3311216"/>
                <a:gd name="csX2" fmla="*/ 2685656 w 3705869"/>
                <a:gd name="csY2" fmla="*/ 81348 h 3311216"/>
                <a:gd name="csX3" fmla="*/ 3555002 w 3705869"/>
                <a:gd name="csY3" fmla="*/ 133264 h 3311216"/>
                <a:gd name="csX4" fmla="*/ 3552816 w 3705869"/>
                <a:gd name="csY4" fmla="*/ 922064 h 3311216"/>
                <a:gd name="csX5" fmla="*/ 2378375 w 3705869"/>
                <a:gd name="csY5" fmla="*/ 1694113 h 3311216"/>
                <a:gd name="csX6" fmla="*/ 377 w 3705869"/>
                <a:gd name="csY6" fmla="*/ 3305196 h 3311216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31250"/>
                <a:gd name="csY0" fmla="*/ 3306034 h 3313991"/>
                <a:gd name="csX1" fmla="*/ 2198008 w 4431250"/>
                <a:gd name="csY1" fmla="*/ 956406 h 3313991"/>
                <a:gd name="csX2" fmla="*/ 2685656 w 4431250"/>
                <a:gd name="csY2" fmla="*/ 82186 h 3313991"/>
                <a:gd name="csX3" fmla="*/ 3555002 w 4431250"/>
                <a:gd name="csY3" fmla="*/ 134102 h 3313991"/>
                <a:gd name="csX4" fmla="*/ 4425936 w 4431250"/>
                <a:gd name="csY4" fmla="*/ 939649 h 3313991"/>
                <a:gd name="csX5" fmla="*/ 2378375 w 4431250"/>
                <a:gd name="csY5" fmla="*/ 1694951 h 3313991"/>
                <a:gd name="csX6" fmla="*/ 377 w 4431250"/>
                <a:gd name="csY6" fmla="*/ 3306034 h 3313991"/>
                <a:gd name="csX0" fmla="*/ 377 w 4425936"/>
                <a:gd name="csY0" fmla="*/ 3306034 h 3313991"/>
                <a:gd name="csX1" fmla="*/ 2198008 w 4425936"/>
                <a:gd name="csY1" fmla="*/ 956406 h 3313991"/>
                <a:gd name="csX2" fmla="*/ 2685656 w 4425936"/>
                <a:gd name="csY2" fmla="*/ 82186 h 3313991"/>
                <a:gd name="csX3" fmla="*/ 3555002 w 4425936"/>
                <a:gd name="csY3" fmla="*/ 134102 h 3313991"/>
                <a:gd name="csX4" fmla="*/ 4425936 w 4425936"/>
                <a:gd name="csY4" fmla="*/ 939649 h 3313991"/>
                <a:gd name="csX5" fmla="*/ 2378375 w 4425936"/>
                <a:gd name="csY5" fmla="*/ 1694951 h 3313991"/>
                <a:gd name="csX6" fmla="*/ 377 w 4425936"/>
                <a:gd name="csY6" fmla="*/ 3306034 h 3313991"/>
                <a:gd name="csX0" fmla="*/ 377 w 4472878"/>
                <a:gd name="csY0" fmla="*/ 3303952 h 3311947"/>
                <a:gd name="csX1" fmla="*/ 2198008 w 4472878"/>
                <a:gd name="csY1" fmla="*/ 954324 h 3311947"/>
                <a:gd name="csX2" fmla="*/ 2685656 w 4472878"/>
                <a:gd name="csY2" fmla="*/ 80104 h 3311947"/>
                <a:gd name="csX3" fmla="*/ 3555002 w 4472878"/>
                <a:gd name="csY3" fmla="*/ 132020 h 3311947"/>
                <a:gd name="csX4" fmla="*/ 4472878 w 4472878"/>
                <a:gd name="csY4" fmla="*/ 895700 h 3311947"/>
                <a:gd name="csX5" fmla="*/ 2378375 w 4472878"/>
                <a:gd name="csY5" fmla="*/ 1692869 h 3311947"/>
                <a:gd name="csX6" fmla="*/ 377 w 4472878"/>
                <a:gd name="csY6" fmla="*/ 3303952 h 3311947"/>
                <a:gd name="csX0" fmla="*/ 377 w 4472878"/>
                <a:gd name="csY0" fmla="*/ 3489034 h 3497029"/>
                <a:gd name="csX1" fmla="*/ 2198008 w 4472878"/>
                <a:gd name="csY1" fmla="*/ 1139406 h 3497029"/>
                <a:gd name="csX2" fmla="*/ 2685656 w 4472878"/>
                <a:gd name="csY2" fmla="*/ 265186 h 3497029"/>
                <a:gd name="csX3" fmla="*/ 3742770 w 4472878"/>
                <a:gd name="csY3" fmla="*/ 49148 h 3497029"/>
                <a:gd name="csX4" fmla="*/ 4472878 w 4472878"/>
                <a:gd name="csY4" fmla="*/ 1080782 h 3497029"/>
                <a:gd name="csX5" fmla="*/ 2378375 w 4472878"/>
                <a:gd name="csY5" fmla="*/ 1877951 h 3497029"/>
                <a:gd name="csX6" fmla="*/ 377 w 4472878"/>
                <a:gd name="csY6" fmla="*/ 3489034 h 3497029"/>
                <a:gd name="csX0" fmla="*/ 377 w 4482266"/>
                <a:gd name="csY0" fmla="*/ 3489034 h 3497029"/>
                <a:gd name="csX1" fmla="*/ 2198008 w 4482266"/>
                <a:gd name="csY1" fmla="*/ 1139406 h 3497029"/>
                <a:gd name="csX2" fmla="*/ 2685656 w 4482266"/>
                <a:gd name="csY2" fmla="*/ 265186 h 3497029"/>
                <a:gd name="csX3" fmla="*/ 3742770 w 4482266"/>
                <a:gd name="csY3" fmla="*/ 49148 h 3497029"/>
                <a:gd name="csX4" fmla="*/ 4482266 w 4482266"/>
                <a:gd name="csY4" fmla="*/ 1080782 h 3497029"/>
                <a:gd name="csX5" fmla="*/ 2378375 w 4482266"/>
                <a:gd name="csY5" fmla="*/ 1877951 h 3497029"/>
                <a:gd name="csX6" fmla="*/ 377 w 4482266"/>
                <a:gd name="csY6" fmla="*/ 3489034 h 3497029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10188 w 4492077"/>
                <a:gd name="csY0" fmla="*/ 3488052 h 3497366"/>
                <a:gd name="csX1" fmla="*/ 1804118 w 4492077"/>
                <a:gd name="csY1" fmla="*/ 1096559 h 3497366"/>
                <a:gd name="csX2" fmla="*/ 2695467 w 4492077"/>
                <a:gd name="csY2" fmla="*/ 264204 h 3497366"/>
                <a:gd name="csX3" fmla="*/ 3752581 w 4492077"/>
                <a:gd name="csY3" fmla="*/ 48166 h 3497366"/>
                <a:gd name="csX4" fmla="*/ 4492077 w 4492077"/>
                <a:gd name="csY4" fmla="*/ 1079800 h 3497366"/>
                <a:gd name="csX5" fmla="*/ 2688616 w 4492077"/>
                <a:gd name="csY5" fmla="*/ 1893718 h 3497366"/>
                <a:gd name="csX6" fmla="*/ 10188 w 4492077"/>
                <a:gd name="csY6" fmla="*/ 3488052 h 3497366"/>
                <a:gd name="csX0" fmla="*/ 10188 w 4492077"/>
                <a:gd name="csY0" fmla="*/ 3488052 h 3500595"/>
                <a:gd name="csX1" fmla="*/ 1804118 w 4492077"/>
                <a:gd name="csY1" fmla="*/ 1096559 h 3500595"/>
                <a:gd name="csX2" fmla="*/ 2695467 w 4492077"/>
                <a:gd name="csY2" fmla="*/ 264204 h 3500595"/>
                <a:gd name="csX3" fmla="*/ 3752581 w 4492077"/>
                <a:gd name="csY3" fmla="*/ 48166 h 3500595"/>
                <a:gd name="csX4" fmla="*/ 4492077 w 4492077"/>
                <a:gd name="csY4" fmla="*/ 1079800 h 3500595"/>
                <a:gd name="csX5" fmla="*/ 2688616 w 4492077"/>
                <a:gd name="csY5" fmla="*/ 1893718 h 3500595"/>
                <a:gd name="csX6" fmla="*/ 10188 w 4492077"/>
                <a:gd name="csY6" fmla="*/ 3488052 h 3500595"/>
                <a:gd name="csX0" fmla="*/ 10188 w 4492077"/>
                <a:gd name="csY0" fmla="*/ 3488052 h 3500888"/>
                <a:gd name="csX1" fmla="*/ 1804118 w 4492077"/>
                <a:gd name="csY1" fmla="*/ 1096559 h 3500888"/>
                <a:gd name="csX2" fmla="*/ 2695467 w 4492077"/>
                <a:gd name="csY2" fmla="*/ 264204 h 3500888"/>
                <a:gd name="csX3" fmla="*/ 3752581 w 4492077"/>
                <a:gd name="csY3" fmla="*/ 48166 h 3500888"/>
                <a:gd name="csX4" fmla="*/ 4492077 w 4492077"/>
                <a:gd name="csY4" fmla="*/ 1079800 h 3500888"/>
                <a:gd name="csX5" fmla="*/ 2688616 w 4492077"/>
                <a:gd name="csY5" fmla="*/ 1893718 h 3500888"/>
                <a:gd name="csX6" fmla="*/ 10188 w 4492077"/>
                <a:gd name="csY6" fmla="*/ 3488052 h 3500888"/>
                <a:gd name="csX0" fmla="*/ 27731 w 3289130"/>
                <a:gd name="csY0" fmla="*/ 2449732 h 2473361"/>
                <a:gd name="csX1" fmla="*/ 601171 w 3289130"/>
                <a:gd name="csY1" fmla="*/ 1096559 h 2473361"/>
                <a:gd name="csX2" fmla="*/ 1492520 w 3289130"/>
                <a:gd name="csY2" fmla="*/ 264204 h 2473361"/>
                <a:gd name="csX3" fmla="*/ 2549634 w 3289130"/>
                <a:gd name="csY3" fmla="*/ 48166 h 2473361"/>
                <a:gd name="csX4" fmla="*/ 3289130 w 3289130"/>
                <a:gd name="csY4" fmla="*/ 1079800 h 2473361"/>
                <a:gd name="csX5" fmla="*/ 1485669 w 3289130"/>
                <a:gd name="csY5" fmla="*/ 1893718 h 2473361"/>
                <a:gd name="csX6" fmla="*/ 27731 w 3289130"/>
                <a:gd name="csY6" fmla="*/ 2449732 h 2473361"/>
                <a:gd name="csX0" fmla="*/ 367 w 3261766"/>
                <a:gd name="csY0" fmla="*/ 2449732 h 2449966"/>
                <a:gd name="csX1" fmla="*/ 573807 w 3261766"/>
                <a:gd name="csY1" fmla="*/ 1096559 h 2449966"/>
                <a:gd name="csX2" fmla="*/ 1465156 w 3261766"/>
                <a:gd name="csY2" fmla="*/ 264204 h 2449966"/>
                <a:gd name="csX3" fmla="*/ 2522270 w 3261766"/>
                <a:gd name="csY3" fmla="*/ 48166 h 2449966"/>
                <a:gd name="csX4" fmla="*/ 3261766 w 3261766"/>
                <a:gd name="csY4" fmla="*/ 1079800 h 2449966"/>
                <a:gd name="csX5" fmla="*/ 1458305 w 3261766"/>
                <a:gd name="csY5" fmla="*/ 1893718 h 2449966"/>
                <a:gd name="csX6" fmla="*/ 367 w 3261766"/>
                <a:gd name="csY6" fmla="*/ 2449732 h 2449966"/>
                <a:gd name="csX0" fmla="*/ 62959 w 3324358"/>
                <a:gd name="csY0" fmla="*/ 2449732 h 2487147"/>
                <a:gd name="csX1" fmla="*/ 636399 w 3324358"/>
                <a:gd name="csY1" fmla="*/ 1096559 h 2487147"/>
                <a:gd name="csX2" fmla="*/ 1527748 w 3324358"/>
                <a:gd name="csY2" fmla="*/ 264204 h 2487147"/>
                <a:gd name="csX3" fmla="*/ 2584862 w 3324358"/>
                <a:gd name="csY3" fmla="*/ 48166 h 2487147"/>
                <a:gd name="csX4" fmla="*/ 3324358 w 3324358"/>
                <a:gd name="csY4" fmla="*/ 1079800 h 2487147"/>
                <a:gd name="csX5" fmla="*/ 1520897 w 3324358"/>
                <a:gd name="csY5" fmla="*/ 1893718 h 2487147"/>
                <a:gd name="csX6" fmla="*/ 62959 w 3324358"/>
                <a:gd name="csY6" fmla="*/ 2449732 h 2487147"/>
                <a:gd name="csX0" fmla="*/ 38478 w 4482813"/>
                <a:gd name="csY0" fmla="*/ 3496425 h 3519813"/>
                <a:gd name="csX1" fmla="*/ 1794854 w 4482813"/>
                <a:gd name="csY1" fmla="*/ 1096559 h 3519813"/>
                <a:gd name="csX2" fmla="*/ 2686203 w 4482813"/>
                <a:gd name="csY2" fmla="*/ 264204 h 3519813"/>
                <a:gd name="csX3" fmla="*/ 3743317 w 4482813"/>
                <a:gd name="csY3" fmla="*/ 48166 h 3519813"/>
                <a:gd name="csX4" fmla="*/ 4482813 w 4482813"/>
                <a:gd name="csY4" fmla="*/ 1079800 h 3519813"/>
                <a:gd name="csX5" fmla="*/ 2679352 w 4482813"/>
                <a:gd name="csY5" fmla="*/ 1893718 h 3519813"/>
                <a:gd name="csX6" fmla="*/ 38478 w 4482813"/>
                <a:gd name="csY6" fmla="*/ 3496425 h 3519813"/>
                <a:gd name="csX0" fmla="*/ 9071 w 4453406"/>
                <a:gd name="csY0" fmla="*/ 3496425 h 3510301"/>
                <a:gd name="csX1" fmla="*/ 1765447 w 4453406"/>
                <a:gd name="csY1" fmla="*/ 1096559 h 3510301"/>
                <a:gd name="csX2" fmla="*/ 2656796 w 4453406"/>
                <a:gd name="csY2" fmla="*/ 264204 h 3510301"/>
                <a:gd name="csX3" fmla="*/ 3713910 w 4453406"/>
                <a:gd name="csY3" fmla="*/ 48166 h 3510301"/>
                <a:gd name="csX4" fmla="*/ 4453406 w 4453406"/>
                <a:gd name="csY4" fmla="*/ 1079800 h 3510301"/>
                <a:gd name="csX5" fmla="*/ 2649945 w 4453406"/>
                <a:gd name="csY5" fmla="*/ 1893718 h 3510301"/>
                <a:gd name="csX6" fmla="*/ 9071 w 4453406"/>
                <a:gd name="csY6" fmla="*/ 3496425 h 3510301"/>
                <a:gd name="csX0" fmla="*/ 9071 w 4453406"/>
                <a:gd name="csY0" fmla="*/ 3496425 h 3512169"/>
                <a:gd name="csX1" fmla="*/ 1765447 w 4453406"/>
                <a:gd name="csY1" fmla="*/ 1096559 h 3512169"/>
                <a:gd name="csX2" fmla="*/ 2656796 w 4453406"/>
                <a:gd name="csY2" fmla="*/ 264204 h 3512169"/>
                <a:gd name="csX3" fmla="*/ 3713910 w 4453406"/>
                <a:gd name="csY3" fmla="*/ 48166 h 3512169"/>
                <a:gd name="csX4" fmla="*/ 4453406 w 4453406"/>
                <a:gd name="csY4" fmla="*/ 1079800 h 3512169"/>
                <a:gd name="csX5" fmla="*/ 2649945 w 4453406"/>
                <a:gd name="csY5" fmla="*/ 1893718 h 3512169"/>
                <a:gd name="csX6" fmla="*/ 9071 w 4453406"/>
                <a:gd name="csY6" fmla="*/ 3496425 h 3512169"/>
                <a:gd name="csX0" fmla="*/ 9640 w 4453975"/>
                <a:gd name="csY0" fmla="*/ 3496425 h 3512169"/>
                <a:gd name="csX1" fmla="*/ 1766016 w 4453975"/>
                <a:gd name="csY1" fmla="*/ 1096559 h 3512169"/>
                <a:gd name="csX2" fmla="*/ 2657365 w 4453975"/>
                <a:gd name="csY2" fmla="*/ 264204 h 3512169"/>
                <a:gd name="csX3" fmla="*/ 3714479 w 4453975"/>
                <a:gd name="csY3" fmla="*/ 48166 h 3512169"/>
                <a:gd name="csX4" fmla="*/ 4453975 w 4453975"/>
                <a:gd name="csY4" fmla="*/ 1079800 h 3512169"/>
                <a:gd name="csX5" fmla="*/ 2650514 w 4453975"/>
                <a:gd name="csY5" fmla="*/ 1893718 h 3512169"/>
                <a:gd name="csX6" fmla="*/ 9640 w 4453975"/>
                <a:gd name="csY6" fmla="*/ 3496425 h 3512169"/>
                <a:gd name="csX0" fmla="*/ 9640 w 4453975"/>
                <a:gd name="csY0" fmla="*/ 3993467 h 4008123"/>
                <a:gd name="csX1" fmla="*/ 1766016 w 4453975"/>
                <a:gd name="csY1" fmla="*/ 1593601 h 4008123"/>
                <a:gd name="csX2" fmla="*/ 2601034 w 4453975"/>
                <a:gd name="csY2" fmla="*/ 41122 h 4008123"/>
                <a:gd name="csX3" fmla="*/ 3714479 w 4453975"/>
                <a:gd name="csY3" fmla="*/ 545208 h 4008123"/>
                <a:gd name="csX4" fmla="*/ 4453975 w 4453975"/>
                <a:gd name="csY4" fmla="*/ 1576842 h 4008123"/>
                <a:gd name="csX5" fmla="*/ 2650514 w 4453975"/>
                <a:gd name="csY5" fmla="*/ 2390760 h 4008123"/>
                <a:gd name="csX6" fmla="*/ 9640 w 4453975"/>
                <a:gd name="csY6" fmla="*/ 3993467 h 4008123"/>
                <a:gd name="csX0" fmla="*/ 9640 w 4453975"/>
                <a:gd name="csY0" fmla="*/ 3952894 h 3967550"/>
                <a:gd name="csX1" fmla="*/ 1766016 w 4453975"/>
                <a:gd name="csY1" fmla="*/ 1553028 h 3967550"/>
                <a:gd name="csX2" fmla="*/ 2601034 w 4453975"/>
                <a:gd name="csY2" fmla="*/ 549 h 3967550"/>
                <a:gd name="csX3" fmla="*/ 3714479 w 4453975"/>
                <a:gd name="csY3" fmla="*/ 504635 h 3967550"/>
                <a:gd name="csX4" fmla="*/ 4453975 w 4453975"/>
                <a:gd name="csY4" fmla="*/ 1536269 h 3967550"/>
                <a:gd name="csX5" fmla="*/ 2650514 w 4453975"/>
                <a:gd name="csY5" fmla="*/ 2350187 h 3967550"/>
                <a:gd name="csX6" fmla="*/ 9640 w 4453975"/>
                <a:gd name="csY6" fmla="*/ 3952894 h 3967550"/>
                <a:gd name="csX0" fmla="*/ 9640 w 4453975"/>
                <a:gd name="csY0" fmla="*/ 3952971 h 3968477"/>
                <a:gd name="csX1" fmla="*/ 1766016 w 4453975"/>
                <a:gd name="csY1" fmla="*/ 1553105 h 3968477"/>
                <a:gd name="csX2" fmla="*/ 2601034 w 4453975"/>
                <a:gd name="csY2" fmla="*/ 626 h 3968477"/>
                <a:gd name="csX3" fmla="*/ 3714479 w 4453975"/>
                <a:gd name="csY3" fmla="*/ 504712 h 3968477"/>
                <a:gd name="csX4" fmla="*/ 4453975 w 4453975"/>
                <a:gd name="csY4" fmla="*/ 1536346 h 3968477"/>
                <a:gd name="csX5" fmla="*/ 2650514 w 4453975"/>
                <a:gd name="csY5" fmla="*/ 2350264 h 3968477"/>
                <a:gd name="csX6" fmla="*/ 9640 w 4453975"/>
                <a:gd name="csY6" fmla="*/ 3952971 h 3968477"/>
                <a:gd name="csX0" fmla="*/ 9640 w 4517542"/>
                <a:gd name="csY0" fmla="*/ 4153948 h 4169453"/>
                <a:gd name="csX1" fmla="*/ 1766016 w 4517542"/>
                <a:gd name="csY1" fmla="*/ 1754082 h 4169453"/>
                <a:gd name="csX2" fmla="*/ 2601034 w 4517542"/>
                <a:gd name="csY2" fmla="*/ 201603 h 4169453"/>
                <a:gd name="csX3" fmla="*/ 4390442 w 4517542"/>
                <a:gd name="csY3" fmla="*/ 186529 h 4169453"/>
                <a:gd name="csX4" fmla="*/ 4453975 w 4517542"/>
                <a:gd name="csY4" fmla="*/ 1737323 h 4169453"/>
                <a:gd name="csX5" fmla="*/ 2650514 w 4517542"/>
                <a:gd name="csY5" fmla="*/ 2551241 h 4169453"/>
                <a:gd name="csX6" fmla="*/ 9640 w 4517542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719798"/>
                <a:gd name="csY0" fmla="*/ 4153948 h 4169453"/>
                <a:gd name="csX1" fmla="*/ 1766016 w 4719798"/>
                <a:gd name="csY1" fmla="*/ 1754082 h 4169453"/>
                <a:gd name="csX2" fmla="*/ 2601034 w 4719798"/>
                <a:gd name="csY2" fmla="*/ 201603 h 4169453"/>
                <a:gd name="csX3" fmla="*/ 4390442 w 4719798"/>
                <a:gd name="csY3" fmla="*/ 186529 h 4169453"/>
                <a:gd name="csX4" fmla="*/ 4453975 w 4719798"/>
                <a:gd name="csY4" fmla="*/ 1737323 h 4169453"/>
                <a:gd name="csX5" fmla="*/ 2650514 w 4719798"/>
                <a:gd name="csY5" fmla="*/ 2551241 h 4169453"/>
                <a:gd name="csX6" fmla="*/ 9640 w 4719798"/>
                <a:gd name="csY6" fmla="*/ 4153948 h 4169453"/>
                <a:gd name="csX0" fmla="*/ 9640 w 4684091"/>
                <a:gd name="csY0" fmla="*/ 4153948 h 4169453"/>
                <a:gd name="csX1" fmla="*/ 1766016 w 4684091"/>
                <a:gd name="csY1" fmla="*/ 1754082 h 4169453"/>
                <a:gd name="csX2" fmla="*/ 2601034 w 4684091"/>
                <a:gd name="csY2" fmla="*/ 201603 h 4169453"/>
                <a:gd name="csX3" fmla="*/ 4390442 w 4684091"/>
                <a:gd name="csY3" fmla="*/ 186529 h 4169453"/>
                <a:gd name="csX4" fmla="*/ 4453975 w 4684091"/>
                <a:gd name="csY4" fmla="*/ 1737323 h 4169453"/>
                <a:gd name="csX5" fmla="*/ 2650514 w 4684091"/>
                <a:gd name="csY5" fmla="*/ 2551241 h 4169453"/>
                <a:gd name="csX6" fmla="*/ 9640 w 4684091"/>
                <a:gd name="csY6" fmla="*/ 4153948 h 4169453"/>
                <a:gd name="csX0" fmla="*/ 9640 w 4747938"/>
                <a:gd name="csY0" fmla="*/ 4153948 h 4169453"/>
                <a:gd name="csX1" fmla="*/ 1766016 w 4747938"/>
                <a:gd name="csY1" fmla="*/ 1754082 h 4169453"/>
                <a:gd name="csX2" fmla="*/ 2601034 w 4747938"/>
                <a:gd name="csY2" fmla="*/ 201603 h 4169453"/>
                <a:gd name="csX3" fmla="*/ 4390442 w 4747938"/>
                <a:gd name="csY3" fmla="*/ 186529 h 4169453"/>
                <a:gd name="csX4" fmla="*/ 4453975 w 4747938"/>
                <a:gd name="csY4" fmla="*/ 1737323 h 4169453"/>
                <a:gd name="csX5" fmla="*/ 2650514 w 4747938"/>
                <a:gd name="csY5" fmla="*/ 2551241 h 4169453"/>
                <a:gd name="csX6" fmla="*/ 9640 w 4747938"/>
                <a:gd name="csY6" fmla="*/ 4153948 h 4169453"/>
                <a:gd name="csX0" fmla="*/ 9640 w 4747938"/>
                <a:gd name="csY0" fmla="*/ 4205765 h 4221270"/>
                <a:gd name="csX1" fmla="*/ 1766016 w 4747938"/>
                <a:gd name="csY1" fmla="*/ 1805899 h 4221270"/>
                <a:gd name="csX2" fmla="*/ 2601034 w 4747938"/>
                <a:gd name="csY2" fmla="*/ 253420 h 4221270"/>
                <a:gd name="csX3" fmla="*/ 4390442 w 4747938"/>
                <a:gd name="csY3" fmla="*/ 238346 h 4221270"/>
                <a:gd name="csX4" fmla="*/ 4453975 w 4747938"/>
                <a:gd name="csY4" fmla="*/ 1789140 h 4221270"/>
                <a:gd name="csX5" fmla="*/ 2650514 w 4747938"/>
                <a:gd name="csY5" fmla="*/ 2603058 h 4221270"/>
                <a:gd name="csX6" fmla="*/ 9640 w 4747938"/>
                <a:gd name="csY6" fmla="*/ 4205765 h 4221270"/>
                <a:gd name="csX0" fmla="*/ 9640 w 4769359"/>
                <a:gd name="csY0" fmla="*/ 4189897 h 4205402"/>
                <a:gd name="csX1" fmla="*/ 1766016 w 4769359"/>
                <a:gd name="csY1" fmla="*/ 1790031 h 4205402"/>
                <a:gd name="csX2" fmla="*/ 2601034 w 4769359"/>
                <a:gd name="csY2" fmla="*/ 237552 h 4205402"/>
                <a:gd name="csX3" fmla="*/ 4446772 w 4769359"/>
                <a:gd name="csY3" fmla="*/ 163863 h 4205402"/>
                <a:gd name="csX4" fmla="*/ 4453975 w 4769359"/>
                <a:gd name="csY4" fmla="*/ 1773272 h 4205402"/>
                <a:gd name="csX5" fmla="*/ 2650514 w 4769359"/>
                <a:gd name="csY5" fmla="*/ 2587190 h 4205402"/>
                <a:gd name="csX6" fmla="*/ 9640 w 4769359"/>
                <a:gd name="csY6" fmla="*/ 4189897 h 4205402"/>
                <a:gd name="csX0" fmla="*/ 9640 w 4747938"/>
                <a:gd name="csY0" fmla="*/ 4212142 h 4227647"/>
                <a:gd name="csX1" fmla="*/ 1766016 w 4747938"/>
                <a:gd name="csY1" fmla="*/ 1812276 h 4227647"/>
                <a:gd name="csX2" fmla="*/ 2601034 w 4747938"/>
                <a:gd name="csY2" fmla="*/ 259797 h 4227647"/>
                <a:gd name="csX3" fmla="*/ 4390441 w 4747938"/>
                <a:gd name="csY3" fmla="*/ 152614 h 4227647"/>
                <a:gd name="csX4" fmla="*/ 4453975 w 4747938"/>
                <a:gd name="csY4" fmla="*/ 1795517 h 4227647"/>
                <a:gd name="csX5" fmla="*/ 2650514 w 4747938"/>
                <a:gd name="csY5" fmla="*/ 2609435 h 4227647"/>
                <a:gd name="csX6" fmla="*/ 9640 w 4747938"/>
                <a:gd name="csY6" fmla="*/ 4212142 h 4227647"/>
                <a:gd name="csX0" fmla="*/ 8567 w 4746865"/>
                <a:gd name="csY0" fmla="*/ 4212143 h 4219435"/>
                <a:gd name="csX1" fmla="*/ 1745271 w 4746865"/>
                <a:gd name="csY1" fmla="*/ 1812279 h 4219435"/>
                <a:gd name="csX2" fmla="*/ 2599961 w 4746865"/>
                <a:gd name="csY2" fmla="*/ 259798 h 4219435"/>
                <a:gd name="csX3" fmla="*/ 4389368 w 4746865"/>
                <a:gd name="csY3" fmla="*/ 152615 h 4219435"/>
                <a:gd name="csX4" fmla="*/ 4452902 w 4746865"/>
                <a:gd name="csY4" fmla="*/ 1795518 h 4219435"/>
                <a:gd name="csX5" fmla="*/ 2649441 w 4746865"/>
                <a:gd name="csY5" fmla="*/ 2609436 h 4219435"/>
                <a:gd name="csX6" fmla="*/ 8567 w 4746865"/>
                <a:gd name="csY6" fmla="*/ 4212143 h 4219435"/>
                <a:gd name="csX0" fmla="*/ 8451 w 4746749"/>
                <a:gd name="csY0" fmla="*/ 4212143 h 4219813"/>
                <a:gd name="csX1" fmla="*/ 1745155 w 4746749"/>
                <a:gd name="csY1" fmla="*/ 1812279 h 4219813"/>
                <a:gd name="csX2" fmla="*/ 2599845 w 4746749"/>
                <a:gd name="csY2" fmla="*/ 259798 h 4219813"/>
                <a:gd name="csX3" fmla="*/ 4389252 w 4746749"/>
                <a:gd name="csY3" fmla="*/ 152615 h 4219813"/>
                <a:gd name="csX4" fmla="*/ 4452786 w 4746749"/>
                <a:gd name="csY4" fmla="*/ 1795518 h 4219813"/>
                <a:gd name="csX5" fmla="*/ 2642769 w 4746749"/>
                <a:gd name="csY5" fmla="*/ 2626986 h 4219813"/>
                <a:gd name="csX6" fmla="*/ 8451 w 4746749"/>
                <a:gd name="csY6" fmla="*/ 4212143 h 4219813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594 w 4746892"/>
                <a:gd name="csY0" fmla="*/ 4213311 h 4220527"/>
                <a:gd name="csX1" fmla="*/ 1738740 w 4746892"/>
                <a:gd name="csY1" fmla="*/ 1836843 h 4220527"/>
                <a:gd name="csX2" fmla="*/ 2599988 w 4746892"/>
                <a:gd name="csY2" fmla="*/ 260966 h 4220527"/>
                <a:gd name="csX3" fmla="*/ 4389395 w 4746892"/>
                <a:gd name="csY3" fmla="*/ 153783 h 4220527"/>
                <a:gd name="csX4" fmla="*/ 4452929 w 4746892"/>
                <a:gd name="csY4" fmla="*/ 1796686 h 4220527"/>
                <a:gd name="csX5" fmla="*/ 2642912 w 4746892"/>
                <a:gd name="csY5" fmla="*/ 2628154 h 4220527"/>
                <a:gd name="csX6" fmla="*/ 8594 w 4746892"/>
                <a:gd name="csY6" fmla="*/ 4213311 h 4220527"/>
                <a:gd name="csX0" fmla="*/ 8594 w 4693867"/>
                <a:gd name="csY0" fmla="*/ 4136922 h 4144138"/>
                <a:gd name="csX1" fmla="*/ 1738740 w 4693867"/>
                <a:gd name="csY1" fmla="*/ 1760454 h 4144138"/>
                <a:gd name="csX2" fmla="*/ 2599988 w 4693867"/>
                <a:gd name="csY2" fmla="*/ 184577 h 4144138"/>
                <a:gd name="csX3" fmla="*/ 4389395 w 4693867"/>
                <a:gd name="csY3" fmla="*/ 77394 h 4144138"/>
                <a:gd name="csX4" fmla="*/ 4452929 w 4693867"/>
                <a:gd name="csY4" fmla="*/ 1720297 h 4144138"/>
                <a:gd name="csX5" fmla="*/ 2642912 w 4693867"/>
                <a:gd name="csY5" fmla="*/ 2551765 h 4144138"/>
                <a:gd name="csX6" fmla="*/ 8594 w 4693867"/>
                <a:gd name="csY6" fmla="*/ 4136922 h 4144138"/>
                <a:gd name="csX0" fmla="*/ 8594 w 4699247"/>
                <a:gd name="csY0" fmla="*/ 4098901 h 4106117"/>
                <a:gd name="csX1" fmla="*/ 1738740 w 4699247"/>
                <a:gd name="csY1" fmla="*/ 1722433 h 4106117"/>
                <a:gd name="csX2" fmla="*/ 2599988 w 4699247"/>
                <a:gd name="csY2" fmla="*/ 146556 h 4106117"/>
                <a:gd name="csX3" fmla="*/ 4409070 w 4699247"/>
                <a:gd name="csY3" fmla="*/ 115412 h 4106117"/>
                <a:gd name="csX4" fmla="*/ 4452929 w 4699247"/>
                <a:gd name="csY4" fmla="*/ 1682276 h 4106117"/>
                <a:gd name="csX5" fmla="*/ 2642912 w 4699247"/>
                <a:gd name="csY5" fmla="*/ 2513744 h 4106117"/>
                <a:gd name="csX6" fmla="*/ 8594 w 4699247"/>
                <a:gd name="csY6" fmla="*/ 4098901 h 4106117"/>
                <a:gd name="csX0" fmla="*/ 8594 w 4703971"/>
                <a:gd name="csY0" fmla="*/ 4107920 h 4115136"/>
                <a:gd name="csX1" fmla="*/ 1738740 w 4703971"/>
                <a:gd name="csY1" fmla="*/ 1731452 h 4115136"/>
                <a:gd name="csX2" fmla="*/ 2599988 w 4703971"/>
                <a:gd name="csY2" fmla="*/ 155575 h 4115136"/>
                <a:gd name="csX3" fmla="*/ 4409070 w 4703971"/>
                <a:gd name="csY3" fmla="*/ 124431 h 4115136"/>
                <a:gd name="csX4" fmla="*/ 4452929 w 4703971"/>
                <a:gd name="csY4" fmla="*/ 1691295 h 4115136"/>
                <a:gd name="csX5" fmla="*/ 2642912 w 4703971"/>
                <a:gd name="csY5" fmla="*/ 2522763 h 4115136"/>
                <a:gd name="csX6" fmla="*/ 8594 w 4703971"/>
                <a:gd name="csY6" fmla="*/ 4107920 h 4115136"/>
                <a:gd name="csX0" fmla="*/ 8594 w 4703971"/>
                <a:gd name="csY0" fmla="*/ 4195888 h 4203104"/>
                <a:gd name="csX1" fmla="*/ 1738740 w 4703971"/>
                <a:gd name="csY1" fmla="*/ 1819420 h 4203104"/>
                <a:gd name="csX2" fmla="*/ 2599988 w 4703971"/>
                <a:gd name="csY2" fmla="*/ 243543 h 4203104"/>
                <a:gd name="csX3" fmla="*/ 4409070 w 4703971"/>
                <a:gd name="csY3" fmla="*/ 212399 h 4203104"/>
                <a:gd name="csX4" fmla="*/ 4452929 w 4703971"/>
                <a:gd name="csY4" fmla="*/ 1779263 h 4203104"/>
                <a:gd name="csX5" fmla="*/ 2642912 w 4703971"/>
                <a:gd name="csY5" fmla="*/ 2610731 h 4203104"/>
                <a:gd name="csX6" fmla="*/ 8594 w 4703971"/>
                <a:gd name="csY6" fmla="*/ 4195888 h 4203104"/>
                <a:gd name="csX0" fmla="*/ 8594 w 4703971"/>
                <a:gd name="csY0" fmla="*/ 4213778 h 4220994"/>
                <a:gd name="csX1" fmla="*/ 1738740 w 4703971"/>
                <a:gd name="csY1" fmla="*/ 1837310 h 4220994"/>
                <a:gd name="csX2" fmla="*/ 2599988 w 4703971"/>
                <a:gd name="csY2" fmla="*/ 261433 h 4220994"/>
                <a:gd name="csX3" fmla="*/ 4409070 w 4703971"/>
                <a:gd name="csY3" fmla="*/ 230289 h 4220994"/>
                <a:gd name="csX4" fmla="*/ 4452929 w 4703971"/>
                <a:gd name="csY4" fmla="*/ 1797153 h 4220994"/>
                <a:gd name="csX5" fmla="*/ 2642912 w 4703971"/>
                <a:gd name="csY5" fmla="*/ 2628621 h 4220994"/>
                <a:gd name="csX6" fmla="*/ 8594 w 4703971"/>
                <a:gd name="csY6" fmla="*/ 4213778 h 4220994"/>
                <a:gd name="csX0" fmla="*/ 8594 w 4855548"/>
                <a:gd name="csY0" fmla="*/ 4390510 h 4397726"/>
                <a:gd name="csX1" fmla="*/ 1738740 w 4855548"/>
                <a:gd name="csY1" fmla="*/ 2014042 h 4397726"/>
                <a:gd name="csX2" fmla="*/ 2599988 w 4855548"/>
                <a:gd name="csY2" fmla="*/ 438165 h 4397726"/>
                <a:gd name="csX3" fmla="*/ 4756647 w 4855548"/>
                <a:gd name="csY3" fmla="*/ 26825 h 4397726"/>
                <a:gd name="csX4" fmla="*/ 4452929 w 4855548"/>
                <a:gd name="csY4" fmla="*/ 1973885 h 4397726"/>
                <a:gd name="csX5" fmla="*/ 2642912 w 4855548"/>
                <a:gd name="csY5" fmla="*/ 2805353 h 4397726"/>
                <a:gd name="csX6" fmla="*/ 8594 w 4855548"/>
                <a:gd name="csY6" fmla="*/ 4390510 h 4397726"/>
                <a:gd name="csX0" fmla="*/ 8594 w 5018748"/>
                <a:gd name="csY0" fmla="*/ 4545598 h 4552814"/>
                <a:gd name="csX1" fmla="*/ 1738740 w 5018748"/>
                <a:gd name="csY1" fmla="*/ 2169130 h 4552814"/>
                <a:gd name="csX2" fmla="*/ 2599988 w 5018748"/>
                <a:gd name="csY2" fmla="*/ 593253 h 4552814"/>
                <a:gd name="csX3" fmla="*/ 4973062 w 5018748"/>
                <a:gd name="csY3" fmla="*/ 18136 h 4552814"/>
                <a:gd name="csX4" fmla="*/ 4452929 w 5018748"/>
                <a:gd name="csY4" fmla="*/ 2128973 h 4552814"/>
                <a:gd name="csX5" fmla="*/ 2642912 w 5018748"/>
                <a:gd name="csY5" fmla="*/ 2960441 h 4552814"/>
                <a:gd name="csX6" fmla="*/ 8594 w 5018748"/>
                <a:gd name="csY6" fmla="*/ 4545598 h 4552814"/>
                <a:gd name="csX0" fmla="*/ 8594 w 5002691"/>
                <a:gd name="csY0" fmla="*/ 4537753 h 4544969"/>
                <a:gd name="csX1" fmla="*/ 1738740 w 5002691"/>
                <a:gd name="csY1" fmla="*/ 2161285 h 4544969"/>
                <a:gd name="csX2" fmla="*/ 2599988 w 5002691"/>
                <a:gd name="csY2" fmla="*/ 585408 h 4544969"/>
                <a:gd name="csX3" fmla="*/ 4973062 w 5002691"/>
                <a:gd name="csY3" fmla="*/ 10291 h 4544969"/>
                <a:gd name="csX4" fmla="*/ 4452929 w 5002691"/>
                <a:gd name="csY4" fmla="*/ 2121128 h 4544969"/>
                <a:gd name="csX5" fmla="*/ 2642912 w 5002691"/>
                <a:gd name="csY5" fmla="*/ 2952596 h 4544969"/>
                <a:gd name="csX6" fmla="*/ 8594 w 5002691"/>
                <a:gd name="csY6" fmla="*/ 4537753 h 4544969"/>
                <a:gd name="csX0" fmla="*/ 8594 w 4705059"/>
                <a:gd name="csY0" fmla="*/ 4122711 h 4129927"/>
                <a:gd name="csX1" fmla="*/ 1738740 w 4705059"/>
                <a:gd name="csY1" fmla="*/ 1746243 h 4129927"/>
                <a:gd name="csX2" fmla="*/ 2599988 w 4705059"/>
                <a:gd name="csY2" fmla="*/ 170366 h 4129927"/>
                <a:gd name="csX3" fmla="*/ 4446032 w 4705059"/>
                <a:gd name="csY3" fmla="*/ 89415 h 4129927"/>
                <a:gd name="csX4" fmla="*/ 4452929 w 4705059"/>
                <a:gd name="csY4" fmla="*/ 1706086 h 4129927"/>
                <a:gd name="csX5" fmla="*/ 2642912 w 4705059"/>
                <a:gd name="csY5" fmla="*/ 2537554 h 4129927"/>
                <a:gd name="csX6" fmla="*/ 8594 w 4705059"/>
                <a:gd name="csY6" fmla="*/ 4122711 h 4129927"/>
                <a:gd name="csX0" fmla="*/ 8594 w 4596663"/>
                <a:gd name="csY0" fmla="*/ 4215533 h 4224499"/>
                <a:gd name="csX1" fmla="*/ 1738740 w 4596663"/>
                <a:gd name="csY1" fmla="*/ 1839065 h 4224499"/>
                <a:gd name="csX2" fmla="*/ 2599988 w 4596663"/>
                <a:gd name="csY2" fmla="*/ 263188 h 4224499"/>
                <a:gd name="csX3" fmla="*/ 4446032 w 4596663"/>
                <a:gd name="csY3" fmla="*/ 182237 h 4224499"/>
                <a:gd name="csX4" fmla="*/ 4129398 w 4596663"/>
                <a:gd name="csY4" fmla="*/ 2079669 h 4224499"/>
                <a:gd name="csX5" fmla="*/ 2642912 w 4596663"/>
                <a:gd name="csY5" fmla="*/ 2630376 h 4224499"/>
                <a:gd name="csX6" fmla="*/ 8594 w 4596663"/>
                <a:gd name="csY6" fmla="*/ 4215533 h 4224499"/>
                <a:gd name="csX0" fmla="*/ 10635 w 4618520"/>
                <a:gd name="csY0" fmla="*/ 4140860 h 4149826"/>
                <a:gd name="csX1" fmla="*/ 1740781 w 4618520"/>
                <a:gd name="csY1" fmla="*/ 1764392 h 4149826"/>
                <a:gd name="csX2" fmla="*/ 2330962 w 4618520"/>
                <a:gd name="csY2" fmla="*/ 399085 h 4149826"/>
                <a:gd name="csX3" fmla="*/ 4448073 w 4618520"/>
                <a:gd name="csY3" fmla="*/ 107564 h 4149826"/>
                <a:gd name="csX4" fmla="*/ 4131439 w 4618520"/>
                <a:gd name="csY4" fmla="*/ 2004996 h 4149826"/>
                <a:gd name="csX5" fmla="*/ 2644953 w 4618520"/>
                <a:gd name="csY5" fmla="*/ 2555703 h 4149826"/>
                <a:gd name="csX6" fmla="*/ 10635 w 4618520"/>
                <a:gd name="csY6" fmla="*/ 4140860 h 4149826"/>
                <a:gd name="csX0" fmla="*/ 2473 w 4610358"/>
                <a:gd name="csY0" fmla="*/ 4148168 h 4152706"/>
                <a:gd name="csX1" fmla="*/ 2161081 w 4610358"/>
                <a:gd name="csY1" fmla="*/ 2013468 h 4152706"/>
                <a:gd name="csX2" fmla="*/ 2322800 w 4610358"/>
                <a:gd name="csY2" fmla="*/ 406393 h 4152706"/>
                <a:gd name="csX3" fmla="*/ 4439911 w 4610358"/>
                <a:gd name="csY3" fmla="*/ 114872 h 4152706"/>
                <a:gd name="csX4" fmla="*/ 4123277 w 4610358"/>
                <a:gd name="csY4" fmla="*/ 2012304 h 4152706"/>
                <a:gd name="csX5" fmla="*/ 2636791 w 4610358"/>
                <a:gd name="csY5" fmla="*/ 2563011 h 4152706"/>
                <a:gd name="csX6" fmla="*/ 2473 w 4610358"/>
                <a:gd name="csY6" fmla="*/ 4148168 h 4152706"/>
                <a:gd name="csX0" fmla="*/ 400 w 4608285"/>
                <a:gd name="csY0" fmla="*/ 4148168 h 4148397"/>
                <a:gd name="csX1" fmla="*/ 2159008 w 4608285"/>
                <a:gd name="csY1" fmla="*/ 2013468 h 4148397"/>
                <a:gd name="csX2" fmla="*/ 2320727 w 4608285"/>
                <a:gd name="csY2" fmla="*/ 406393 h 4148397"/>
                <a:gd name="csX3" fmla="*/ 4437838 w 4608285"/>
                <a:gd name="csY3" fmla="*/ 114872 h 4148397"/>
                <a:gd name="csX4" fmla="*/ 4121204 w 4608285"/>
                <a:gd name="csY4" fmla="*/ 2012304 h 4148397"/>
                <a:gd name="csX5" fmla="*/ 2346163 w 4608285"/>
                <a:gd name="csY5" fmla="*/ 2149669 h 4148397"/>
                <a:gd name="csX6" fmla="*/ 400 w 4608285"/>
                <a:gd name="csY6" fmla="*/ 4148168 h 4148397"/>
                <a:gd name="csX0" fmla="*/ 400 w 4547161"/>
                <a:gd name="csY0" fmla="*/ 4069645 h 4069874"/>
                <a:gd name="csX1" fmla="*/ 2159008 w 4547161"/>
                <a:gd name="csY1" fmla="*/ 1934945 h 4069874"/>
                <a:gd name="csX2" fmla="*/ 2320727 w 4547161"/>
                <a:gd name="csY2" fmla="*/ 327870 h 4069874"/>
                <a:gd name="csX3" fmla="*/ 4437838 w 4547161"/>
                <a:gd name="csY3" fmla="*/ 36349 h 4069874"/>
                <a:gd name="csX4" fmla="*/ 4121204 w 4547161"/>
                <a:gd name="csY4" fmla="*/ 1933781 h 4069874"/>
                <a:gd name="csX5" fmla="*/ 2346163 w 4547161"/>
                <a:gd name="csY5" fmla="*/ 2071146 h 4069874"/>
                <a:gd name="csX6" fmla="*/ 400 w 4547161"/>
                <a:gd name="csY6" fmla="*/ 4069645 h 4069874"/>
                <a:gd name="csX0" fmla="*/ 536 w 3991476"/>
                <a:gd name="csY0" fmla="*/ 3539321 h 3539632"/>
                <a:gd name="csX1" fmla="*/ 1603323 w 3991476"/>
                <a:gd name="csY1" fmla="*/ 1934945 h 3539632"/>
                <a:gd name="csX2" fmla="*/ 1765042 w 3991476"/>
                <a:gd name="csY2" fmla="*/ 327870 h 3539632"/>
                <a:gd name="csX3" fmla="*/ 3882153 w 3991476"/>
                <a:gd name="csY3" fmla="*/ 36349 h 3539632"/>
                <a:gd name="csX4" fmla="*/ 3565519 w 3991476"/>
                <a:gd name="csY4" fmla="*/ 1933781 h 3539632"/>
                <a:gd name="csX5" fmla="*/ 1790478 w 3991476"/>
                <a:gd name="csY5" fmla="*/ 2071146 h 3539632"/>
                <a:gd name="csX6" fmla="*/ 536 w 3991476"/>
                <a:gd name="csY6" fmla="*/ 3539321 h 3539632"/>
                <a:gd name="csX0" fmla="*/ 527 w 4017318"/>
                <a:gd name="csY0" fmla="*/ 3573908 h 3574212"/>
                <a:gd name="csX1" fmla="*/ 1629165 w 4017318"/>
                <a:gd name="csY1" fmla="*/ 1934945 h 3574212"/>
                <a:gd name="csX2" fmla="*/ 1790884 w 4017318"/>
                <a:gd name="csY2" fmla="*/ 327870 h 3574212"/>
                <a:gd name="csX3" fmla="*/ 3907995 w 4017318"/>
                <a:gd name="csY3" fmla="*/ 36349 h 3574212"/>
                <a:gd name="csX4" fmla="*/ 3591361 w 4017318"/>
                <a:gd name="csY4" fmla="*/ 1933781 h 3574212"/>
                <a:gd name="csX5" fmla="*/ 1816320 w 4017318"/>
                <a:gd name="csY5" fmla="*/ 2071146 h 3574212"/>
                <a:gd name="csX6" fmla="*/ 527 w 4017318"/>
                <a:gd name="csY6" fmla="*/ 3573908 h 3574212"/>
                <a:gd name="csX0" fmla="*/ 3641 w 4020432"/>
                <a:gd name="csY0" fmla="*/ 3573908 h 3577567"/>
                <a:gd name="csX1" fmla="*/ 1632279 w 4020432"/>
                <a:gd name="csY1" fmla="*/ 1934945 h 3577567"/>
                <a:gd name="csX2" fmla="*/ 1793998 w 4020432"/>
                <a:gd name="csY2" fmla="*/ 327870 h 3577567"/>
                <a:gd name="csX3" fmla="*/ 3911109 w 4020432"/>
                <a:gd name="csY3" fmla="*/ 36349 h 3577567"/>
                <a:gd name="csX4" fmla="*/ 3594475 w 4020432"/>
                <a:gd name="csY4" fmla="*/ 1933781 h 3577567"/>
                <a:gd name="csX5" fmla="*/ 1819434 w 4020432"/>
                <a:gd name="csY5" fmla="*/ 2071146 h 3577567"/>
                <a:gd name="csX6" fmla="*/ 3641 w 4020432"/>
                <a:gd name="csY6" fmla="*/ 3573908 h 3577567"/>
                <a:gd name="csX0" fmla="*/ 11923 w 4028714"/>
                <a:gd name="csY0" fmla="*/ 3573908 h 3583559"/>
                <a:gd name="csX1" fmla="*/ 1640561 w 4028714"/>
                <a:gd name="csY1" fmla="*/ 1934945 h 3583559"/>
                <a:gd name="csX2" fmla="*/ 1802280 w 4028714"/>
                <a:gd name="csY2" fmla="*/ 327870 h 3583559"/>
                <a:gd name="csX3" fmla="*/ 3919391 w 4028714"/>
                <a:gd name="csY3" fmla="*/ 36349 h 3583559"/>
                <a:gd name="csX4" fmla="*/ 3602757 w 4028714"/>
                <a:gd name="csY4" fmla="*/ 1933781 h 3583559"/>
                <a:gd name="csX5" fmla="*/ 1827716 w 4028714"/>
                <a:gd name="csY5" fmla="*/ 2071146 h 3583559"/>
                <a:gd name="csX6" fmla="*/ 11923 w 4028714"/>
                <a:gd name="csY6" fmla="*/ 3573908 h 3583559"/>
                <a:gd name="csX0" fmla="*/ 1130 w 4017921"/>
                <a:gd name="csY0" fmla="*/ 3573908 h 3577714"/>
                <a:gd name="csX1" fmla="*/ 1629768 w 4017921"/>
                <a:gd name="csY1" fmla="*/ 1934945 h 3577714"/>
                <a:gd name="csX2" fmla="*/ 1791487 w 4017921"/>
                <a:gd name="csY2" fmla="*/ 327870 h 3577714"/>
                <a:gd name="csX3" fmla="*/ 3908598 w 4017921"/>
                <a:gd name="csY3" fmla="*/ 36349 h 3577714"/>
                <a:gd name="csX4" fmla="*/ 3591964 w 4017921"/>
                <a:gd name="csY4" fmla="*/ 1933781 h 3577714"/>
                <a:gd name="csX5" fmla="*/ 1906115 w 4017921"/>
                <a:gd name="csY5" fmla="*/ 2373434 h 3577714"/>
                <a:gd name="csX6" fmla="*/ 1130 w 4017921"/>
                <a:gd name="csY6" fmla="*/ 3573908 h 3577714"/>
                <a:gd name="csX0" fmla="*/ 434 w 4017225"/>
                <a:gd name="csY0" fmla="*/ 3573908 h 3574428"/>
                <a:gd name="csX1" fmla="*/ 1629072 w 4017225"/>
                <a:gd name="csY1" fmla="*/ 1934945 h 3574428"/>
                <a:gd name="csX2" fmla="*/ 1790791 w 4017225"/>
                <a:gd name="csY2" fmla="*/ 327870 h 3574428"/>
                <a:gd name="csX3" fmla="*/ 3907902 w 4017225"/>
                <a:gd name="csY3" fmla="*/ 36349 h 3574428"/>
                <a:gd name="csX4" fmla="*/ 3591268 w 4017225"/>
                <a:gd name="csY4" fmla="*/ 1933781 h 3574428"/>
                <a:gd name="csX5" fmla="*/ 1798394 w 4017225"/>
                <a:gd name="csY5" fmla="*/ 2110926 h 3574428"/>
                <a:gd name="csX6" fmla="*/ 434 w 4017225"/>
                <a:gd name="csY6" fmla="*/ 3573908 h 3574428"/>
                <a:gd name="csX0" fmla="*/ 434 w 4017225"/>
                <a:gd name="csY0" fmla="*/ 3573908 h 3574310"/>
                <a:gd name="csX1" fmla="*/ 1629072 w 4017225"/>
                <a:gd name="csY1" fmla="*/ 1934945 h 3574310"/>
                <a:gd name="csX2" fmla="*/ 1790791 w 4017225"/>
                <a:gd name="csY2" fmla="*/ 327870 h 3574310"/>
                <a:gd name="csX3" fmla="*/ 3907902 w 4017225"/>
                <a:gd name="csY3" fmla="*/ 36349 h 3574310"/>
                <a:gd name="csX4" fmla="*/ 3591268 w 4017225"/>
                <a:gd name="csY4" fmla="*/ 1933781 h 3574310"/>
                <a:gd name="csX5" fmla="*/ 1798394 w 4017225"/>
                <a:gd name="csY5" fmla="*/ 2110926 h 3574310"/>
                <a:gd name="csX6" fmla="*/ 434 w 4017225"/>
                <a:gd name="csY6" fmla="*/ 3573908 h 3574310"/>
                <a:gd name="csX0" fmla="*/ 434 w 4017225"/>
                <a:gd name="csY0" fmla="*/ 3573908 h 3576627"/>
                <a:gd name="csX1" fmla="*/ 1629072 w 4017225"/>
                <a:gd name="csY1" fmla="*/ 1934945 h 3576627"/>
                <a:gd name="csX2" fmla="*/ 1790791 w 4017225"/>
                <a:gd name="csY2" fmla="*/ 327870 h 3576627"/>
                <a:gd name="csX3" fmla="*/ 3907902 w 4017225"/>
                <a:gd name="csY3" fmla="*/ 36349 h 3576627"/>
                <a:gd name="csX4" fmla="*/ 3591268 w 4017225"/>
                <a:gd name="csY4" fmla="*/ 1933781 h 3576627"/>
                <a:gd name="csX5" fmla="*/ 1798395 w 4017225"/>
                <a:gd name="csY5" fmla="*/ 2365482 h 3576627"/>
                <a:gd name="csX6" fmla="*/ 434 w 4017225"/>
                <a:gd name="csY6" fmla="*/ 3573908 h 3576627"/>
                <a:gd name="csX0" fmla="*/ 434 w 4017225"/>
                <a:gd name="csY0" fmla="*/ 3573908 h 3576355"/>
                <a:gd name="csX1" fmla="*/ 1629072 w 4017225"/>
                <a:gd name="csY1" fmla="*/ 1934945 h 3576355"/>
                <a:gd name="csX2" fmla="*/ 1790791 w 4017225"/>
                <a:gd name="csY2" fmla="*/ 327870 h 3576355"/>
                <a:gd name="csX3" fmla="*/ 3907902 w 4017225"/>
                <a:gd name="csY3" fmla="*/ 36349 h 3576355"/>
                <a:gd name="csX4" fmla="*/ 3591268 w 4017225"/>
                <a:gd name="csY4" fmla="*/ 1933781 h 3576355"/>
                <a:gd name="csX5" fmla="*/ 1798395 w 4017225"/>
                <a:gd name="csY5" fmla="*/ 2365482 h 3576355"/>
                <a:gd name="csX6" fmla="*/ 434 w 4017225"/>
                <a:gd name="csY6" fmla="*/ 3573908 h 3576355"/>
                <a:gd name="csX0" fmla="*/ 434 w 4017225"/>
                <a:gd name="csY0" fmla="*/ 3573908 h 3583502"/>
                <a:gd name="csX1" fmla="*/ 1629072 w 4017225"/>
                <a:gd name="csY1" fmla="*/ 1934945 h 3583502"/>
                <a:gd name="csX2" fmla="*/ 1790791 w 4017225"/>
                <a:gd name="csY2" fmla="*/ 327870 h 3583502"/>
                <a:gd name="csX3" fmla="*/ 3907902 w 4017225"/>
                <a:gd name="csY3" fmla="*/ 36349 h 3583502"/>
                <a:gd name="csX4" fmla="*/ 3591268 w 4017225"/>
                <a:gd name="csY4" fmla="*/ 1933781 h 3583502"/>
                <a:gd name="csX5" fmla="*/ 1798396 w 4017225"/>
                <a:gd name="csY5" fmla="*/ 2715497 h 3583502"/>
                <a:gd name="csX6" fmla="*/ 434 w 4017225"/>
                <a:gd name="csY6" fmla="*/ 3573908 h 3583502"/>
                <a:gd name="csX0" fmla="*/ 20204 w 4036995"/>
                <a:gd name="csY0" fmla="*/ 3574326 h 3583563"/>
                <a:gd name="csX1" fmla="*/ 908564 w 4036995"/>
                <a:gd name="csY1" fmla="*/ 1951275 h 3583563"/>
                <a:gd name="csX2" fmla="*/ 1810561 w 4036995"/>
                <a:gd name="csY2" fmla="*/ 328288 h 3583563"/>
                <a:gd name="csX3" fmla="*/ 3927672 w 4036995"/>
                <a:gd name="csY3" fmla="*/ 36767 h 3583563"/>
                <a:gd name="csX4" fmla="*/ 3611038 w 4036995"/>
                <a:gd name="csY4" fmla="*/ 1934199 h 3583563"/>
                <a:gd name="csX5" fmla="*/ 1818166 w 4036995"/>
                <a:gd name="csY5" fmla="*/ 2715915 h 3583563"/>
                <a:gd name="csX6" fmla="*/ 20204 w 4036995"/>
                <a:gd name="csY6" fmla="*/ 3574326 h 3583563"/>
                <a:gd name="csX0" fmla="*/ 12549 w 4029340"/>
                <a:gd name="csY0" fmla="*/ 3574326 h 3583563"/>
                <a:gd name="csX1" fmla="*/ 900909 w 4029340"/>
                <a:gd name="csY1" fmla="*/ 1951275 h 3583563"/>
                <a:gd name="csX2" fmla="*/ 1802906 w 4029340"/>
                <a:gd name="csY2" fmla="*/ 328288 h 3583563"/>
                <a:gd name="csX3" fmla="*/ 3920017 w 4029340"/>
                <a:gd name="csY3" fmla="*/ 36767 h 3583563"/>
                <a:gd name="csX4" fmla="*/ 3603383 w 4029340"/>
                <a:gd name="csY4" fmla="*/ 1934199 h 3583563"/>
                <a:gd name="csX5" fmla="*/ 1810511 w 4029340"/>
                <a:gd name="csY5" fmla="*/ 2715915 h 3583563"/>
                <a:gd name="csX6" fmla="*/ 12549 w 4029340"/>
                <a:gd name="csY6" fmla="*/ 3574326 h 3583563"/>
                <a:gd name="csX0" fmla="*/ 2018 w 4018809"/>
                <a:gd name="csY0" fmla="*/ 3573908 h 3583502"/>
                <a:gd name="csX1" fmla="*/ 1389840 w 4018809"/>
                <a:gd name="csY1" fmla="*/ 1934947 h 3583502"/>
                <a:gd name="csX2" fmla="*/ 1792375 w 4018809"/>
                <a:gd name="csY2" fmla="*/ 327870 h 3583502"/>
                <a:gd name="csX3" fmla="*/ 3909486 w 4018809"/>
                <a:gd name="csY3" fmla="*/ 36349 h 3583502"/>
                <a:gd name="csX4" fmla="*/ 3592852 w 4018809"/>
                <a:gd name="csY4" fmla="*/ 1933781 h 3583502"/>
                <a:gd name="csX5" fmla="*/ 1799980 w 4018809"/>
                <a:gd name="csY5" fmla="*/ 2715497 h 3583502"/>
                <a:gd name="csX6" fmla="*/ 2018 w 4018809"/>
                <a:gd name="csY6" fmla="*/ 3573908 h 3583502"/>
                <a:gd name="csX0" fmla="*/ 2018 w 4018809"/>
                <a:gd name="csY0" fmla="*/ 3573908 h 3575401"/>
                <a:gd name="csX1" fmla="*/ 1389840 w 4018809"/>
                <a:gd name="csY1" fmla="*/ 1934947 h 3575401"/>
                <a:gd name="csX2" fmla="*/ 1792375 w 4018809"/>
                <a:gd name="csY2" fmla="*/ 327870 h 3575401"/>
                <a:gd name="csX3" fmla="*/ 3909486 w 4018809"/>
                <a:gd name="csY3" fmla="*/ 36349 h 3575401"/>
                <a:gd name="csX4" fmla="*/ 3592852 w 4018809"/>
                <a:gd name="csY4" fmla="*/ 1933781 h 3575401"/>
                <a:gd name="csX5" fmla="*/ 1799983 w 4018809"/>
                <a:gd name="csY5" fmla="*/ 2277981 h 3575401"/>
                <a:gd name="csX6" fmla="*/ 2018 w 4018809"/>
                <a:gd name="csY6" fmla="*/ 3573908 h 3575401"/>
                <a:gd name="csX0" fmla="*/ 2279 w 4019070"/>
                <a:gd name="csY0" fmla="*/ 3573908 h 3576883"/>
                <a:gd name="csX1" fmla="*/ 1390101 w 4019070"/>
                <a:gd name="csY1" fmla="*/ 1934947 h 3576883"/>
                <a:gd name="csX2" fmla="*/ 1792636 w 4019070"/>
                <a:gd name="csY2" fmla="*/ 327870 h 3576883"/>
                <a:gd name="csX3" fmla="*/ 3909747 w 4019070"/>
                <a:gd name="csY3" fmla="*/ 36349 h 3576883"/>
                <a:gd name="csX4" fmla="*/ 3593113 w 4019070"/>
                <a:gd name="csY4" fmla="*/ 1933781 h 3576883"/>
                <a:gd name="csX5" fmla="*/ 1827004 w 4019070"/>
                <a:gd name="csY5" fmla="*/ 2405261 h 3576883"/>
                <a:gd name="csX6" fmla="*/ 2279 w 4019070"/>
                <a:gd name="csY6" fmla="*/ 3573908 h 3576883"/>
                <a:gd name="csX0" fmla="*/ 3304 w 4020095"/>
                <a:gd name="csY0" fmla="*/ 3573700 h 3576772"/>
                <a:gd name="csX1" fmla="*/ 1310858 w 4020095"/>
                <a:gd name="csY1" fmla="*/ 1926786 h 3576772"/>
                <a:gd name="csX2" fmla="*/ 1793661 w 4020095"/>
                <a:gd name="csY2" fmla="*/ 327662 h 3576772"/>
                <a:gd name="csX3" fmla="*/ 3910772 w 4020095"/>
                <a:gd name="csY3" fmla="*/ 36141 h 3576772"/>
                <a:gd name="csX4" fmla="*/ 3594138 w 4020095"/>
                <a:gd name="csY4" fmla="*/ 1933573 h 3576772"/>
                <a:gd name="csX5" fmla="*/ 1828029 w 4020095"/>
                <a:gd name="csY5" fmla="*/ 2405053 h 3576772"/>
                <a:gd name="csX6" fmla="*/ 3304 w 4020095"/>
                <a:gd name="csY6" fmla="*/ 3573700 h 3576772"/>
                <a:gd name="csX0" fmla="*/ 3254 w 4020045"/>
                <a:gd name="csY0" fmla="*/ 3573700 h 3576772"/>
                <a:gd name="csX1" fmla="*/ 1310808 w 4020045"/>
                <a:gd name="csY1" fmla="*/ 1926786 h 3576772"/>
                <a:gd name="csX2" fmla="*/ 1793611 w 4020045"/>
                <a:gd name="csY2" fmla="*/ 327662 h 3576772"/>
                <a:gd name="csX3" fmla="*/ 3910722 w 4020045"/>
                <a:gd name="csY3" fmla="*/ 36141 h 3576772"/>
                <a:gd name="csX4" fmla="*/ 3594088 w 4020045"/>
                <a:gd name="csY4" fmla="*/ 1933573 h 3576772"/>
                <a:gd name="csX5" fmla="*/ 1827979 w 4020045"/>
                <a:gd name="csY5" fmla="*/ 2405053 h 3576772"/>
                <a:gd name="csX6" fmla="*/ 3254 w 4020045"/>
                <a:gd name="csY6" fmla="*/ 3573700 h 35767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020045" h="3576772">
                  <a:moveTo>
                    <a:pt x="3254" y="3573700"/>
                  </a:moveTo>
                  <a:cubicBezTo>
                    <a:pt x="-82941" y="3493989"/>
                    <a:pt x="1574310" y="2340515"/>
                    <a:pt x="1310808" y="1926786"/>
                  </a:cubicBezTo>
                  <a:cubicBezTo>
                    <a:pt x="1047306" y="1513057"/>
                    <a:pt x="1360292" y="642769"/>
                    <a:pt x="1793611" y="327662"/>
                  </a:cubicBezTo>
                  <a:cubicBezTo>
                    <a:pt x="2226930" y="12555"/>
                    <a:pt x="3750548" y="-52136"/>
                    <a:pt x="3910722" y="36141"/>
                  </a:cubicBezTo>
                  <a:cubicBezTo>
                    <a:pt x="4070896" y="124418"/>
                    <a:pt x="4120351" y="1358027"/>
                    <a:pt x="3594088" y="1933573"/>
                  </a:cubicBezTo>
                  <a:cubicBezTo>
                    <a:pt x="3171099" y="2391895"/>
                    <a:pt x="2301583" y="2656718"/>
                    <a:pt x="1827979" y="2405053"/>
                  </a:cubicBezTo>
                  <a:cubicBezTo>
                    <a:pt x="1354375" y="2153388"/>
                    <a:pt x="89449" y="3653411"/>
                    <a:pt x="3254" y="3573700"/>
                  </a:cubicBez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7" name="Freeform 1026">
              <a:extLst>
                <a:ext uri="{FF2B5EF4-FFF2-40B4-BE49-F238E27FC236}">
                  <a16:creationId xmlns:a16="http://schemas.microsoft.com/office/drawing/2014/main" id="{D9E52ECD-F9CB-B376-5203-C5D1DB59720C}"/>
                </a:ext>
              </a:extLst>
            </p:cNvPr>
            <p:cNvSpPr/>
            <p:nvPr userDrawn="1"/>
          </p:nvSpPr>
          <p:spPr>
            <a:xfrm rot="16200000">
              <a:off x="6792782" y="1840305"/>
              <a:ext cx="2615869" cy="2682267"/>
            </a:xfrm>
            <a:custGeom>
              <a:avLst/>
              <a:gdLst>
                <a:gd name="csX0" fmla="*/ 1893 w 3484511"/>
                <a:gd name="csY0" fmla="*/ 3509215 h 3511799"/>
                <a:gd name="csX1" fmla="*/ 1514170 w 3484511"/>
                <a:gd name="csY1" fmla="*/ 1703861 h 3511799"/>
                <a:gd name="csX2" fmla="*/ 2029985 w 3484511"/>
                <a:gd name="csY2" fmla="*/ 226753 h 3511799"/>
                <a:gd name="csX3" fmla="*/ 3378139 w 3484511"/>
                <a:gd name="csY3" fmla="*/ 144692 h 3511799"/>
                <a:gd name="csX4" fmla="*/ 3225739 w 3484511"/>
                <a:gd name="csY4" fmla="*/ 1586630 h 3511799"/>
                <a:gd name="csX5" fmla="*/ 1854139 w 3484511"/>
                <a:gd name="csY5" fmla="*/ 2090723 h 3511799"/>
                <a:gd name="csX6" fmla="*/ 1893 w 3484511"/>
                <a:gd name="csY6" fmla="*/ 3509215 h 3511799"/>
                <a:gd name="csX0" fmla="*/ 1352 w 4094215"/>
                <a:gd name="csY0" fmla="*/ 4103738 h 4105568"/>
                <a:gd name="csX1" fmla="*/ 2123874 w 4094215"/>
                <a:gd name="csY1" fmla="*/ 1703861 h 4105568"/>
                <a:gd name="csX2" fmla="*/ 2639689 w 4094215"/>
                <a:gd name="csY2" fmla="*/ 226753 h 4105568"/>
                <a:gd name="csX3" fmla="*/ 3987843 w 4094215"/>
                <a:gd name="csY3" fmla="*/ 144692 h 4105568"/>
                <a:gd name="csX4" fmla="*/ 3835443 w 4094215"/>
                <a:gd name="csY4" fmla="*/ 1586630 h 4105568"/>
                <a:gd name="csX5" fmla="*/ 2463843 w 4094215"/>
                <a:gd name="csY5" fmla="*/ 2090723 h 4105568"/>
                <a:gd name="csX6" fmla="*/ 1352 w 4094215"/>
                <a:gd name="csY6" fmla="*/ 4103738 h 4105568"/>
                <a:gd name="csX0" fmla="*/ 1978 w 4094841"/>
                <a:gd name="csY0" fmla="*/ 4101966 h 4104114"/>
                <a:gd name="csX1" fmla="*/ 2058783 w 4094841"/>
                <a:gd name="csY1" fmla="*/ 1668597 h 4104114"/>
                <a:gd name="csX2" fmla="*/ 2640315 w 4094841"/>
                <a:gd name="csY2" fmla="*/ 224981 h 4104114"/>
                <a:gd name="csX3" fmla="*/ 3988469 w 4094841"/>
                <a:gd name="csY3" fmla="*/ 142920 h 4104114"/>
                <a:gd name="csX4" fmla="*/ 3836069 w 4094841"/>
                <a:gd name="csY4" fmla="*/ 1584858 h 4104114"/>
                <a:gd name="csX5" fmla="*/ 2464469 w 4094841"/>
                <a:gd name="csY5" fmla="*/ 2088951 h 4104114"/>
                <a:gd name="csX6" fmla="*/ 1978 w 4094841"/>
                <a:gd name="csY6" fmla="*/ 4101966 h 4104114"/>
                <a:gd name="csX0" fmla="*/ 1943 w 4132359"/>
                <a:gd name="csY0" fmla="*/ 3750277 h 3752868"/>
                <a:gd name="csX1" fmla="*/ 2096301 w 4132359"/>
                <a:gd name="csY1" fmla="*/ 1668597 h 3752868"/>
                <a:gd name="csX2" fmla="*/ 2677833 w 4132359"/>
                <a:gd name="csY2" fmla="*/ 224981 h 3752868"/>
                <a:gd name="csX3" fmla="*/ 4025987 w 4132359"/>
                <a:gd name="csY3" fmla="*/ 142920 h 3752868"/>
                <a:gd name="csX4" fmla="*/ 3873587 w 4132359"/>
                <a:gd name="csY4" fmla="*/ 1584858 h 3752868"/>
                <a:gd name="csX5" fmla="*/ 2501987 w 4132359"/>
                <a:gd name="csY5" fmla="*/ 2088951 h 3752868"/>
                <a:gd name="csX6" fmla="*/ 1943 w 4132359"/>
                <a:gd name="csY6" fmla="*/ 3750277 h 3752868"/>
                <a:gd name="csX0" fmla="*/ 7123 w 4137539"/>
                <a:gd name="csY0" fmla="*/ 3776554 h 3776601"/>
                <a:gd name="csX1" fmla="*/ 1782278 w 4137539"/>
                <a:gd name="csY1" fmla="*/ 2163796 h 3776601"/>
                <a:gd name="csX2" fmla="*/ 2683013 w 4137539"/>
                <a:gd name="csY2" fmla="*/ 251258 h 3776601"/>
                <a:gd name="csX3" fmla="*/ 4031167 w 4137539"/>
                <a:gd name="csY3" fmla="*/ 169197 h 3776601"/>
                <a:gd name="csX4" fmla="*/ 3878767 w 4137539"/>
                <a:gd name="csY4" fmla="*/ 1611135 h 3776601"/>
                <a:gd name="csX5" fmla="*/ 2507167 w 4137539"/>
                <a:gd name="csY5" fmla="*/ 2115228 h 3776601"/>
                <a:gd name="csX6" fmla="*/ 7123 w 4137539"/>
                <a:gd name="csY6" fmla="*/ 3776554 h 3776601"/>
                <a:gd name="csX0" fmla="*/ 25 w 4130441"/>
                <a:gd name="csY0" fmla="*/ 3776554 h 3776586"/>
                <a:gd name="csX1" fmla="*/ 1775180 w 4130441"/>
                <a:gd name="csY1" fmla="*/ 2163796 h 3776586"/>
                <a:gd name="csX2" fmla="*/ 2675915 w 4130441"/>
                <a:gd name="csY2" fmla="*/ 251258 h 3776586"/>
                <a:gd name="csX3" fmla="*/ 4024069 w 4130441"/>
                <a:gd name="csY3" fmla="*/ 169197 h 3776586"/>
                <a:gd name="csX4" fmla="*/ 3871669 w 4130441"/>
                <a:gd name="csY4" fmla="*/ 1611135 h 3776586"/>
                <a:gd name="csX5" fmla="*/ 1814719 w 4130441"/>
                <a:gd name="csY5" fmla="*/ 2207339 h 3776586"/>
                <a:gd name="csX6" fmla="*/ 25 w 4130441"/>
                <a:gd name="csY6" fmla="*/ 3776554 h 3776586"/>
                <a:gd name="csX0" fmla="*/ 25 w 4130441"/>
                <a:gd name="csY0" fmla="*/ 3776554 h 3776589"/>
                <a:gd name="csX1" fmla="*/ 1775180 w 4130441"/>
                <a:gd name="csY1" fmla="*/ 2163796 h 3776589"/>
                <a:gd name="csX2" fmla="*/ 2675915 w 4130441"/>
                <a:gd name="csY2" fmla="*/ 251258 h 3776589"/>
                <a:gd name="csX3" fmla="*/ 4024069 w 4130441"/>
                <a:gd name="csY3" fmla="*/ 169197 h 3776589"/>
                <a:gd name="csX4" fmla="*/ 3871669 w 4130441"/>
                <a:gd name="csY4" fmla="*/ 1611135 h 3776589"/>
                <a:gd name="csX5" fmla="*/ 1814719 w 4130441"/>
                <a:gd name="csY5" fmla="*/ 2207339 h 3776589"/>
                <a:gd name="csX6" fmla="*/ 25 w 4130441"/>
                <a:gd name="csY6" fmla="*/ 3776554 h 3776589"/>
                <a:gd name="csX0" fmla="*/ 25 w 3957457"/>
                <a:gd name="csY0" fmla="*/ 3611866 h 3611901"/>
                <a:gd name="csX1" fmla="*/ 1775180 w 3957457"/>
                <a:gd name="csY1" fmla="*/ 1999108 h 3611901"/>
                <a:gd name="csX2" fmla="*/ 2675915 w 3957457"/>
                <a:gd name="csY2" fmla="*/ 86570 h 3611901"/>
                <a:gd name="csX3" fmla="*/ 3554650 w 3957457"/>
                <a:gd name="csY3" fmla="*/ 439934 h 3611901"/>
                <a:gd name="csX4" fmla="*/ 3871669 w 3957457"/>
                <a:gd name="csY4" fmla="*/ 1446447 h 3611901"/>
                <a:gd name="csX5" fmla="*/ 1814719 w 3957457"/>
                <a:gd name="csY5" fmla="*/ 2042651 h 3611901"/>
                <a:gd name="csX6" fmla="*/ 25 w 3957457"/>
                <a:gd name="csY6" fmla="*/ 3611866 h 3611901"/>
                <a:gd name="csX0" fmla="*/ 25 w 3957253"/>
                <a:gd name="csY0" fmla="*/ 3368639 h 3368674"/>
                <a:gd name="csX1" fmla="*/ 1775180 w 3957253"/>
                <a:gd name="csY1" fmla="*/ 1755881 h 3368674"/>
                <a:gd name="csX2" fmla="*/ 2685304 w 3957253"/>
                <a:gd name="csY2" fmla="*/ 144791 h 3368674"/>
                <a:gd name="csX3" fmla="*/ 3554650 w 3957253"/>
                <a:gd name="csY3" fmla="*/ 196707 h 3368674"/>
                <a:gd name="csX4" fmla="*/ 3871669 w 3957253"/>
                <a:gd name="csY4" fmla="*/ 1203220 h 3368674"/>
                <a:gd name="csX5" fmla="*/ 1814719 w 3957253"/>
                <a:gd name="csY5" fmla="*/ 1799424 h 3368674"/>
                <a:gd name="csX6" fmla="*/ 25 w 3957253"/>
                <a:gd name="csY6" fmla="*/ 3368639 h 3368674"/>
                <a:gd name="csX0" fmla="*/ 25 w 3705517"/>
                <a:gd name="csY0" fmla="*/ 3358570 h 3358603"/>
                <a:gd name="csX1" fmla="*/ 1775180 w 3705517"/>
                <a:gd name="csY1" fmla="*/ 1745812 h 3358603"/>
                <a:gd name="csX2" fmla="*/ 2685304 w 3705517"/>
                <a:gd name="csY2" fmla="*/ 134722 h 3358603"/>
                <a:gd name="csX3" fmla="*/ 3554650 w 3705517"/>
                <a:gd name="csY3" fmla="*/ 186638 h 3358603"/>
                <a:gd name="csX4" fmla="*/ 3552464 w 3705517"/>
                <a:gd name="csY4" fmla="*/ 975438 h 3358603"/>
                <a:gd name="csX5" fmla="*/ 1814719 w 3705517"/>
                <a:gd name="csY5" fmla="*/ 1789355 h 3358603"/>
                <a:gd name="csX6" fmla="*/ 25 w 3705517"/>
                <a:gd name="csY6" fmla="*/ 3358570 h 3358603"/>
                <a:gd name="csX0" fmla="*/ 2290 w 3707782"/>
                <a:gd name="csY0" fmla="*/ 3305196 h 3314287"/>
                <a:gd name="csX1" fmla="*/ 2199921 w 3707782"/>
                <a:gd name="csY1" fmla="*/ 955568 h 3314287"/>
                <a:gd name="csX2" fmla="*/ 2687569 w 3707782"/>
                <a:gd name="csY2" fmla="*/ 81348 h 3314287"/>
                <a:gd name="csX3" fmla="*/ 3556915 w 3707782"/>
                <a:gd name="csY3" fmla="*/ 133264 h 3314287"/>
                <a:gd name="csX4" fmla="*/ 3554729 w 3707782"/>
                <a:gd name="csY4" fmla="*/ 922064 h 3314287"/>
                <a:gd name="csX5" fmla="*/ 1816984 w 3707782"/>
                <a:gd name="csY5" fmla="*/ 1735981 h 3314287"/>
                <a:gd name="csX6" fmla="*/ 2290 w 3707782"/>
                <a:gd name="csY6" fmla="*/ 3305196 h 3314287"/>
                <a:gd name="csX0" fmla="*/ 377 w 3705869"/>
                <a:gd name="csY0" fmla="*/ 3305196 h 3313168"/>
                <a:gd name="csX1" fmla="*/ 2198008 w 3705869"/>
                <a:gd name="csY1" fmla="*/ 955568 h 3313168"/>
                <a:gd name="csX2" fmla="*/ 2685656 w 3705869"/>
                <a:gd name="csY2" fmla="*/ 81348 h 3313168"/>
                <a:gd name="csX3" fmla="*/ 3555002 w 3705869"/>
                <a:gd name="csY3" fmla="*/ 133264 h 3313168"/>
                <a:gd name="csX4" fmla="*/ 3552816 w 3705869"/>
                <a:gd name="csY4" fmla="*/ 922064 h 3313168"/>
                <a:gd name="csX5" fmla="*/ 2378375 w 3705869"/>
                <a:gd name="csY5" fmla="*/ 1694113 h 3313168"/>
                <a:gd name="csX6" fmla="*/ 377 w 3705869"/>
                <a:gd name="csY6" fmla="*/ 3305196 h 3313168"/>
                <a:gd name="csX0" fmla="*/ 377 w 3705869"/>
                <a:gd name="csY0" fmla="*/ 3305196 h 3311216"/>
                <a:gd name="csX1" fmla="*/ 2198008 w 3705869"/>
                <a:gd name="csY1" fmla="*/ 955568 h 3311216"/>
                <a:gd name="csX2" fmla="*/ 2685656 w 3705869"/>
                <a:gd name="csY2" fmla="*/ 81348 h 3311216"/>
                <a:gd name="csX3" fmla="*/ 3555002 w 3705869"/>
                <a:gd name="csY3" fmla="*/ 133264 h 3311216"/>
                <a:gd name="csX4" fmla="*/ 3552816 w 3705869"/>
                <a:gd name="csY4" fmla="*/ 922064 h 3311216"/>
                <a:gd name="csX5" fmla="*/ 2378375 w 3705869"/>
                <a:gd name="csY5" fmla="*/ 1694113 h 3311216"/>
                <a:gd name="csX6" fmla="*/ 377 w 3705869"/>
                <a:gd name="csY6" fmla="*/ 3305196 h 3311216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31250"/>
                <a:gd name="csY0" fmla="*/ 3306034 h 3313991"/>
                <a:gd name="csX1" fmla="*/ 2198008 w 4431250"/>
                <a:gd name="csY1" fmla="*/ 956406 h 3313991"/>
                <a:gd name="csX2" fmla="*/ 2685656 w 4431250"/>
                <a:gd name="csY2" fmla="*/ 82186 h 3313991"/>
                <a:gd name="csX3" fmla="*/ 3555002 w 4431250"/>
                <a:gd name="csY3" fmla="*/ 134102 h 3313991"/>
                <a:gd name="csX4" fmla="*/ 4425936 w 4431250"/>
                <a:gd name="csY4" fmla="*/ 939649 h 3313991"/>
                <a:gd name="csX5" fmla="*/ 2378375 w 4431250"/>
                <a:gd name="csY5" fmla="*/ 1694951 h 3313991"/>
                <a:gd name="csX6" fmla="*/ 377 w 4431250"/>
                <a:gd name="csY6" fmla="*/ 3306034 h 3313991"/>
                <a:gd name="csX0" fmla="*/ 377 w 4425936"/>
                <a:gd name="csY0" fmla="*/ 3306034 h 3313991"/>
                <a:gd name="csX1" fmla="*/ 2198008 w 4425936"/>
                <a:gd name="csY1" fmla="*/ 956406 h 3313991"/>
                <a:gd name="csX2" fmla="*/ 2685656 w 4425936"/>
                <a:gd name="csY2" fmla="*/ 82186 h 3313991"/>
                <a:gd name="csX3" fmla="*/ 3555002 w 4425936"/>
                <a:gd name="csY3" fmla="*/ 134102 h 3313991"/>
                <a:gd name="csX4" fmla="*/ 4425936 w 4425936"/>
                <a:gd name="csY4" fmla="*/ 939649 h 3313991"/>
                <a:gd name="csX5" fmla="*/ 2378375 w 4425936"/>
                <a:gd name="csY5" fmla="*/ 1694951 h 3313991"/>
                <a:gd name="csX6" fmla="*/ 377 w 4425936"/>
                <a:gd name="csY6" fmla="*/ 3306034 h 3313991"/>
                <a:gd name="csX0" fmla="*/ 377 w 4472878"/>
                <a:gd name="csY0" fmla="*/ 3303952 h 3311947"/>
                <a:gd name="csX1" fmla="*/ 2198008 w 4472878"/>
                <a:gd name="csY1" fmla="*/ 954324 h 3311947"/>
                <a:gd name="csX2" fmla="*/ 2685656 w 4472878"/>
                <a:gd name="csY2" fmla="*/ 80104 h 3311947"/>
                <a:gd name="csX3" fmla="*/ 3555002 w 4472878"/>
                <a:gd name="csY3" fmla="*/ 132020 h 3311947"/>
                <a:gd name="csX4" fmla="*/ 4472878 w 4472878"/>
                <a:gd name="csY4" fmla="*/ 895700 h 3311947"/>
                <a:gd name="csX5" fmla="*/ 2378375 w 4472878"/>
                <a:gd name="csY5" fmla="*/ 1692869 h 3311947"/>
                <a:gd name="csX6" fmla="*/ 377 w 4472878"/>
                <a:gd name="csY6" fmla="*/ 3303952 h 3311947"/>
                <a:gd name="csX0" fmla="*/ 377 w 4472878"/>
                <a:gd name="csY0" fmla="*/ 3489034 h 3497029"/>
                <a:gd name="csX1" fmla="*/ 2198008 w 4472878"/>
                <a:gd name="csY1" fmla="*/ 1139406 h 3497029"/>
                <a:gd name="csX2" fmla="*/ 2685656 w 4472878"/>
                <a:gd name="csY2" fmla="*/ 265186 h 3497029"/>
                <a:gd name="csX3" fmla="*/ 3742770 w 4472878"/>
                <a:gd name="csY3" fmla="*/ 49148 h 3497029"/>
                <a:gd name="csX4" fmla="*/ 4472878 w 4472878"/>
                <a:gd name="csY4" fmla="*/ 1080782 h 3497029"/>
                <a:gd name="csX5" fmla="*/ 2378375 w 4472878"/>
                <a:gd name="csY5" fmla="*/ 1877951 h 3497029"/>
                <a:gd name="csX6" fmla="*/ 377 w 4472878"/>
                <a:gd name="csY6" fmla="*/ 3489034 h 3497029"/>
                <a:gd name="csX0" fmla="*/ 377 w 4482266"/>
                <a:gd name="csY0" fmla="*/ 3489034 h 3497029"/>
                <a:gd name="csX1" fmla="*/ 2198008 w 4482266"/>
                <a:gd name="csY1" fmla="*/ 1139406 h 3497029"/>
                <a:gd name="csX2" fmla="*/ 2685656 w 4482266"/>
                <a:gd name="csY2" fmla="*/ 265186 h 3497029"/>
                <a:gd name="csX3" fmla="*/ 3742770 w 4482266"/>
                <a:gd name="csY3" fmla="*/ 49148 h 3497029"/>
                <a:gd name="csX4" fmla="*/ 4482266 w 4482266"/>
                <a:gd name="csY4" fmla="*/ 1080782 h 3497029"/>
                <a:gd name="csX5" fmla="*/ 2378375 w 4482266"/>
                <a:gd name="csY5" fmla="*/ 1877951 h 3497029"/>
                <a:gd name="csX6" fmla="*/ 377 w 4482266"/>
                <a:gd name="csY6" fmla="*/ 3489034 h 3497029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10188 w 4492077"/>
                <a:gd name="csY0" fmla="*/ 3488052 h 3497366"/>
                <a:gd name="csX1" fmla="*/ 1804118 w 4492077"/>
                <a:gd name="csY1" fmla="*/ 1096559 h 3497366"/>
                <a:gd name="csX2" fmla="*/ 2695467 w 4492077"/>
                <a:gd name="csY2" fmla="*/ 264204 h 3497366"/>
                <a:gd name="csX3" fmla="*/ 3752581 w 4492077"/>
                <a:gd name="csY3" fmla="*/ 48166 h 3497366"/>
                <a:gd name="csX4" fmla="*/ 4492077 w 4492077"/>
                <a:gd name="csY4" fmla="*/ 1079800 h 3497366"/>
                <a:gd name="csX5" fmla="*/ 2688616 w 4492077"/>
                <a:gd name="csY5" fmla="*/ 1893718 h 3497366"/>
                <a:gd name="csX6" fmla="*/ 10188 w 4492077"/>
                <a:gd name="csY6" fmla="*/ 3488052 h 3497366"/>
                <a:gd name="csX0" fmla="*/ 10188 w 4492077"/>
                <a:gd name="csY0" fmla="*/ 3488052 h 3500595"/>
                <a:gd name="csX1" fmla="*/ 1804118 w 4492077"/>
                <a:gd name="csY1" fmla="*/ 1096559 h 3500595"/>
                <a:gd name="csX2" fmla="*/ 2695467 w 4492077"/>
                <a:gd name="csY2" fmla="*/ 264204 h 3500595"/>
                <a:gd name="csX3" fmla="*/ 3752581 w 4492077"/>
                <a:gd name="csY3" fmla="*/ 48166 h 3500595"/>
                <a:gd name="csX4" fmla="*/ 4492077 w 4492077"/>
                <a:gd name="csY4" fmla="*/ 1079800 h 3500595"/>
                <a:gd name="csX5" fmla="*/ 2688616 w 4492077"/>
                <a:gd name="csY5" fmla="*/ 1893718 h 3500595"/>
                <a:gd name="csX6" fmla="*/ 10188 w 4492077"/>
                <a:gd name="csY6" fmla="*/ 3488052 h 3500595"/>
                <a:gd name="csX0" fmla="*/ 10188 w 4492077"/>
                <a:gd name="csY0" fmla="*/ 3488052 h 3500888"/>
                <a:gd name="csX1" fmla="*/ 1804118 w 4492077"/>
                <a:gd name="csY1" fmla="*/ 1096559 h 3500888"/>
                <a:gd name="csX2" fmla="*/ 2695467 w 4492077"/>
                <a:gd name="csY2" fmla="*/ 264204 h 3500888"/>
                <a:gd name="csX3" fmla="*/ 3752581 w 4492077"/>
                <a:gd name="csY3" fmla="*/ 48166 h 3500888"/>
                <a:gd name="csX4" fmla="*/ 4492077 w 4492077"/>
                <a:gd name="csY4" fmla="*/ 1079800 h 3500888"/>
                <a:gd name="csX5" fmla="*/ 2688616 w 4492077"/>
                <a:gd name="csY5" fmla="*/ 1893718 h 3500888"/>
                <a:gd name="csX6" fmla="*/ 10188 w 4492077"/>
                <a:gd name="csY6" fmla="*/ 3488052 h 3500888"/>
                <a:gd name="csX0" fmla="*/ 27731 w 3289130"/>
                <a:gd name="csY0" fmla="*/ 2449732 h 2473361"/>
                <a:gd name="csX1" fmla="*/ 601171 w 3289130"/>
                <a:gd name="csY1" fmla="*/ 1096559 h 2473361"/>
                <a:gd name="csX2" fmla="*/ 1492520 w 3289130"/>
                <a:gd name="csY2" fmla="*/ 264204 h 2473361"/>
                <a:gd name="csX3" fmla="*/ 2549634 w 3289130"/>
                <a:gd name="csY3" fmla="*/ 48166 h 2473361"/>
                <a:gd name="csX4" fmla="*/ 3289130 w 3289130"/>
                <a:gd name="csY4" fmla="*/ 1079800 h 2473361"/>
                <a:gd name="csX5" fmla="*/ 1485669 w 3289130"/>
                <a:gd name="csY5" fmla="*/ 1893718 h 2473361"/>
                <a:gd name="csX6" fmla="*/ 27731 w 3289130"/>
                <a:gd name="csY6" fmla="*/ 2449732 h 2473361"/>
                <a:gd name="csX0" fmla="*/ 367 w 3261766"/>
                <a:gd name="csY0" fmla="*/ 2449732 h 2449966"/>
                <a:gd name="csX1" fmla="*/ 573807 w 3261766"/>
                <a:gd name="csY1" fmla="*/ 1096559 h 2449966"/>
                <a:gd name="csX2" fmla="*/ 1465156 w 3261766"/>
                <a:gd name="csY2" fmla="*/ 264204 h 2449966"/>
                <a:gd name="csX3" fmla="*/ 2522270 w 3261766"/>
                <a:gd name="csY3" fmla="*/ 48166 h 2449966"/>
                <a:gd name="csX4" fmla="*/ 3261766 w 3261766"/>
                <a:gd name="csY4" fmla="*/ 1079800 h 2449966"/>
                <a:gd name="csX5" fmla="*/ 1458305 w 3261766"/>
                <a:gd name="csY5" fmla="*/ 1893718 h 2449966"/>
                <a:gd name="csX6" fmla="*/ 367 w 3261766"/>
                <a:gd name="csY6" fmla="*/ 2449732 h 2449966"/>
                <a:gd name="csX0" fmla="*/ 62959 w 3324358"/>
                <a:gd name="csY0" fmla="*/ 2449732 h 2487147"/>
                <a:gd name="csX1" fmla="*/ 636399 w 3324358"/>
                <a:gd name="csY1" fmla="*/ 1096559 h 2487147"/>
                <a:gd name="csX2" fmla="*/ 1527748 w 3324358"/>
                <a:gd name="csY2" fmla="*/ 264204 h 2487147"/>
                <a:gd name="csX3" fmla="*/ 2584862 w 3324358"/>
                <a:gd name="csY3" fmla="*/ 48166 h 2487147"/>
                <a:gd name="csX4" fmla="*/ 3324358 w 3324358"/>
                <a:gd name="csY4" fmla="*/ 1079800 h 2487147"/>
                <a:gd name="csX5" fmla="*/ 1520897 w 3324358"/>
                <a:gd name="csY5" fmla="*/ 1893718 h 2487147"/>
                <a:gd name="csX6" fmla="*/ 62959 w 3324358"/>
                <a:gd name="csY6" fmla="*/ 2449732 h 2487147"/>
                <a:gd name="csX0" fmla="*/ 38478 w 4482813"/>
                <a:gd name="csY0" fmla="*/ 3496425 h 3519813"/>
                <a:gd name="csX1" fmla="*/ 1794854 w 4482813"/>
                <a:gd name="csY1" fmla="*/ 1096559 h 3519813"/>
                <a:gd name="csX2" fmla="*/ 2686203 w 4482813"/>
                <a:gd name="csY2" fmla="*/ 264204 h 3519813"/>
                <a:gd name="csX3" fmla="*/ 3743317 w 4482813"/>
                <a:gd name="csY3" fmla="*/ 48166 h 3519813"/>
                <a:gd name="csX4" fmla="*/ 4482813 w 4482813"/>
                <a:gd name="csY4" fmla="*/ 1079800 h 3519813"/>
                <a:gd name="csX5" fmla="*/ 2679352 w 4482813"/>
                <a:gd name="csY5" fmla="*/ 1893718 h 3519813"/>
                <a:gd name="csX6" fmla="*/ 38478 w 4482813"/>
                <a:gd name="csY6" fmla="*/ 3496425 h 3519813"/>
                <a:gd name="csX0" fmla="*/ 9071 w 4453406"/>
                <a:gd name="csY0" fmla="*/ 3496425 h 3510301"/>
                <a:gd name="csX1" fmla="*/ 1765447 w 4453406"/>
                <a:gd name="csY1" fmla="*/ 1096559 h 3510301"/>
                <a:gd name="csX2" fmla="*/ 2656796 w 4453406"/>
                <a:gd name="csY2" fmla="*/ 264204 h 3510301"/>
                <a:gd name="csX3" fmla="*/ 3713910 w 4453406"/>
                <a:gd name="csY3" fmla="*/ 48166 h 3510301"/>
                <a:gd name="csX4" fmla="*/ 4453406 w 4453406"/>
                <a:gd name="csY4" fmla="*/ 1079800 h 3510301"/>
                <a:gd name="csX5" fmla="*/ 2649945 w 4453406"/>
                <a:gd name="csY5" fmla="*/ 1893718 h 3510301"/>
                <a:gd name="csX6" fmla="*/ 9071 w 4453406"/>
                <a:gd name="csY6" fmla="*/ 3496425 h 3510301"/>
                <a:gd name="csX0" fmla="*/ 9071 w 4453406"/>
                <a:gd name="csY0" fmla="*/ 3496425 h 3512169"/>
                <a:gd name="csX1" fmla="*/ 1765447 w 4453406"/>
                <a:gd name="csY1" fmla="*/ 1096559 h 3512169"/>
                <a:gd name="csX2" fmla="*/ 2656796 w 4453406"/>
                <a:gd name="csY2" fmla="*/ 264204 h 3512169"/>
                <a:gd name="csX3" fmla="*/ 3713910 w 4453406"/>
                <a:gd name="csY3" fmla="*/ 48166 h 3512169"/>
                <a:gd name="csX4" fmla="*/ 4453406 w 4453406"/>
                <a:gd name="csY4" fmla="*/ 1079800 h 3512169"/>
                <a:gd name="csX5" fmla="*/ 2649945 w 4453406"/>
                <a:gd name="csY5" fmla="*/ 1893718 h 3512169"/>
                <a:gd name="csX6" fmla="*/ 9071 w 4453406"/>
                <a:gd name="csY6" fmla="*/ 3496425 h 3512169"/>
                <a:gd name="csX0" fmla="*/ 9640 w 4453975"/>
                <a:gd name="csY0" fmla="*/ 3496425 h 3512169"/>
                <a:gd name="csX1" fmla="*/ 1766016 w 4453975"/>
                <a:gd name="csY1" fmla="*/ 1096559 h 3512169"/>
                <a:gd name="csX2" fmla="*/ 2657365 w 4453975"/>
                <a:gd name="csY2" fmla="*/ 264204 h 3512169"/>
                <a:gd name="csX3" fmla="*/ 3714479 w 4453975"/>
                <a:gd name="csY3" fmla="*/ 48166 h 3512169"/>
                <a:gd name="csX4" fmla="*/ 4453975 w 4453975"/>
                <a:gd name="csY4" fmla="*/ 1079800 h 3512169"/>
                <a:gd name="csX5" fmla="*/ 2650514 w 4453975"/>
                <a:gd name="csY5" fmla="*/ 1893718 h 3512169"/>
                <a:gd name="csX6" fmla="*/ 9640 w 4453975"/>
                <a:gd name="csY6" fmla="*/ 3496425 h 3512169"/>
                <a:gd name="csX0" fmla="*/ 9640 w 4453975"/>
                <a:gd name="csY0" fmla="*/ 3993467 h 4008123"/>
                <a:gd name="csX1" fmla="*/ 1766016 w 4453975"/>
                <a:gd name="csY1" fmla="*/ 1593601 h 4008123"/>
                <a:gd name="csX2" fmla="*/ 2601034 w 4453975"/>
                <a:gd name="csY2" fmla="*/ 41122 h 4008123"/>
                <a:gd name="csX3" fmla="*/ 3714479 w 4453975"/>
                <a:gd name="csY3" fmla="*/ 545208 h 4008123"/>
                <a:gd name="csX4" fmla="*/ 4453975 w 4453975"/>
                <a:gd name="csY4" fmla="*/ 1576842 h 4008123"/>
                <a:gd name="csX5" fmla="*/ 2650514 w 4453975"/>
                <a:gd name="csY5" fmla="*/ 2390760 h 4008123"/>
                <a:gd name="csX6" fmla="*/ 9640 w 4453975"/>
                <a:gd name="csY6" fmla="*/ 3993467 h 4008123"/>
                <a:gd name="csX0" fmla="*/ 9640 w 4453975"/>
                <a:gd name="csY0" fmla="*/ 3952894 h 3967550"/>
                <a:gd name="csX1" fmla="*/ 1766016 w 4453975"/>
                <a:gd name="csY1" fmla="*/ 1553028 h 3967550"/>
                <a:gd name="csX2" fmla="*/ 2601034 w 4453975"/>
                <a:gd name="csY2" fmla="*/ 549 h 3967550"/>
                <a:gd name="csX3" fmla="*/ 3714479 w 4453975"/>
                <a:gd name="csY3" fmla="*/ 504635 h 3967550"/>
                <a:gd name="csX4" fmla="*/ 4453975 w 4453975"/>
                <a:gd name="csY4" fmla="*/ 1536269 h 3967550"/>
                <a:gd name="csX5" fmla="*/ 2650514 w 4453975"/>
                <a:gd name="csY5" fmla="*/ 2350187 h 3967550"/>
                <a:gd name="csX6" fmla="*/ 9640 w 4453975"/>
                <a:gd name="csY6" fmla="*/ 3952894 h 3967550"/>
                <a:gd name="csX0" fmla="*/ 9640 w 4453975"/>
                <a:gd name="csY0" fmla="*/ 3952971 h 3968477"/>
                <a:gd name="csX1" fmla="*/ 1766016 w 4453975"/>
                <a:gd name="csY1" fmla="*/ 1553105 h 3968477"/>
                <a:gd name="csX2" fmla="*/ 2601034 w 4453975"/>
                <a:gd name="csY2" fmla="*/ 626 h 3968477"/>
                <a:gd name="csX3" fmla="*/ 3714479 w 4453975"/>
                <a:gd name="csY3" fmla="*/ 504712 h 3968477"/>
                <a:gd name="csX4" fmla="*/ 4453975 w 4453975"/>
                <a:gd name="csY4" fmla="*/ 1536346 h 3968477"/>
                <a:gd name="csX5" fmla="*/ 2650514 w 4453975"/>
                <a:gd name="csY5" fmla="*/ 2350264 h 3968477"/>
                <a:gd name="csX6" fmla="*/ 9640 w 4453975"/>
                <a:gd name="csY6" fmla="*/ 3952971 h 3968477"/>
                <a:gd name="csX0" fmla="*/ 9640 w 4517542"/>
                <a:gd name="csY0" fmla="*/ 4153948 h 4169453"/>
                <a:gd name="csX1" fmla="*/ 1766016 w 4517542"/>
                <a:gd name="csY1" fmla="*/ 1754082 h 4169453"/>
                <a:gd name="csX2" fmla="*/ 2601034 w 4517542"/>
                <a:gd name="csY2" fmla="*/ 201603 h 4169453"/>
                <a:gd name="csX3" fmla="*/ 4390442 w 4517542"/>
                <a:gd name="csY3" fmla="*/ 186529 h 4169453"/>
                <a:gd name="csX4" fmla="*/ 4453975 w 4517542"/>
                <a:gd name="csY4" fmla="*/ 1737323 h 4169453"/>
                <a:gd name="csX5" fmla="*/ 2650514 w 4517542"/>
                <a:gd name="csY5" fmla="*/ 2551241 h 4169453"/>
                <a:gd name="csX6" fmla="*/ 9640 w 4517542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719798"/>
                <a:gd name="csY0" fmla="*/ 4153948 h 4169453"/>
                <a:gd name="csX1" fmla="*/ 1766016 w 4719798"/>
                <a:gd name="csY1" fmla="*/ 1754082 h 4169453"/>
                <a:gd name="csX2" fmla="*/ 2601034 w 4719798"/>
                <a:gd name="csY2" fmla="*/ 201603 h 4169453"/>
                <a:gd name="csX3" fmla="*/ 4390442 w 4719798"/>
                <a:gd name="csY3" fmla="*/ 186529 h 4169453"/>
                <a:gd name="csX4" fmla="*/ 4453975 w 4719798"/>
                <a:gd name="csY4" fmla="*/ 1737323 h 4169453"/>
                <a:gd name="csX5" fmla="*/ 2650514 w 4719798"/>
                <a:gd name="csY5" fmla="*/ 2551241 h 4169453"/>
                <a:gd name="csX6" fmla="*/ 9640 w 4719798"/>
                <a:gd name="csY6" fmla="*/ 4153948 h 4169453"/>
                <a:gd name="csX0" fmla="*/ 9640 w 4684091"/>
                <a:gd name="csY0" fmla="*/ 4153948 h 4169453"/>
                <a:gd name="csX1" fmla="*/ 1766016 w 4684091"/>
                <a:gd name="csY1" fmla="*/ 1754082 h 4169453"/>
                <a:gd name="csX2" fmla="*/ 2601034 w 4684091"/>
                <a:gd name="csY2" fmla="*/ 201603 h 4169453"/>
                <a:gd name="csX3" fmla="*/ 4390442 w 4684091"/>
                <a:gd name="csY3" fmla="*/ 186529 h 4169453"/>
                <a:gd name="csX4" fmla="*/ 4453975 w 4684091"/>
                <a:gd name="csY4" fmla="*/ 1737323 h 4169453"/>
                <a:gd name="csX5" fmla="*/ 2650514 w 4684091"/>
                <a:gd name="csY5" fmla="*/ 2551241 h 4169453"/>
                <a:gd name="csX6" fmla="*/ 9640 w 4684091"/>
                <a:gd name="csY6" fmla="*/ 4153948 h 4169453"/>
                <a:gd name="csX0" fmla="*/ 9640 w 4747938"/>
                <a:gd name="csY0" fmla="*/ 4153948 h 4169453"/>
                <a:gd name="csX1" fmla="*/ 1766016 w 4747938"/>
                <a:gd name="csY1" fmla="*/ 1754082 h 4169453"/>
                <a:gd name="csX2" fmla="*/ 2601034 w 4747938"/>
                <a:gd name="csY2" fmla="*/ 201603 h 4169453"/>
                <a:gd name="csX3" fmla="*/ 4390442 w 4747938"/>
                <a:gd name="csY3" fmla="*/ 186529 h 4169453"/>
                <a:gd name="csX4" fmla="*/ 4453975 w 4747938"/>
                <a:gd name="csY4" fmla="*/ 1737323 h 4169453"/>
                <a:gd name="csX5" fmla="*/ 2650514 w 4747938"/>
                <a:gd name="csY5" fmla="*/ 2551241 h 4169453"/>
                <a:gd name="csX6" fmla="*/ 9640 w 4747938"/>
                <a:gd name="csY6" fmla="*/ 4153948 h 4169453"/>
                <a:gd name="csX0" fmla="*/ 9640 w 4747938"/>
                <a:gd name="csY0" fmla="*/ 4205765 h 4221270"/>
                <a:gd name="csX1" fmla="*/ 1766016 w 4747938"/>
                <a:gd name="csY1" fmla="*/ 1805899 h 4221270"/>
                <a:gd name="csX2" fmla="*/ 2601034 w 4747938"/>
                <a:gd name="csY2" fmla="*/ 253420 h 4221270"/>
                <a:gd name="csX3" fmla="*/ 4390442 w 4747938"/>
                <a:gd name="csY3" fmla="*/ 238346 h 4221270"/>
                <a:gd name="csX4" fmla="*/ 4453975 w 4747938"/>
                <a:gd name="csY4" fmla="*/ 1789140 h 4221270"/>
                <a:gd name="csX5" fmla="*/ 2650514 w 4747938"/>
                <a:gd name="csY5" fmla="*/ 2603058 h 4221270"/>
                <a:gd name="csX6" fmla="*/ 9640 w 4747938"/>
                <a:gd name="csY6" fmla="*/ 4205765 h 4221270"/>
                <a:gd name="csX0" fmla="*/ 9640 w 4769359"/>
                <a:gd name="csY0" fmla="*/ 4189897 h 4205402"/>
                <a:gd name="csX1" fmla="*/ 1766016 w 4769359"/>
                <a:gd name="csY1" fmla="*/ 1790031 h 4205402"/>
                <a:gd name="csX2" fmla="*/ 2601034 w 4769359"/>
                <a:gd name="csY2" fmla="*/ 237552 h 4205402"/>
                <a:gd name="csX3" fmla="*/ 4446772 w 4769359"/>
                <a:gd name="csY3" fmla="*/ 163863 h 4205402"/>
                <a:gd name="csX4" fmla="*/ 4453975 w 4769359"/>
                <a:gd name="csY4" fmla="*/ 1773272 h 4205402"/>
                <a:gd name="csX5" fmla="*/ 2650514 w 4769359"/>
                <a:gd name="csY5" fmla="*/ 2587190 h 4205402"/>
                <a:gd name="csX6" fmla="*/ 9640 w 4769359"/>
                <a:gd name="csY6" fmla="*/ 4189897 h 4205402"/>
                <a:gd name="csX0" fmla="*/ 9640 w 4747938"/>
                <a:gd name="csY0" fmla="*/ 4212142 h 4227647"/>
                <a:gd name="csX1" fmla="*/ 1766016 w 4747938"/>
                <a:gd name="csY1" fmla="*/ 1812276 h 4227647"/>
                <a:gd name="csX2" fmla="*/ 2601034 w 4747938"/>
                <a:gd name="csY2" fmla="*/ 259797 h 4227647"/>
                <a:gd name="csX3" fmla="*/ 4390441 w 4747938"/>
                <a:gd name="csY3" fmla="*/ 152614 h 4227647"/>
                <a:gd name="csX4" fmla="*/ 4453975 w 4747938"/>
                <a:gd name="csY4" fmla="*/ 1795517 h 4227647"/>
                <a:gd name="csX5" fmla="*/ 2650514 w 4747938"/>
                <a:gd name="csY5" fmla="*/ 2609435 h 4227647"/>
                <a:gd name="csX6" fmla="*/ 9640 w 4747938"/>
                <a:gd name="csY6" fmla="*/ 4212142 h 4227647"/>
                <a:gd name="csX0" fmla="*/ 8567 w 4746865"/>
                <a:gd name="csY0" fmla="*/ 4212143 h 4219435"/>
                <a:gd name="csX1" fmla="*/ 1745271 w 4746865"/>
                <a:gd name="csY1" fmla="*/ 1812279 h 4219435"/>
                <a:gd name="csX2" fmla="*/ 2599961 w 4746865"/>
                <a:gd name="csY2" fmla="*/ 259798 h 4219435"/>
                <a:gd name="csX3" fmla="*/ 4389368 w 4746865"/>
                <a:gd name="csY3" fmla="*/ 152615 h 4219435"/>
                <a:gd name="csX4" fmla="*/ 4452902 w 4746865"/>
                <a:gd name="csY4" fmla="*/ 1795518 h 4219435"/>
                <a:gd name="csX5" fmla="*/ 2649441 w 4746865"/>
                <a:gd name="csY5" fmla="*/ 2609436 h 4219435"/>
                <a:gd name="csX6" fmla="*/ 8567 w 4746865"/>
                <a:gd name="csY6" fmla="*/ 4212143 h 4219435"/>
                <a:gd name="csX0" fmla="*/ 8451 w 4746749"/>
                <a:gd name="csY0" fmla="*/ 4212143 h 4219813"/>
                <a:gd name="csX1" fmla="*/ 1745155 w 4746749"/>
                <a:gd name="csY1" fmla="*/ 1812279 h 4219813"/>
                <a:gd name="csX2" fmla="*/ 2599845 w 4746749"/>
                <a:gd name="csY2" fmla="*/ 259798 h 4219813"/>
                <a:gd name="csX3" fmla="*/ 4389252 w 4746749"/>
                <a:gd name="csY3" fmla="*/ 152615 h 4219813"/>
                <a:gd name="csX4" fmla="*/ 4452786 w 4746749"/>
                <a:gd name="csY4" fmla="*/ 1795518 h 4219813"/>
                <a:gd name="csX5" fmla="*/ 2642769 w 4746749"/>
                <a:gd name="csY5" fmla="*/ 2626986 h 4219813"/>
                <a:gd name="csX6" fmla="*/ 8451 w 4746749"/>
                <a:gd name="csY6" fmla="*/ 4212143 h 4219813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594 w 4746892"/>
                <a:gd name="csY0" fmla="*/ 4213311 h 4220527"/>
                <a:gd name="csX1" fmla="*/ 1738740 w 4746892"/>
                <a:gd name="csY1" fmla="*/ 1836843 h 4220527"/>
                <a:gd name="csX2" fmla="*/ 2599988 w 4746892"/>
                <a:gd name="csY2" fmla="*/ 260966 h 4220527"/>
                <a:gd name="csX3" fmla="*/ 4389395 w 4746892"/>
                <a:gd name="csY3" fmla="*/ 153783 h 4220527"/>
                <a:gd name="csX4" fmla="*/ 4452929 w 4746892"/>
                <a:gd name="csY4" fmla="*/ 1796686 h 4220527"/>
                <a:gd name="csX5" fmla="*/ 2642912 w 4746892"/>
                <a:gd name="csY5" fmla="*/ 2628154 h 4220527"/>
                <a:gd name="csX6" fmla="*/ 8594 w 4746892"/>
                <a:gd name="csY6" fmla="*/ 4213311 h 4220527"/>
                <a:gd name="csX0" fmla="*/ 8594 w 4693867"/>
                <a:gd name="csY0" fmla="*/ 4136922 h 4144138"/>
                <a:gd name="csX1" fmla="*/ 1738740 w 4693867"/>
                <a:gd name="csY1" fmla="*/ 1760454 h 4144138"/>
                <a:gd name="csX2" fmla="*/ 2599988 w 4693867"/>
                <a:gd name="csY2" fmla="*/ 184577 h 4144138"/>
                <a:gd name="csX3" fmla="*/ 4389395 w 4693867"/>
                <a:gd name="csY3" fmla="*/ 77394 h 4144138"/>
                <a:gd name="csX4" fmla="*/ 4452929 w 4693867"/>
                <a:gd name="csY4" fmla="*/ 1720297 h 4144138"/>
                <a:gd name="csX5" fmla="*/ 2642912 w 4693867"/>
                <a:gd name="csY5" fmla="*/ 2551765 h 4144138"/>
                <a:gd name="csX6" fmla="*/ 8594 w 4693867"/>
                <a:gd name="csY6" fmla="*/ 4136922 h 4144138"/>
                <a:gd name="csX0" fmla="*/ 8594 w 4699247"/>
                <a:gd name="csY0" fmla="*/ 4098901 h 4106117"/>
                <a:gd name="csX1" fmla="*/ 1738740 w 4699247"/>
                <a:gd name="csY1" fmla="*/ 1722433 h 4106117"/>
                <a:gd name="csX2" fmla="*/ 2599988 w 4699247"/>
                <a:gd name="csY2" fmla="*/ 146556 h 4106117"/>
                <a:gd name="csX3" fmla="*/ 4409070 w 4699247"/>
                <a:gd name="csY3" fmla="*/ 115412 h 4106117"/>
                <a:gd name="csX4" fmla="*/ 4452929 w 4699247"/>
                <a:gd name="csY4" fmla="*/ 1682276 h 4106117"/>
                <a:gd name="csX5" fmla="*/ 2642912 w 4699247"/>
                <a:gd name="csY5" fmla="*/ 2513744 h 4106117"/>
                <a:gd name="csX6" fmla="*/ 8594 w 4699247"/>
                <a:gd name="csY6" fmla="*/ 4098901 h 4106117"/>
                <a:gd name="csX0" fmla="*/ 8594 w 4703971"/>
                <a:gd name="csY0" fmla="*/ 4107920 h 4115136"/>
                <a:gd name="csX1" fmla="*/ 1738740 w 4703971"/>
                <a:gd name="csY1" fmla="*/ 1731452 h 4115136"/>
                <a:gd name="csX2" fmla="*/ 2599988 w 4703971"/>
                <a:gd name="csY2" fmla="*/ 155575 h 4115136"/>
                <a:gd name="csX3" fmla="*/ 4409070 w 4703971"/>
                <a:gd name="csY3" fmla="*/ 124431 h 4115136"/>
                <a:gd name="csX4" fmla="*/ 4452929 w 4703971"/>
                <a:gd name="csY4" fmla="*/ 1691295 h 4115136"/>
                <a:gd name="csX5" fmla="*/ 2642912 w 4703971"/>
                <a:gd name="csY5" fmla="*/ 2522763 h 4115136"/>
                <a:gd name="csX6" fmla="*/ 8594 w 4703971"/>
                <a:gd name="csY6" fmla="*/ 4107920 h 4115136"/>
                <a:gd name="csX0" fmla="*/ 8594 w 4703971"/>
                <a:gd name="csY0" fmla="*/ 4195888 h 4203104"/>
                <a:gd name="csX1" fmla="*/ 1738740 w 4703971"/>
                <a:gd name="csY1" fmla="*/ 1819420 h 4203104"/>
                <a:gd name="csX2" fmla="*/ 2599988 w 4703971"/>
                <a:gd name="csY2" fmla="*/ 243543 h 4203104"/>
                <a:gd name="csX3" fmla="*/ 4409070 w 4703971"/>
                <a:gd name="csY3" fmla="*/ 212399 h 4203104"/>
                <a:gd name="csX4" fmla="*/ 4452929 w 4703971"/>
                <a:gd name="csY4" fmla="*/ 1779263 h 4203104"/>
                <a:gd name="csX5" fmla="*/ 2642912 w 4703971"/>
                <a:gd name="csY5" fmla="*/ 2610731 h 4203104"/>
                <a:gd name="csX6" fmla="*/ 8594 w 4703971"/>
                <a:gd name="csY6" fmla="*/ 4195888 h 4203104"/>
                <a:gd name="csX0" fmla="*/ 8594 w 4703971"/>
                <a:gd name="csY0" fmla="*/ 4213778 h 4220994"/>
                <a:gd name="csX1" fmla="*/ 1738740 w 4703971"/>
                <a:gd name="csY1" fmla="*/ 1837310 h 4220994"/>
                <a:gd name="csX2" fmla="*/ 2599988 w 4703971"/>
                <a:gd name="csY2" fmla="*/ 261433 h 4220994"/>
                <a:gd name="csX3" fmla="*/ 4409070 w 4703971"/>
                <a:gd name="csY3" fmla="*/ 230289 h 4220994"/>
                <a:gd name="csX4" fmla="*/ 4452929 w 4703971"/>
                <a:gd name="csY4" fmla="*/ 1797153 h 4220994"/>
                <a:gd name="csX5" fmla="*/ 2642912 w 4703971"/>
                <a:gd name="csY5" fmla="*/ 2628621 h 4220994"/>
                <a:gd name="csX6" fmla="*/ 8594 w 4703971"/>
                <a:gd name="csY6" fmla="*/ 4213778 h 4220994"/>
                <a:gd name="csX0" fmla="*/ 8594 w 4855548"/>
                <a:gd name="csY0" fmla="*/ 4390510 h 4397726"/>
                <a:gd name="csX1" fmla="*/ 1738740 w 4855548"/>
                <a:gd name="csY1" fmla="*/ 2014042 h 4397726"/>
                <a:gd name="csX2" fmla="*/ 2599988 w 4855548"/>
                <a:gd name="csY2" fmla="*/ 438165 h 4397726"/>
                <a:gd name="csX3" fmla="*/ 4756647 w 4855548"/>
                <a:gd name="csY3" fmla="*/ 26825 h 4397726"/>
                <a:gd name="csX4" fmla="*/ 4452929 w 4855548"/>
                <a:gd name="csY4" fmla="*/ 1973885 h 4397726"/>
                <a:gd name="csX5" fmla="*/ 2642912 w 4855548"/>
                <a:gd name="csY5" fmla="*/ 2805353 h 4397726"/>
                <a:gd name="csX6" fmla="*/ 8594 w 4855548"/>
                <a:gd name="csY6" fmla="*/ 4390510 h 4397726"/>
                <a:gd name="csX0" fmla="*/ 8594 w 5018748"/>
                <a:gd name="csY0" fmla="*/ 4545598 h 4552814"/>
                <a:gd name="csX1" fmla="*/ 1738740 w 5018748"/>
                <a:gd name="csY1" fmla="*/ 2169130 h 4552814"/>
                <a:gd name="csX2" fmla="*/ 2599988 w 5018748"/>
                <a:gd name="csY2" fmla="*/ 593253 h 4552814"/>
                <a:gd name="csX3" fmla="*/ 4973062 w 5018748"/>
                <a:gd name="csY3" fmla="*/ 18136 h 4552814"/>
                <a:gd name="csX4" fmla="*/ 4452929 w 5018748"/>
                <a:gd name="csY4" fmla="*/ 2128973 h 4552814"/>
                <a:gd name="csX5" fmla="*/ 2642912 w 5018748"/>
                <a:gd name="csY5" fmla="*/ 2960441 h 4552814"/>
                <a:gd name="csX6" fmla="*/ 8594 w 5018748"/>
                <a:gd name="csY6" fmla="*/ 4545598 h 4552814"/>
                <a:gd name="csX0" fmla="*/ 8594 w 5002691"/>
                <a:gd name="csY0" fmla="*/ 4537753 h 4544969"/>
                <a:gd name="csX1" fmla="*/ 1738740 w 5002691"/>
                <a:gd name="csY1" fmla="*/ 2161285 h 4544969"/>
                <a:gd name="csX2" fmla="*/ 2599988 w 5002691"/>
                <a:gd name="csY2" fmla="*/ 585408 h 4544969"/>
                <a:gd name="csX3" fmla="*/ 4973062 w 5002691"/>
                <a:gd name="csY3" fmla="*/ 10291 h 4544969"/>
                <a:gd name="csX4" fmla="*/ 4452929 w 5002691"/>
                <a:gd name="csY4" fmla="*/ 2121128 h 4544969"/>
                <a:gd name="csX5" fmla="*/ 2642912 w 5002691"/>
                <a:gd name="csY5" fmla="*/ 2952596 h 4544969"/>
                <a:gd name="csX6" fmla="*/ 8594 w 5002691"/>
                <a:gd name="csY6" fmla="*/ 4537753 h 4544969"/>
                <a:gd name="csX0" fmla="*/ 8594 w 4705059"/>
                <a:gd name="csY0" fmla="*/ 4122711 h 4129927"/>
                <a:gd name="csX1" fmla="*/ 1738740 w 4705059"/>
                <a:gd name="csY1" fmla="*/ 1746243 h 4129927"/>
                <a:gd name="csX2" fmla="*/ 2599988 w 4705059"/>
                <a:gd name="csY2" fmla="*/ 170366 h 4129927"/>
                <a:gd name="csX3" fmla="*/ 4446032 w 4705059"/>
                <a:gd name="csY3" fmla="*/ 89415 h 4129927"/>
                <a:gd name="csX4" fmla="*/ 4452929 w 4705059"/>
                <a:gd name="csY4" fmla="*/ 1706086 h 4129927"/>
                <a:gd name="csX5" fmla="*/ 2642912 w 4705059"/>
                <a:gd name="csY5" fmla="*/ 2537554 h 4129927"/>
                <a:gd name="csX6" fmla="*/ 8594 w 4705059"/>
                <a:gd name="csY6" fmla="*/ 4122711 h 4129927"/>
                <a:gd name="csX0" fmla="*/ 8594 w 4596663"/>
                <a:gd name="csY0" fmla="*/ 4215533 h 4224499"/>
                <a:gd name="csX1" fmla="*/ 1738740 w 4596663"/>
                <a:gd name="csY1" fmla="*/ 1839065 h 4224499"/>
                <a:gd name="csX2" fmla="*/ 2599988 w 4596663"/>
                <a:gd name="csY2" fmla="*/ 263188 h 4224499"/>
                <a:gd name="csX3" fmla="*/ 4446032 w 4596663"/>
                <a:gd name="csY3" fmla="*/ 182237 h 4224499"/>
                <a:gd name="csX4" fmla="*/ 4129398 w 4596663"/>
                <a:gd name="csY4" fmla="*/ 2079669 h 4224499"/>
                <a:gd name="csX5" fmla="*/ 2642912 w 4596663"/>
                <a:gd name="csY5" fmla="*/ 2630376 h 4224499"/>
                <a:gd name="csX6" fmla="*/ 8594 w 4596663"/>
                <a:gd name="csY6" fmla="*/ 4215533 h 4224499"/>
                <a:gd name="csX0" fmla="*/ 10635 w 4618520"/>
                <a:gd name="csY0" fmla="*/ 4140860 h 4149826"/>
                <a:gd name="csX1" fmla="*/ 1740781 w 4618520"/>
                <a:gd name="csY1" fmla="*/ 1764392 h 4149826"/>
                <a:gd name="csX2" fmla="*/ 2330962 w 4618520"/>
                <a:gd name="csY2" fmla="*/ 399085 h 4149826"/>
                <a:gd name="csX3" fmla="*/ 4448073 w 4618520"/>
                <a:gd name="csY3" fmla="*/ 107564 h 4149826"/>
                <a:gd name="csX4" fmla="*/ 4131439 w 4618520"/>
                <a:gd name="csY4" fmla="*/ 2004996 h 4149826"/>
                <a:gd name="csX5" fmla="*/ 2644953 w 4618520"/>
                <a:gd name="csY5" fmla="*/ 2555703 h 4149826"/>
                <a:gd name="csX6" fmla="*/ 10635 w 4618520"/>
                <a:gd name="csY6" fmla="*/ 4140860 h 4149826"/>
                <a:gd name="csX0" fmla="*/ 2473 w 4610358"/>
                <a:gd name="csY0" fmla="*/ 4148168 h 4152706"/>
                <a:gd name="csX1" fmla="*/ 2161081 w 4610358"/>
                <a:gd name="csY1" fmla="*/ 2013468 h 4152706"/>
                <a:gd name="csX2" fmla="*/ 2322800 w 4610358"/>
                <a:gd name="csY2" fmla="*/ 406393 h 4152706"/>
                <a:gd name="csX3" fmla="*/ 4439911 w 4610358"/>
                <a:gd name="csY3" fmla="*/ 114872 h 4152706"/>
                <a:gd name="csX4" fmla="*/ 4123277 w 4610358"/>
                <a:gd name="csY4" fmla="*/ 2012304 h 4152706"/>
                <a:gd name="csX5" fmla="*/ 2636791 w 4610358"/>
                <a:gd name="csY5" fmla="*/ 2563011 h 4152706"/>
                <a:gd name="csX6" fmla="*/ 2473 w 4610358"/>
                <a:gd name="csY6" fmla="*/ 4148168 h 4152706"/>
                <a:gd name="csX0" fmla="*/ 400 w 4608285"/>
                <a:gd name="csY0" fmla="*/ 4148168 h 4148397"/>
                <a:gd name="csX1" fmla="*/ 2159008 w 4608285"/>
                <a:gd name="csY1" fmla="*/ 2013468 h 4148397"/>
                <a:gd name="csX2" fmla="*/ 2320727 w 4608285"/>
                <a:gd name="csY2" fmla="*/ 406393 h 4148397"/>
                <a:gd name="csX3" fmla="*/ 4437838 w 4608285"/>
                <a:gd name="csY3" fmla="*/ 114872 h 4148397"/>
                <a:gd name="csX4" fmla="*/ 4121204 w 4608285"/>
                <a:gd name="csY4" fmla="*/ 2012304 h 4148397"/>
                <a:gd name="csX5" fmla="*/ 2346163 w 4608285"/>
                <a:gd name="csY5" fmla="*/ 2149669 h 4148397"/>
                <a:gd name="csX6" fmla="*/ 400 w 4608285"/>
                <a:gd name="csY6" fmla="*/ 4148168 h 4148397"/>
                <a:gd name="csX0" fmla="*/ 400 w 4547161"/>
                <a:gd name="csY0" fmla="*/ 4069645 h 4069874"/>
                <a:gd name="csX1" fmla="*/ 2159008 w 4547161"/>
                <a:gd name="csY1" fmla="*/ 1934945 h 4069874"/>
                <a:gd name="csX2" fmla="*/ 2320727 w 4547161"/>
                <a:gd name="csY2" fmla="*/ 327870 h 4069874"/>
                <a:gd name="csX3" fmla="*/ 4437838 w 4547161"/>
                <a:gd name="csY3" fmla="*/ 36349 h 4069874"/>
                <a:gd name="csX4" fmla="*/ 4121204 w 4547161"/>
                <a:gd name="csY4" fmla="*/ 1933781 h 4069874"/>
                <a:gd name="csX5" fmla="*/ 2346163 w 4547161"/>
                <a:gd name="csY5" fmla="*/ 2071146 h 4069874"/>
                <a:gd name="csX6" fmla="*/ 400 w 4547161"/>
                <a:gd name="csY6" fmla="*/ 4069645 h 4069874"/>
                <a:gd name="csX0" fmla="*/ 536 w 3991476"/>
                <a:gd name="csY0" fmla="*/ 3539321 h 3539632"/>
                <a:gd name="csX1" fmla="*/ 1603323 w 3991476"/>
                <a:gd name="csY1" fmla="*/ 1934945 h 3539632"/>
                <a:gd name="csX2" fmla="*/ 1765042 w 3991476"/>
                <a:gd name="csY2" fmla="*/ 327870 h 3539632"/>
                <a:gd name="csX3" fmla="*/ 3882153 w 3991476"/>
                <a:gd name="csY3" fmla="*/ 36349 h 3539632"/>
                <a:gd name="csX4" fmla="*/ 3565519 w 3991476"/>
                <a:gd name="csY4" fmla="*/ 1933781 h 3539632"/>
                <a:gd name="csX5" fmla="*/ 1790478 w 3991476"/>
                <a:gd name="csY5" fmla="*/ 2071146 h 3539632"/>
                <a:gd name="csX6" fmla="*/ 536 w 3991476"/>
                <a:gd name="csY6" fmla="*/ 3539321 h 3539632"/>
                <a:gd name="csX0" fmla="*/ 527 w 4017318"/>
                <a:gd name="csY0" fmla="*/ 3573908 h 3574212"/>
                <a:gd name="csX1" fmla="*/ 1629165 w 4017318"/>
                <a:gd name="csY1" fmla="*/ 1934945 h 3574212"/>
                <a:gd name="csX2" fmla="*/ 1790884 w 4017318"/>
                <a:gd name="csY2" fmla="*/ 327870 h 3574212"/>
                <a:gd name="csX3" fmla="*/ 3907995 w 4017318"/>
                <a:gd name="csY3" fmla="*/ 36349 h 3574212"/>
                <a:gd name="csX4" fmla="*/ 3591361 w 4017318"/>
                <a:gd name="csY4" fmla="*/ 1933781 h 3574212"/>
                <a:gd name="csX5" fmla="*/ 1816320 w 4017318"/>
                <a:gd name="csY5" fmla="*/ 2071146 h 3574212"/>
                <a:gd name="csX6" fmla="*/ 527 w 4017318"/>
                <a:gd name="csY6" fmla="*/ 3573908 h 3574212"/>
                <a:gd name="csX0" fmla="*/ 3641 w 4020432"/>
                <a:gd name="csY0" fmla="*/ 3573908 h 3577567"/>
                <a:gd name="csX1" fmla="*/ 1632279 w 4020432"/>
                <a:gd name="csY1" fmla="*/ 1934945 h 3577567"/>
                <a:gd name="csX2" fmla="*/ 1793998 w 4020432"/>
                <a:gd name="csY2" fmla="*/ 327870 h 3577567"/>
                <a:gd name="csX3" fmla="*/ 3911109 w 4020432"/>
                <a:gd name="csY3" fmla="*/ 36349 h 3577567"/>
                <a:gd name="csX4" fmla="*/ 3594475 w 4020432"/>
                <a:gd name="csY4" fmla="*/ 1933781 h 3577567"/>
                <a:gd name="csX5" fmla="*/ 1819434 w 4020432"/>
                <a:gd name="csY5" fmla="*/ 2071146 h 3577567"/>
                <a:gd name="csX6" fmla="*/ 3641 w 4020432"/>
                <a:gd name="csY6" fmla="*/ 3573908 h 3577567"/>
                <a:gd name="csX0" fmla="*/ 11923 w 4028714"/>
                <a:gd name="csY0" fmla="*/ 3573908 h 3583559"/>
                <a:gd name="csX1" fmla="*/ 1640561 w 4028714"/>
                <a:gd name="csY1" fmla="*/ 1934945 h 3583559"/>
                <a:gd name="csX2" fmla="*/ 1802280 w 4028714"/>
                <a:gd name="csY2" fmla="*/ 327870 h 3583559"/>
                <a:gd name="csX3" fmla="*/ 3919391 w 4028714"/>
                <a:gd name="csY3" fmla="*/ 36349 h 3583559"/>
                <a:gd name="csX4" fmla="*/ 3602757 w 4028714"/>
                <a:gd name="csY4" fmla="*/ 1933781 h 3583559"/>
                <a:gd name="csX5" fmla="*/ 1827716 w 4028714"/>
                <a:gd name="csY5" fmla="*/ 2071146 h 3583559"/>
                <a:gd name="csX6" fmla="*/ 11923 w 4028714"/>
                <a:gd name="csY6" fmla="*/ 3573908 h 3583559"/>
                <a:gd name="csX0" fmla="*/ 1130 w 4017921"/>
                <a:gd name="csY0" fmla="*/ 3573908 h 3577714"/>
                <a:gd name="csX1" fmla="*/ 1629768 w 4017921"/>
                <a:gd name="csY1" fmla="*/ 1934945 h 3577714"/>
                <a:gd name="csX2" fmla="*/ 1791487 w 4017921"/>
                <a:gd name="csY2" fmla="*/ 327870 h 3577714"/>
                <a:gd name="csX3" fmla="*/ 3908598 w 4017921"/>
                <a:gd name="csY3" fmla="*/ 36349 h 3577714"/>
                <a:gd name="csX4" fmla="*/ 3591964 w 4017921"/>
                <a:gd name="csY4" fmla="*/ 1933781 h 3577714"/>
                <a:gd name="csX5" fmla="*/ 1906115 w 4017921"/>
                <a:gd name="csY5" fmla="*/ 2373434 h 3577714"/>
                <a:gd name="csX6" fmla="*/ 1130 w 4017921"/>
                <a:gd name="csY6" fmla="*/ 3573908 h 3577714"/>
                <a:gd name="csX0" fmla="*/ 434 w 4017225"/>
                <a:gd name="csY0" fmla="*/ 3573908 h 3574428"/>
                <a:gd name="csX1" fmla="*/ 1629072 w 4017225"/>
                <a:gd name="csY1" fmla="*/ 1934945 h 3574428"/>
                <a:gd name="csX2" fmla="*/ 1790791 w 4017225"/>
                <a:gd name="csY2" fmla="*/ 327870 h 3574428"/>
                <a:gd name="csX3" fmla="*/ 3907902 w 4017225"/>
                <a:gd name="csY3" fmla="*/ 36349 h 3574428"/>
                <a:gd name="csX4" fmla="*/ 3591268 w 4017225"/>
                <a:gd name="csY4" fmla="*/ 1933781 h 3574428"/>
                <a:gd name="csX5" fmla="*/ 1798394 w 4017225"/>
                <a:gd name="csY5" fmla="*/ 2110926 h 3574428"/>
                <a:gd name="csX6" fmla="*/ 434 w 4017225"/>
                <a:gd name="csY6" fmla="*/ 3573908 h 3574428"/>
                <a:gd name="csX0" fmla="*/ 434 w 4017225"/>
                <a:gd name="csY0" fmla="*/ 3573908 h 3574310"/>
                <a:gd name="csX1" fmla="*/ 1629072 w 4017225"/>
                <a:gd name="csY1" fmla="*/ 1934945 h 3574310"/>
                <a:gd name="csX2" fmla="*/ 1790791 w 4017225"/>
                <a:gd name="csY2" fmla="*/ 327870 h 3574310"/>
                <a:gd name="csX3" fmla="*/ 3907902 w 4017225"/>
                <a:gd name="csY3" fmla="*/ 36349 h 3574310"/>
                <a:gd name="csX4" fmla="*/ 3591268 w 4017225"/>
                <a:gd name="csY4" fmla="*/ 1933781 h 3574310"/>
                <a:gd name="csX5" fmla="*/ 1798394 w 4017225"/>
                <a:gd name="csY5" fmla="*/ 2110926 h 3574310"/>
                <a:gd name="csX6" fmla="*/ 434 w 4017225"/>
                <a:gd name="csY6" fmla="*/ 3573908 h 3574310"/>
                <a:gd name="csX0" fmla="*/ 434 w 4017225"/>
                <a:gd name="csY0" fmla="*/ 3573908 h 3576627"/>
                <a:gd name="csX1" fmla="*/ 1629072 w 4017225"/>
                <a:gd name="csY1" fmla="*/ 1934945 h 3576627"/>
                <a:gd name="csX2" fmla="*/ 1790791 w 4017225"/>
                <a:gd name="csY2" fmla="*/ 327870 h 3576627"/>
                <a:gd name="csX3" fmla="*/ 3907902 w 4017225"/>
                <a:gd name="csY3" fmla="*/ 36349 h 3576627"/>
                <a:gd name="csX4" fmla="*/ 3591268 w 4017225"/>
                <a:gd name="csY4" fmla="*/ 1933781 h 3576627"/>
                <a:gd name="csX5" fmla="*/ 1798395 w 4017225"/>
                <a:gd name="csY5" fmla="*/ 2365482 h 3576627"/>
                <a:gd name="csX6" fmla="*/ 434 w 4017225"/>
                <a:gd name="csY6" fmla="*/ 3573908 h 3576627"/>
                <a:gd name="csX0" fmla="*/ 434 w 4017225"/>
                <a:gd name="csY0" fmla="*/ 3573908 h 3576355"/>
                <a:gd name="csX1" fmla="*/ 1629072 w 4017225"/>
                <a:gd name="csY1" fmla="*/ 1934945 h 3576355"/>
                <a:gd name="csX2" fmla="*/ 1790791 w 4017225"/>
                <a:gd name="csY2" fmla="*/ 327870 h 3576355"/>
                <a:gd name="csX3" fmla="*/ 3907902 w 4017225"/>
                <a:gd name="csY3" fmla="*/ 36349 h 3576355"/>
                <a:gd name="csX4" fmla="*/ 3591268 w 4017225"/>
                <a:gd name="csY4" fmla="*/ 1933781 h 3576355"/>
                <a:gd name="csX5" fmla="*/ 1798395 w 4017225"/>
                <a:gd name="csY5" fmla="*/ 2365482 h 3576355"/>
                <a:gd name="csX6" fmla="*/ 434 w 4017225"/>
                <a:gd name="csY6" fmla="*/ 3573908 h 3576355"/>
                <a:gd name="csX0" fmla="*/ 434 w 4017225"/>
                <a:gd name="csY0" fmla="*/ 3573908 h 3583502"/>
                <a:gd name="csX1" fmla="*/ 1629072 w 4017225"/>
                <a:gd name="csY1" fmla="*/ 1934945 h 3583502"/>
                <a:gd name="csX2" fmla="*/ 1790791 w 4017225"/>
                <a:gd name="csY2" fmla="*/ 327870 h 3583502"/>
                <a:gd name="csX3" fmla="*/ 3907902 w 4017225"/>
                <a:gd name="csY3" fmla="*/ 36349 h 3583502"/>
                <a:gd name="csX4" fmla="*/ 3591268 w 4017225"/>
                <a:gd name="csY4" fmla="*/ 1933781 h 3583502"/>
                <a:gd name="csX5" fmla="*/ 1798396 w 4017225"/>
                <a:gd name="csY5" fmla="*/ 2715497 h 3583502"/>
                <a:gd name="csX6" fmla="*/ 434 w 4017225"/>
                <a:gd name="csY6" fmla="*/ 3573908 h 3583502"/>
                <a:gd name="csX0" fmla="*/ 20204 w 4036995"/>
                <a:gd name="csY0" fmla="*/ 3574326 h 3583563"/>
                <a:gd name="csX1" fmla="*/ 908564 w 4036995"/>
                <a:gd name="csY1" fmla="*/ 1951275 h 3583563"/>
                <a:gd name="csX2" fmla="*/ 1810561 w 4036995"/>
                <a:gd name="csY2" fmla="*/ 328288 h 3583563"/>
                <a:gd name="csX3" fmla="*/ 3927672 w 4036995"/>
                <a:gd name="csY3" fmla="*/ 36767 h 3583563"/>
                <a:gd name="csX4" fmla="*/ 3611038 w 4036995"/>
                <a:gd name="csY4" fmla="*/ 1934199 h 3583563"/>
                <a:gd name="csX5" fmla="*/ 1818166 w 4036995"/>
                <a:gd name="csY5" fmla="*/ 2715915 h 3583563"/>
                <a:gd name="csX6" fmla="*/ 20204 w 4036995"/>
                <a:gd name="csY6" fmla="*/ 3574326 h 3583563"/>
                <a:gd name="csX0" fmla="*/ 12549 w 4029340"/>
                <a:gd name="csY0" fmla="*/ 3574326 h 3583563"/>
                <a:gd name="csX1" fmla="*/ 900909 w 4029340"/>
                <a:gd name="csY1" fmla="*/ 1951275 h 3583563"/>
                <a:gd name="csX2" fmla="*/ 1802906 w 4029340"/>
                <a:gd name="csY2" fmla="*/ 328288 h 3583563"/>
                <a:gd name="csX3" fmla="*/ 3920017 w 4029340"/>
                <a:gd name="csY3" fmla="*/ 36767 h 3583563"/>
                <a:gd name="csX4" fmla="*/ 3603383 w 4029340"/>
                <a:gd name="csY4" fmla="*/ 1934199 h 3583563"/>
                <a:gd name="csX5" fmla="*/ 1810511 w 4029340"/>
                <a:gd name="csY5" fmla="*/ 2715915 h 3583563"/>
                <a:gd name="csX6" fmla="*/ 12549 w 4029340"/>
                <a:gd name="csY6" fmla="*/ 3574326 h 3583563"/>
                <a:gd name="csX0" fmla="*/ 2018 w 4018809"/>
                <a:gd name="csY0" fmla="*/ 3573908 h 3583502"/>
                <a:gd name="csX1" fmla="*/ 1389840 w 4018809"/>
                <a:gd name="csY1" fmla="*/ 1934947 h 3583502"/>
                <a:gd name="csX2" fmla="*/ 1792375 w 4018809"/>
                <a:gd name="csY2" fmla="*/ 327870 h 3583502"/>
                <a:gd name="csX3" fmla="*/ 3909486 w 4018809"/>
                <a:gd name="csY3" fmla="*/ 36349 h 3583502"/>
                <a:gd name="csX4" fmla="*/ 3592852 w 4018809"/>
                <a:gd name="csY4" fmla="*/ 1933781 h 3583502"/>
                <a:gd name="csX5" fmla="*/ 1799980 w 4018809"/>
                <a:gd name="csY5" fmla="*/ 2715497 h 3583502"/>
                <a:gd name="csX6" fmla="*/ 2018 w 4018809"/>
                <a:gd name="csY6" fmla="*/ 3573908 h 3583502"/>
                <a:gd name="csX0" fmla="*/ 2018 w 4018809"/>
                <a:gd name="csY0" fmla="*/ 3573908 h 3575401"/>
                <a:gd name="csX1" fmla="*/ 1389840 w 4018809"/>
                <a:gd name="csY1" fmla="*/ 1934947 h 3575401"/>
                <a:gd name="csX2" fmla="*/ 1792375 w 4018809"/>
                <a:gd name="csY2" fmla="*/ 327870 h 3575401"/>
                <a:gd name="csX3" fmla="*/ 3909486 w 4018809"/>
                <a:gd name="csY3" fmla="*/ 36349 h 3575401"/>
                <a:gd name="csX4" fmla="*/ 3592852 w 4018809"/>
                <a:gd name="csY4" fmla="*/ 1933781 h 3575401"/>
                <a:gd name="csX5" fmla="*/ 1799983 w 4018809"/>
                <a:gd name="csY5" fmla="*/ 2277981 h 3575401"/>
                <a:gd name="csX6" fmla="*/ 2018 w 4018809"/>
                <a:gd name="csY6" fmla="*/ 3573908 h 3575401"/>
                <a:gd name="csX0" fmla="*/ 2279 w 4019070"/>
                <a:gd name="csY0" fmla="*/ 3573908 h 3576883"/>
                <a:gd name="csX1" fmla="*/ 1390101 w 4019070"/>
                <a:gd name="csY1" fmla="*/ 1934947 h 3576883"/>
                <a:gd name="csX2" fmla="*/ 1792636 w 4019070"/>
                <a:gd name="csY2" fmla="*/ 327870 h 3576883"/>
                <a:gd name="csX3" fmla="*/ 3909747 w 4019070"/>
                <a:gd name="csY3" fmla="*/ 36349 h 3576883"/>
                <a:gd name="csX4" fmla="*/ 3593113 w 4019070"/>
                <a:gd name="csY4" fmla="*/ 1933781 h 3576883"/>
                <a:gd name="csX5" fmla="*/ 1827004 w 4019070"/>
                <a:gd name="csY5" fmla="*/ 2405261 h 3576883"/>
                <a:gd name="csX6" fmla="*/ 2279 w 4019070"/>
                <a:gd name="csY6" fmla="*/ 3573908 h 3576883"/>
                <a:gd name="csX0" fmla="*/ 3304 w 4020095"/>
                <a:gd name="csY0" fmla="*/ 3573700 h 3576772"/>
                <a:gd name="csX1" fmla="*/ 1310858 w 4020095"/>
                <a:gd name="csY1" fmla="*/ 1926786 h 3576772"/>
                <a:gd name="csX2" fmla="*/ 1793661 w 4020095"/>
                <a:gd name="csY2" fmla="*/ 327662 h 3576772"/>
                <a:gd name="csX3" fmla="*/ 3910772 w 4020095"/>
                <a:gd name="csY3" fmla="*/ 36141 h 3576772"/>
                <a:gd name="csX4" fmla="*/ 3594138 w 4020095"/>
                <a:gd name="csY4" fmla="*/ 1933573 h 3576772"/>
                <a:gd name="csX5" fmla="*/ 1828029 w 4020095"/>
                <a:gd name="csY5" fmla="*/ 2405053 h 3576772"/>
                <a:gd name="csX6" fmla="*/ 3304 w 4020095"/>
                <a:gd name="csY6" fmla="*/ 3573700 h 3576772"/>
                <a:gd name="csX0" fmla="*/ 3254 w 4020045"/>
                <a:gd name="csY0" fmla="*/ 3573700 h 3576772"/>
                <a:gd name="csX1" fmla="*/ 1310808 w 4020045"/>
                <a:gd name="csY1" fmla="*/ 1926786 h 3576772"/>
                <a:gd name="csX2" fmla="*/ 1793611 w 4020045"/>
                <a:gd name="csY2" fmla="*/ 327662 h 3576772"/>
                <a:gd name="csX3" fmla="*/ 3910722 w 4020045"/>
                <a:gd name="csY3" fmla="*/ 36141 h 3576772"/>
                <a:gd name="csX4" fmla="*/ 3594088 w 4020045"/>
                <a:gd name="csY4" fmla="*/ 1933573 h 3576772"/>
                <a:gd name="csX5" fmla="*/ 1827979 w 4020045"/>
                <a:gd name="csY5" fmla="*/ 2405053 h 3576772"/>
                <a:gd name="csX6" fmla="*/ 3254 w 4020045"/>
                <a:gd name="csY6" fmla="*/ 3573700 h 35767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020045" h="3576772">
                  <a:moveTo>
                    <a:pt x="3254" y="3573700"/>
                  </a:moveTo>
                  <a:cubicBezTo>
                    <a:pt x="-82941" y="3493989"/>
                    <a:pt x="1574310" y="2340515"/>
                    <a:pt x="1310808" y="1926786"/>
                  </a:cubicBezTo>
                  <a:cubicBezTo>
                    <a:pt x="1047306" y="1513057"/>
                    <a:pt x="1360292" y="642769"/>
                    <a:pt x="1793611" y="327662"/>
                  </a:cubicBezTo>
                  <a:cubicBezTo>
                    <a:pt x="2226930" y="12555"/>
                    <a:pt x="3750548" y="-52136"/>
                    <a:pt x="3910722" y="36141"/>
                  </a:cubicBezTo>
                  <a:cubicBezTo>
                    <a:pt x="4070896" y="124418"/>
                    <a:pt x="4120351" y="1358027"/>
                    <a:pt x="3594088" y="1933573"/>
                  </a:cubicBezTo>
                  <a:cubicBezTo>
                    <a:pt x="3171099" y="2391895"/>
                    <a:pt x="2301583" y="2656718"/>
                    <a:pt x="1827979" y="2405053"/>
                  </a:cubicBezTo>
                  <a:cubicBezTo>
                    <a:pt x="1354375" y="2153388"/>
                    <a:pt x="89449" y="3653411"/>
                    <a:pt x="3254" y="3573700"/>
                  </a:cubicBez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8" name="Freeform 1027">
              <a:extLst>
                <a:ext uri="{FF2B5EF4-FFF2-40B4-BE49-F238E27FC236}">
                  <a16:creationId xmlns:a16="http://schemas.microsoft.com/office/drawing/2014/main" id="{0BFF7A4C-A623-BBF0-F23C-E351FC8D1BF3}"/>
                </a:ext>
              </a:extLst>
            </p:cNvPr>
            <p:cNvSpPr/>
            <p:nvPr userDrawn="1"/>
          </p:nvSpPr>
          <p:spPr>
            <a:xfrm rot="16200000">
              <a:off x="6877484" y="1925567"/>
              <a:ext cx="2615869" cy="2682267"/>
            </a:xfrm>
            <a:custGeom>
              <a:avLst/>
              <a:gdLst>
                <a:gd name="csX0" fmla="*/ 1893 w 3484511"/>
                <a:gd name="csY0" fmla="*/ 3509215 h 3511799"/>
                <a:gd name="csX1" fmla="*/ 1514170 w 3484511"/>
                <a:gd name="csY1" fmla="*/ 1703861 h 3511799"/>
                <a:gd name="csX2" fmla="*/ 2029985 w 3484511"/>
                <a:gd name="csY2" fmla="*/ 226753 h 3511799"/>
                <a:gd name="csX3" fmla="*/ 3378139 w 3484511"/>
                <a:gd name="csY3" fmla="*/ 144692 h 3511799"/>
                <a:gd name="csX4" fmla="*/ 3225739 w 3484511"/>
                <a:gd name="csY4" fmla="*/ 1586630 h 3511799"/>
                <a:gd name="csX5" fmla="*/ 1854139 w 3484511"/>
                <a:gd name="csY5" fmla="*/ 2090723 h 3511799"/>
                <a:gd name="csX6" fmla="*/ 1893 w 3484511"/>
                <a:gd name="csY6" fmla="*/ 3509215 h 3511799"/>
                <a:gd name="csX0" fmla="*/ 1352 w 4094215"/>
                <a:gd name="csY0" fmla="*/ 4103738 h 4105568"/>
                <a:gd name="csX1" fmla="*/ 2123874 w 4094215"/>
                <a:gd name="csY1" fmla="*/ 1703861 h 4105568"/>
                <a:gd name="csX2" fmla="*/ 2639689 w 4094215"/>
                <a:gd name="csY2" fmla="*/ 226753 h 4105568"/>
                <a:gd name="csX3" fmla="*/ 3987843 w 4094215"/>
                <a:gd name="csY3" fmla="*/ 144692 h 4105568"/>
                <a:gd name="csX4" fmla="*/ 3835443 w 4094215"/>
                <a:gd name="csY4" fmla="*/ 1586630 h 4105568"/>
                <a:gd name="csX5" fmla="*/ 2463843 w 4094215"/>
                <a:gd name="csY5" fmla="*/ 2090723 h 4105568"/>
                <a:gd name="csX6" fmla="*/ 1352 w 4094215"/>
                <a:gd name="csY6" fmla="*/ 4103738 h 4105568"/>
                <a:gd name="csX0" fmla="*/ 1978 w 4094841"/>
                <a:gd name="csY0" fmla="*/ 4101966 h 4104114"/>
                <a:gd name="csX1" fmla="*/ 2058783 w 4094841"/>
                <a:gd name="csY1" fmla="*/ 1668597 h 4104114"/>
                <a:gd name="csX2" fmla="*/ 2640315 w 4094841"/>
                <a:gd name="csY2" fmla="*/ 224981 h 4104114"/>
                <a:gd name="csX3" fmla="*/ 3988469 w 4094841"/>
                <a:gd name="csY3" fmla="*/ 142920 h 4104114"/>
                <a:gd name="csX4" fmla="*/ 3836069 w 4094841"/>
                <a:gd name="csY4" fmla="*/ 1584858 h 4104114"/>
                <a:gd name="csX5" fmla="*/ 2464469 w 4094841"/>
                <a:gd name="csY5" fmla="*/ 2088951 h 4104114"/>
                <a:gd name="csX6" fmla="*/ 1978 w 4094841"/>
                <a:gd name="csY6" fmla="*/ 4101966 h 4104114"/>
                <a:gd name="csX0" fmla="*/ 1943 w 4132359"/>
                <a:gd name="csY0" fmla="*/ 3750277 h 3752868"/>
                <a:gd name="csX1" fmla="*/ 2096301 w 4132359"/>
                <a:gd name="csY1" fmla="*/ 1668597 h 3752868"/>
                <a:gd name="csX2" fmla="*/ 2677833 w 4132359"/>
                <a:gd name="csY2" fmla="*/ 224981 h 3752868"/>
                <a:gd name="csX3" fmla="*/ 4025987 w 4132359"/>
                <a:gd name="csY3" fmla="*/ 142920 h 3752868"/>
                <a:gd name="csX4" fmla="*/ 3873587 w 4132359"/>
                <a:gd name="csY4" fmla="*/ 1584858 h 3752868"/>
                <a:gd name="csX5" fmla="*/ 2501987 w 4132359"/>
                <a:gd name="csY5" fmla="*/ 2088951 h 3752868"/>
                <a:gd name="csX6" fmla="*/ 1943 w 4132359"/>
                <a:gd name="csY6" fmla="*/ 3750277 h 3752868"/>
                <a:gd name="csX0" fmla="*/ 7123 w 4137539"/>
                <a:gd name="csY0" fmla="*/ 3776554 h 3776601"/>
                <a:gd name="csX1" fmla="*/ 1782278 w 4137539"/>
                <a:gd name="csY1" fmla="*/ 2163796 h 3776601"/>
                <a:gd name="csX2" fmla="*/ 2683013 w 4137539"/>
                <a:gd name="csY2" fmla="*/ 251258 h 3776601"/>
                <a:gd name="csX3" fmla="*/ 4031167 w 4137539"/>
                <a:gd name="csY3" fmla="*/ 169197 h 3776601"/>
                <a:gd name="csX4" fmla="*/ 3878767 w 4137539"/>
                <a:gd name="csY4" fmla="*/ 1611135 h 3776601"/>
                <a:gd name="csX5" fmla="*/ 2507167 w 4137539"/>
                <a:gd name="csY5" fmla="*/ 2115228 h 3776601"/>
                <a:gd name="csX6" fmla="*/ 7123 w 4137539"/>
                <a:gd name="csY6" fmla="*/ 3776554 h 3776601"/>
                <a:gd name="csX0" fmla="*/ 25 w 4130441"/>
                <a:gd name="csY0" fmla="*/ 3776554 h 3776586"/>
                <a:gd name="csX1" fmla="*/ 1775180 w 4130441"/>
                <a:gd name="csY1" fmla="*/ 2163796 h 3776586"/>
                <a:gd name="csX2" fmla="*/ 2675915 w 4130441"/>
                <a:gd name="csY2" fmla="*/ 251258 h 3776586"/>
                <a:gd name="csX3" fmla="*/ 4024069 w 4130441"/>
                <a:gd name="csY3" fmla="*/ 169197 h 3776586"/>
                <a:gd name="csX4" fmla="*/ 3871669 w 4130441"/>
                <a:gd name="csY4" fmla="*/ 1611135 h 3776586"/>
                <a:gd name="csX5" fmla="*/ 1814719 w 4130441"/>
                <a:gd name="csY5" fmla="*/ 2207339 h 3776586"/>
                <a:gd name="csX6" fmla="*/ 25 w 4130441"/>
                <a:gd name="csY6" fmla="*/ 3776554 h 3776586"/>
                <a:gd name="csX0" fmla="*/ 25 w 4130441"/>
                <a:gd name="csY0" fmla="*/ 3776554 h 3776589"/>
                <a:gd name="csX1" fmla="*/ 1775180 w 4130441"/>
                <a:gd name="csY1" fmla="*/ 2163796 h 3776589"/>
                <a:gd name="csX2" fmla="*/ 2675915 w 4130441"/>
                <a:gd name="csY2" fmla="*/ 251258 h 3776589"/>
                <a:gd name="csX3" fmla="*/ 4024069 w 4130441"/>
                <a:gd name="csY3" fmla="*/ 169197 h 3776589"/>
                <a:gd name="csX4" fmla="*/ 3871669 w 4130441"/>
                <a:gd name="csY4" fmla="*/ 1611135 h 3776589"/>
                <a:gd name="csX5" fmla="*/ 1814719 w 4130441"/>
                <a:gd name="csY5" fmla="*/ 2207339 h 3776589"/>
                <a:gd name="csX6" fmla="*/ 25 w 4130441"/>
                <a:gd name="csY6" fmla="*/ 3776554 h 3776589"/>
                <a:gd name="csX0" fmla="*/ 25 w 3957457"/>
                <a:gd name="csY0" fmla="*/ 3611866 h 3611901"/>
                <a:gd name="csX1" fmla="*/ 1775180 w 3957457"/>
                <a:gd name="csY1" fmla="*/ 1999108 h 3611901"/>
                <a:gd name="csX2" fmla="*/ 2675915 w 3957457"/>
                <a:gd name="csY2" fmla="*/ 86570 h 3611901"/>
                <a:gd name="csX3" fmla="*/ 3554650 w 3957457"/>
                <a:gd name="csY3" fmla="*/ 439934 h 3611901"/>
                <a:gd name="csX4" fmla="*/ 3871669 w 3957457"/>
                <a:gd name="csY4" fmla="*/ 1446447 h 3611901"/>
                <a:gd name="csX5" fmla="*/ 1814719 w 3957457"/>
                <a:gd name="csY5" fmla="*/ 2042651 h 3611901"/>
                <a:gd name="csX6" fmla="*/ 25 w 3957457"/>
                <a:gd name="csY6" fmla="*/ 3611866 h 3611901"/>
                <a:gd name="csX0" fmla="*/ 25 w 3957253"/>
                <a:gd name="csY0" fmla="*/ 3368639 h 3368674"/>
                <a:gd name="csX1" fmla="*/ 1775180 w 3957253"/>
                <a:gd name="csY1" fmla="*/ 1755881 h 3368674"/>
                <a:gd name="csX2" fmla="*/ 2685304 w 3957253"/>
                <a:gd name="csY2" fmla="*/ 144791 h 3368674"/>
                <a:gd name="csX3" fmla="*/ 3554650 w 3957253"/>
                <a:gd name="csY3" fmla="*/ 196707 h 3368674"/>
                <a:gd name="csX4" fmla="*/ 3871669 w 3957253"/>
                <a:gd name="csY4" fmla="*/ 1203220 h 3368674"/>
                <a:gd name="csX5" fmla="*/ 1814719 w 3957253"/>
                <a:gd name="csY5" fmla="*/ 1799424 h 3368674"/>
                <a:gd name="csX6" fmla="*/ 25 w 3957253"/>
                <a:gd name="csY6" fmla="*/ 3368639 h 3368674"/>
                <a:gd name="csX0" fmla="*/ 25 w 3705517"/>
                <a:gd name="csY0" fmla="*/ 3358570 h 3358603"/>
                <a:gd name="csX1" fmla="*/ 1775180 w 3705517"/>
                <a:gd name="csY1" fmla="*/ 1745812 h 3358603"/>
                <a:gd name="csX2" fmla="*/ 2685304 w 3705517"/>
                <a:gd name="csY2" fmla="*/ 134722 h 3358603"/>
                <a:gd name="csX3" fmla="*/ 3554650 w 3705517"/>
                <a:gd name="csY3" fmla="*/ 186638 h 3358603"/>
                <a:gd name="csX4" fmla="*/ 3552464 w 3705517"/>
                <a:gd name="csY4" fmla="*/ 975438 h 3358603"/>
                <a:gd name="csX5" fmla="*/ 1814719 w 3705517"/>
                <a:gd name="csY5" fmla="*/ 1789355 h 3358603"/>
                <a:gd name="csX6" fmla="*/ 25 w 3705517"/>
                <a:gd name="csY6" fmla="*/ 3358570 h 3358603"/>
                <a:gd name="csX0" fmla="*/ 2290 w 3707782"/>
                <a:gd name="csY0" fmla="*/ 3305196 h 3314287"/>
                <a:gd name="csX1" fmla="*/ 2199921 w 3707782"/>
                <a:gd name="csY1" fmla="*/ 955568 h 3314287"/>
                <a:gd name="csX2" fmla="*/ 2687569 w 3707782"/>
                <a:gd name="csY2" fmla="*/ 81348 h 3314287"/>
                <a:gd name="csX3" fmla="*/ 3556915 w 3707782"/>
                <a:gd name="csY3" fmla="*/ 133264 h 3314287"/>
                <a:gd name="csX4" fmla="*/ 3554729 w 3707782"/>
                <a:gd name="csY4" fmla="*/ 922064 h 3314287"/>
                <a:gd name="csX5" fmla="*/ 1816984 w 3707782"/>
                <a:gd name="csY5" fmla="*/ 1735981 h 3314287"/>
                <a:gd name="csX6" fmla="*/ 2290 w 3707782"/>
                <a:gd name="csY6" fmla="*/ 3305196 h 3314287"/>
                <a:gd name="csX0" fmla="*/ 377 w 3705869"/>
                <a:gd name="csY0" fmla="*/ 3305196 h 3313168"/>
                <a:gd name="csX1" fmla="*/ 2198008 w 3705869"/>
                <a:gd name="csY1" fmla="*/ 955568 h 3313168"/>
                <a:gd name="csX2" fmla="*/ 2685656 w 3705869"/>
                <a:gd name="csY2" fmla="*/ 81348 h 3313168"/>
                <a:gd name="csX3" fmla="*/ 3555002 w 3705869"/>
                <a:gd name="csY3" fmla="*/ 133264 h 3313168"/>
                <a:gd name="csX4" fmla="*/ 3552816 w 3705869"/>
                <a:gd name="csY4" fmla="*/ 922064 h 3313168"/>
                <a:gd name="csX5" fmla="*/ 2378375 w 3705869"/>
                <a:gd name="csY5" fmla="*/ 1694113 h 3313168"/>
                <a:gd name="csX6" fmla="*/ 377 w 3705869"/>
                <a:gd name="csY6" fmla="*/ 3305196 h 3313168"/>
                <a:gd name="csX0" fmla="*/ 377 w 3705869"/>
                <a:gd name="csY0" fmla="*/ 3305196 h 3311216"/>
                <a:gd name="csX1" fmla="*/ 2198008 w 3705869"/>
                <a:gd name="csY1" fmla="*/ 955568 h 3311216"/>
                <a:gd name="csX2" fmla="*/ 2685656 w 3705869"/>
                <a:gd name="csY2" fmla="*/ 81348 h 3311216"/>
                <a:gd name="csX3" fmla="*/ 3555002 w 3705869"/>
                <a:gd name="csY3" fmla="*/ 133264 h 3311216"/>
                <a:gd name="csX4" fmla="*/ 3552816 w 3705869"/>
                <a:gd name="csY4" fmla="*/ 922064 h 3311216"/>
                <a:gd name="csX5" fmla="*/ 2378375 w 3705869"/>
                <a:gd name="csY5" fmla="*/ 1694113 h 3311216"/>
                <a:gd name="csX6" fmla="*/ 377 w 3705869"/>
                <a:gd name="csY6" fmla="*/ 3305196 h 3311216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31250"/>
                <a:gd name="csY0" fmla="*/ 3306034 h 3313991"/>
                <a:gd name="csX1" fmla="*/ 2198008 w 4431250"/>
                <a:gd name="csY1" fmla="*/ 956406 h 3313991"/>
                <a:gd name="csX2" fmla="*/ 2685656 w 4431250"/>
                <a:gd name="csY2" fmla="*/ 82186 h 3313991"/>
                <a:gd name="csX3" fmla="*/ 3555002 w 4431250"/>
                <a:gd name="csY3" fmla="*/ 134102 h 3313991"/>
                <a:gd name="csX4" fmla="*/ 4425936 w 4431250"/>
                <a:gd name="csY4" fmla="*/ 939649 h 3313991"/>
                <a:gd name="csX5" fmla="*/ 2378375 w 4431250"/>
                <a:gd name="csY5" fmla="*/ 1694951 h 3313991"/>
                <a:gd name="csX6" fmla="*/ 377 w 4431250"/>
                <a:gd name="csY6" fmla="*/ 3306034 h 3313991"/>
                <a:gd name="csX0" fmla="*/ 377 w 4425936"/>
                <a:gd name="csY0" fmla="*/ 3306034 h 3313991"/>
                <a:gd name="csX1" fmla="*/ 2198008 w 4425936"/>
                <a:gd name="csY1" fmla="*/ 956406 h 3313991"/>
                <a:gd name="csX2" fmla="*/ 2685656 w 4425936"/>
                <a:gd name="csY2" fmla="*/ 82186 h 3313991"/>
                <a:gd name="csX3" fmla="*/ 3555002 w 4425936"/>
                <a:gd name="csY3" fmla="*/ 134102 h 3313991"/>
                <a:gd name="csX4" fmla="*/ 4425936 w 4425936"/>
                <a:gd name="csY4" fmla="*/ 939649 h 3313991"/>
                <a:gd name="csX5" fmla="*/ 2378375 w 4425936"/>
                <a:gd name="csY5" fmla="*/ 1694951 h 3313991"/>
                <a:gd name="csX6" fmla="*/ 377 w 4425936"/>
                <a:gd name="csY6" fmla="*/ 3306034 h 3313991"/>
                <a:gd name="csX0" fmla="*/ 377 w 4472878"/>
                <a:gd name="csY0" fmla="*/ 3303952 h 3311947"/>
                <a:gd name="csX1" fmla="*/ 2198008 w 4472878"/>
                <a:gd name="csY1" fmla="*/ 954324 h 3311947"/>
                <a:gd name="csX2" fmla="*/ 2685656 w 4472878"/>
                <a:gd name="csY2" fmla="*/ 80104 h 3311947"/>
                <a:gd name="csX3" fmla="*/ 3555002 w 4472878"/>
                <a:gd name="csY3" fmla="*/ 132020 h 3311947"/>
                <a:gd name="csX4" fmla="*/ 4472878 w 4472878"/>
                <a:gd name="csY4" fmla="*/ 895700 h 3311947"/>
                <a:gd name="csX5" fmla="*/ 2378375 w 4472878"/>
                <a:gd name="csY5" fmla="*/ 1692869 h 3311947"/>
                <a:gd name="csX6" fmla="*/ 377 w 4472878"/>
                <a:gd name="csY6" fmla="*/ 3303952 h 3311947"/>
                <a:gd name="csX0" fmla="*/ 377 w 4472878"/>
                <a:gd name="csY0" fmla="*/ 3489034 h 3497029"/>
                <a:gd name="csX1" fmla="*/ 2198008 w 4472878"/>
                <a:gd name="csY1" fmla="*/ 1139406 h 3497029"/>
                <a:gd name="csX2" fmla="*/ 2685656 w 4472878"/>
                <a:gd name="csY2" fmla="*/ 265186 h 3497029"/>
                <a:gd name="csX3" fmla="*/ 3742770 w 4472878"/>
                <a:gd name="csY3" fmla="*/ 49148 h 3497029"/>
                <a:gd name="csX4" fmla="*/ 4472878 w 4472878"/>
                <a:gd name="csY4" fmla="*/ 1080782 h 3497029"/>
                <a:gd name="csX5" fmla="*/ 2378375 w 4472878"/>
                <a:gd name="csY5" fmla="*/ 1877951 h 3497029"/>
                <a:gd name="csX6" fmla="*/ 377 w 4472878"/>
                <a:gd name="csY6" fmla="*/ 3489034 h 3497029"/>
                <a:gd name="csX0" fmla="*/ 377 w 4482266"/>
                <a:gd name="csY0" fmla="*/ 3489034 h 3497029"/>
                <a:gd name="csX1" fmla="*/ 2198008 w 4482266"/>
                <a:gd name="csY1" fmla="*/ 1139406 h 3497029"/>
                <a:gd name="csX2" fmla="*/ 2685656 w 4482266"/>
                <a:gd name="csY2" fmla="*/ 265186 h 3497029"/>
                <a:gd name="csX3" fmla="*/ 3742770 w 4482266"/>
                <a:gd name="csY3" fmla="*/ 49148 h 3497029"/>
                <a:gd name="csX4" fmla="*/ 4482266 w 4482266"/>
                <a:gd name="csY4" fmla="*/ 1080782 h 3497029"/>
                <a:gd name="csX5" fmla="*/ 2378375 w 4482266"/>
                <a:gd name="csY5" fmla="*/ 1877951 h 3497029"/>
                <a:gd name="csX6" fmla="*/ 377 w 4482266"/>
                <a:gd name="csY6" fmla="*/ 3489034 h 3497029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10188 w 4492077"/>
                <a:gd name="csY0" fmla="*/ 3488052 h 3497366"/>
                <a:gd name="csX1" fmla="*/ 1804118 w 4492077"/>
                <a:gd name="csY1" fmla="*/ 1096559 h 3497366"/>
                <a:gd name="csX2" fmla="*/ 2695467 w 4492077"/>
                <a:gd name="csY2" fmla="*/ 264204 h 3497366"/>
                <a:gd name="csX3" fmla="*/ 3752581 w 4492077"/>
                <a:gd name="csY3" fmla="*/ 48166 h 3497366"/>
                <a:gd name="csX4" fmla="*/ 4492077 w 4492077"/>
                <a:gd name="csY4" fmla="*/ 1079800 h 3497366"/>
                <a:gd name="csX5" fmla="*/ 2688616 w 4492077"/>
                <a:gd name="csY5" fmla="*/ 1893718 h 3497366"/>
                <a:gd name="csX6" fmla="*/ 10188 w 4492077"/>
                <a:gd name="csY6" fmla="*/ 3488052 h 3497366"/>
                <a:gd name="csX0" fmla="*/ 10188 w 4492077"/>
                <a:gd name="csY0" fmla="*/ 3488052 h 3500595"/>
                <a:gd name="csX1" fmla="*/ 1804118 w 4492077"/>
                <a:gd name="csY1" fmla="*/ 1096559 h 3500595"/>
                <a:gd name="csX2" fmla="*/ 2695467 w 4492077"/>
                <a:gd name="csY2" fmla="*/ 264204 h 3500595"/>
                <a:gd name="csX3" fmla="*/ 3752581 w 4492077"/>
                <a:gd name="csY3" fmla="*/ 48166 h 3500595"/>
                <a:gd name="csX4" fmla="*/ 4492077 w 4492077"/>
                <a:gd name="csY4" fmla="*/ 1079800 h 3500595"/>
                <a:gd name="csX5" fmla="*/ 2688616 w 4492077"/>
                <a:gd name="csY5" fmla="*/ 1893718 h 3500595"/>
                <a:gd name="csX6" fmla="*/ 10188 w 4492077"/>
                <a:gd name="csY6" fmla="*/ 3488052 h 3500595"/>
                <a:gd name="csX0" fmla="*/ 10188 w 4492077"/>
                <a:gd name="csY0" fmla="*/ 3488052 h 3500888"/>
                <a:gd name="csX1" fmla="*/ 1804118 w 4492077"/>
                <a:gd name="csY1" fmla="*/ 1096559 h 3500888"/>
                <a:gd name="csX2" fmla="*/ 2695467 w 4492077"/>
                <a:gd name="csY2" fmla="*/ 264204 h 3500888"/>
                <a:gd name="csX3" fmla="*/ 3752581 w 4492077"/>
                <a:gd name="csY3" fmla="*/ 48166 h 3500888"/>
                <a:gd name="csX4" fmla="*/ 4492077 w 4492077"/>
                <a:gd name="csY4" fmla="*/ 1079800 h 3500888"/>
                <a:gd name="csX5" fmla="*/ 2688616 w 4492077"/>
                <a:gd name="csY5" fmla="*/ 1893718 h 3500888"/>
                <a:gd name="csX6" fmla="*/ 10188 w 4492077"/>
                <a:gd name="csY6" fmla="*/ 3488052 h 3500888"/>
                <a:gd name="csX0" fmla="*/ 27731 w 3289130"/>
                <a:gd name="csY0" fmla="*/ 2449732 h 2473361"/>
                <a:gd name="csX1" fmla="*/ 601171 w 3289130"/>
                <a:gd name="csY1" fmla="*/ 1096559 h 2473361"/>
                <a:gd name="csX2" fmla="*/ 1492520 w 3289130"/>
                <a:gd name="csY2" fmla="*/ 264204 h 2473361"/>
                <a:gd name="csX3" fmla="*/ 2549634 w 3289130"/>
                <a:gd name="csY3" fmla="*/ 48166 h 2473361"/>
                <a:gd name="csX4" fmla="*/ 3289130 w 3289130"/>
                <a:gd name="csY4" fmla="*/ 1079800 h 2473361"/>
                <a:gd name="csX5" fmla="*/ 1485669 w 3289130"/>
                <a:gd name="csY5" fmla="*/ 1893718 h 2473361"/>
                <a:gd name="csX6" fmla="*/ 27731 w 3289130"/>
                <a:gd name="csY6" fmla="*/ 2449732 h 2473361"/>
                <a:gd name="csX0" fmla="*/ 367 w 3261766"/>
                <a:gd name="csY0" fmla="*/ 2449732 h 2449966"/>
                <a:gd name="csX1" fmla="*/ 573807 w 3261766"/>
                <a:gd name="csY1" fmla="*/ 1096559 h 2449966"/>
                <a:gd name="csX2" fmla="*/ 1465156 w 3261766"/>
                <a:gd name="csY2" fmla="*/ 264204 h 2449966"/>
                <a:gd name="csX3" fmla="*/ 2522270 w 3261766"/>
                <a:gd name="csY3" fmla="*/ 48166 h 2449966"/>
                <a:gd name="csX4" fmla="*/ 3261766 w 3261766"/>
                <a:gd name="csY4" fmla="*/ 1079800 h 2449966"/>
                <a:gd name="csX5" fmla="*/ 1458305 w 3261766"/>
                <a:gd name="csY5" fmla="*/ 1893718 h 2449966"/>
                <a:gd name="csX6" fmla="*/ 367 w 3261766"/>
                <a:gd name="csY6" fmla="*/ 2449732 h 2449966"/>
                <a:gd name="csX0" fmla="*/ 62959 w 3324358"/>
                <a:gd name="csY0" fmla="*/ 2449732 h 2487147"/>
                <a:gd name="csX1" fmla="*/ 636399 w 3324358"/>
                <a:gd name="csY1" fmla="*/ 1096559 h 2487147"/>
                <a:gd name="csX2" fmla="*/ 1527748 w 3324358"/>
                <a:gd name="csY2" fmla="*/ 264204 h 2487147"/>
                <a:gd name="csX3" fmla="*/ 2584862 w 3324358"/>
                <a:gd name="csY3" fmla="*/ 48166 h 2487147"/>
                <a:gd name="csX4" fmla="*/ 3324358 w 3324358"/>
                <a:gd name="csY4" fmla="*/ 1079800 h 2487147"/>
                <a:gd name="csX5" fmla="*/ 1520897 w 3324358"/>
                <a:gd name="csY5" fmla="*/ 1893718 h 2487147"/>
                <a:gd name="csX6" fmla="*/ 62959 w 3324358"/>
                <a:gd name="csY6" fmla="*/ 2449732 h 2487147"/>
                <a:gd name="csX0" fmla="*/ 38478 w 4482813"/>
                <a:gd name="csY0" fmla="*/ 3496425 h 3519813"/>
                <a:gd name="csX1" fmla="*/ 1794854 w 4482813"/>
                <a:gd name="csY1" fmla="*/ 1096559 h 3519813"/>
                <a:gd name="csX2" fmla="*/ 2686203 w 4482813"/>
                <a:gd name="csY2" fmla="*/ 264204 h 3519813"/>
                <a:gd name="csX3" fmla="*/ 3743317 w 4482813"/>
                <a:gd name="csY3" fmla="*/ 48166 h 3519813"/>
                <a:gd name="csX4" fmla="*/ 4482813 w 4482813"/>
                <a:gd name="csY4" fmla="*/ 1079800 h 3519813"/>
                <a:gd name="csX5" fmla="*/ 2679352 w 4482813"/>
                <a:gd name="csY5" fmla="*/ 1893718 h 3519813"/>
                <a:gd name="csX6" fmla="*/ 38478 w 4482813"/>
                <a:gd name="csY6" fmla="*/ 3496425 h 3519813"/>
                <a:gd name="csX0" fmla="*/ 9071 w 4453406"/>
                <a:gd name="csY0" fmla="*/ 3496425 h 3510301"/>
                <a:gd name="csX1" fmla="*/ 1765447 w 4453406"/>
                <a:gd name="csY1" fmla="*/ 1096559 h 3510301"/>
                <a:gd name="csX2" fmla="*/ 2656796 w 4453406"/>
                <a:gd name="csY2" fmla="*/ 264204 h 3510301"/>
                <a:gd name="csX3" fmla="*/ 3713910 w 4453406"/>
                <a:gd name="csY3" fmla="*/ 48166 h 3510301"/>
                <a:gd name="csX4" fmla="*/ 4453406 w 4453406"/>
                <a:gd name="csY4" fmla="*/ 1079800 h 3510301"/>
                <a:gd name="csX5" fmla="*/ 2649945 w 4453406"/>
                <a:gd name="csY5" fmla="*/ 1893718 h 3510301"/>
                <a:gd name="csX6" fmla="*/ 9071 w 4453406"/>
                <a:gd name="csY6" fmla="*/ 3496425 h 3510301"/>
                <a:gd name="csX0" fmla="*/ 9071 w 4453406"/>
                <a:gd name="csY0" fmla="*/ 3496425 h 3512169"/>
                <a:gd name="csX1" fmla="*/ 1765447 w 4453406"/>
                <a:gd name="csY1" fmla="*/ 1096559 h 3512169"/>
                <a:gd name="csX2" fmla="*/ 2656796 w 4453406"/>
                <a:gd name="csY2" fmla="*/ 264204 h 3512169"/>
                <a:gd name="csX3" fmla="*/ 3713910 w 4453406"/>
                <a:gd name="csY3" fmla="*/ 48166 h 3512169"/>
                <a:gd name="csX4" fmla="*/ 4453406 w 4453406"/>
                <a:gd name="csY4" fmla="*/ 1079800 h 3512169"/>
                <a:gd name="csX5" fmla="*/ 2649945 w 4453406"/>
                <a:gd name="csY5" fmla="*/ 1893718 h 3512169"/>
                <a:gd name="csX6" fmla="*/ 9071 w 4453406"/>
                <a:gd name="csY6" fmla="*/ 3496425 h 3512169"/>
                <a:gd name="csX0" fmla="*/ 9640 w 4453975"/>
                <a:gd name="csY0" fmla="*/ 3496425 h 3512169"/>
                <a:gd name="csX1" fmla="*/ 1766016 w 4453975"/>
                <a:gd name="csY1" fmla="*/ 1096559 h 3512169"/>
                <a:gd name="csX2" fmla="*/ 2657365 w 4453975"/>
                <a:gd name="csY2" fmla="*/ 264204 h 3512169"/>
                <a:gd name="csX3" fmla="*/ 3714479 w 4453975"/>
                <a:gd name="csY3" fmla="*/ 48166 h 3512169"/>
                <a:gd name="csX4" fmla="*/ 4453975 w 4453975"/>
                <a:gd name="csY4" fmla="*/ 1079800 h 3512169"/>
                <a:gd name="csX5" fmla="*/ 2650514 w 4453975"/>
                <a:gd name="csY5" fmla="*/ 1893718 h 3512169"/>
                <a:gd name="csX6" fmla="*/ 9640 w 4453975"/>
                <a:gd name="csY6" fmla="*/ 3496425 h 3512169"/>
                <a:gd name="csX0" fmla="*/ 9640 w 4453975"/>
                <a:gd name="csY0" fmla="*/ 3993467 h 4008123"/>
                <a:gd name="csX1" fmla="*/ 1766016 w 4453975"/>
                <a:gd name="csY1" fmla="*/ 1593601 h 4008123"/>
                <a:gd name="csX2" fmla="*/ 2601034 w 4453975"/>
                <a:gd name="csY2" fmla="*/ 41122 h 4008123"/>
                <a:gd name="csX3" fmla="*/ 3714479 w 4453975"/>
                <a:gd name="csY3" fmla="*/ 545208 h 4008123"/>
                <a:gd name="csX4" fmla="*/ 4453975 w 4453975"/>
                <a:gd name="csY4" fmla="*/ 1576842 h 4008123"/>
                <a:gd name="csX5" fmla="*/ 2650514 w 4453975"/>
                <a:gd name="csY5" fmla="*/ 2390760 h 4008123"/>
                <a:gd name="csX6" fmla="*/ 9640 w 4453975"/>
                <a:gd name="csY6" fmla="*/ 3993467 h 4008123"/>
                <a:gd name="csX0" fmla="*/ 9640 w 4453975"/>
                <a:gd name="csY0" fmla="*/ 3952894 h 3967550"/>
                <a:gd name="csX1" fmla="*/ 1766016 w 4453975"/>
                <a:gd name="csY1" fmla="*/ 1553028 h 3967550"/>
                <a:gd name="csX2" fmla="*/ 2601034 w 4453975"/>
                <a:gd name="csY2" fmla="*/ 549 h 3967550"/>
                <a:gd name="csX3" fmla="*/ 3714479 w 4453975"/>
                <a:gd name="csY3" fmla="*/ 504635 h 3967550"/>
                <a:gd name="csX4" fmla="*/ 4453975 w 4453975"/>
                <a:gd name="csY4" fmla="*/ 1536269 h 3967550"/>
                <a:gd name="csX5" fmla="*/ 2650514 w 4453975"/>
                <a:gd name="csY5" fmla="*/ 2350187 h 3967550"/>
                <a:gd name="csX6" fmla="*/ 9640 w 4453975"/>
                <a:gd name="csY6" fmla="*/ 3952894 h 3967550"/>
                <a:gd name="csX0" fmla="*/ 9640 w 4453975"/>
                <a:gd name="csY0" fmla="*/ 3952971 h 3968477"/>
                <a:gd name="csX1" fmla="*/ 1766016 w 4453975"/>
                <a:gd name="csY1" fmla="*/ 1553105 h 3968477"/>
                <a:gd name="csX2" fmla="*/ 2601034 w 4453975"/>
                <a:gd name="csY2" fmla="*/ 626 h 3968477"/>
                <a:gd name="csX3" fmla="*/ 3714479 w 4453975"/>
                <a:gd name="csY3" fmla="*/ 504712 h 3968477"/>
                <a:gd name="csX4" fmla="*/ 4453975 w 4453975"/>
                <a:gd name="csY4" fmla="*/ 1536346 h 3968477"/>
                <a:gd name="csX5" fmla="*/ 2650514 w 4453975"/>
                <a:gd name="csY5" fmla="*/ 2350264 h 3968477"/>
                <a:gd name="csX6" fmla="*/ 9640 w 4453975"/>
                <a:gd name="csY6" fmla="*/ 3952971 h 3968477"/>
                <a:gd name="csX0" fmla="*/ 9640 w 4517542"/>
                <a:gd name="csY0" fmla="*/ 4153948 h 4169453"/>
                <a:gd name="csX1" fmla="*/ 1766016 w 4517542"/>
                <a:gd name="csY1" fmla="*/ 1754082 h 4169453"/>
                <a:gd name="csX2" fmla="*/ 2601034 w 4517542"/>
                <a:gd name="csY2" fmla="*/ 201603 h 4169453"/>
                <a:gd name="csX3" fmla="*/ 4390442 w 4517542"/>
                <a:gd name="csY3" fmla="*/ 186529 h 4169453"/>
                <a:gd name="csX4" fmla="*/ 4453975 w 4517542"/>
                <a:gd name="csY4" fmla="*/ 1737323 h 4169453"/>
                <a:gd name="csX5" fmla="*/ 2650514 w 4517542"/>
                <a:gd name="csY5" fmla="*/ 2551241 h 4169453"/>
                <a:gd name="csX6" fmla="*/ 9640 w 4517542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719798"/>
                <a:gd name="csY0" fmla="*/ 4153948 h 4169453"/>
                <a:gd name="csX1" fmla="*/ 1766016 w 4719798"/>
                <a:gd name="csY1" fmla="*/ 1754082 h 4169453"/>
                <a:gd name="csX2" fmla="*/ 2601034 w 4719798"/>
                <a:gd name="csY2" fmla="*/ 201603 h 4169453"/>
                <a:gd name="csX3" fmla="*/ 4390442 w 4719798"/>
                <a:gd name="csY3" fmla="*/ 186529 h 4169453"/>
                <a:gd name="csX4" fmla="*/ 4453975 w 4719798"/>
                <a:gd name="csY4" fmla="*/ 1737323 h 4169453"/>
                <a:gd name="csX5" fmla="*/ 2650514 w 4719798"/>
                <a:gd name="csY5" fmla="*/ 2551241 h 4169453"/>
                <a:gd name="csX6" fmla="*/ 9640 w 4719798"/>
                <a:gd name="csY6" fmla="*/ 4153948 h 4169453"/>
                <a:gd name="csX0" fmla="*/ 9640 w 4684091"/>
                <a:gd name="csY0" fmla="*/ 4153948 h 4169453"/>
                <a:gd name="csX1" fmla="*/ 1766016 w 4684091"/>
                <a:gd name="csY1" fmla="*/ 1754082 h 4169453"/>
                <a:gd name="csX2" fmla="*/ 2601034 w 4684091"/>
                <a:gd name="csY2" fmla="*/ 201603 h 4169453"/>
                <a:gd name="csX3" fmla="*/ 4390442 w 4684091"/>
                <a:gd name="csY3" fmla="*/ 186529 h 4169453"/>
                <a:gd name="csX4" fmla="*/ 4453975 w 4684091"/>
                <a:gd name="csY4" fmla="*/ 1737323 h 4169453"/>
                <a:gd name="csX5" fmla="*/ 2650514 w 4684091"/>
                <a:gd name="csY5" fmla="*/ 2551241 h 4169453"/>
                <a:gd name="csX6" fmla="*/ 9640 w 4684091"/>
                <a:gd name="csY6" fmla="*/ 4153948 h 4169453"/>
                <a:gd name="csX0" fmla="*/ 9640 w 4747938"/>
                <a:gd name="csY0" fmla="*/ 4153948 h 4169453"/>
                <a:gd name="csX1" fmla="*/ 1766016 w 4747938"/>
                <a:gd name="csY1" fmla="*/ 1754082 h 4169453"/>
                <a:gd name="csX2" fmla="*/ 2601034 w 4747938"/>
                <a:gd name="csY2" fmla="*/ 201603 h 4169453"/>
                <a:gd name="csX3" fmla="*/ 4390442 w 4747938"/>
                <a:gd name="csY3" fmla="*/ 186529 h 4169453"/>
                <a:gd name="csX4" fmla="*/ 4453975 w 4747938"/>
                <a:gd name="csY4" fmla="*/ 1737323 h 4169453"/>
                <a:gd name="csX5" fmla="*/ 2650514 w 4747938"/>
                <a:gd name="csY5" fmla="*/ 2551241 h 4169453"/>
                <a:gd name="csX6" fmla="*/ 9640 w 4747938"/>
                <a:gd name="csY6" fmla="*/ 4153948 h 4169453"/>
                <a:gd name="csX0" fmla="*/ 9640 w 4747938"/>
                <a:gd name="csY0" fmla="*/ 4205765 h 4221270"/>
                <a:gd name="csX1" fmla="*/ 1766016 w 4747938"/>
                <a:gd name="csY1" fmla="*/ 1805899 h 4221270"/>
                <a:gd name="csX2" fmla="*/ 2601034 w 4747938"/>
                <a:gd name="csY2" fmla="*/ 253420 h 4221270"/>
                <a:gd name="csX3" fmla="*/ 4390442 w 4747938"/>
                <a:gd name="csY3" fmla="*/ 238346 h 4221270"/>
                <a:gd name="csX4" fmla="*/ 4453975 w 4747938"/>
                <a:gd name="csY4" fmla="*/ 1789140 h 4221270"/>
                <a:gd name="csX5" fmla="*/ 2650514 w 4747938"/>
                <a:gd name="csY5" fmla="*/ 2603058 h 4221270"/>
                <a:gd name="csX6" fmla="*/ 9640 w 4747938"/>
                <a:gd name="csY6" fmla="*/ 4205765 h 4221270"/>
                <a:gd name="csX0" fmla="*/ 9640 w 4769359"/>
                <a:gd name="csY0" fmla="*/ 4189897 h 4205402"/>
                <a:gd name="csX1" fmla="*/ 1766016 w 4769359"/>
                <a:gd name="csY1" fmla="*/ 1790031 h 4205402"/>
                <a:gd name="csX2" fmla="*/ 2601034 w 4769359"/>
                <a:gd name="csY2" fmla="*/ 237552 h 4205402"/>
                <a:gd name="csX3" fmla="*/ 4446772 w 4769359"/>
                <a:gd name="csY3" fmla="*/ 163863 h 4205402"/>
                <a:gd name="csX4" fmla="*/ 4453975 w 4769359"/>
                <a:gd name="csY4" fmla="*/ 1773272 h 4205402"/>
                <a:gd name="csX5" fmla="*/ 2650514 w 4769359"/>
                <a:gd name="csY5" fmla="*/ 2587190 h 4205402"/>
                <a:gd name="csX6" fmla="*/ 9640 w 4769359"/>
                <a:gd name="csY6" fmla="*/ 4189897 h 4205402"/>
                <a:gd name="csX0" fmla="*/ 9640 w 4747938"/>
                <a:gd name="csY0" fmla="*/ 4212142 h 4227647"/>
                <a:gd name="csX1" fmla="*/ 1766016 w 4747938"/>
                <a:gd name="csY1" fmla="*/ 1812276 h 4227647"/>
                <a:gd name="csX2" fmla="*/ 2601034 w 4747938"/>
                <a:gd name="csY2" fmla="*/ 259797 h 4227647"/>
                <a:gd name="csX3" fmla="*/ 4390441 w 4747938"/>
                <a:gd name="csY3" fmla="*/ 152614 h 4227647"/>
                <a:gd name="csX4" fmla="*/ 4453975 w 4747938"/>
                <a:gd name="csY4" fmla="*/ 1795517 h 4227647"/>
                <a:gd name="csX5" fmla="*/ 2650514 w 4747938"/>
                <a:gd name="csY5" fmla="*/ 2609435 h 4227647"/>
                <a:gd name="csX6" fmla="*/ 9640 w 4747938"/>
                <a:gd name="csY6" fmla="*/ 4212142 h 4227647"/>
                <a:gd name="csX0" fmla="*/ 8567 w 4746865"/>
                <a:gd name="csY0" fmla="*/ 4212143 h 4219435"/>
                <a:gd name="csX1" fmla="*/ 1745271 w 4746865"/>
                <a:gd name="csY1" fmla="*/ 1812279 h 4219435"/>
                <a:gd name="csX2" fmla="*/ 2599961 w 4746865"/>
                <a:gd name="csY2" fmla="*/ 259798 h 4219435"/>
                <a:gd name="csX3" fmla="*/ 4389368 w 4746865"/>
                <a:gd name="csY3" fmla="*/ 152615 h 4219435"/>
                <a:gd name="csX4" fmla="*/ 4452902 w 4746865"/>
                <a:gd name="csY4" fmla="*/ 1795518 h 4219435"/>
                <a:gd name="csX5" fmla="*/ 2649441 w 4746865"/>
                <a:gd name="csY5" fmla="*/ 2609436 h 4219435"/>
                <a:gd name="csX6" fmla="*/ 8567 w 4746865"/>
                <a:gd name="csY6" fmla="*/ 4212143 h 4219435"/>
                <a:gd name="csX0" fmla="*/ 8451 w 4746749"/>
                <a:gd name="csY0" fmla="*/ 4212143 h 4219813"/>
                <a:gd name="csX1" fmla="*/ 1745155 w 4746749"/>
                <a:gd name="csY1" fmla="*/ 1812279 h 4219813"/>
                <a:gd name="csX2" fmla="*/ 2599845 w 4746749"/>
                <a:gd name="csY2" fmla="*/ 259798 h 4219813"/>
                <a:gd name="csX3" fmla="*/ 4389252 w 4746749"/>
                <a:gd name="csY3" fmla="*/ 152615 h 4219813"/>
                <a:gd name="csX4" fmla="*/ 4452786 w 4746749"/>
                <a:gd name="csY4" fmla="*/ 1795518 h 4219813"/>
                <a:gd name="csX5" fmla="*/ 2642769 w 4746749"/>
                <a:gd name="csY5" fmla="*/ 2626986 h 4219813"/>
                <a:gd name="csX6" fmla="*/ 8451 w 4746749"/>
                <a:gd name="csY6" fmla="*/ 4212143 h 4219813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594 w 4746892"/>
                <a:gd name="csY0" fmla="*/ 4213311 h 4220527"/>
                <a:gd name="csX1" fmla="*/ 1738740 w 4746892"/>
                <a:gd name="csY1" fmla="*/ 1836843 h 4220527"/>
                <a:gd name="csX2" fmla="*/ 2599988 w 4746892"/>
                <a:gd name="csY2" fmla="*/ 260966 h 4220527"/>
                <a:gd name="csX3" fmla="*/ 4389395 w 4746892"/>
                <a:gd name="csY3" fmla="*/ 153783 h 4220527"/>
                <a:gd name="csX4" fmla="*/ 4452929 w 4746892"/>
                <a:gd name="csY4" fmla="*/ 1796686 h 4220527"/>
                <a:gd name="csX5" fmla="*/ 2642912 w 4746892"/>
                <a:gd name="csY5" fmla="*/ 2628154 h 4220527"/>
                <a:gd name="csX6" fmla="*/ 8594 w 4746892"/>
                <a:gd name="csY6" fmla="*/ 4213311 h 4220527"/>
                <a:gd name="csX0" fmla="*/ 8594 w 4693867"/>
                <a:gd name="csY0" fmla="*/ 4136922 h 4144138"/>
                <a:gd name="csX1" fmla="*/ 1738740 w 4693867"/>
                <a:gd name="csY1" fmla="*/ 1760454 h 4144138"/>
                <a:gd name="csX2" fmla="*/ 2599988 w 4693867"/>
                <a:gd name="csY2" fmla="*/ 184577 h 4144138"/>
                <a:gd name="csX3" fmla="*/ 4389395 w 4693867"/>
                <a:gd name="csY3" fmla="*/ 77394 h 4144138"/>
                <a:gd name="csX4" fmla="*/ 4452929 w 4693867"/>
                <a:gd name="csY4" fmla="*/ 1720297 h 4144138"/>
                <a:gd name="csX5" fmla="*/ 2642912 w 4693867"/>
                <a:gd name="csY5" fmla="*/ 2551765 h 4144138"/>
                <a:gd name="csX6" fmla="*/ 8594 w 4693867"/>
                <a:gd name="csY6" fmla="*/ 4136922 h 4144138"/>
                <a:gd name="csX0" fmla="*/ 8594 w 4699247"/>
                <a:gd name="csY0" fmla="*/ 4098901 h 4106117"/>
                <a:gd name="csX1" fmla="*/ 1738740 w 4699247"/>
                <a:gd name="csY1" fmla="*/ 1722433 h 4106117"/>
                <a:gd name="csX2" fmla="*/ 2599988 w 4699247"/>
                <a:gd name="csY2" fmla="*/ 146556 h 4106117"/>
                <a:gd name="csX3" fmla="*/ 4409070 w 4699247"/>
                <a:gd name="csY3" fmla="*/ 115412 h 4106117"/>
                <a:gd name="csX4" fmla="*/ 4452929 w 4699247"/>
                <a:gd name="csY4" fmla="*/ 1682276 h 4106117"/>
                <a:gd name="csX5" fmla="*/ 2642912 w 4699247"/>
                <a:gd name="csY5" fmla="*/ 2513744 h 4106117"/>
                <a:gd name="csX6" fmla="*/ 8594 w 4699247"/>
                <a:gd name="csY6" fmla="*/ 4098901 h 4106117"/>
                <a:gd name="csX0" fmla="*/ 8594 w 4703971"/>
                <a:gd name="csY0" fmla="*/ 4107920 h 4115136"/>
                <a:gd name="csX1" fmla="*/ 1738740 w 4703971"/>
                <a:gd name="csY1" fmla="*/ 1731452 h 4115136"/>
                <a:gd name="csX2" fmla="*/ 2599988 w 4703971"/>
                <a:gd name="csY2" fmla="*/ 155575 h 4115136"/>
                <a:gd name="csX3" fmla="*/ 4409070 w 4703971"/>
                <a:gd name="csY3" fmla="*/ 124431 h 4115136"/>
                <a:gd name="csX4" fmla="*/ 4452929 w 4703971"/>
                <a:gd name="csY4" fmla="*/ 1691295 h 4115136"/>
                <a:gd name="csX5" fmla="*/ 2642912 w 4703971"/>
                <a:gd name="csY5" fmla="*/ 2522763 h 4115136"/>
                <a:gd name="csX6" fmla="*/ 8594 w 4703971"/>
                <a:gd name="csY6" fmla="*/ 4107920 h 4115136"/>
                <a:gd name="csX0" fmla="*/ 8594 w 4703971"/>
                <a:gd name="csY0" fmla="*/ 4195888 h 4203104"/>
                <a:gd name="csX1" fmla="*/ 1738740 w 4703971"/>
                <a:gd name="csY1" fmla="*/ 1819420 h 4203104"/>
                <a:gd name="csX2" fmla="*/ 2599988 w 4703971"/>
                <a:gd name="csY2" fmla="*/ 243543 h 4203104"/>
                <a:gd name="csX3" fmla="*/ 4409070 w 4703971"/>
                <a:gd name="csY3" fmla="*/ 212399 h 4203104"/>
                <a:gd name="csX4" fmla="*/ 4452929 w 4703971"/>
                <a:gd name="csY4" fmla="*/ 1779263 h 4203104"/>
                <a:gd name="csX5" fmla="*/ 2642912 w 4703971"/>
                <a:gd name="csY5" fmla="*/ 2610731 h 4203104"/>
                <a:gd name="csX6" fmla="*/ 8594 w 4703971"/>
                <a:gd name="csY6" fmla="*/ 4195888 h 4203104"/>
                <a:gd name="csX0" fmla="*/ 8594 w 4703971"/>
                <a:gd name="csY0" fmla="*/ 4213778 h 4220994"/>
                <a:gd name="csX1" fmla="*/ 1738740 w 4703971"/>
                <a:gd name="csY1" fmla="*/ 1837310 h 4220994"/>
                <a:gd name="csX2" fmla="*/ 2599988 w 4703971"/>
                <a:gd name="csY2" fmla="*/ 261433 h 4220994"/>
                <a:gd name="csX3" fmla="*/ 4409070 w 4703971"/>
                <a:gd name="csY3" fmla="*/ 230289 h 4220994"/>
                <a:gd name="csX4" fmla="*/ 4452929 w 4703971"/>
                <a:gd name="csY4" fmla="*/ 1797153 h 4220994"/>
                <a:gd name="csX5" fmla="*/ 2642912 w 4703971"/>
                <a:gd name="csY5" fmla="*/ 2628621 h 4220994"/>
                <a:gd name="csX6" fmla="*/ 8594 w 4703971"/>
                <a:gd name="csY6" fmla="*/ 4213778 h 4220994"/>
                <a:gd name="csX0" fmla="*/ 8594 w 4855548"/>
                <a:gd name="csY0" fmla="*/ 4390510 h 4397726"/>
                <a:gd name="csX1" fmla="*/ 1738740 w 4855548"/>
                <a:gd name="csY1" fmla="*/ 2014042 h 4397726"/>
                <a:gd name="csX2" fmla="*/ 2599988 w 4855548"/>
                <a:gd name="csY2" fmla="*/ 438165 h 4397726"/>
                <a:gd name="csX3" fmla="*/ 4756647 w 4855548"/>
                <a:gd name="csY3" fmla="*/ 26825 h 4397726"/>
                <a:gd name="csX4" fmla="*/ 4452929 w 4855548"/>
                <a:gd name="csY4" fmla="*/ 1973885 h 4397726"/>
                <a:gd name="csX5" fmla="*/ 2642912 w 4855548"/>
                <a:gd name="csY5" fmla="*/ 2805353 h 4397726"/>
                <a:gd name="csX6" fmla="*/ 8594 w 4855548"/>
                <a:gd name="csY6" fmla="*/ 4390510 h 4397726"/>
                <a:gd name="csX0" fmla="*/ 8594 w 5018748"/>
                <a:gd name="csY0" fmla="*/ 4545598 h 4552814"/>
                <a:gd name="csX1" fmla="*/ 1738740 w 5018748"/>
                <a:gd name="csY1" fmla="*/ 2169130 h 4552814"/>
                <a:gd name="csX2" fmla="*/ 2599988 w 5018748"/>
                <a:gd name="csY2" fmla="*/ 593253 h 4552814"/>
                <a:gd name="csX3" fmla="*/ 4973062 w 5018748"/>
                <a:gd name="csY3" fmla="*/ 18136 h 4552814"/>
                <a:gd name="csX4" fmla="*/ 4452929 w 5018748"/>
                <a:gd name="csY4" fmla="*/ 2128973 h 4552814"/>
                <a:gd name="csX5" fmla="*/ 2642912 w 5018748"/>
                <a:gd name="csY5" fmla="*/ 2960441 h 4552814"/>
                <a:gd name="csX6" fmla="*/ 8594 w 5018748"/>
                <a:gd name="csY6" fmla="*/ 4545598 h 4552814"/>
                <a:gd name="csX0" fmla="*/ 8594 w 5002691"/>
                <a:gd name="csY0" fmla="*/ 4537753 h 4544969"/>
                <a:gd name="csX1" fmla="*/ 1738740 w 5002691"/>
                <a:gd name="csY1" fmla="*/ 2161285 h 4544969"/>
                <a:gd name="csX2" fmla="*/ 2599988 w 5002691"/>
                <a:gd name="csY2" fmla="*/ 585408 h 4544969"/>
                <a:gd name="csX3" fmla="*/ 4973062 w 5002691"/>
                <a:gd name="csY3" fmla="*/ 10291 h 4544969"/>
                <a:gd name="csX4" fmla="*/ 4452929 w 5002691"/>
                <a:gd name="csY4" fmla="*/ 2121128 h 4544969"/>
                <a:gd name="csX5" fmla="*/ 2642912 w 5002691"/>
                <a:gd name="csY5" fmla="*/ 2952596 h 4544969"/>
                <a:gd name="csX6" fmla="*/ 8594 w 5002691"/>
                <a:gd name="csY6" fmla="*/ 4537753 h 4544969"/>
                <a:gd name="csX0" fmla="*/ 8594 w 4705059"/>
                <a:gd name="csY0" fmla="*/ 4122711 h 4129927"/>
                <a:gd name="csX1" fmla="*/ 1738740 w 4705059"/>
                <a:gd name="csY1" fmla="*/ 1746243 h 4129927"/>
                <a:gd name="csX2" fmla="*/ 2599988 w 4705059"/>
                <a:gd name="csY2" fmla="*/ 170366 h 4129927"/>
                <a:gd name="csX3" fmla="*/ 4446032 w 4705059"/>
                <a:gd name="csY3" fmla="*/ 89415 h 4129927"/>
                <a:gd name="csX4" fmla="*/ 4452929 w 4705059"/>
                <a:gd name="csY4" fmla="*/ 1706086 h 4129927"/>
                <a:gd name="csX5" fmla="*/ 2642912 w 4705059"/>
                <a:gd name="csY5" fmla="*/ 2537554 h 4129927"/>
                <a:gd name="csX6" fmla="*/ 8594 w 4705059"/>
                <a:gd name="csY6" fmla="*/ 4122711 h 4129927"/>
                <a:gd name="csX0" fmla="*/ 8594 w 4596663"/>
                <a:gd name="csY0" fmla="*/ 4215533 h 4224499"/>
                <a:gd name="csX1" fmla="*/ 1738740 w 4596663"/>
                <a:gd name="csY1" fmla="*/ 1839065 h 4224499"/>
                <a:gd name="csX2" fmla="*/ 2599988 w 4596663"/>
                <a:gd name="csY2" fmla="*/ 263188 h 4224499"/>
                <a:gd name="csX3" fmla="*/ 4446032 w 4596663"/>
                <a:gd name="csY3" fmla="*/ 182237 h 4224499"/>
                <a:gd name="csX4" fmla="*/ 4129398 w 4596663"/>
                <a:gd name="csY4" fmla="*/ 2079669 h 4224499"/>
                <a:gd name="csX5" fmla="*/ 2642912 w 4596663"/>
                <a:gd name="csY5" fmla="*/ 2630376 h 4224499"/>
                <a:gd name="csX6" fmla="*/ 8594 w 4596663"/>
                <a:gd name="csY6" fmla="*/ 4215533 h 4224499"/>
                <a:gd name="csX0" fmla="*/ 10635 w 4618520"/>
                <a:gd name="csY0" fmla="*/ 4140860 h 4149826"/>
                <a:gd name="csX1" fmla="*/ 1740781 w 4618520"/>
                <a:gd name="csY1" fmla="*/ 1764392 h 4149826"/>
                <a:gd name="csX2" fmla="*/ 2330962 w 4618520"/>
                <a:gd name="csY2" fmla="*/ 399085 h 4149826"/>
                <a:gd name="csX3" fmla="*/ 4448073 w 4618520"/>
                <a:gd name="csY3" fmla="*/ 107564 h 4149826"/>
                <a:gd name="csX4" fmla="*/ 4131439 w 4618520"/>
                <a:gd name="csY4" fmla="*/ 2004996 h 4149826"/>
                <a:gd name="csX5" fmla="*/ 2644953 w 4618520"/>
                <a:gd name="csY5" fmla="*/ 2555703 h 4149826"/>
                <a:gd name="csX6" fmla="*/ 10635 w 4618520"/>
                <a:gd name="csY6" fmla="*/ 4140860 h 4149826"/>
                <a:gd name="csX0" fmla="*/ 2473 w 4610358"/>
                <a:gd name="csY0" fmla="*/ 4148168 h 4152706"/>
                <a:gd name="csX1" fmla="*/ 2161081 w 4610358"/>
                <a:gd name="csY1" fmla="*/ 2013468 h 4152706"/>
                <a:gd name="csX2" fmla="*/ 2322800 w 4610358"/>
                <a:gd name="csY2" fmla="*/ 406393 h 4152706"/>
                <a:gd name="csX3" fmla="*/ 4439911 w 4610358"/>
                <a:gd name="csY3" fmla="*/ 114872 h 4152706"/>
                <a:gd name="csX4" fmla="*/ 4123277 w 4610358"/>
                <a:gd name="csY4" fmla="*/ 2012304 h 4152706"/>
                <a:gd name="csX5" fmla="*/ 2636791 w 4610358"/>
                <a:gd name="csY5" fmla="*/ 2563011 h 4152706"/>
                <a:gd name="csX6" fmla="*/ 2473 w 4610358"/>
                <a:gd name="csY6" fmla="*/ 4148168 h 4152706"/>
                <a:gd name="csX0" fmla="*/ 400 w 4608285"/>
                <a:gd name="csY0" fmla="*/ 4148168 h 4148397"/>
                <a:gd name="csX1" fmla="*/ 2159008 w 4608285"/>
                <a:gd name="csY1" fmla="*/ 2013468 h 4148397"/>
                <a:gd name="csX2" fmla="*/ 2320727 w 4608285"/>
                <a:gd name="csY2" fmla="*/ 406393 h 4148397"/>
                <a:gd name="csX3" fmla="*/ 4437838 w 4608285"/>
                <a:gd name="csY3" fmla="*/ 114872 h 4148397"/>
                <a:gd name="csX4" fmla="*/ 4121204 w 4608285"/>
                <a:gd name="csY4" fmla="*/ 2012304 h 4148397"/>
                <a:gd name="csX5" fmla="*/ 2346163 w 4608285"/>
                <a:gd name="csY5" fmla="*/ 2149669 h 4148397"/>
                <a:gd name="csX6" fmla="*/ 400 w 4608285"/>
                <a:gd name="csY6" fmla="*/ 4148168 h 4148397"/>
                <a:gd name="csX0" fmla="*/ 400 w 4547161"/>
                <a:gd name="csY0" fmla="*/ 4069645 h 4069874"/>
                <a:gd name="csX1" fmla="*/ 2159008 w 4547161"/>
                <a:gd name="csY1" fmla="*/ 1934945 h 4069874"/>
                <a:gd name="csX2" fmla="*/ 2320727 w 4547161"/>
                <a:gd name="csY2" fmla="*/ 327870 h 4069874"/>
                <a:gd name="csX3" fmla="*/ 4437838 w 4547161"/>
                <a:gd name="csY3" fmla="*/ 36349 h 4069874"/>
                <a:gd name="csX4" fmla="*/ 4121204 w 4547161"/>
                <a:gd name="csY4" fmla="*/ 1933781 h 4069874"/>
                <a:gd name="csX5" fmla="*/ 2346163 w 4547161"/>
                <a:gd name="csY5" fmla="*/ 2071146 h 4069874"/>
                <a:gd name="csX6" fmla="*/ 400 w 4547161"/>
                <a:gd name="csY6" fmla="*/ 4069645 h 4069874"/>
                <a:gd name="csX0" fmla="*/ 536 w 3991476"/>
                <a:gd name="csY0" fmla="*/ 3539321 h 3539632"/>
                <a:gd name="csX1" fmla="*/ 1603323 w 3991476"/>
                <a:gd name="csY1" fmla="*/ 1934945 h 3539632"/>
                <a:gd name="csX2" fmla="*/ 1765042 w 3991476"/>
                <a:gd name="csY2" fmla="*/ 327870 h 3539632"/>
                <a:gd name="csX3" fmla="*/ 3882153 w 3991476"/>
                <a:gd name="csY3" fmla="*/ 36349 h 3539632"/>
                <a:gd name="csX4" fmla="*/ 3565519 w 3991476"/>
                <a:gd name="csY4" fmla="*/ 1933781 h 3539632"/>
                <a:gd name="csX5" fmla="*/ 1790478 w 3991476"/>
                <a:gd name="csY5" fmla="*/ 2071146 h 3539632"/>
                <a:gd name="csX6" fmla="*/ 536 w 3991476"/>
                <a:gd name="csY6" fmla="*/ 3539321 h 3539632"/>
                <a:gd name="csX0" fmla="*/ 527 w 4017318"/>
                <a:gd name="csY0" fmla="*/ 3573908 h 3574212"/>
                <a:gd name="csX1" fmla="*/ 1629165 w 4017318"/>
                <a:gd name="csY1" fmla="*/ 1934945 h 3574212"/>
                <a:gd name="csX2" fmla="*/ 1790884 w 4017318"/>
                <a:gd name="csY2" fmla="*/ 327870 h 3574212"/>
                <a:gd name="csX3" fmla="*/ 3907995 w 4017318"/>
                <a:gd name="csY3" fmla="*/ 36349 h 3574212"/>
                <a:gd name="csX4" fmla="*/ 3591361 w 4017318"/>
                <a:gd name="csY4" fmla="*/ 1933781 h 3574212"/>
                <a:gd name="csX5" fmla="*/ 1816320 w 4017318"/>
                <a:gd name="csY5" fmla="*/ 2071146 h 3574212"/>
                <a:gd name="csX6" fmla="*/ 527 w 4017318"/>
                <a:gd name="csY6" fmla="*/ 3573908 h 3574212"/>
                <a:gd name="csX0" fmla="*/ 3641 w 4020432"/>
                <a:gd name="csY0" fmla="*/ 3573908 h 3577567"/>
                <a:gd name="csX1" fmla="*/ 1632279 w 4020432"/>
                <a:gd name="csY1" fmla="*/ 1934945 h 3577567"/>
                <a:gd name="csX2" fmla="*/ 1793998 w 4020432"/>
                <a:gd name="csY2" fmla="*/ 327870 h 3577567"/>
                <a:gd name="csX3" fmla="*/ 3911109 w 4020432"/>
                <a:gd name="csY3" fmla="*/ 36349 h 3577567"/>
                <a:gd name="csX4" fmla="*/ 3594475 w 4020432"/>
                <a:gd name="csY4" fmla="*/ 1933781 h 3577567"/>
                <a:gd name="csX5" fmla="*/ 1819434 w 4020432"/>
                <a:gd name="csY5" fmla="*/ 2071146 h 3577567"/>
                <a:gd name="csX6" fmla="*/ 3641 w 4020432"/>
                <a:gd name="csY6" fmla="*/ 3573908 h 3577567"/>
                <a:gd name="csX0" fmla="*/ 11923 w 4028714"/>
                <a:gd name="csY0" fmla="*/ 3573908 h 3583559"/>
                <a:gd name="csX1" fmla="*/ 1640561 w 4028714"/>
                <a:gd name="csY1" fmla="*/ 1934945 h 3583559"/>
                <a:gd name="csX2" fmla="*/ 1802280 w 4028714"/>
                <a:gd name="csY2" fmla="*/ 327870 h 3583559"/>
                <a:gd name="csX3" fmla="*/ 3919391 w 4028714"/>
                <a:gd name="csY3" fmla="*/ 36349 h 3583559"/>
                <a:gd name="csX4" fmla="*/ 3602757 w 4028714"/>
                <a:gd name="csY4" fmla="*/ 1933781 h 3583559"/>
                <a:gd name="csX5" fmla="*/ 1827716 w 4028714"/>
                <a:gd name="csY5" fmla="*/ 2071146 h 3583559"/>
                <a:gd name="csX6" fmla="*/ 11923 w 4028714"/>
                <a:gd name="csY6" fmla="*/ 3573908 h 3583559"/>
                <a:gd name="csX0" fmla="*/ 1130 w 4017921"/>
                <a:gd name="csY0" fmla="*/ 3573908 h 3577714"/>
                <a:gd name="csX1" fmla="*/ 1629768 w 4017921"/>
                <a:gd name="csY1" fmla="*/ 1934945 h 3577714"/>
                <a:gd name="csX2" fmla="*/ 1791487 w 4017921"/>
                <a:gd name="csY2" fmla="*/ 327870 h 3577714"/>
                <a:gd name="csX3" fmla="*/ 3908598 w 4017921"/>
                <a:gd name="csY3" fmla="*/ 36349 h 3577714"/>
                <a:gd name="csX4" fmla="*/ 3591964 w 4017921"/>
                <a:gd name="csY4" fmla="*/ 1933781 h 3577714"/>
                <a:gd name="csX5" fmla="*/ 1906115 w 4017921"/>
                <a:gd name="csY5" fmla="*/ 2373434 h 3577714"/>
                <a:gd name="csX6" fmla="*/ 1130 w 4017921"/>
                <a:gd name="csY6" fmla="*/ 3573908 h 3577714"/>
                <a:gd name="csX0" fmla="*/ 434 w 4017225"/>
                <a:gd name="csY0" fmla="*/ 3573908 h 3574428"/>
                <a:gd name="csX1" fmla="*/ 1629072 w 4017225"/>
                <a:gd name="csY1" fmla="*/ 1934945 h 3574428"/>
                <a:gd name="csX2" fmla="*/ 1790791 w 4017225"/>
                <a:gd name="csY2" fmla="*/ 327870 h 3574428"/>
                <a:gd name="csX3" fmla="*/ 3907902 w 4017225"/>
                <a:gd name="csY3" fmla="*/ 36349 h 3574428"/>
                <a:gd name="csX4" fmla="*/ 3591268 w 4017225"/>
                <a:gd name="csY4" fmla="*/ 1933781 h 3574428"/>
                <a:gd name="csX5" fmla="*/ 1798394 w 4017225"/>
                <a:gd name="csY5" fmla="*/ 2110926 h 3574428"/>
                <a:gd name="csX6" fmla="*/ 434 w 4017225"/>
                <a:gd name="csY6" fmla="*/ 3573908 h 3574428"/>
                <a:gd name="csX0" fmla="*/ 434 w 4017225"/>
                <a:gd name="csY0" fmla="*/ 3573908 h 3574310"/>
                <a:gd name="csX1" fmla="*/ 1629072 w 4017225"/>
                <a:gd name="csY1" fmla="*/ 1934945 h 3574310"/>
                <a:gd name="csX2" fmla="*/ 1790791 w 4017225"/>
                <a:gd name="csY2" fmla="*/ 327870 h 3574310"/>
                <a:gd name="csX3" fmla="*/ 3907902 w 4017225"/>
                <a:gd name="csY3" fmla="*/ 36349 h 3574310"/>
                <a:gd name="csX4" fmla="*/ 3591268 w 4017225"/>
                <a:gd name="csY4" fmla="*/ 1933781 h 3574310"/>
                <a:gd name="csX5" fmla="*/ 1798394 w 4017225"/>
                <a:gd name="csY5" fmla="*/ 2110926 h 3574310"/>
                <a:gd name="csX6" fmla="*/ 434 w 4017225"/>
                <a:gd name="csY6" fmla="*/ 3573908 h 3574310"/>
                <a:gd name="csX0" fmla="*/ 434 w 4017225"/>
                <a:gd name="csY0" fmla="*/ 3573908 h 3576627"/>
                <a:gd name="csX1" fmla="*/ 1629072 w 4017225"/>
                <a:gd name="csY1" fmla="*/ 1934945 h 3576627"/>
                <a:gd name="csX2" fmla="*/ 1790791 w 4017225"/>
                <a:gd name="csY2" fmla="*/ 327870 h 3576627"/>
                <a:gd name="csX3" fmla="*/ 3907902 w 4017225"/>
                <a:gd name="csY3" fmla="*/ 36349 h 3576627"/>
                <a:gd name="csX4" fmla="*/ 3591268 w 4017225"/>
                <a:gd name="csY4" fmla="*/ 1933781 h 3576627"/>
                <a:gd name="csX5" fmla="*/ 1798395 w 4017225"/>
                <a:gd name="csY5" fmla="*/ 2365482 h 3576627"/>
                <a:gd name="csX6" fmla="*/ 434 w 4017225"/>
                <a:gd name="csY6" fmla="*/ 3573908 h 3576627"/>
                <a:gd name="csX0" fmla="*/ 434 w 4017225"/>
                <a:gd name="csY0" fmla="*/ 3573908 h 3576355"/>
                <a:gd name="csX1" fmla="*/ 1629072 w 4017225"/>
                <a:gd name="csY1" fmla="*/ 1934945 h 3576355"/>
                <a:gd name="csX2" fmla="*/ 1790791 w 4017225"/>
                <a:gd name="csY2" fmla="*/ 327870 h 3576355"/>
                <a:gd name="csX3" fmla="*/ 3907902 w 4017225"/>
                <a:gd name="csY3" fmla="*/ 36349 h 3576355"/>
                <a:gd name="csX4" fmla="*/ 3591268 w 4017225"/>
                <a:gd name="csY4" fmla="*/ 1933781 h 3576355"/>
                <a:gd name="csX5" fmla="*/ 1798395 w 4017225"/>
                <a:gd name="csY5" fmla="*/ 2365482 h 3576355"/>
                <a:gd name="csX6" fmla="*/ 434 w 4017225"/>
                <a:gd name="csY6" fmla="*/ 3573908 h 3576355"/>
                <a:gd name="csX0" fmla="*/ 434 w 4017225"/>
                <a:gd name="csY0" fmla="*/ 3573908 h 3583502"/>
                <a:gd name="csX1" fmla="*/ 1629072 w 4017225"/>
                <a:gd name="csY1" fmla="*/ 1934945 h 3583502"/>
                <a:gd name="csX2" fmla="*/ 1790791 w 4017225"/>
                <a:gd name="csY2" fmla="*/ 327870 h 3583502"/>
                <a:gd name="csX3" fmla="*/ 3907902 w 4017225"/>
                <a:gd name="csY3" fmla="*/ 36349 h 3583502"/>
                <a:gd name="csX4" fmla="*/ 3591268 w 4017225"/>
                <a:gd name="csY4" fmla="*/ 1933781 h 3583502"/>
                <a:gd name="csX5" fmla="*/ 1798396 w 4017225"/>
                <a:gd name="csY5" fmla="*/ 2715497 h 3583502"/>
                <a:gd name="csX6" fmla="*/ 434 w 4017225"/>
                <a:gd name="csY6" fmla="*/ 3573908 h 3583502"/>
                <a:gd name="csX0" fmla="*/ 20204 w 4036995"/>
                <a:gd name="csY0" fmla="*/ 3574326 h 3583563"/>
                <a:gd name="csX1" fmla="*/ 908564 w 4036995"/>
                <a:gd name="csY1" fmla="*/ 1951275 h 3583563"/>
                <a:gd name="csX2" fmla="*/ 1810561 w 4036995"/>
                <a:gd name="csY2" fmla="*/ 328288 h 3583563"/>
                <a:gd name="csX3" fmla="*/ 3927672 w 4036995"/>
                <a:gd name="csY3" fmla="*/ 36767 h 3583563"/>
                <a:gd name="csX4" fmla="*/ 3611038 w 4036995"/>
                <a:gd name="csY4" fmla="*/ 1934199 h 3583563"/>
                <a:gd name="csX5" fmla="*/ 1818166 w 4036995"/>
                <a:gd name="csY5" fmla="*/ 2715915 h 3583563"/>
                <a:gd name="csX6" fmla="*/ 20204 w 4036995"/>
                <a:gd name="csY6" fmla="*/ 3574326 h 3583563"/>
                <a:gd name="csX0" fmla="*/ 12549 w 4029340"/>
                <a:gd name="csY0" fmla="*/ 3574326 h 3583563"/>
                <a:gd name="csX1" fmla="*/ 900909 w 4029340"/>
                <a:gd name="csY1" fmla="*/ 1951275 h 3583563"/>
                <a:gd name="csX2" fmla="*/ 1802906 w 4029340"/>
                <a:gd name="csY2" fmla="*/ 328288 h 3583563"/>
                <a:gd name="csX3" fmla="*/ 3920017 w 4029340"/>
                <a:gd name="csY3" fmla="*/ 36767 h 3583563"/>
                <a:gd name="csX4" fmla="*/ 3603383 w 4029340"/>
                <a:gd name="csY4" fmla="*/ 1934199 h 3583563"/>
                <a:gd name="csX5" fmla="*/ 1810511 w 4029340"/>
                <a:gd name="csY5" fmla="*/ 2715915 h 3583563"/>
                <a:gd name="csX6" fmla="*/ 12549 w 4029340"/>
                <a:gd name="csY6" fmla="*/ 3574326 h 3583563"/>
                <a:gd name="csX0" fmla="*/ 2018 w 4018809"/>
                <a:gd name="csY0" fmla="*/ 3573908 h 3583502"/>
                <a:gd name="csX1" fmla="*/ 1389840 w 4018809"/>
                <a:gd name="csY1" fmla="*/ 1934947 h 3583502"/>
                <a:gd name="csX2" fmla="*/ 1792375 w 4018809"/>
                <a:gd name="csY2" fmla="*/ 327870 h 3583502"/>
                <a:gd name="csX3" fmla="*/ 3909486 w 4018809"/>
                <a:gd name="csY3" fmla="*/ 36349 h 3583502"/>
                <a:gd name="csX4" fmla="*/ 3592852 w 4018809"/>
                <a:gd name="csY4" fmla="*/ 1933781 h 3583502"/>
                <a:gd name="csX5" fmla="*/ 1799980 w 4018809"/>
                <a:gd name="csY5" fmla="*/ 2715497 h 3583502"/>
                <a:gd name="csX6" fmla="*/ 2018 w 4018809"/>
                <a:gd name="csY6" fmla="*/ 3573908 h 3583502"/>
                <a:gd name="csX0" fmla="*/ 2018 w 4018809"/>
                <a:gd name="csY0" fmla="*/ 3573908 h 3575401"/>
                <a:gd name="csX1" fmla="*/ 1389840 w 4018809"/>
                <a:gd name="csY1" fmla="*/ 1934947 h 3575401"/>
                <a:gd name="csX2" fmla="*/ 1792375 w 4018809"/>
                <a:gd name="csY2" fmla="*/ 327870 h 3575401"/>
                <a:gd name="csX3" fmla="*/ 3909486 w 4018809"/>
                <a:gd name="csY3" fmla="*/ 36349 h 3575401"/>
                <a:gd name="csX4" fmla="*/ 3592852 w 4018809"/>
                <a:gd name="csY4" fmla="*/ 1933781 h 3575401"/>
                <a:gd name="csX5" fmla="*/ 1799983 w 4018809"/>
                <a:gd name="csY5" fmla="*/ 2277981 h 3575401"/>
                <a:gd name="csX6" fmla="*/ 2018 w 4018809"/>
                <a:gd name="csY6" fmla="*/ 3573908 h 3575401"/>
                <a:gd name="csX0" fmla="*/ 2279 w 4019070"/>
                <a:gd name="csY0" fmla="*/ 3573908 h 3576883"/>
                <a:gd name="csX1" fmla="*/ 1390101 w 4019070"/>
                <a:gd name="csY1" fmla="*/ 1934947 h 3576883"/>
                <a:gd name="csX2" fmla="*/ 1792636 w 4019070"/>
                <a:gd name="csY2" fmla="*/ 327870 h 3576883"/>
                <a:gd name="csX3" fmla="*/ 3909747 w 4019070"/>
                <a:gd name="csY3" fmla="*/ 36349 h 3576883"/>
                <a:gd name="csX4" fmla="*/ 3593113 w 4019070"/>
                <a:gd name="csY4" fmla="*/ 1933781 h 3576883"/>
                <a:gd name="csX5" fmla="*/ 1827004 w 4019070"/>
                <a:gd name="csY5" fmla="*/ 2405261 h 3576883"/>
                <a:gd name="csX6" fmla="*/ 2279 w 4019070"/>
                <a:gd name="csY6" fmla="*/ 3573908 h 3576883"/>
                <a:gd name="csX0" fmla="*/ 3304 w 4020095"/>
                <a:gd name="csY0" fmla="*/ 3573700 h 3576772"/>
                <a:gd name="csX1" fmla="*/ 1310858 w 4020095"/>
                <a:gd name="csY1" fmla="*/ 1926786 h 3576772"/>
                <a:gd name="csX2" fmla="*/ 1793661 w 4020095"/>
                <a:gd name="csY2" fmla="*/ 327662 h 3576772"/>
                <a:gd name="csX3" fmla="*/ 3910772 w 4020095"/>
                <a:gd name="csY3" fmla="*/ 36141 h 3576772"/>
                <a:gd name="csX4" fmla="*/ 3594138 w 4020095"/>
                <a:gd name="csY4" fmla="*/ 1933573 h 3576772"/>
                <a:gd name="csX5" fmla="*/ 1828029 w 4020095"/>
                <a:gd name="csY5" fmla="*/ 2405053 h 3576772"/>
                <a:gd name="csX6" fmla="*/ 3304 w 4020095"/>
                <a:gd name="csY6" fmla="*/ 3573700 h 3576772"/>
                <a:gd name="csX0" fmla="*/ 3254 w 4020045"/>
                <a:gd name="csY0" fmla="*/ 3573700 h 3576772"/>
                <a:gd name="csX1" fmla="*/ 1310808 w 4020045"/>
                <a:gd name="csY1" fmla="*/ 1926786 h 3576772"/>
                <a:gd name="csX2" fmla="*/ 1793611 w 4020045"/>
                <a:gd name="csY2" fmla="*/ 327662 h 3576772"/>
                <a:gd name="csX3" fmla="*/ 3910722 w 4020045"/>
                <a:gd name="csY3" fmla="*/ 36141 h 3576772"/>
                <a:gd name="csX4" fmla="*/ 3594088 w 4020045"/>
                <a:gd name="csY4" fmla="*/ 1933573 h 3576772"/>
                <a:gd name="csX5" fmla="*/ 1827979 w 4020045"/>
                <a:gd name="csY5" fmla="*/ 2405053 h 3576772"/>
                <a:gd name="csX6" fmla="*/ 3254 w 4020045"/>
                <a:gd name="csY6" fmla="*/ 3573700 h 35767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020045" h="3576772">
                  <a:moveTo>
                    <a:pt x="3254" y="3573700"/>
                  </a:moveTo>
                  <a:cubicBezTo>
                    <a:pt x="-82941" y="3493989"/>
                    <a:pt x="1574310" y="2340515"/>
                    <a:pt x="1310808" y="1926786"/>
                  </a:cubicBezTo>
                  <a:cubicBezTo>
                    <a:pt x="1047306" y="1513057"/>
                    <a:pt x="1360292" y="642769"/>
                    <a:pt x="1793611" y="327662"/>
                  </a:cubicBezTo>
                  <a:cubicBezTo>
                    <a:pt x="2226930" y="12555"/>
                    <a:pt x="3750548" y="-52136"/>
                    <a:pt x="3910722" y="36141"/>
                  </a:cubicBezTo>
                  <a:cubicBezTo>
                    <a:pt x="4070896" y="124418"/>
                    <a:pt x="4120351" y="1358027"/>
                    <a:pt x="3594088" y="1933573"/>
                  </a:cubicBezTo>
                  <a:cubicBezTo>
                    <a:pt x="3171099" y="2391895"/>
                    <a:pt x="2301583" y="2656718"/>
                    <a:pt x="1827979" y="2405053"/>
                  </a:cubicBezTo>
                  <a:cubicBezTo>
                    <a:pt x="1354375" y="2153388"/>
                    <a:pt x="89449" y="3653411"/>
                    <a:pt x="3254" y="3573700"/>
                  </a:cubicBez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9" name="Freeform 1028">
              <a:extLst>
                <a:ext uri="{FF2B5EF4-FFF2-40B4-BE49-F238E27FC236}">
                  <a16:creationId xmlns:a16="http://schemas.microsoft.com/office/drawing/2014/main" id="{1B276066-3530-88D6-5ACC-D61B22192D75}"/>
                </a:ext>
              </a:extLst>
            </p:cNvPr>
            <p:cNvSpPr/>
            <p:nvPr userDrawn="1"/>
          </p:nvSpPr>
          <p:spPr>
            <a:xfrm rot="16200000">
              <a:off x="6962185" y="2010829"/>
              <a:ext cx="2615869" cy="2682267"/>
            </a:xfrm>
            <a:custGeom>
              <a:avLst/>
              <a:gdLst>
                <a:gd name="csX0" fmla="*/ 1893 w 3484511"/>
                <a:gd name="csY0" fmla="*/ 3509215 h 3511799"/>
                <a:gd name="csX1" fmla="*/ 1514170 w 3484511"/>
                <a:gd name="csY1" fmla="*/ 1703861 h 3511799"/>
                <a:gd name="csX2" fmla="*/ 2029985 w 3484511"/>
                <a:gd name="csY2" fmla="*/ 226753 h 3511799"/>
                <a:gd name="csX3" fmla="*/ 3378139 w 3484511"/>
                <a:gd name="csY3" fmla="*/ 144692 h 3511799"/>
                <a:gd name="csX4" fmla="*/ 3225739 w 3484511"/>
                <a:gd name="csY4" fmla="*/ 1586630 h 3511799"/>
                <a:gd name="csX5" fmla="*/ 1854139 w 3484511"/>
                <a:gd name="csY5" fmla="*/ 2090723 h 3511799"/>
                <a:gd name="csX6" fmla="*/ 1893 w 3484511"/>
                <a:gd name="csY6" fmla="*/ 3509215 h 3511799"/>
                <a:gd name="csX0" fmla="*/ 1352 w 4094215"/>
                <a:gd name="csY0" fmla="*/ 4103738 h 4105568"/>
                <a:gd name="csX1" fmla="*/ 2123874 w 4094215"/>
                <a:gd name="csY1" fmla="*/ 1703861 h 4105568"/>
                <a:gd name="csX2" fmla="*/ 2639689 w 4094215"/>
                <a:gd name="csY2" fmla="*/ 226753 h 4105568"/>
                <a:gd name="csX3" fmla="*/ 3987843 w 4094215"/>
                <a:gd name="csY3" fmla="*/ 144692 h 4105568"/>
                <a:gd name="csX4" fmla="*/ 3835443 w 4094215"/>
                <a:gd name="csY4" fmla="*/ 1586630 h 4105568"/>
                <a:gd name="csX5" fmla="*/ 2463843 w 4094215"/>
                <a:gd name="csY5" fmla="*/ 2090723 h 4105568"/>
                <a:gd name="csX6" fmla="*/ 1352 w 4094215"/>
                <a:gd name="csY6" fmla="*/ 4103738 h 4105568"/>
                <a:gd name="csX0" fmla="*/ 1978 w 4094841"/>
                <a:gd name="csY0" fmla="*/ 4101966 h 4104114"/>
                <a:gd name="csX1" fmla="*/ 2058783 w 4094841"/>
                <a:gd name="csY1" fmla="*/ 1668597 h 4104114"/>
                <a:gd name="csX2" fmla="*/ 2640315 w 4094841"/>
                <a:gd name="csY2" fmla="*/ 224981 h 4104114"/>
                <a:gd name="csX3" fmla="*/ 3988469 w 4094841"/>
                <a:gd name="csY3" fmla="*/ 142920 h 4104114"/>
                <a:gd name="csX4" fmla="*/ 3836069 w 4094841"/>
                <a:gd name="csY4" fmla="*/ 1584858 h 4104114"/>
                <a:gd name="csX5" fmla="*/ 2464469 w 4094841"/>
                <a:gd name="csY5" fmla="*/ 2088951 h 4104114"/>
                <a:gd name="csX6" fmla="*/ 1978 w 4094841"/>
                <a:gd name="csY6" fmla="*/ 4101966 h 4104114"/>
                <a:gd name="csX0" fmla="*/ 1943 w 4132359"/>
                <a:gd name="csY0" fmla="*/ 3750277 h 3752868"/>
                <a:gd name="csX1" fmla="*/ 2096301 w 4132359"/>
                <a:gd name="csY1" fmla="*/ 1668597 h 3752868"/>
                <a:gd name="csX2" fmla="*/ 2677833 w 4132359"/>
                <a:gd name="csY2" fmla="*/ 224981 h 3752868"/>
                <a:gd name="csX3" fmla="*/ 4025987 w 4132359"/>
                <a:gd name="csY3" fmla="*/ 142920 h 3752868"/>
                <a:gd name="csX4" fmla="*/ 3873587 w 4132359"/>
                <a:gd name="csY4" fmla="*/ 1584858 h 3752868"/>
                <a:gd name="csX5" fmla="*/ 2501987 w 4132359"/>
                <a:gd name="csY5" fmla="*/ 2088951 h 3752868"/>
                <a:gd name="csX6" fmla="*/ 1943 w 4132359"/>
                <a:gd name="csY6" fmla="*/ 3750277 h 3752868"/>
                <a:gd name="csX0" fmla="*/ 7123 w 4137539"/>
                <a:gd name="csY0" fmla="*/ 3776554 h 3776601"/>
                <a:gd name="csX1" fmla="*/ 1782278 w 4137539"/>
                <a:gd name="csY1" fmla="*/ 2163796 h 3776601"/>
                <a:gd name="csX2" fmla="*/ 2683013 w 4137539"/>
                <a:gd name="csY2" fmla="*/ 251258 h 3776601"/>
                <a:gd name="csX3" fmla="*/ 4031167 w 4137539"/>
                <a:gd name="csY3" fmla="*/ 169197 h 3776601"/>
                <a:gd name="csX4" fmla="*/ 3878767 w 4137539"/>
                <a:gd name="csY4" fmla="*/ 1611135 h 3776601"/>
                <a:gd name="csX5" fmla="*/ 2507167 w 4137539"/>
                <a:gd name="csY5" fmla="*/ 2115228 h 3776601"/>
                <a:gd name="csX6" fmla="*/ 7123 w 4137539"/>
                <a:gd name="csY6" fmla="*/ 3776554 h 3776601"/>
                <a:gd name="csX0" fmla="*/ 25 w 4130441"/>
                <a:gd name="csY0" fmla="*/ 3776554 h 3776586"/>
                <a:gd name="csX1" fmla="*/ 1775180 w 4130441"/>
                <a:gd name="csY1" fmla="*/ 2163796 h 3776586"/>
                <a:gd name="csX2" fmla="*/ 2675915 w 4130441"/>
                <a:gd name="csY2" fmla="*/ 251258 h 3776586"/>
                <a:gd name="csX3" fmla="*/ 4024069 w 4130441"/>
                <a:gd name="csY3" fmla="*/ 169197 h 3776586"/>
                <a:gd name="csX4" fmla="*/ 3871669 w 4130441"/>
                <a:gd name="csY4" fmla="*/ 1611135 h 3776586"/>
                <a:gd name="csX5" fmla="*/ 1814719 w 4130441"/>
                <a:gd name="csY5" fmla="*/ 2207339 h 3776586"/>
                <a:gd name="csX6" fmla="*/ 25 w 4130441"/>
                <a:gd name="csY6" fmla="*/ 3776554 h 3776586"/>
                <a:gd name="csX0" fmla="*/ 25 w 4130441"/>
                <a:gd name="csY0" fmla="*/ 3776554 h 3776589"/>
                <a:gd name="csX1" fmla="*/ 1775180 w 4130441"/>
                <a:gd name="csY1" fmla="*/ 2163796 h 3776589"/>
                <a:gd name="csX2" fmla="*/ 2675915 w 4130441"/>
                <a:gd name="csY2" fmla="*/ 251258 h 3776589"/>
                <a:gd name="csX3" fmla="*/ 4024069 w 4130441"/>
                <a:gd name="csY3" fmla="*/ 169197 h 3776589"/>
                <a:gd name="csX4" fmla="*/ 3871669 w 4130441"/>
                <a:gd name="csY4" fmla="*/ 1611135 h 3776589"/>
                <a:gd name="csX5" fmla="*/ 1814719 w 4130441"/>
                <a:gd name="csY5" fmla="*/ 2207339 h 3776589"/>
                <a:gd name="csX6" fmla="*/ 25 w 4130441"/>
                <a:gd name="csY6" fmla="*/ 3776554 h 3776589"/>
                <a:gd name="csX0" fmla="*/ 25 w 3957457"/>
                <a:gd name="csY0" fmla="*/ 3611866 h 3611901"/>
                <a:gd name="csX1" fmla="*/ 1775180 w 3957457"/>
                <a:gd name="csY1" fmla="*/ 1999108 h 3611901"/>
                <a:gd name="csX2" fmla="*/ 2675915 w 3957457"/>
                <a:gd name="csY2" fmla="*/ 86570 h 3611901"/>
                <a:gd name="csX3" fmla="*/ 3554650 w 3957457"/>
                <a:gd name="csY3" fmla="*/ 439934 h 3611901"/>
                <a:gd name="csX4" fmla="*/ 3871669 w 3957457"/>
                <a:gd name="csY4" fmla="*/ 1446447 h 3611901"/>
                <a:gd name="csX5" fmla="*/ 1814719 w 3957457"/>
                <a:gd name="csY5" fmla="*/ 2042651 h 3611901"/>
                <a:gd name="csX6" fmla="*/ 25 w 3957457"/>
                <a:gd name="csY6" fmla="*/ 3611866 h 3611901"/>
                <a:gd name="csX0" fmla="*/ 25 w 3957253"/>
                <a:gd name="csY0" fmla="*/ 3368639 h 3368674"/>
                <a:gd name="csX1" fmla="*/ 1775180 w 3957253"/>
                <a:gd name="csY1" fmla="*/ 1755881 h 3368674"/>
                <a:gd name="csX2" fmla="*/ 2685304 w 3957253"/>
                <a:gd name="csY2" fmla="*/ 144791 h 3368674"/>
                <a:gd name="csX3" fmla="*/ 3554650 w 3957253"/>
                <a:gd name="csY3" fmla="*/ 196707 h 3368674"/>
                <a:gd name="csX4" fmla="*/ 3871669 w 3957253"/>
                <a:gd name="csY4" fmla="*/ 1203220 h 3368674"/>
                <a:gd name="csX5" fmla="*/ 1814719 w 3957253"/>
                <a:gd name="csY5" fmla="*/ 1799424 h 3368674"/>
                <a:gd name="csX6" fmla="*/ 25 w 3957253"/>
                <a:gd name="csY6" fmla="*/ 3368639 h 3368674"/>
                <a:gd name="csX0" fmla="*/ 25 w 3705517"/>
                <a:gd name="csY0" fmla="*/ 3358570 h 3358603"/>
                <a:gd name="csX1" fmla="*/ 1775180 w 3705517"/>
                <a:gd name="csY1" fmla="*/ 1745812 h 3358603"/>
                <a:gd name="csX2" fmla="*/ 2685304 w 3705517"/>
                <a:gd name="csY2" fmla="*/ 134722 h 3358603"/>
                <a:gd name="csX3" fmla="*/ 3554650 w 3705517"/>
                <a:gd name="csY3" fmla="*/ 186638 h 3358603"/>
                <a:gd name="csX4" fmla="*/ 3552464 w 3705517"/>
                <a:gd name="csY4" fmla="*/ 975438 h 3358603"/>
                <a:gd name="csX5" fmla="*/ 1814719 w 3705517"/>
                <a:gd name="csY5" fmla="*/ 1789355 h 3358603"/>
                <a:gd name="csX6" fmla="*/ 25 w 3705517"/>
                <a:gd name="csY6" fmla="*/ 3358570 h 3358603"/>
                <a:gd name="csX0" fmla="*/ 2290 w 3707782"/>
                <a:gd name="csY0" fmla="*/ 3305196 h 3314287"/>
                <a:gd name="csX1" fmla="*/ 2199921 w 3707782"/>
                <a:gd name="csY1" fmla="*/ 955568 h 3314287"/>
                <a:gd name="csX2" fmla="*/ 2687569 w 3707782"/>
                <a:gd name="csY2" fmla="*/ 81348 h 3314287"/>
                <a:gd name="csX3" fmla="*/ 3556915 w 3707782"/>
                <a:gd name="csY3" fmla="*/ 133264 h 3314287"/>
                <a:gd name="csX4" fmla="*/ 3554729 w 3707782"/>
                <a:gd name="csY4" fmla="*/ 922064 h 3314287"/>
                <a:gd name="csX5" fmla="*/ 1816984 w 3707782"/>
                <a:gd name="csY5" fmla="*/ 1735981 h 3314287"/>
                <a:gd name="csX6" fmla="*/ 2290 w 3707782"/>
                <a:gd name="csY6" fmla="*/ 3305196 h 3314287"/>
                <a:gd name="csX0" fmla="*/ 377 w 3705869"/>
                <a:gd name="csY0" fmla="*/ 3305196 h 3313168"/>
                <a:gd name="csX1" fmla="*/ 2198008 w 3705869"/>
                <a:gd name="csY1" fmla="*/ 955568 h 3313168"/>
                <a:gd name="csX2" fmla="*/ 2685656 w 3705869"/>
                <a:gd name="csY2" fmla="*/ 81348 h 3313168"/>
                <a:gd name="csX3" fmla="*/ 3555002 w 3705869"/>
                <a:gd name="csY3" fmla="*/ 133264 h 3313168"/>
                <a:gd name="csX4" fmla="*/ 3552816 w 3705869"/>
                <a:gd name="csY4" fmla="*/ 922064 h 3313168"/>
                <a:gd name="csX5" fmla="*/ 2378375 w 3705869"/>
                <a:gd name="csY5" fmla="*/ 1694113 h 3313168"/>
                <a:gd name="csX6" fmla="*/ 377 w 3705869"/>
                <a:gd name="csY6" fmla="*/ 3305196 h 3313168"/>
                <a:gd name="csX0" fmla="*/ 377 w 3705869"/>
                <a:gd name="csY0" fmla="*/ 3305196 h 3311216"/>
                <a:gd name="csX1" fmla="*/ 2198008 w 3705869"/>
                <a:gd name="csY1" fmla="*/ 955568 h 3311216"/>
                <a:gd name="csX2" fmla="*/ 2685656 w 3705869"/>
                <a:gd name="csY2" fmla="*/ 81348 h 3311216"/>
                <a:gd name="csX3" fmla="*/ 3555002 w 3705869"/>
                <a:gd name="csY3" fmla="*/ 133264 h 3311216"/>
                <a:gd name="csX4" fmla="*/ 3552816 w 3705869"/>
                <a:gd name="csY4" fmla="*/ 922064 h 3311216"/>
                <a:gd name="csX5" fmla="*/ 2378375 w 3705869"/>
                <a:gd name="csY5" fmla="*/ 1694113 h 3311216"/>
                <a:gd name="csX6" fmla="*/ 377 w 3705869"/>
                <a:gd name="csY6" fmla="*/ 3305196 h 3311216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31250"/>
                <a:gd name="csY0" fmla="*/ 3306034 h 3313991"/>
                <a:gd name="csX1" fmla="*/ 2198008 w 4431250"/>
                <a:gd name="csY1" fmla="*/ 956406 h 3313991"/>
                <a:gd name="csX2" fmla="*/ 2685656 w 4431250"/>
                <a:gd name="csY2" fmla="*/ 82186 h 3313991"/>
                <a:gd name="csX3" fmla="*/ 3555002 w 4431250"/>
                <a:gd name="csY3" fmla="*/ 134102 h 3313991"/>
                <a:gd name="csX4" fmla="*/ 4425936 w 4431250"/>
                <a:gd name="csY4" fmla="*/ 939649 h 3313991"/>
                <a:gd name="csX5" fmla="*/ 2378375 w 4431250"/>
                <a:gd name="csY5" fmla="*/ 1694951 h 3313991"/>
                <a:gd name="csX6" fmla="*/ 377 w 4431250"/>
                <a:gd name="csY6" fmla="*/ 3306034 h 3313991"/>
                <a:gd name="csX0" fmla="*/ 377 w 4425936"/>
                <a:gd name="csY0" fmla="*/ 3306034 h 3313991"/>
                <a:gd name="csX1" fmla="*/ 2198008 w 4425936"/>
                <a:gd name="csY1" fmla="*/ 956406 h 3313991"/>
                <a:gd name="csX2" fmla="*/ 2685656 w 4425936"/>
                <a:gd name="csY2" fmla="*/ 82186 h 3313991"/>
                <a:gd name="csX3" fmla="*/ 3555002 w 4425936"/>
                <a:gd name="csY3" fmla="*/ 134102 h 3313991"/>
                <a:gd name="csX4" fmla="*/ 4425936 w 4425936"/>
                <a:gd name="csY4" fmla="*/ 939649 h 3313991"/>
                <a:gd name="csX5" fmla="*/ 2378375 w 4425936"/>
                <a:gd name="csY5" fmla="*/ 1694951 h 3313991"/>
                <a:gd name="csX6" fmla="*/ 377 w 4425936"/>
                <a:gd name="csY6" fmla="*/ 3306034 h 3313991"/>
                <a:gd name="csX0" fmla="*/ 377 w 4472878"/>
                <a:gd name="csY0" fmla="*/ 3303952 h 3311947"/>
                <a:gd name="csX1" fmla="*/ 2198008 w 4472878"/>
                <a:gd name="csY1" fmla="*/ 954324 h 3311947"/>
                <a:gd name="csX2" fmla="*/ 2685656 w 4472878"/>
                <a:gd name="csY2" fmla="*/ 80104 h 3311947"/>
                <a:gd name="csX3" fmla="*/ 3555002 w 4472878"/>
                <a:gd name="csY3" fmla="*/ 132020 h 3311947"/>
                <a:gd name="csX4" fmla="*/ 4472878 w 4472878"/>
                <a:gd name="csY4" fmla="*/ 895700 h 3311947"/>
                <a:gd name="csX5" fmla="*/ 2378375 w 4472878"/>
                <a:gd name="csY5" fmla="*/ 1692869 h 3311947"/>
                <a:gd name="csX6" fmla="*/ 377 w 4472878"/>
                <a:gd name="csY6" fmla="*/ 3303952 h 3311947"/>
                <a:gd name="csX0" fmla="*/ 377 w 4472878"/>
                <a:gd name="csY0" fmla="*/ 3489034 h 3497029"/>
                <a:gd name="csX1" fmla="*/ 2198008 w 4472878"/>
                <a:gd name="csY1" fmla="*/ 1139406 h 3497029"/>
                <a:gd name="csX2" fmla="*/ 2685656 w 4472878"/>
                <a:gd name="csY2" fmla="*/ 265186 h 3497029"/>
                <a:gd name="csX3" fmla="*/ 3742770 w 4472878"/>
                <a:gd name="csY3" fmla="*/ 49148 h 3497029"/>
                <a:gd name="csX4" fmla="*/ 4472878 w 4472878"/>
                <a:gd name="csY4" fmla="*/ 1080782 h 3497029"/>
                <a:gd name="csX5" fmla="*/ 2378375 w 4472878"/>
                <a:gd name="csY5" fmla="*/ 1877951 h 3497029"/>
                <a:gd name="csX6" fmla="*/ 377 w 4472878"/>
                <a:gd name="csY6" fmla="*/ 3489034 h 3497029"/>
                <a:gd name="csX0" fmla="*/ 377 w 4482266"/>
                <a:gd name="csY0" fmla="*/ 3489034 h 3497029"/>
                <a:gd name="csX1" fmla="*/ 2198008 w 4482266"/>
                <a:gd name="csY1" fmla="*/ 1139406 h 3497029"/>
                <a:gd name="csX2" fmla="*/ 2685656 w 4482266"/>
                <a:gd name="csY2" fmla="*/ 265186 h 3497029"/>
                <a:gd name="csX3" fmla="*/ 3742770 w 4482266"/>
                <a:gd name="csY3" fmla="*/ 49148 h 3497029"/>
                <a:gd name="csX4" fmla="*/ 4482266 w 4482266"/>
                <a:gd name="csY4" fmla="*/ 1080782 h 3497029"/>
                <a:gd name="csX5" fmla="*/ 2378375 w 4482266"/>
                <a:gd name="csY5" fmla="*/ 1877951 h 3497029"/>
                <a:gd name="csX6" fmla="*/ 377 w 4482266"/>
                <a:gd name="csY6" fmla="*/ 3489034 h 3497029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10188 w 4492077"/>
                <a:gd name="csY0" fmla="*/ 3488052 h 3497366"/>
                <a:gd name="csX1" fmla="*/ 1804118 w 4492077"/>
                <a:gd name="csY1" fmla="*/ 1096559 h 3497366"/>
                <a:gd name="csX2" fmla="*/ 2695467 w 4492077"/>
                <a:gd name="csY2" fmla="*/ 264204 h 3497366"/>
                <a:gd name="csX3" fmla="*/ 3752581 w 4492077"/>
                <a:gd name="csY3" fmla="*/ 48166 h 3497366"/>
                <a:gd name="csX4" fmla="*/ 4492077 w 4492077"/>
                <a:gd name="csY4" fmla="*/ 1079800 h 3497366"/>
                <a:gd name="csX5" fmla="*/ 2688616 w 4492077"/>
                <a:gd name="csY5" fmla="*/ 1893718 h 3497366"/>
                <a:gd name="csX6" fmla="*/ 10188 w 4492077"/>
                <a:gd name="csY6" fmla="*/ 3488052 h 3497366"/>
                <a:gd name="csX0" fmla="*/ 10188 w 4492077"/>
                <a:gd name="csY0" fmla="*/ 3488052 h 3500595"/>
                <a:gd name="csX1" fmla="*/ 1804118 w 4492077"/>
                <a:gd name="csY1" fmla="*/ 1096559 h 3500595"/>
                <a:gd name="csX2" fmla="*/ 2695467 w 4492077"/>
                <a:gd name="csY2" fmla="*/ 264204 h 3500595"/>
                <a:gd name="csX3" fmla="*/ 3752581 w 4492077"/>
                <a:gd name="csY3" fmla="*/ 48166 h 3500595"/>
                <a:gd name="csX4" fmla="*/ 4492077 w 4492077"/>
                <a:gd name="csY4" fmla="*/ 1079800 h 3500595"/>
                <a:gd name="csX5" fmla="*/ 2688616 w 4492077"/>
                <a:gd name="csY5" fmla="*/ 1893718 h 3500595"/>
                <a:gd name="csX6" fmla="*/ 10188 w 4492077"/>
                <a:gd name="csY6" fmla="*/ 3488052 h 3500595"/>
                <a:gd name="csX0" fmla="*/ 10188 w 4492077"/>
                <a:gd name="csY0" fmla="*/ 3488052 h 3500888"/>
                <a:gd name="csX1" fmla="*/ 1804118 w 4492077"/>
                <a:gd name="csY1" fmla="*/ 1096559 h 3500888"/>
                <a:gd name="csX2" fmla="*/ 2695467 w 4492077"/>
                <a:gd name="csY2" fmla="*/ 264204 h 3500888"/>
                <a:gd name="csX3" fmla="*/ 3752581 w 4492077"/>
                <a:gd name="csY3" fmla="*/ 48166 h 3500888"/>
                <a:gd name="csX4" fmla="*/ 4492077 w 4492077"/>
                <a:gd name="csY4" fmla="*/ 1079800 h 3500888"/>
                <a:gd name="csX5" fmla="*/ 2688616 w 4492077"/>
                <a:gd name="csY5" fmla="*/ 1893718 h 3500888"/>
                <a:gd name="csX6" fmla="*/ 10188 w 4492077"/>
                <a:gd name="csY6" fmla="*/ 3488052 h 3500888"/>
                <a:gd name="csX0" fmla="*/ 27731 w 3289130"/>
                <a:gd name="csY0" fmla="*/ 2449732 h 2473361"/>
                <a:gd name="csX1" fmla="*/ 601171 w 3289130"/>
                <a:gd name="csY1" fmla="*/ 1096559 h 2473361"/>
                <a:gd name="csX2" fmla="*/ 1492520 w 3289130"/>
                <a:gd name="csY2" fmla="*/ 264204 h 2473361"/>
                <a:gd name="csX3" fmla="*/ 2549634 w 3289130"/>
                <a:gd name="csY3" fmla="*/ 48166 h 2473361"/>
                <a:gd name="csX4" fmla="*/ 3289130 w 3289130"/>
                <a:gd name="csY4" fmla="*/ 1079800 h 2473361"/>
                <a:gd name="csX5" fmla="*/ 1485669 w 3289130"/>
                <a:gd name="csY5" fmla="*/ 1893718 h 2473361"/>
                <a:gd name="csX6" fmla="*/ 27731 w 3289130"/>
                <a:gd name="csY6" fmla="*/ 2449732 h 2473361"/>
                <a:gd name="csX0" fmla="*/ 367 w 3261766"/>
                <a:gd name="csY0" fmla="*/ 2449732 h 2449966"/>
                <a:gd name="csX1" fmla="*/ 573807 w 3261766"/>
                <a:gd name="csY1" fmla="*/ 1096559 h 2449966"/>
                <a:gd name="csX2" fmla="*/ 1465156 w 3261766"/>
                <a:gd name="csY2" fmla="*/ 264204 h 2449966"/>
                <a:gd name="csX3" fmla="*/ 2522270 w 3261766"/>
                <a:gd name="csY3" fmla="*/ 48166 h 2449966"/>
                <a:gd name="csX4" fmla="*/ 3261766 w 3261766"/>
                <a:gd name="csY4" fmla="*/ 1079800 h 2449966"/>
                <a:gd name="csX5" fmla="*/ 1458305 w 3261766"/>
                <a:gd name="csY5" fmla="*/ 1893718 h 2449966"/>
                <a:gd name="csX6" fmla="*/ 367 w 3261766"/>
                <a:gd name="csY6" fmla="*/ 2449732 h 2449966"/>
                <a:gd name="csX0" fmla="*/ 62959 w 3324358"/>
                <a:gd name="csY0" fmla="*/ 2449732 h 2487147"/>
                <a:gd name="csX1" fmla="*/ 636399 w 3324358"/>
                <a:gd name="csY1" fmla="*/ 1096559 h 2487147"/>
                <a:gd name="csX2" fmla="*/ 1527748 w 3324358"/>
                <a:gd name="csY2" fmla="*/ 264204 h 2487147"/>
                <a:gd name="csX3" fmla="*/ 2584862 w 3324358"/>
                <a:gd name="csY3" fmla="*/ 48166 h 2487147"/>
                <a:gd name="csX4" fmla="*/ 3324358 w 3324358"/>
                <a:gd name="csY4" fmla="*/ 1079800 h 2487147"/>
                <a:gd name="csX5" fmla="*/ 1520897 w 3324358"/>
                <a:gd name="csY5" fmla="*/ 1893718 h 2487147"/>
                <a:gd name="csX6" fmla="*/ 62959 w 3324358"/>
                <a:gd name="csY6" fmla="*/ 2449732 h 2487147"/>
                <a:gd name="csX0" fmla="*/ 38478 w 4482813"/>
                <a:gd name="csY0" fmla="*/ 3496425 h 3519813"/>
                <a:gd name="csX1" fmla="*/ 1794854 w 4482813"/>
                <a:gd name="csY1" fmla="*/ 1096559 h 3519813"/>
                <a:gd name="csX2" fmla="*/ 2686203 w 4482813"/>
                <a:gd name="csY2" fmla="*/ 264204 h 3519813"/>
                <a:gd name="csX3" fmla="*/ 3743317 w 4482813"/>
                <a:gd name="csY3" fmla="*/ 48166 h 3519813"/>
                <a:gd name="csX4" fmla="*/ 4482813 w 4482813"/>
                <a:gd name="csY4" fmla="*/ 1079800 h 3519813"/>
                <a:gd name="csX5" fmla="*/ 2679352 w 4482813"/>
                <a:gd name="csY5" fmla="*/ 1893718 h 3519813"/>
                <a:gd name="csX6" fmla="*/ 38478 w 4482813"/>
                <a:gd name="csY6" fmla="*/ 3496425 h 3519813"/>
                <a:gd name="csX0" fmla="*/ 9071 w 4453406"/>
                <a:gd name="csY0" fmla="*/ 3496425 h 3510301"/>
                <a:gd name="csX1" fmla="*/ 1765447 w 4453406"/>
                <a:gd name="csY1" fmla="*/ 1096559 h 3510301"/>
                <a:gd name="csX2" fmla="*/ 2656796 w 4453406"/>
                <a:gd name="csY2" fmla="*/ 264204 h 3510301"/>
                <a:gd name="csX3" fmla="*/ 3713910 w 4453406"/>
                <a:gd name="csY3" fmla="*/ 48166 h 3510301"/>
                <a:gd name="csX4" fmla="*/ 4453406 w 4453406"/>
                <a:gd name="csY4" fmla="*/ 1079800 h 3510301"/>
                <a:gd name="csX5" fmla="*/ 2649945 w 4453406"/>
                <a:gd name="csY5" fmla="*/ 1893718 h 3510301"/>
                <a:gd name="csX6" fmla="*/ 9071 w 4453406"/>
                <a:gd name="csY6" fmla="*/ 3496425 h 3510301"/>
                <a:gd name="csX0" fmla="*/ 9071 w 4453406"/>
                <a:gd name="csY0" fmla="*/ 3496425 h 3512169"/>
                <a:gd name="csX1" fmla="*/ 1765447 w 4453406"/>
                <a:gd name="csY1" fmla="*/ 1096559 h 3512169"/>
                <a:gd name="csX2" fmla="*/ 2656796 w 4453406"/>
                <a:gd name="csY2" fmla="*/ 264204 h 3512169"/>
                <a:gd name="csX3" fmla="*/ 3713910 w 4453406"/>
                <a:gd name="csY3" fmla="*/ 48166 h 3512169"/>
                <a:gd name="csX4" fmla="*/ 4453406 w 4453406"/>
                <a:gd name="csY4" fmla="*/ 1079800 h 3512169"/>
                <a:gd name="csX5" fmla="*/ 2649945 w 4453406"/>
                <a:gd name="csY5" fmla="*/ 1893718 h 3512169"/>
                <a:gd name="csX6" fmla="*/ 9071 w 4453406"/>
                <a:gd name="csY6" fmla="*/ 3496425 h 3512169"/>
                <a:gd name="csX0" fmla="*/ 9640 w 4453975"/>
                <a:gd name="csY0" fmla="*/ 3496425 h 3512169"/>
                <a:gd name="csX1" fmla="*/ 1766016 w 4453975"/>
                <a:gd name="csY1" fmla="*/ 1096559 h 3512169"/>
                <a:gd name="csX2" fmla="*/ 2657365 w 4453975"/>
                <a:gd name="csY2" fmla="*/ 264204 h 3512169"/>
                <a:gd name="csX3" fmla="*/ 3714479 w 4453975"/>
                <a:gd name="csY3" fmla="*/ 48166 h 3512169"/>
                <a:gd name="csX4" fmla="*/ 4453975 w 4453975"/>
                <a:gd name="csY4" fmla="*/ 1079800 h 3512169"/>
                <a:gd name="csX5" fmla="*/ 2650514 w 4453975"/>
                <a:gd name="csY5" fmla="*/ 1893718 h 3512169"/>
                <a:gd name="csX6" fmla="*/ 9640 w 4453975"/>
                <a:gd name="csY6" fmla="*/ 3496425 h 3512169"/>
                <a:gd name="csX0" fmla="*/ 9640 w 4453975"/>
                <a:gd name="csY0" fmla="*/ 3993467 h 4008123"/>
                <a:gd name="csX1" fmla="*/ 1766016 w 4453975"/>
                <a:gd name="csY1" fmla="*/ 1593601 h 4008123"/>
                <a:gd name="csX2" fmla="*/ 2601034 w 4453975"/>
                <a:gd name="csY2" fmla="*/ 41122 h 4008123"/>
                <a:gd name="csX3" fmla="*/ 3714479 w 4453975"/>
                <a:gd name="csY3" fmla="*/ 545208 h 4008123"/>
                <a:gd name="csX4" fmla="*/ 4453975 w 4453975"/>
                <a:gd name="csY4" fmla="*/ 1576842 h 4008123"/>
                <a:gd name="csX5" fmla="*/ 2650514 w 4453975"/>
                <a:gd name="csY5" fmla="*/ 2390760 h 4008123"/>
                <a:gd name="csX6" fmla="*/ 9640 w 4453975"/>
                <a:gd name="csY6" fmla="*/ 3993467 h 4008123"/>
                <a:gd name="csX0" fmla="*/ 9640 w 4453975"/>
                <a:gd name="csY0" fmla="*/ 3952894 h 3967550"/>
                <a:gd name="csX1" fmla="*/ 1766016 w 4453975"/>
                <a:gd name="csY1" fmla="*/ 1553028 h 3967550"/>
                <a:gd name="csX2" fmla="*/ 2601034 w 4453975"/>
                <a:gd name="csY2" fmla="*/ 549 h 3967550"/>
                <a:gd name="csX3" fmla="*/ 3714479 w 4453975"/>
                <a:gd name="csY3" fmla="*/ 504635 h 3967550"/>
                <a:gd name="csX4" fmla="*/ 4453975 w 4453975"/>
                <a:gd name="csY4" fmla="*/ 1536269 h 3967550"/>
                <a:gd name="csX5" fmla="*/ 2650514 w 4453975"/>
                <a:gd name="csY5" fmla="*/ 2350187 h 3967550"/>
                <a:gd name="csX6" fmla="*/ 9640 w 4453975"/>
                <a:gd name="csY6" fmla="*/ 3952894 h 3967550"/>
                <a:gd name="csX0" fmla="*/ 9640 w 4453975"/>
                <a:gd name="csY0" fmla="*/ 3952971 h 3968477"/>
                <a:gd name="csX1" fmla="*/ 1766016 w 4453975"/>
                <a:gd name="csY1" fmla="*/ 1553105 h 3968477"/>
                <a:gd name="csX2" fmla="*/ 2601034 w 4453975"/>
                <a:gd name="csY2" fmla="*/ 626 h 3968477"/>
                <a:gd name="csX3" fmla="*/ 3714479 w 4453975"/>
                <a:gd name="csY3" fmla="*/ 504712 h 3968477"/>
                <a:gd name="csX4" fmla="*/ 4453975 w 4453975"/>
                <a:gd name="csY4" fmla="*/ 1536346 h 3968477"/>
                <a:gd name="csX5" fmla="*/ 2650514 w 4453975"/>
                <a:gd name="csY5" fmla="*/ 2350264 h 3968477"/>
                <a:gd name="csX6" fmla="*/ 9640 w 4453975"/>
                <a:gd name="csY6" fmla="*/ 3952971 h 3968477"/>
                <a:gd name="csX0" fmla="*/ 9640 w 4517542"/>
                <a:gd name="csY0" fmla="*/ 4153948 h 4169453"/>
                <a:gd name="csX1" fmla="*/ 1766016 w 4517542"/>
                <a:gd name="csY1" fmla="*/ 1754082 h 4169453"/>
                <a:gd name="csX2" fmla="*/ 2601034 w 4517542"/>
                <a:gd name="csY2" fmla="*/ 201603 h 4169453"/>
                <a:gd name="csX3" fmla="*/ 4390442 w 4517542"/>
                <a:gd name="csY3" fmla="*/ 186529 h 4169453"/>
                <a:gd name="csX4" fmla="*/ 4453975 w 4517542"/>
                <a:gd name="csY4" fmla="*/ 1737323 h 4169453"/>
                <a:gd name="csX5" fmla="*/ 2650514 w 4517542"/>
                <a:gd name="csY5" fmla="*/ 2551241 h 4169453"/>
                <a:gd name="csX6" fmla="*/ 9640 w 4517542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719798"/>
                <a:gd name="csY0" fmla="*/ 4153948 h 4169453"/>
                <a:gd name="csX1" fmla="*/ 1766016 w 4719798"/>
                <a:gd name="csY1" fmla="*/ 1754082 h 4169453"/>
                <a:gd name="csX2" fmla="*/ 2601034 w 4719798"/>
                <a:gd name="csY2" fmla="*/ 201603 h 4169453"/>
                <a:gd name="csX3" fmla="*/ 4390442 w 4719798"/>
                <a:gd name="csY3" fmla="*/ 186529 h 4169453"/>
                <a:gd name="csX4" fmla="*/ 4453975 w 4719798"/>
                <a:gd name="csY4" fmla="*/ 1737323 h 4169453"/>
                <a:gd name="csX5" fmla="*/ 2650514 w 4719798"/>
                <a:gd name="csY5" fmla="*/ 2551241 h 4169453"/>
                <a:gd name="csX6" fmla="*/ 9640 w 4719798"/>
                <a:gd name="csY6" fmla="*/ 4153948 h 4169453"/>
                <a:gd name="csX0" fmla="*/ 9640 w 4684091"/>
                <a:gd name="csY0" fmla="*/ 4153948 h 4169453"/>
                <a:gd name="csX1" fmla="*/ 1766016 w 4684091"/>
                <a:gd name="csY1" fmla="*/ 1754082 h 4169453"/>
                <a:gd name="csX2" fmla="*/ 2601034 w 4684091"/>
                <a:gd name="csY2" fmla="*/ 201603 h 4169453"/>
                <a:gd name="csX3" fmla="*/ 4390442 w 4684091"/>
                <a:gd name="csY3" fmla="*/ 186529 h 4169453"/>
                <a:gd name="csX4" fmla="*/ 4453975 w 4684091"/>
                <a:gd name="csY4" fmla="*/ 1737323 h 4169453"/>
                <a:gd name="csX5" fmla="*/ 2650514 w 4684091"/>
                <a:gd name="csY5" fmla="*/ 2551241 h 4169453"/>
                <a:gd name="csX6" fmla="*/ 9640 w 4684091"/>
                <a:gd name="csY6" fmla="*/ 4153948 h 4169453"/>
                <a:gd name="csX0" fmla="*/ 9640 w 4747938"/>
                <a:gd name="csY0" fmla="*/ 4153948 h 4169453"/>
                <a:gd name="csX1" fmla="*/ 1766016 w 4747938"/>
                <a:gd name="csY1" fmla="*/ 1754082 h 4169453"/>
                <a:gd name="csX2" fmla="*/ 2601034 w 4747938"/>
                <a:gd name="csY2" fmla="*/ 201603 h 4169453"/>
                <a:gd name="csX3" fmla="*/ 4390442 w 4747938"/>
                <a:gd name="csY3" fmla="*/ 186529 h 4169453"/>
                <a:gd name="csX4" fmla="*/ 4453975 w 4747938"/>
                <a:gd name="csY4" fmla="*/ 1737323 h 4169453"/>
                <a:gd name="csX5" fmla="*/ 2650514 w 4747938"/>
                <a:gd name="csY5" fmla="*/ 2551241 h 4169453"/>
                <a:gd name="csX6" fmla="*/ 9640 w 4747938"/>
                <a:gd name="csY6" fmla="*/ 4153948 h 4169453"/>
                <a:gd name="csX0" fmla="*/ 9640 w 4747938"/>
                <a:gd name="csY0" fmla="*/ 4205765 h 4221270"/>
                <a:gd name="csX1" fmla="*/ 1766016 w 4747938"/>
                <a:gd name="csY1" fmla="*/ 1805899 h 4221270"/>
                <a:gd name="csX2" fmla="*/ 2601034 w 4747938"/>
                <a:gd name="csY2" fmla="*/ 253420 h 4221270"/>
                <a:gd name="csX3" fmla="*/ 4390442 w 4747938"/>
                <a:gd name="csY3" fmla="*/ 238346 h 4221270"/>
                <a:gd name="csX4" fmla="*/ 4453975 w 4747938"/>
                <a:gd name="csY4" fmla="*/ 1789140 h 4221270"/>
                <a:gd name="csX5" fmla="*/ 2650514 w 4747938"/>
                <a:gd name="csY5" fmla="*/ 2603058 h 4221270"/>
                <a:gd name="csX6" fmla="*/ 9640 w 4747938"/>
                <a:gd name="csY6" fmla="*/ 4205765 h 4221270"/>
                <a:gd name="csX0" fmla="*/ 9640 w 4769359"/>
                <a:gd name="csY0" fmla="*/ 4189897 h 4205402"/>
                <a:gd name="csX1" fmla="*/ 1766016 w 4769359"/>
                <a:gd name="csY1" fmla="*/ 1790031 h 4205402"/>
                <a:gd name="csX2" fmla="*/ 2601034 w 4769359"/>
                <a:gd name="csY2" fmla="*/ 237552 h 4205402"/>
                <a:gd name="csX3" fmla="*/ 4446772 w 4769359"/>
                <a:gd name="csY3" fmla="*/ 163863 h 4205402"/>
                <a:gd name="csX4" fmla="*/ 4453975 w 4769359"/>
                <a:gd name="csY4" fmla="*/ 1773272 h 4205402"/>
                <a:gd name="csX5" fmla="*/ 2650514 w 4769359"/>
                <a:gd name="csY5" fmla="*/ 2587190 h 4205402"/>
                <a:gd name="csX6" fmla="*/ 9640 w 4769359"/>
                <a:gd name="csY6" fmla="*/ 4189897 h 4205402"/>
                <a:gd name="csX0" fmla="*/ 9640 w 4747938"/>
                <a:gd name="csY0" fmla="*/ 4212142 h 4227647"/>
                <a:gd name="csX1" fmla="*/ 1766016 w 4747938"/>
                <a:gd name="csY1" fmla="*/ 1812276 h 4227647"/>
                <a:gd name="csX2" fmla="*/ 2601034 w 4747938"/>
                <a:gd name="csY2" fmla="*/ 259797 h 4227647"/>
                <a:gd name="csX3" fmla="*/ 4390441 w 4747938"/>
                <a:gd name="csY3" fmla="*/ 152614 h 4227647"/>
                <a:gd name="csX4" fmla="*/ 4453975 w 4747938"/>
                <a:gd name="csY4" fmla="*/ 1795517 h 4227647"/>
                <a:gd name="csX5" fmla="*/ 2650514 w 4747938"/>
                <a:gd name="csY5" fmla="*/ 2609435 h 4227647"/>
                <a:gd name="csX6" fmla="*/ 9640 w 4747938"/>
                <a:gd name="csY6" fmla="*/ 4212142 h 4227647"/>
                <a:gd name="csX0" fmla="*/ 8567 w 4746865"/>
                <a:gd name="csY0" fmla="*/ 4212143 h 4219435"/>
                <a:gd name="csX1" fmla="*/ 1745271 w 4746865"/>
                <a:gd name="csY1" fmla="*/ 1812279 h 4219435"/>
                <a:gd name="csX2" fmla="*/ 2599961 w 4746865"/>
                <a:gd name="csY2" fmla="*/ 259798 h 4219435"/>
                <a:gd name="csX3" fmla="*/ 4389368 w 4746865"/>
                <a:gd name="csY3" fmla="*/ 152615 h 4219435"/>
                <a:gd name="csX4" fmla="*/ 4452902 w 4746865"/>
                <a:gd name="csY4" fmla="*/ 1795518 h 4219435"/>
                <a:gd name="csX5" fmla="*/ 2649441 w 4746865"/>
                <a:gd name="csY5" fmla="*/ 2609436 h 4219435"/>
                <a:gd name="csX6" fmla="*/ 8567 w 4746865"/>
                <a:gd name="csY6" fmla="*/ 4212143 h 4219435"/>
                <a:gd name="csX0" fmla="*/ 8451 w 4746749"/>
                <a:gd name="csY0" fmla="*/ 4212143 h 4219813"/>
                <a:gd name="csX1" fmla="*/ 1745155 w 4746749"/>
                <a:gd name="csY1" fmla="*/ 1812279 h 4219813"/>
                <a:gd name="csX2" fmla="*/ 2599845 w 4746749"/>
                <a:gd name="csY2" fmla="*/ 259798 h 4219813"/>
                <a:gd name="csX3" fmla="*/ 4389252 w 4746749"/>
                <a:gd name="csY3" fmla="*/ 152615 h 4219813"/>
                <a:gd name="csX4" fmla="*/ 4452786 w 4746749"/>
                <a:gd name="csY4" fmla="*/ 1795518 h 4219813"/>
                <a:gd name="csX5" fmla="*/ 2642769 w 4746749"/>
                <a:gd name="csY5" fmla="*/ 2626986 h 4219813"/>
                <a:gd name="csX6" fmla="*/ 8451 w 4746749"/>
                <a:gd name="csY6" fmla="*/ 4212143 h 4219813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594 w 4746892"/>
                <a:gd name="csY0" fmla="*/ 4213311 h 4220527"/>
                <a:gd name="csX1" fmla="*/ 1738740 w 4746892"/>
                <a:gd name="csY1" fmla="*/ 1836843 h 4220527"/>
                <a:gd name="csX2" fmla="*/ 2599988 w 4746892"/>
                <a:gd name="csY2" fmla="*/ 260966 h 4220527"/>
                <a:gd name="csX3" fmla="*/ 4389395 w 4746892"/>
                <a:gd name="csY3" fmla="*/ 153783 h 4220527"/>
                <a:gd name="csX4" fmla="*/ 4452929 w 4746892"/>
                <a:gd name="csY4" fmla="*/ 1796686 h 4220527"/>
                <a:gd name="csX5" fmla="*/ 2642912 w 4746892"/>
                <a:gd name="csY5" fmla="*/ 2628154 h 4220527"/>
                <a:gd name="csX6" fmla="*/ 8594 w 4746892"/>
                <a:gd name="csY6" fmla="*/ 4213311 h 4220527"/>
                <a:gd name="csX0" fmla="*/ 8594 w 4693867"/>
                <a:gd name="csY0" fmla="*/ 4136922 h 4144138"/>
                <a:gd name="csX1" fmla="*/ 1738740 w 4693867"/>
                <a:gd name="csY1" fmla="*/ 1760454 h 4144138"/>
                <a:gd name="csX2" fmla="*/ 2599988 w 4693867"/>
                <a:gd name="csY2" fmla="*/ 184577 h 4144138"/>
                <a:gd name="csX3" fmla="*/ 4389395 w 4693867"/>
                <a:gd name="csY3" fmla="*/ 77394 h 4144138"/>
                <a:gd name="csX4" fmla="*/ 4452929 w 4693867"/>
                <a:gd name="csY4" fmla="*/ 1720297 h 4144138"/>
                <a:gd name="csX5" fmla="*/ 2642912 w 4693867"/>
                <a:gd name="csY5" fmla="*/ 2551765 h 4144138"/>
                <a:gd name="csX6" fmla="*/ 8594 w 4693867"/>
                <a:gd name="csY6" fmla="*/ 4136922 h 4144138"/>
                <a:gd name="csX0" fmla="*/ 8594 w 4699247"/>
                <a:gd name="csY0" fmla="*/ 4098901 h 4106117"/>
                <a:gd name="csX1" fmla="*/ 1738740 w 4699247"/>
                <a:gd name="csY1" fmla="*/ 1722433 h 4106117"/>
                <a:gd name="csX2" fmla="*/ 2599988 w 4699247"/>
                <a:gd name="csY2" fmla="*/ 146556 h 4106117"/>
                <a:gd name="csX3" fmla="*/ 4409070 w 4699247"/>
                <a:gd name="csY3" fmla="*/ 115412 h 4106117"/>
                <a:gd name="csX4" fmla="*/ 4452929 w 4699247"/>
                <a:gd name="csY4" fmla="*/ 1682276 h 4106117"/>
                <a:gd name="csX5" fmla="*/ 2642912 w 4699247"/>
                <a:gd name="csY5" fmla="*/ 2513744 h 4106117"/>
                <a:gd name="csX6" fmla="*/ 8594 w 4699247"/>
                <a:gd name="csY6" fmla="*/ 4098901 h 4106117"/>
                <a:gd name="csX0" fmla="*/ 8594 w 4703971"/>
                <a:gd name="csY0" fmla="*/ 4107920 h 4115136"/>
                <a:gd name="csX1" fmla="*/ 1738740 w 4703971"/>
                <a:gd name="csY1" fmla="*/ 1731452 h 4115136"/>
                <a:gd name="csX2" fmla="*/ 2599988 w 4703971"/>
                <a:gd name="csY2" fmla="*/ 155575 h 4115136"/>
                <a:gd name="csX3" fmla="*/ 4409070 w 4703971"/>
                <a:gd name="csY3" fmla="*/ 124431 h 4115136"/>
                <a:gd name="csX4" fmla="*/ 4452929 w 4703971"/>
                <a:gd name="csY4" fmla="*/ 1691295 h 4115136"/>
                <a:gd name="csX5" fmla="*/ 2642912 w 4703971"/>
                <a:gd name="csY5" fmla="*/ 2522763 h 4115136"/>
                <a:gd name="csX6" fmla="*/ 8594 w 4703971"/>
                <a:gd name="csY6" fmla="*/ 4107920 h 4115136"/>
                <a:gd name="csX0" fmla="*/ 8594 w 4703971"/>
                <a:gd name="csY0" fmla="*/ 4195888 h 4203104"/>
                <a:gd name="csX1" fmla="*/ 1738740 w 4703971"/>
                <a:gd name="csY1" fmla="*/ 1819420 h 4203104"/>
                <a:gd name="csX2" fmla="*/ 2599988 w 4703971"/>
                <a:gd name="csY2" fmla="*/ 243543 h 4203104"/>
                <a:gd name="csX3" fmla="*/ 4409070 w 4703971"/>
                <a:gd name="csY3" fmla="*/ 212399 h 4203104"/>
                <a:gd name="csX4" fmla="*/ 4452929 w 4703971"/>
                <a:gd name="csY4" fmla="*/ 1779263 h 4203104"/>
                <a:gd name="csX5" fmla="*/ 2642912 w 4703971"/>
                <a:gd name="csY5" fmla="*/ 2610731 h 4203104"/>
                <a:gd name="csX6" fmla="*/ 8594 w 4703971"/>
                <a:gd name="csY6" fmla="*/ 4195888 h 4203104"/>
                <a:gd name="csX0" fmla="*/ 8594 w 4703971"/>
                <a:gd name="csY0" fmla="*/ 4213778 h 4220994"/>
                <a:gd name="csX1" fmla="*/ 1738740 w 4703971"/>
                <a:gd name="csY1" fmla="*/ 1837310 h 4220994"/>
                <a:gd name="csX2" fmla="*/ 2599988 w 4703971"/>
                <a:gd name="csY2" fmla="*/ 261433 h 4220994"/>
                <a:gd name="csX3" fmla="*/ 4409070 w 4703971"/>
                <a:gd name="csY3" fmla="*/ 230289 h 4220994"/>
                <a:gd name="csX4" fmla="*/ 4452929 w 4703971"/>
                <a:gd name="csY4" fmla="*/ 1797153 h 4220994"/>
                <a:gd name="csX5" fmla="*/ 2642912 w 4703971"/>
                <a:gd name="csY5" fmla="*/ 2628621 h 4220994"/>
                <a:gd name="csX6" fmla="*/ 8594 w 4703971"/>
                <a:gd name="csY6" fmla="*/ 4213778 h 4220994"/>
                <a:gd name="csX0" fmla="*/ 8594 w 4855548"/>
                <a:gd name="csY0" fmla="*/ 4390510 h 4397726"/>
                <a:gd name="csX1" fmla="*/ 1738740 w 4855548"/>
                <a:gd name="csY1" fmla="*/ 2014042 h 4397726"/>
                <a:gd name="csX2" fmla="*/ 2599988 w 4855548"/>
                <a:gd name="csY2" fmla="*/ 438165 h 4397726"/>
                <a:gd name="csX3" fmla="*/ 4756647 w 4855548"/>
                <a:gd name="csY3" fmla="*/ 26825 h 4397726"/>
                <a:gd name="csX4" fmla="*/ 4452929 w 4855548"/>
                <a:gd name="csY4" fmla="*/ 1973885 h 4397726"/>
                <a:gd name="csX5" fmla="*/ 2642912 w 4855548"/>
                <a:gd name="csY5" fmla="*/ 2805353 h 4397726"/>
                <a:gd name="csX6" fmla="*/ 8594 w 4855548"/>
                <a:gd name="csY6" fmla="*/ 4390510 h 4397726"/>
                <a:gd name="csX0" fmla="*/ 8594 w 5018748"/>
                <a:gd name="csY0" fmla="*/ 4545598 h 4552814"/>
                <a:gd name="csX1" fmla="*/ 1738740 w 5018748"/>
                <a:gd name="csY1" fmla="*/ 2169130 h 4552814"/>
                <a:gd name="csX2" fmla="*/ 2599988 w 5018748"/>
                <a:gd name="csY2" fmla="*/ 593253 h 4552814"/>
                <a:gd name="csX3" fmla="*/ 4973062 w 5018748"/>
                <a:gd name="csY3" fmla="*/ 18136 h 4552814"/>
                <a:gd name="csX4" fmla="*/ 4452929 w 5018748"/>
                <a:gd name="csY4" fmla="*/ 2128973 h 4552814"/>
                <a:gd name="csX5" fmla="*/ 2642912 w 5018748"/>
                <a:gd name="csY5" fmla="*/ 2960441 h 4552814"/>
                <a:gd name="csX6" fmla="*/ 8594 w 5018748"/>
                <a:gd name="csY6" fmla="*/ 4545598 h 4552814"/>
                <a:gd name="csX0" fmla="*/ 8594 w 5002691"/>
                <a:gd name="csY0" fmla="*/ 4537753 h 4544969"/>
                <a:gd name="csX1" fmla="*/ 1738740 w 5002691"/>
                <a:gd name="csY1" fmla="*/ 2161285 h 4544969"/>
                <a:gd name="csX2" fmla="*/ 2599988 w 5002691"/>
                <a:gd name="csY2" fmla="*/ 585408 h 4544969"/>
                <a:gd name="csX3" fmla="*/ 4973062 w 5002691"/>
                <a:gd name="csY3" fmla="*/ 10291 h 4544969"/>
                <a:gd name="csX4" fmla="*/ 4452929 w 5002691"/>
                <a:gd name="csY4" fmla="*/ 2121128 h 4544969"/>
                <a:gd name="csX5" fmla="*/ 2642912 w 5002691"/>
                <a:gd name="csY5" fmla="*/ 2952596 h 4544969"/>
                <a:gd name="csX6" fmla="*/ 8594 w 5002691"/>
                <a:gd name="csY6" fmla="*/ 4537753 h 4544969"/>
                <a:gd name="csX0" fmla="*/ 8594 w 4705059"/>
                <a:gd name="csY0" fmla="*/ 4122711 h 4129927"/>
                <a:gd name="csX1" fmla="*/ 1738740 w 4705059"/>
                <a:gd name="csY1" fmla="*/ 1746243 h 4129927"/>
                <a:gd name="csX2" fmla="*/ 2599988 w 4705059"/>
                <a:gd name="csY2" fmla="*/ 170366 h 4129927"/>
                <a:gd name="csX3" fmla="*/ 4446032 w 4705059"/>
                <a:gd name="csY3" fmla="*/ 89415 h 4129927"/>
                <a:gd name="csX4" fmla="*/ 4452929 w 4705059"/>
                <a:gd name="csY4" fmla="*/ 1706086 h 4129927"/>
                <a:gd name="csX5" fmla="*/ 2642912 w 4705059"/>
                <a:gd name="csY5" fmla="*/ 2537554 h 4129927"/>
                <a:gd name="csX6" fmla="*/ 8594 w 4705059"/>
                <a:gd name="csY6" fmla="*/ 4122711 h 4129927"/>
                <a:gd name="csX0" fmla="*/ 8594 w 4596663"/>
                <a:gd name="csY0" fmla="*/ 4215533 h 4224499"/>
                <a:gd name="csX1" fmla="*/ 1738740 w 4596663"/>
                <a:gd name="csY1" fmla="*/ 1839065 h 4224499"/>
                <a:gd name="csX2" fmla="*/ 2599988 w 4596663"/>
                <a:gd name="csY2" fmla="*/ 263188 h 4224499"/>
                <a:gd name="csX3" fmla="*/ 4446032 w 4596663"/>
                <a:gd name="csY3" fmla="*/ 182237 h 4224499"/>
                <a:gd name="csX4" fmla="*/ 4129398 w 4596663"/>
                <a:gd name="csY4" fmla="*/ 2079669 h 4224499"/>
                <a:gd name="csX5" fmla="*/ 2642912 w 4596663"/>
                <a:gd name="csY5" fmla="*/ 2630376 h 4224499"/>
                <a:gd name="csX6" fmla="*/ 8594 w 4596663"/>
                <a:gd name="csY6" fmla="*/ 4215533 h 4224499"/>
                <a:gd name="csX0" fmla="*/ 10635 w 4618520"/>
                <a:gd name="csY0" fmla="*/ 4140860 h 4149826"/>
                <a:gd name="csX1" fmla="*/ 1740781 w 4618520"/>
                <a:gd name="csY1" fmla="*/ 1764392 h 4149826"/>
                <a:gd name="csX2" fmla="*/ 2330962 w 4618520"/>
                <a:gd name="csY2" fmla="*/ 399085 h 4149826"/>
                <a:gd name="csX3" fmla="*/ 4448073 w 4618520"/>
                <a:gd name="csY3" fmla="*/ 107564 h 4149826"/>
                <a:gd name="csX4" fmla="*/ 4131439 w 4618520"/>
                <a:gd name="csY4" fmla="*/ 2004996 h 4149826"/>
                <a:gd name="csX5" fmla="*/ 2644953 w 4618520"/>
                <a:gd name="csY5" fmla="*/ 2555703 h 4149826"/>
                <a:gd name="csX6" fmla="*/ 10635 w 4618520"/>
                <a:gd name="csY6" fmla="*/ 4140860 h 4149826"/>
                <a:gd name="csX0" fmla="*/ 2473 w 4610358"/>
                <a:gd name="csY0" fmla="*/ 4148168 h 4152706"/>
                <a:gd name="csX1" fmla="*/ 2161081 w 4610358"/>
                <a:gd name="csY1" fmla="*/ 2013468 h 4152706"/>
                <a:gd name="csX2" fmla="*/ 2322800 w 4610358"/>
                <a:gd name="csY2" fmla="*/ 406393 h 4152706"/>
                <a:gd name="csX3" fmla="*/ 4439911 w 4610358"/>
                <a:gd name="csY3" fmla="*/ 114872 h 4152706"/>
                <a:gd name="csX4" fmla="*/ 4123277 w 4610358"/>
                <a:gd name="csY4" fmla="*/ 2012304 h 4152706"/>
                <a:gd name="csX5" fmla="*/ 2636791 w 4610358"/>
                <a:gd name="csY5" fmla="*/ 2563011 h 4152706"/>
                <a:gd name="csX6" fmla="*/ 2473 w 4610358"/>
                <a:gd name="csY6" fmla="*/ 4148168 h 4152706"/>
                <a:gd name="csX0" fmla="*/ 400 w 4608285"/>
                <a:gd name="csY0" fmla="*/ 4148168 h 4148397"/>
                <a:gd name="csX1" fmla="*/ 2159008 w 4608285"/>
                <a:gd name="csY1" fmla="*/ 2013468 h 4148397"/>
                <a:gd name="csX2" fmla="*/ 2320727 w 4608285"/>
                <a:gd name="csY2" fmla="*/ 406393 h 4148397"/>
                <a:gd name="csX3" fmla="*/ 4437838 w 4608285"/>
                <a:gd name="csY3" fmla="*/ 114872 h 4148397"/>
                <a:gd name="csX4" fmla="*/ 4121204 w 4608285"/>
                <a:gd name="csY4" fmla="*/ 2012304 h 4148397"/>
                <a:gd name="csX5" fmla="*/ 2346163 w 4608285"/>
                <a:gd name="csY5" fmla="*/ 2149669 h 4148397"/>
                <a:gd name="csX6" fmla="*/ 400 w 4608285"/>
                <a:gd name="csY6" fmla="*/ 4148168 h 4148397"/>
                <a:gd name="csX0" fmla="*/ 400 w 4547161"/>
                <a:gd name="csY0" fmla="*/ 4069645 h 4069874"/>
                <a:gd name="csX1" fmla="*/ 2159008 w 4547161"/>
                <a:gd name="csY1" fmla="*/ 1934945 h 4069874"/>
                <a:gd name="csX2" fmla="*/ 2320727 w 4547161"/>
                <a:gd name="csY2" fmla="*/ 327870 h 4069874"/>
                <a:gd name="csX3" fmla="*/ 4437838 w 4547161"/>
                <a:gd name="csY3" fmla="*/ 36349 h 4069874"/>
                <a:gd name="csX4" fmla="*/ 4121204 w 4547161"/>
                <a:gd name="csY4" fmla="*/ 1933781 h 4069874"/>
                <a:gd name="csX5" fmla="*/ 2346163 w 4547161"/>
                <a:gd name="csY5" fmla="*/ 2071146 h 4069874"/>
                <a:gd name="csX6" fmla="*/ 400 w 4547161"/>
                <a:gd name="csY6" fmla="*/ 4069645 h 4069874"/>
                <a:gd name="csX0" fmla="*/ 536 w 3991476"/>
                <a:gd name="csY0" fmla="*/ 3539321 h 3539632"/>
                <a:gd name="csX1" fmla="*/ 1603323 w 3991476"/>
                <a:gd name="csY1" fmla="*/ 1934945 h 3539632"/>
                <a:gd name="csX2" fmla="*/ 1765042 w 3991476"/>
                <a:gd name="csY2" fmla="*/ 327870 h 3539632"/>
                <a:gd name="csX3" fmla="*/ 3882153 w 3991476"/>
                <a:gd name="csY3" fmla="*/ 36349 h 3539632"/>
                <a:gd name="csX4" fmla="*/ 3565519 w 3991476"/>
                <a:gd name="csY4" fmla="*/ 1933781 h 3539632"/>
                <a:gd name="csX5" fmla="*/ 1790478 w 3991476"/>
                <a:gd name="csY5" fmla="*/ 2071146 h 3539632"/>
                <a:gd name="csX6" fmla="*/ 536 w 3991476"/>
                <a:gd name="csY6" fmla="*/ 3539321 h 3539632"/>
                <a:gd name="csX0" fmla="*/ 527 w 4017318"/>
                <a:gd name="csY0" fmla="*/ 3573908 h 3574212"/>
                <a:gd name="csX1" fmla="*/ 1629165 w 4017318"/>
                <a:gd name="csY1" fmla="*/ 1934945 h 3574212"/>
                <a:gd name="csX2" fmla="*/ 1790884 w 4017318"/>
                <a:gd name="csY2" fmla="*/ 327870 h 3574212"/>
                <a:gd name="csX3" fmla="*/ 3907995 w 4017318"/>
                <a:gd name="csY3" fmla="*/ 36349 h 3574212"/>
                <a:gd name="csX4" fmla="*/ 3591361 w 4017318"/>
                <a:gd name="csY4" fmla="*/ 1933781 h 3574212"/>
                <a:gd name="csX5" fmla="*/ 1816320 w 4017318"/>
                <a:gd name="csY5" fmla="*/ 2071146 h 3574212"/>
                <a:gd name="csX6" fmla="*/ 527 w 4017318"/>
                <a:gd name="csY6" fmla="*/ 3573908 h 3574212"/>
                <a:gd name="csX0" fmla="*/ 3641 w 4020432"/>
                <a:gd name="csY0" fmla="*/ 3573908 h 3577567"/>
                <a:gd name="csX1" fmla="*/ 1632279 w 4020432"/>
                <a:gd name="csY1" fmla="*/ 1934945 h 3577567"/>
                <a:gd name="csX2" fmla="*/ 1793998 w 4020432"/>
                <a:gd name="csY2" fmla="*/ 327870 h 3577567"/>
                <a:gd name="csX3" fmla="*/ 3911109 w 4020432"/>
                <a:gd name="csY3" fmla="*/ 36349 h 3577567"/>
                <a:gd name="csX4" fmla="*/ 3594475 w 4020432"/>
                <a:gd name="csY4" fmla="*/ 1933781 h 3577567"/>
                <a:gd name="csX5" fmla="*/ 1819434 w 4020432"/>
                <a:gd name="csY5" fmla="*/ 2071146 h 3577567"/>
                <a:gd name="csX6" fmla="*/ 3641 w 4020432"/>
                <a:gd name="csY6" fmla="*/ 3573908 h 3577567"/>
                <a:gd name="csX0" fmla="*/ 11923 w 4028714"/>
                <a:gd name="csY0" fmla="*/ 3573908 h 3583559"/>
                <a:gd name="csX1" fmla="*/ 1640561 w 4028714"/>
                <a:gd name="csY1" fmla="*/ 1934945 h 3583559"/>
                <a:gd name="csX2" fmla="*/ 1802280 w 4028714"/>
                <a:gd name="csY2" fmla="*/ 327870 h 3583559"/>
                <a:gd name="csX3" fmla="*/ 3919391 w 4028714"/>
                <a:gd name="csY3" fmla="*/ 36349 h 3583559"/>
                <a:gd name="csX4" fmla="*/ 3602757 w 4028714"/>
                <a:gd name="csY4" fmla="*/ 1933781 h 3583559"/>
                <a:gd name="csX5" fmla="*/ 1827716 w 4028714"/>
                <a:gd name="csY5" fmla="*/ 2071146 h 3583559"/>
                <a:gd name="csX6" fmla="*/ 11923 w 4028714"/>
                <a:gd name="csY6" fmla="*/ 3573908 h 3583559"/>
                <a:gd name="csX0" fmla="*/ 1130 w 4017921"/>
                <a:gd name="csY0" fmla="*/ 3573908 h 3577714"/>
                <a:gd name="csX1" fmla="*/ 1629768 w 4017921"/>
                <a:gd name="csY1" fmla="*/ 1934945 h 3577714"/>
                <a:gd name="csX2" fmla="*/ 1791487 w 4017921"/>
                <a:gd name="csY2" fmla="*/ 327870 h 3577714"/>
                <a:gd name="csX3" fmla="*/ 3908598 w 4017921"/>
                <a:gd name="csY3" fmla="*/ 36349 h 3577714"/>
                <a:gd name="csX4" fmla="*/ 3591964 w 4017921"/>
                <a:gd name="csY4" fmla="*/ 1933781 h 3577714"/>
                <a:gd name="csX5" fmla="*/ 1906115 w 4017921"/>
                <a:gd name="csY5" fmla="*/ 2373434 h 3577714"/>
                <a:gd name="csX6" fmla="*/ 1130 w 4017921"/>
                <a:gd name="csY6" fmla="*/ 3573908 h 3577714"/>
                <a:gd name="csX0" fmla="*/ 434 w 4017225"/>
                <a:gd name="csY0" fmla="*/ 3573908 h 3574428"/>
                <a:gd name="csX1" fmla="*/ 1629072 w 4017225"/>
                <a:gd name="csY1" fmla="*/ 1934945 h 3574428"/>
                <a:gd name="csX2" fmla="*/ 1790791 w 4017225"/>
                <a:gd name="csY2" fmla="*/ 327870 h 3574428"/>
                <a:gd name="csX3" fmla="*/ 3907902 w 4017225"/>
                <a:gd name="csY3" fmla="*/ 36349 h 3574428"/>
                <a:gd name="csX4" fmla="*/ 3591268 w 4017225"/>
                <a:gd name="csY4" fmla="*/ 1933781 h 3574428"/>
                <a:gd name="csX5" fmla="*/ 1798394 w 4017225"/>
                <a:gd name="csY5" fmla="*/ 2110926 h 3574428"/>
                <a:gd name="csX6" fmla="*/ 434 w 4017225"/>
                <a:gd name="csY6" fmla="*/ 3573908 h 3574428"/>
                <a:gd name="csX0" fmla="*/ 434 w 4017225"/>
                <a:gd name="csY0" fmla="*/ 3573908 h 3574310"/>
                <a:gd name="csX1" fmla="*/ 1629072 w 4017225"/>
                <a:gd name="csY1" fmla="*/ 1934945 h 3574310"/>
                <a:gd name="csX2" fmla="*/ 1790791 w 4017225"/>
                <a:gd name="csY2" fmla="*/ 327870 h 3574310"/>
                <a:gd name="csX3" fmla="*/ 3907902 w 4017225"/>
                <a:gd name="csY3" fmla="*/ 36349 h 3574310"/>
                <a:gd name="csX4" fmla="*/ 3591268 w 4017225"/>
                <a:gd name="csY4" fmla="*/ 1933781 h 3574310"/>
                <a:gd name="csX5" fmla="*/ 1798394 w 4017225"/>
                <a:gd name="csY5" fmla="*/ 2110926 h 3574310"/>
                <a:gd name="csX6" fmla="*/ 434 w 4017225"/>
                <a:gd name="csY6" fmla="*/ 3573908 h 3574310"/>
                <a:gd name="csX0" fmla="*/ 434 w 4017225"/>
                <a:gd name="csY0" fmla="*/ 3573908 h 3576627"/>
                <a:gd name="csX1" fmla="*/ 1629072 w 4017225"/>
                <a:gd name="csY1" fmla="*/ 1934945 h 3576627"/>
                <a:gd name="csX2" fmla="*/ 1790791 w 4017225"/>
                <a:gd name="csY2" fmla="*/ 327870 h 3576627"/>
                <a:gd name="csX3" fmla="*/ 3907902 w 4017225"/>
                <a:gd name="csY3" fmla="*/ 36349 h 3576627"/>
                <a:gd name="csX4" fmla="*/ 3591268 w 4017225"/>
                <a:gd name="csY4" fmla="*/ 1933781 h 3576627"/>
                <a:gd name="csX5" fmla="*/ 1798395 w 4017225"/>
                <a:gd name="csY5" fmla="*/ 2365482 h 3576627"/>
                <a:gd name="csX6" fmla="*/ 434 w 4017225"/>
                <a:gd name="csY6" fmla="*/ 3573908 h 3576627"/>
                <a:gd name="csX0" fmla="*/ 434 w 4017225"/>
                <a:gd name="csY0" fmla="*/ 3573908 h 3576355"/>
                <a:gd name="csX1" fmla="*/ 1629072 w 4017225"/>
                <a:gd name="csY1" fmla="*/ 1934945 h 3576355"/>
                <a:gd name="csX2" fmla="*/ 1790791 w 4017225"/>
                <a:gd name="csY2" fmla="*/ 327870 h 3576355"/>
                <a:gd name="csX3" fmla="*/ 3907902 w 4017225"/>
                <a:gd name="csY3" fmla="*/ 36349 h 3576355"/>
                <a:gd name="csX4" fmla="*/ 3591268 w 4017225"/>
                <a:gd name="csY4" fmla="*/ 1933781 h 3576355"/>
                <a:gd name="csX5" fmla="*/ 1798395 w 4017225"/>
                <a:gd name="csY5" fmla="*/ 2365482 h 3576355"/>
                <a:gd name="csX6" fmla="*/ 434 w 4017225"/>
                <a:gd name="csY6" fmla="*/ 3573908 h 3576355"/>
                <a:gd name="csX0" fmla="*/ 434 w 4017225"/>
                <a:gd name="csY0" fmla="*/ 3573908 h 3583502"/>
                <a:gd name="csX1" fmla="*/ 1629072 w 4017225"/>
                <a:gd name="csY1" fmla="*/ 1934945 h 3583502"/>
                <a:gd name="csX2" fmla="*/ 1790791 w 4017225"/>
                <a:gd name="csY2" fmla="*/ 327870 h 3583502"/>
                <a:gd name="csX3" fmla="*/ 3907902 w 4017225"/>
                <a:gd name="csY3" fmla="*/ 36349 h 3583502"/>
                <a:gd name="csX4" fmla="*/ 3591268 w 4017225"/>
                <a:gd name="csY4" fmla="*/ 1933781 h 3583502"/>
                <a:gd name="csX5" fmla="*/ 1798396 w 4017225"/>
                <a:gd name="csY5" fmla="*/ 2715497 h 3583502"/>
                <a:gd name="csX6" fmla="*/ 434 w 4017225"/>
                <a:gd name="csY6" fmla="*/ 3573908 h 3583502"/>
                <a:gd name="csX0" fmla="*/ 20204 w 4036995"/>
                <a:gd name="csY0" fmla="*/ 3574326 h 3583563"/>
                <a:gd name="csX1" fmla="*/ 908564 w 4036995"/>
                <a:gd name="csY1" fmla="*/ 1951275 h 3583563"/>
                <a:gd name="csX2" fmla="*/ 1810561 w 4036995"/>
                <a:gd name="csY2" fmla="*/ 328288 h 3583563"/>
                <a:gd name="csX3" fmla="*/ 3927672 w 4036995"/>
                <a:gd name="csY3" fmla="*/ 36767 h 3583563"/>
                <a:gd name="csX4" fmla="*/ 3611038 w 4036995"/>
                <a:gd name="csY4" fmla="*/ 1934199 h 3583563"/>
                <a:gd name="csX5" fmla="*/ 1818166 w 4036995"/>
                <a:gd name="csY5" fmla="*/ 2715915 h 3583563"/>
                <a:gd name="csX6" fmla="*/ 20204 w 4036995"/>
                <a:gd name="csY6" fmla="*/ 3574326 h 3583563"/>
                <a:gd name="csX0" fmla="*/ 12549 w 4029340"/>
                <a:gd name="csY0" fmla="*/ 3574326 h 3583563"/>
                <a:gd name="csX1" fmla="*/ 900909 w 4029340"/>
                <a:gd name="csY1" fmla="*/ 1951275 h 3583563"/>
                <a:gd name="csX2" fmla="*/ 1802906 w 4029340"/>
                <a:gd name="csY2" fmla="*/ 328288 h 3583563"/>
                <a:gd name="csX3" fmla="*/ 3920017 w 4029340"/>
                <a:gd name="csY3" fmla="*/ 36767 h 3583563"/>
                <a:gd name="csX4" fmla="*/ 3603383 w 4029340"/>
                <a:gd name="csY4" fmla="*/ 1934199 h 3583563"/>
                <a:gd name="csX5" fmla="*/ 1810511 w 4029340"/>
                <a:gd name="csY5" fmla="*/ 2715915 h 3583563"/>
                <a:gd name="csX6" fmla="*/ 12549 w 4029340"/>
                <a:gd name="csY6" fmla="*/ 3574326 h 3583563"/>
                <a:gd name="csX0" fmla="*/ 2018 w 4018809"/>
                <a:gd name="csY0" fmla="*/ 3573908 h 3583502"/>
                <a:gd name="csX1" fmla="*/ 1389840 w 4018809"/>
                <a:gd name="csY1" fmla="*/ 1934947 h 3583502"/>
                <a:gd name="csX2" fmla="*/ 1792375 w 4018809"/>
                <a:gd name="csY2" fmla="*/ 327870 h 3583502"/>
                <a:gd name="csX3" fmla="*/ 3909486 w 4018809"/>
                <a:gd name="csY3" fmla="*/ 36349 h 3583502"/>
                <a:gd name="csX4" fmla="*/ 3592852 w 4018809"/>
                <a:gd name="csY4" fmla="*/ 1933781 h 3583502"/>
                <a:gd name="csX5" fmla="*/ 1799980 w 4018809"/>
                <a:gd name="csY5" fmla="*/ 2715497 h 3583502"/>
                <a:gd name="csX6" fmla="*/ 2018 w 4018809"/>
                <a:gd name="csY6" fmla="*/ 3573908 h 3583502"/>
                <a:gd name="csX0" fmla="*/ 2018 w 4018809"/>
                <a:gd name="csY0" fmla="*/ 3573908 h 3575401"/>
                <a:gd name="csX1" fmla="*/ 1389840 w 4018809"/>
                <a:gd name="csY1" fmla="*/ 1934947 h 3575401"/>
                <a:gd name="csX2" fmla="*/ 1792375 w 4018809"/>
                <a:gd name="csY2" fmla="*/ 327870 h 3575401"/>
                <a:gd name="csX3" fmla="*/ 3909486 w 4018809"/>
                <a:gd name="csY3" fmla="*/ 36349 h 3575401"/>
                <a:gd name="csX4" fmla="*/ 3592852 w 4018809"/>
                <a:gd name="csY4" fmla="*/ 1933781 h 3575401"/>
                <a:gd name="csX5" fmla="*/ 1799983 w 4018809"/>
                <a:gd name="csY5" fmla="*/ 2277981 h 3575401"/>
                <a:gd name="csX6" fmla="*/ 2018 w 4018809"/>
                <a:gd name="csY6" fmla="*/ 3573908 h 3575401"/>
                <a:gd name="csX0" fmla="*/ 2279 w 4019070"/>
                <a:gd name="csY0" fmla="*/ 3573908 h 3576883"/>
                <a:gd name="csX1" fmla="*/ 1390101 w 4019070"/>
                <a:gd name="csY1" fmla="*/ 1934947 h 3576883"/>
                <a:gd name="csX2" fmla="*/ 1792636 w 4019070"/>
                <a:gd name="csY2" fmla="*/ 327870 h 3576883"/>
                <a:gd name="csX3" fmla="*/ 3909747 w 4019070"/>
                <a:gd name="csY3" fmla="*/ 36349 h 3576883"/>
                <a:gd name="csX4" fmla="*/ 3593113 w 4019070"/>
                <a:gd name="csY4" fmla="*/ 1933781 h 3576883"/>
                <a:gd name="csX5" fmla="*/ 1827004 w 4019070"/>
                <a:gd name="csY5" fmla="*/ 2405261 h 3576883"/>
                <a:gd name="csX6" fmla="*/ 2279 w 4019070"/>
                <a:gd name="csY6" fmla="*/ 3573908 h 3576883"/>
                <a:gd name="csX0" fmla="*/ 3304 w 4020095"/>
                <a:gd name="csY0" fmla="*/ 3573700 h 3576772"/>
                <a:gd name="csX1" fmla="*/ 1310858 w 4020095"/>
                <a:gd name="csY1" fmla="*/ 1926786 h 3576772"/>
                <a:gd name="csX2" fmla="*/ 1793661 w 4020095"/>
                <a:gd name="csY2" fmla="*/ 327662 h 3576772"/>
                <a:gd name="csX3" fmla="*/ 3910772 w 4020095"/>
                <a:gd name="csY3" fmla="*/ 36141 h 3576772"/>
                <a:gd name="csX4" fmla="*/ 3594138 w 4020095"/>
                <a:gd name="csY4" fmla="*/ 1933573 h 3576772"/>
                <a:gd name="csX5" fmla="*/ 1828029 w 4020095"/>
                <a:gd name="csY5" fmla="*/ 2405053 h 3576772"/>
                <a:gd name="csX6" fmla="*/ 3304 w 4020095"/>
                <a:gd name="csY6" fmla="*/ 3573700 h 3576772"/>
                <a:gd name="csX0" fmla="*/ 3254 w 4020045"/>
                <a:gd name="csY0" fmla="*/ 3573700 h 3576772"/>
                <a:gd name="csX1" fmla="*/ 1310808 w 4020045"/>
                <a:gd name="csY1" fmla="*/ 1926786 h 3576772"/>
                <a:gd name="csX2" fmla="*/ 1793611 w 4020045"/>
                <a:gd name="csY2" fmla="*/ 327662 h 3576772"/>
                <a:gd name="csX3" fmla="*/ 3910722 w 4020045"/>
                <a:gd name="csY3" fmla="*/ 36141 h 3576772"/>
                <a:gd name="csX4" fmla="*/ 3594088 w 4020045"/>
                <a:gd name="csY4" fmla="*/ 1933573 h 3576772"/>
                <a:gd name="csX5" fmla="*/ 1827979 w 4020045"/>
                <a:gd name="csY5" fmla="*/ 2405053 h 3576772"/>
                <a:gd name="csX6" fmla="*/ 3254 w 4020045"/>
                <a:gd name="csY6" fmla="*/ 3573700 h 35767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020045" h="3576772">
                  <a:moveTo>
                    <a:pt x="3254" y="3573700"/>
                  </a:moveTo>
                  <a:cubicBezTo>
                    <a:pt x="-82941" y="3493989"/>
                    <a:pt x="1574310" y="2340515"/>
                    <a:pt x="1310808" y="1926786"/>
                  </a:cubicBezTo>
                  <a:cubicBezTo>
                    <a:pt x="1047306" y="1513057"/>
                    <a:pt x="1360292" y="642769"/>
                    <a:pt x="1793611" y="327662"/>
                  </a:cubicBezTo>
                  <a:cubicBezTo>
                    <a:pt x="2226930" y="12555"/>
                    <a:pt x="3750548" y="-52136"/>
                    <a:pt x="3910722" y="36141"/>
                  </a:cubicBezTo>
                  <a:cubicBezTo>
                    <a:pt x="4070896" y="124418"/>
                    <a:pt x="4120351" y="1358027"/>
                    <a:pt x="3594088" y="1933573"/>
                  </a:cubicBezTo>
                  <a:cubicBezTo>
                    <a:pt x="3171099" y="2391895"/>
                    <a:pt x="2301583" y="2656718"/>
                    <a:pt x="1827979" y="2405053"/>
                  </a:cubicBezTo>
                  <a:cubicBezTo>
                    <a:pt x="1354375" y="2153388"/>
                    <a:pt x="89449" y="3653411"/>
                    <a:pt x="3254" y="3573700"/>
                  </a:cubicBez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0" name="Freeform 1029">
              <a:extLst>
                <a:ext uri="{FF2B5EF4-FFF2-40B4-BE49-F238E27FC236}">
                  <a16:creationId xmlns:a16="http://schemas.microsoft.com/office/drawing/2014/main" id="{218BC2F3-DA26-5DCF-7C38-4E15BC20F342}"/>
                </a:ext>
              </a:extLst>
            </p:cNvPr>
            <p:cNvSpPr/>
            <p:nvPr userDrawn="1"/>
          </p:nvSpPr>
          <p:spPr>
            <a:xfrm rot="16200000">
              <a:off x="7046886" y="2096091"/>
              <a:ext cx="2615869" cy="2682267"/>
            </a:xfrm>
            <a:custGeom>
              <a:avLst/>
              <a:gdLst>
                <a:gd name="csX0" fmla="*/ 1893 w 3484511"/>
                <a:gd name="csY0" fmla="*/ 3509215 h 3511799"/>
                <a:gd name="csX1" fmla="*/ 1514170 w 3484511"/>
                <a:gd name="csY1" fmla="*/ 1703861 h 3511799"/>
                <a:gd name="csX2" fmla="*/ 2029985 w 3484511"/>
                <a:gd name="csY2" fmla="*/ 226753 h 3511799"/>
                <a:gd name="csX3" fmla="*/ 3378139 w 3484511"/>
                <a:gd name="csY3" fmla="*/ 144692 h 3511799"/>
                <a:gd name="csX4" fmla="*/ 3225739 w 3484511"/>
                <a:gd name="csY4" fmla="*/ 1586630 h 3511799"/>
                <a:gd name="csX5" fmla="*/ 1854139 w 3484511"/>
                <a:gd name="csY5" fmla="*/ 2090723 h 3511799"/>
                <a:gd name="csX6" fmla="*/ 1893 w 3484511"/>
                <a:gd name="csY6" fmla="*/ 3509215 h 3511799"/>
                <a:gd name="csX0" fmla="*/ 1352 w 4094215"/>
                <a:gd name="csY0" fmla="*/ 4103738 h 4105568"/>
                <a:gd name="csX1" fmla="*/ 2123874 w 4094215"/>
                <a:gd name="csY1" fmla="*/ 1703861 h 4105568"/>
                <a:gd name="csX2" fmla="*/ 2639689 w 4094215"/>
                <a:gd name="csY2" fmla="*/ 226753 h 4105568"/>
                <a:gd name="csX3" fmla="*/ 3987843 w 4094215"/>
                <a:gd name="csY3" fmla="*/ 144692 h 4105568"/>
                <a:gd name="csX4" fmla="*/ 3835443 w 4094215"/>
                <a:gd name="csY4" fmla="*/ 1586630 h 4105568"/>
                <a:gd name="csX5" fmla="*/ 2463843 w 4094215"/>
                <a:gd name="csY5" fmla="*/ 2090723 h 4105568"/>
                <a:gd name="csX6" fmla="*/ 1352 w 4094215"/>
                <a:gd name="csY6" fmla="*/ 4103738 h 4105568"/>
                <a:gd name="csX0" fmla="*/ 1978 w 4094841"/>
                <a:gd name="csY0" fmla="*/ 4101966 h 4104114"/>
                <a:gd name="csX1" fmla="*/ 2058783 w 4094841"/>
                <a:gd name="csY1" fmla="*/ 1668597 h 4104114"/>
                <a:gd name="csX2" fmla="*/ 2640315 w 4094841"/>
                <a:gd name="csY2" fmla="*/ 224981 h 4104114"/>
                <a:gd name="csX3" fmla="*/ 3988469 w 4094841"/>
                <a:gd name="csY3" fmla="*/ 142920 h 4104114"/>
                <a:gd name="csX4" fmla="*/ 3836069 w 4094841"/>
                <a:gd name="csY4" fmla="*/ 1584858 h 4104114"/>
                <a:gd name="csX5" fmla="*/ 2464469 w 4094841"/>
                <a:gd name="csY5" fmla="*/ 2088951 h 4104114"/>
                <a:gd name="csX6" fmla="*/ 1978 w 4094841"/>
                <a:gd name="csY6" fmla="*/ 4101966 h 4104114"/>
                <a:gd name="csX0" fmla="*/ 1943 w 4132359"/>
                <a:gd name="csY0" fmla="*/ 3750277 h 3752868"/>
                <a:gd name="csX1" fmla="*/ 2096301 w 4132359"/>
                <a:gd name="csY1" fmla="*/ 1668597 h 3752868"/>
                <a:gd name="csX2" fmla="*/ 2677833 w 4132359"/>
                <a:gd name="csY2" fmla="*/ 224981 h 3752868"/>
                <a:gd name="csX3" fmla="*/ 4025987 w 4132359"/>
                <a:gd name="csY3" fmla="*/ 142920 h 3752868"/>
                <a:gd name="csX4" fmla="*/ 3873587 w 4132359"/>
                <a:gd name="csY4" fmla="*/ 1584858 h 3752868"/>
                <a:gd name="csX5" fmla="*/ 2501987 w 4132359"/>
                <a:gd name="csY5" fmla="*/ 2088951 h 3752868"/>
                <a:gd name="csX6" fmla="*/ 1943 w 4132359"/>
                <a:gd name="csY6" fmla="*/ 3750277 h 3752868"/>
                <a:gd name="csX0" fmla="*/ 7123 w 4137539"/>
                <a:gd name="csY0" fmla="*/ 3776554 h 3776601"/>
                <a:gd name="csX1" fmla="*/ 1782278 w 4137539"/>
                <a:gd name="csY1" fmla="*/ 2163796 h 3776601"/>
                <a:gd name="csX2" fmla="*/ 2683013 w 4137539"/>
                <a:gd name="csY2" fmla="*/ 251258 h 3776601"/>
                <a:gd name="csX3" fmla="*/ 4031167 w 4137539"/>
                <a:gd name="csY3" fmla="*/ 169197 h 3776601"/>
                <a:gd name="csX4" fmla="*/ 3878767 w 4137539"/>
                <a:gd name="csY4" fmla="*/ 1611135 h 3776601"/>
                <a:gd name="csX5" fmla="*/ 2507167 w 4137539"/>
                <a:gd name="csY5" fmla="*/ 2115228 h 3776601"/>
                <a:gd name="csX6" fmla="*/ 7123 w 4137539"/>
                <a:gd name="csY6" fmla="*/ 3776554 h 3776601"/>
                <a:gd name="csX0" fmla="*/ 25 w 4130441"/>
                <a:gd name="csY0" fmla="*/ 3776554 h 3776586"/>
                <a:gd name="csX1" fmla="*/ 1775180 w 4130441"/>
                <a:gd name="csY1" fmla="*/ 2163796 h 3776586"/>
                <a:gd name="csX2" fmla="*/ 2675915 w 4130441"/>
                <a:gd name="csY2" fmla="*/ 251258 h 3776586"/>
                <a:gd name="csX3" fmla="*/ 4024069 w 4130441"/>
                <a:gd name="csY3" fmla="*/ 169197 h 3776586"/>
                <a:gd name="csX4" fmla="*/ 3871669 w 4130441"/>
                <a:gd name="csY4" fmla="*/ 1611135 h 3776586"/>
                <a:gd name="csX5" fmla="*/ 1814719 w 4130441"/>
                <a:gd name="csY5" fmla="*/ 2207339 h 3776586"/>
                <a:gd name="csX6" fmla="*/ 25 w 4130441"/>
                <a:gd name="csY6" fmla="*/ 3776554 h 3776586"/>
                <a:gd name="csX0" fmla="*/ 25 w 4130441"/>
                <a:gd name="csY0" fmla="*/ 3776554 h 3776589"/>
                <a:gd name="csX1" fmla="*/ 1775180 w 4130441"/>
                <a:gd name="csY1" fmla="*/ 2163796 h 3776589"/>
                <a:gd name="csX2" fmla="*/ 2675915 w 4130441"/>
                <a:gd name="csY2" fmla="*/ 251258 h 3776589"/>
                <a:gd name="csX3" fmla="*/ 4024069 w 4130441"/>
                <a:gd name="csY3" fmla="*/ 169197 h 3776589"/>
                <a:gd name="csX4" fmla="*/ 3871669 w 4130441"/>
                <a:gd name="csY4" fmla="*/ 1611135 h 3776589"/>
                <a:gd name="csX5" fmla="*/ 1814719 w 4130441"/>
                <a:gd name="csY5" fmla="*/ 2207339 h 3776589"/>
                <a:gd name="csX6" fmla="*/ 25 w 4130441"/>
                <a:gd name="csY6" fmla="*/ 3776554 h 3776589"/>
                <a:gd name="csX0" fmla="*/ 25 w 3957457"/>
                <a:gd name="csY0" fmla="*/ 3611866 h 3611901"/>
                <a:gd name="csX1" fmla="*/ 1775180 w 3957457"/>
                <a:gd name="csY1" fmla="*/ 1999108 h 3611901"/>
                <a:gd name="csX2" fmla="*/ 2675915 w 3957457"/>
                <a:gd name="csY2" fmla="*/ 86570 h 3611901"/>
                <a:gd name="csX3" fmla="*/ 3554650 w 3957457"/>
                <a:gd name="csY3" fmla="*/ 439934 h 3611901"/>
                <a:gd name="csX4" fmla="*/ 3871669 w 3957457"/>
                <a:gd name="csY4" fmla="*/ 1446447 h 3611901"/>
                <a:gd name="csX5" fmla="*/ 1814719 w 3957457"/>
                <a:gd name="csY5" fmla="*/ 2042651 h 3611901"/>
                <a:gd name="csX6" fmla="*/ 25 w 3957457"/>
                <a:gd name="csY6" fmla="*/ 3611866 h 3611901"/>
                <a:gd name="csX0" fmla="*/ 25 w 3957253"/>
                <a:gd name="csY0" fmla="*/ 3368639 h 3368674"/>
                <a:gd name="csX1" fmla="*/ 1775180 w 3957253"/>
                <a:gd name="csY1" fmla="*/ 1755881 h 3368674"/>
                <a:gd name="csX2" fmla="*/ 2685304 w 3957253"/>
                <a:gd name="csY2" fmla="*/ 144791 h 3368674"/>
                <a:gd name="csX3" fmla="*/ 3554650 w 3957253"/>
                <a:gd name="csY3" fmla="*/ 196707 h 3368674"/>
                <a:gd name="csX4" fmla="*/ 3871669 w 3957253"/>
                <a:gd name="csY4" fmla="*/ 1203220 h 3368674"/>
                <a:gd name="csX5" fmla="*/ 1814719 w 3957253"/>
                <a:gd name="csY5" fmla="*/ 1799424 h 3368674"/>
                <a:gd name="csX6" fmla="*/ 25 w 3957253"/>
                <a:gd name="csY6" fmla="*/ 3368639 h 3368674"/>
                <a:gd name="csX0" fmla="*/ 25 w 3705517"/>
                <a:gd name="csY0" fmla="*/ 3358570 h 3358603"/>
                <a:gd name="csX1" fmla="*/ 1775180 w 3705517"/>
                <a:gd name="csY1" fmla="*/ 1745812 h 3358603"/>
                <a:gd name="csX2" fmla="*/ 2685304 w 3705517"/>
                <a:gd name="csY2" fmla="*/ 134722 h 3358603"/>
                <a:gd name="csX3" fmla="*/ 3554650 w 3705517"/>
                <a:gd name="csY3" fmla="*/ 186638 h 3358603"/>
                <a:gd name="csX4" fmla="*/ 3552464 w 3705517"/>
                <a:gd name="csY4" fmla="*/ 975438 h 3358603"/>
                <a:gd name="csX5" fmla="*/ 1814719 w 3705517"/>
                <a:gd name="csY5" fmla="*/ 1789355 h 3358603"/>
                <a:gd name="csX6" fmla="*/ 25 w 3705517"/>
                <a:gd name="csY6" fmla="*/ 3358570 h 3358603"/>
                <a:gd name="csX0" fmla="*/ 2290 w 3707782"/>
                <a:gd name="csY0" fmla="*/ 3305196 h 3314287"/>
                <a:gd name="csX1" fmla="*/ 2199921 w 3707782"/>
                <a:gd name="csY1" fmla="*/ 955568 h 3314287"/>
                <a:gd name="csX2" fmla="*/ 2687569 w 3707782"/>
                <a:gd name="csY2" fmla="*/ 81348 h 3314287"/>
                <a:gd name="csX3" fmla="*/ 3556915 w 3707782"/>
                <a:gd name="csY3" fmla="*/ 133264 h 3314287"/>
                <a:gd name="csX4" fmla="*/ 3554729 w 3707782"/>
                <a:gd name="csY4" fmla="*/ 922064 h 3314287"/>
                <a:gd name="csX5" fmla="*/ 1816984 w 3707782"/>
                <a:gd name="csY5" fmla="*/ 1735981 h 3314287"/>
                <a:gd name="csX6" fmla="*/ 2290 w 3707782"/>
                <a:gd name="csY6" fmla="*/ 3305196 h 3314287"/>
                <a:gd name="csX0" fmla="*/ 377 w 3705869"/>
                <a:gd name="csY0" fmla="*/ 3305196 h 3313168"/>
                <a:gd name="csX1" fmla="*/ 2198008 w 3705869"/>
                <a:gd name="csY1" fmla="*/ 955568 h 3313168"/>
                <a:gd name="csX2" fmla="*/ 2685656 w 3705869"/>
                <a:gd name="csY2" fmla="*/ 81348 h 3313168"/>
                <a:gd name="csX3" fmla="*/ 3555002 w 3705869"/>
                <a:gd name="csY3" fmla="*/ 133264 h 3313168"/>
                <a:gd name="csX4" fmla="*/ 3552816 w 3705869"/>
                <a:gd name="csY4" fmla="*/ 922064 h 3313168"/>
                <a:gd name="csX5" fmla="*/ 2378375 w 3705869"/>
                <a:gd name="csY5" fmla="*/ 1694113 h 3313168"/>
                <a:gd name="csX6" fmla="*/ 377 w 3705869"/>
                <a:gd name="csY6" fmla="*/ 3305196 h 3313168"/>
                <a:gd name="csX0" fmla="*/ 377 w 3705869"/>
                <a:gd name="csY0" fmla="*/ 3305196 h 3311216"/>
                <a:gd name="csX1" fmla="*/ 2198008 w 3705869"/>
                <a:gd name="csY1" fmla="*/ 955568 h 3311216"/>
                <a:gd name="csX2" fmla="*/ 2685656 w 3705869"/>
                <a:gd name="csY2" fmla="*/ 81348 h 3311216"/>
                <a:gd name="csX3" fmla="*/ 3555002 w 3705869"/>
                <a:gd name="csY3" fmla="*/ 133264 h 3311216"/>
                <a:gd name="csX4" fmla="*/ 3552816 w 3705869"/>
                <a:gd name="csY4" fmla="*/ 922064 h 3311216"/>
                <a:gd name="csX5" fmla="*/ 2378375 w 3705869"/>
                <a:gd name="csY5" fmla="*/ 1694113 h 3311216"/>
                <a:gd name="csX6" fmla="*/ 377 w 3705869"/>
                <a:gd name="csY6" fmla="*/ 3305196 h 3311216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31250"/>
                <a:gd name="csY0" fmla="*/ 3306034 h 3313991"/>
                <a:gd name="csX1" fmla="*/ 2198008 w 4431250"/>
                <a:gd name="csY1" fmla="*/ 956406 h 3313991"/>
                <a:gd name="csX2" fmla="*/ 2685656 w 4431250"/>
                <a:gd name="csY2" fmla="*/ 82186 h 3313991"/>
                <a:gd name="csX3" fmla="*/ 3555002 w 4431250"/>
                <a:gd name="csY3" fmla="*/ 134102 h 3313991"/>
                <a:gd name="csX4" fmla="*/ 4425936 w 4431250"/>
                <a:gd name="csY4" fmla="*/ 939649 h 3313991"/>
                <a:gd name="csX5" fmla="*/ 2378375 w 4431250"/>
                <a:gd name="csY5" fmla="*/ 1694951 h 3313991"/>
                <a:gd name="csX6" fmla="*/ 377 w 4431250"/>
                <a:gd name="csY6" fmla="*/ 3306034 h 3313991"/>
                <a:gd name="csX0" fmla="*/ 377 w 4425936"/>
                <a:gd name="csY0" fmla="*/ 3306034 h 3313991"/>
                <a:gd name="csX1" fmla="*/ 2198008 w 4425936"/>
                <a:gd name="csY1" fmla="*/ 956406 h 3313991"/>
                <a:gd name="csX2" fmla="*/ 2685656 w 4425936"/>
                <a:gd name="csY2" fmla="*/ 82186 h 3313991"/>
                <a:gd name="csX3" fmla="*/ 3555002 w 4425936"/>
                <a:gd name="csY3" fmla="*/ 134102 h 3313991"/>
                <a:gd name="csX4" fmla="*/ 4425936 w 4425936"/>
                <a:gd name="csY4" fmla="*/ 939649 h 3313991"/>
                <a:gd name="csX5" fmla="*/ 2378375 w 4425936"/>
                <a:gd name="csY5" fmla="*/ 1694951 h 3313991"/>
                <a:gd name="csX6" fmla="*/ 377 w 4425936"/>
                <a:gd name="csY6" fmla="*/ 3306034 h 3313991"/>
                <a:gd name="csX0" fmla="*/ 377 w 4472878"/>
                <a:gd name="csY0" fmla="*/ 3303952 h 3311947"/>
                <a:gd name="csX1" fmla="*/ 2198008 w 4472878"/>
                <a:gd name="csY1" fmla="*/ 954324 h 3311947"/>
                <a:gd name="csX2" fmla="*/ 2685656 w 4472878"/>
                <a:gd name="csY2" fmla="*/ 80104 h 3311947"/>
                <a:gd name="csX3" fmla="*/ 3555002 w 4472878"/>
                <a:gd name="csY3" fmla="*/ 132020 h 3311947"/>
                <a:gd name="csX4" fmla="*/ 4472878 w 4472878"/>
                <a:gd name="csY4" fmla="*/ 895700 h 3311947"/>
                <a:gd name="csX5" fmla="*/ 2378375 w 4472878"/>
                <a:gd name="csY5" fmla="*/ 1692869 h 3311947"/>
                <a:gd name="csX6" fmla="*/ 377 w 4472878"/>
                <a:gd name="csY6" fmla="*/ 3303952 h 3311947"/>
                <a:gd name="csX0" fmla="*/ 377 w 4472878"/>
                <a:gd name="csY0" fmla="*/ 3489034 h 3497029"/>
                <a:gd name="csX1" fmla="*/ 2198008 w 4472878"/>
                <a:gd name="csY1" fmla="*/ 1139406 h 3497029"/>
                <a:gd name="csX2" fmla="*/ 2685656 w 4472878"/>
                <a:gd name="csY2" fmla="*/ 265186 h 3497029"/>
                <a:gd name="csX3" fmla="*/ 3742770 w 4472878"/>
                <a:gd name="csY3" fmla="*/ 49148 h 3497029"/>
                <a:gd name="csX4" fmla="*/ 4472878 w 4472878"/>
                <a:gd name="csY4" fmla="*/ 1080782 h 3497029"/>
                <a:gd name="csX5" fmla="*/ 2378375 w 4472878"/>
                <a:gd name="csY5" fmla="*/ 1877951 h 3497029"/>
                <a:gd name="csX6" fmla="*/ 377 w 4472878"/>
                <a:gd name="csY6" fmla="*/ 3489034 h 3497029"/>
                <a:gd name="csX0" fmla="*/ 377 w 4482266"/>
                <a:gd name="csY0" fmla="*/ 3489034 h 3497029"/>
                <a:gd name="csX1" fmla="*/ 2198008 w 4482266"/>
                <a:gd name="csY1" fmla="*/ 1139406 h 3497029"/>
                <a:gd name="csX2" fmla="*/ 2685656 w 4482266"/>
                <a:gd name="csY2" fmla="*/ 265186 h 3497029"/>
                <a:gd name="csX3" fmla="*/ 3742770 w 4482266"/>
                <a:gd name="csY3" fmla="*/ 49148 h 3497029"/>
                <a:gd name="csX4" fmla="*/ 4482266 w 4482266"/>
                <a:gd name="csY4" fmla="*/ 1080782 h 3497029"/>
                <a:gd name="csX5" fmla="*/ 2378375 w 4482266"/>
                <a:gd name="csY5" fmla="*/ 1877951 h 3497029"/>
                <a:gd name="csX6" fmla="*/ 377 w 4482266"/>
                <a:gd name="csY6" fmla="*/ 3489034 h 3497029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10188 w 4492077"/>
                <a:gd name="csY0" fmla="*/ 3488052 h 3497366"/>
                <a:gd name="csX1" fmla="*/ 1804118 w 4492077"/>
                <a:gd name="csY1" fmla="*/ 1096559 h 3497366"/>
                <a:gd name="csX2" fmla="*/ 2695467 w 4492077"/>
                <a:gd name="csY2" fmla="*/ 264204 h 3497366"/>
                <a:gd name="csX3" fmla="*/ 3752581 w 4492077"/>
                <a:gd name="csY3" fmla="*/ 48166 h 3497366"/>
                <a:gd name="csX4" fmla="*/ 4492077 w 4492077"/>
                <a:gd name="csY4" fmla="*/ 1079800 h 3497366"/>
                <a:gd name="csX5" fmla="*/ 2688616 w 4492077"/>
                <a:gd name="csY5" fmla="*/ 1893718 h 3497366"/>
                <a:gd name="csX6" fmla="*/ 10188 w 4492077"/>
                <a:gd name="csY6" fmla="*/ 3488052 h 3497366"/>
                <a:gd name="csX0" fmla="*/ 10188 w 4492077"/>
                <a:gd name="csY0" fmla="*/ 3488052 h 3500595"/>
                <a:gd name="csX1" fmla="*/ 1804118 w 4492077"/>
                <a:gd name="csY1" fmla="*/ 1096559 h 3500595"/>
                <a:gd name="csX2" fmla="*/ 2695467 w 4492077"/>
                <a:gd name="csY2" fmla="*/ 264204 h 3500595"/>
                <a:gd name="csX3" fmla="*/ 3752581 w 4492077"/>
                <a:gd name="csY3" fmla="*/ 48166 h 3500595"/>
                <a:gd name="csX4" fmla="*/ 4492077 w 4492077"/>
                <a:gd name="csY4" fmla="*/ 1079800 h 3500595"/>
                <a:gd name="csX5" fmla="*/ 2688616 w 4492077"/>
                <a:gd name="csY5" fmla="*/ 1893718 h 3500595"/>
                <a:gd name="csX6" fmla="*/ 10188 w 4492077"/>
                <a:gd name="csY6" fmla="*/ 3488052 h 3500595"/>
                <a:gd name="csX0" fmla="*/ 10188 w 4492077"/>
                <a:gd name="csY0" fmla="*/ 3488052 h 3500888"/>
                <a:gd name="csX1" fmla="*/ 1804118 w 4492077"/>
                <a:gd name="csY1" fmla="*/ 1096559 h 3500888"/>
                <a:gd name="csX2" fmla="*/ 2695467 w 4492077"/>
                <a:gd name="csY2" fmla="*/ 264204 h 3500888"/>
                <a:gd name="csX3" fmla="*/ 3752581 w 4492077"/>
                <a:gd name="csY3" fmla="*/ 48166 h 3500888"/>
                <a:gd name="csX4" fmla="*/ 4492077 w 4492077"/>
                <a:gd name="csY4" fmla="*/ 1079800 h 3500888"/>
                <a:gd name="csX5" fmla="*/ 2688616 w 4492077"/>
                <a:gd name="csY5" fmla="*/ 1893718 h 3500888"/>
                <a:gd name="csX6" fmla="*/ 10188 w 4492077"/>
                <a:gd name="csY6" fmla="*/ 3488052 h 3500888"/>
                <a:gd name="csX0" fmla="*/ 27731 w 3289130"/>
                <a:gd name="csY0" fmla="*/ 2449732 h 2473361"/>
                <a:gd name="csX1" fmla="*/ 601171 w 3289130"/>
                <a:gd name="csY1" fmla="*/ 1096559 h 2473361"/>
                <a:gd name="csX2" fmla="*/ 1492520 w 3289130"/>
                <a:gd name="csY2" fmla="*/ 264204 h 2473361"/>
                <a:gd name="csX3" fmla="*/ 2549634 w 3289130"/>
                <a:gd name="csY3" fmla="*/ 48166 h 2473361"/>
                <a:gd name="csX4" fmla="*/ 3289130 w 3289130"/>
                <a:gd name="csY4" fmla="*/ 1079800 h 2473361"/>
                <a:gd name="csX5" fmla="*/ 1485669 w 3289130"/>
                <a:gd name="csY5" fmla="*/ 1893718 h 2473361"/>
                <a:gd name="csX6" fmla="*/ 27731 w 3289130"/>
                <a:gd name="csY6" fmla="*/ 2449732 h 2473361"/>
                <a:gd name="csX0" fmla="*/ 367 w 3261766"/>
                <a:gd name="csY0" fmla="*/ 2449732 h 2449966"/>
                <a:gd name="csX1" fmla="*/ 573807 w 3261766"/>
                <a:gd name="csY1" fmla="*/ 1096559 h 2449966"/>
                <a:gd name="csX2" fmla="*/ 1465156 w 3261766"/>
                <a:gd name="csY2" fmla="*/ 264204 h 2449966"/>
                <a:gd name="csX3" fmla="*/ 2522270 w 3261766"/>
                <a:gd name="csY3" fmla="*/ 48166 h 2449966"/>
                <a:gd name="csX4" fmla="*/ 3261766 w 3261766"/>
                <a:gd name="csY4" fmla="*/ 1079800 h 2449966"/>
                <a:gd name="csX5" fmla="*/ 1458305 w 3261766"/>
                <a:gd name="csY5" fmla="*/ 1893718 h 2449966"/>
                <a:gd name="csX6" fmla="*/ 367 w 3261766"/>
                <a:gd name="csY6" fmla="*/ 2449732 h 2449966"/>
                <a:gd name="csX0" fmla="*/ 62959 w 3324358"/>
                <a:gd name="csY0" fmla="*/ 2449732 h 2487147"/>
                <a:gd name="csX1" fmla="*/ 636399 w 3324358"/>
                <a:gd name="csY1" fmla="*/ 1096559 h 2487147"/>
                <a:gd name="csX2" fmla="*/ 1527748 w 3324358"/>
                <a:gd name="csY2" fmla="*/ 264204 h 2487147"/>
                <a:gd name="csX3" fmla="*/ 2584862 w 3324358"/>
                <a:gd name="csY3" fmla="*/ 48166 h 2487147"/>
                <a:gd name="csX4" fmla="*/ 3324358 w 3324358"/>
                <a:gd name="csY4" fmla="*/ 1079800 h 2487147"/>
                <a:gd name="csX5" fmla="*/ 1520897 w 3324358"/>
                <a:gd name="csY5" fmla="*/ 1893718 h 2487147"/>
                <a:gd name="csX6" fmla="*/ 62959 w 3324358"/>
                <a:gd name="csY6" fmla="*/ 2449732 h 2487147"/>
                <a:gd name="csX0" fmla="*/ 38478 w 4482813"/>
                <a:gd name="csY0" fmla="*/ 3496425 h 3519813"/>
                <a:gd name="csX1" fmla="*/ 1794854 w 4482813"/>
                <a:gd name="csY1" fmla="*/ 1096559 h 3519813"/>
                <a:gd name="csX2" fmla="*/ 2686203 w 4482813"/>
                <a:gd name="csY2" fmla="*/ 264204 h 3519813"/>
                <a:gd name="csX3" fmla="*/ 3743317 w 4482813"/>
                <a:gd name="csY3" fmla="*/ 48166 h 3519813"/>
                <a:gd name="csX4" fmla="*/ 4482813 w 4482813"/>
                <a:gd name="csY4" fmla="*/ 1079800 h 3519813"/>
                <a:gd name="csX5" fmla="*/ 2679352 w 4482813"/>
                <a:gd name="csY5" fmla="*/ 1893718 h 3519813"/>
                <a:gd name="csX6" fmla="*/ 38478 w 4482813"/>
                <a:gd name="csY6" fmla="*/ 3496425 h 3519813"/>
                <a:gd name="csX0" fmla="*/ 9071 w 4453406"/>
                <a:gd name="csY0" fmla="*/ 3496425 h 3510301"/>
                <a:gd name="csX1" fmla="*/ 1765447 w 4453406"/>
                <a:gd name="csY1" fmla="*/ 1096559 h 3510301"/>
                <a:gd name="csX2" fmla="*/ 2656796 w 4453406"/>
                <a:gd name="csY2" fmla="*/ 264204 h 3510301"/>
                <a:gd name="csX3" fmla="*/ 3713910 w 4453406"/>
                <a:gd name="csY3" fmla="*/ 48166 h 3510301"/>
                <a:gd name="csX4" fmla="*/ 4453406 w 4453406"/>
                <a:gd name="csY4" fmla="*/ 1079800 h 3510301"/>
                <a:gd name="csX5" fmla="*/ 2649945 w 4453406"/>
                <a:gd name="csY5" fmla="*/ 1893718 h 3510301"/>
                <a:gd name="csX6" fmla="*/ 9071 w 4453406"/>
                <a:gd name="csY6" fmla="*/ 3496425 h 3510301"/>
                <a:gd name="csX0" fmla="*/ 9071 w 4453406"/>
                <a:gd name="csY0" fmla="*/ 3496425 h 3512169"/>
                <a:gd name="csX1" fmla="*/ 1765447 w 4453406"/>
                <a:gd name="csY1" fmla="*/ 1096559 h 3512169"/>
                <a:gd name="csX2" fmla="*/ 2656796 w 4453406"/>
                <a:gd name="csY2" fmla="*/ 264204 h 3512169"/>
                <a:gd name="csX3" fmla="*/ 3713910 w 4453406"/>
                <a:gd name="csY3" fmla="*/ 48166 h 3512169"/>
                <a:gd name="csX4" fmla="*/ 4453406 w 4453406"/>
                <a:gd name="csY4" fmla="*/ 1079800 h 3512169"/>
                <a:gd name="csX5" fmla="*/ 2649945 w 4453406"/>
                <a:gd name="csY5" fmla="*/ 1893718 h 3512169"/>
                <a:gd name="csX6" fmla="*/ 9071 w 4453406"/>
                <a:gd name="csY6" fmla="*/ 3496425 h 3512169"/>
                <a:gd name="csX0" fmla="*/ 9640 w 4453975"/>
                <a:gd name="csY0" fmla="*/ 3496425 h 3512169"/>
                <a:gd name="csX1" fmla="*/ 1766016 w 4453975"/>
                <a:gd name="csY1" fmla="*/ 1096559 h 3512169"/>
                <a:gd name="csX2" fmla="*/ 2657365 w 4453975"/>
                <a:gd name="csY2" fmla="*/ 264204 h 3512169"/>
                <a:gd name="csX3" fmla="*/ 3714479 w 4453975"/>
                <a:gd name="csY3" fmla="*/ 48166 h 3512169"/>
                <a:gd name="csX4" fmla="*/ 4453975 w 4453975"/>
                <a:gd name="csY4" fmla="*/ 1079800 h 3512169"/>
                <a:gd name="csX5" fmla="*/ 2650514 w 4453975"/>
                <a:gd name="csY5" fmla="*/ 1893718 h 3512169"/>
                <a:gd name="csX6" fmla="*/ 9640 w 4453975"/>
                <a:gd name="csY6" fmla="*/ 3496425 h 3512169"/>
                <a:gd name="csX0" fmla="*/ 9640 w 4453975"/>
                <a:gd name="csY0" fmla="*/ 3993467 h 4008123"/>
                <a:gd name="csX1" fmla="*/ 1766016 w 4453975"/>
                <a:gd name="csY1" fmla="*/ 1593601 h 4008123"/>
                <a:gd name="csX2" fmla="*/ 2601034 w 4453975"/>
                <a:gd name="csY2" fmla="*/ 41122 h 4008123"/>
                <a:gd name="csX3" fmla="*/ 3714479 w 4453975"/>
                <a:gd name="csY3" fmla="*/ 545208 h 4008123"/>
                <a:gd name="csX4" fmla="*/ 4453975 w 4453975"/>
                <a:gd name="csY4" fmla="*/ 1576842 h 4008123"/>
                <a:gd name="csX5" fmla="*/ 2650514 w 4453975"/>
                <a:gd name="csY5" fmla="*/ 2390760 h 4008123"/>
                <a:gd name="csX6" fmla="*/ 9640 w 4453975"/>
                <a:gd name="csY6" fmla="*/ 3993467 h 4008123"/>
                <a:gd name="csX0" fmla="*/ 9640 w 4453975"/>
                <a:gd name="csY0" fmla="*/ 3952894 h 3967550"/>
                <a:gd name="csX1" fmla="*/ 1766016 w 4453975"/>
                <a:gd name="csY1" fmla="*/ 1553028 h 3967550"/>
                <a:gd name="csX2" fmla="*/ 2601034 w 4453975"/>
                <a:gd name="csY2" fmla="*/ 549 h 3967550"/>
                <a:gd name="csX3" fmla="*/ 3714479 w 4453975"/>
                <a:gd name="csY3" fmla="*/ 504635 h 3967550"/>
                <a:gd name="csX4" fmla="*/ 4453975 w 4453975"/>
                <a:gd name="csY4" fmla="*/ 1536269 h 3967550"/>
                <a:gd name="csX5" fmla="*/ 2650514 w 4453975"/>
                <a:gd name="csY5" fmla="*/ 2350187 h 3967550"/>
                <a:gd name="csX6" fmla="*/ 9640 w 4453975"/>
                <a:gd name="csY6" fmla="*/ 3952894 h 3967550"/>
                <a:gd name="csX0" fmla="*/ 9640 w 4453975"/>
                <a:gd name="csY0" fmla="*/ 3952971 h 3968477"/>
                <a:gd name="csX1" fmla="*/ 1766016 w 4453975"/>
                <a:gd name="csY1" fmla="*/ 1553105 h 3968477"/>
                <a:gd name="csX2" fmla="*/ 2601034 w 4453975"/>
                <a:gd name="csY2" fmla="*/ 626 h 3968477"/>
                <a:gd name="csX3" fmla="*/ 3714479 w 4453975"/>
                <a:gd name="csY3" fmla="*/ 504712 h 3968477"/>
                <a:gd name="csX4" fmla="*/ 4453975 w 4453975"/>
                <a:gd name="csY4" fmla="*/ 1536346 h 3968477"/>
                <a:gd name="csX5" fmla="*/ 2650514 w 4453975"/>
                <a:gd name="csY5" fmla="*/ 2350264 h 3968477"/>
                <a:gd name="csX6" fmla="*/ 9640 w 4453975"/>
                <a:gd name="csY6" fmla="*/ 3952971 h 3968477"/>
                <a:gd name="csX0" fmla="*/ 9640 w 4517542"/>
                <a:gd name="csY0" fmla="*/ 4153948 h 4169453"/>
                <a:gd name="csX1" fmla="*/ 1766016 w 4517542"/>
                <a:gd name="csY1" fmla="*/ 1754082 h 4169453"/>
                <a:gd name="csX2" fmla="*/ 2601034 w 4517542"/>
                <a:gd name="csY2" fmla="*/ 201603 h 4169453"/>
                <a:gd name="csX3" fmla="*/ 4390442 w 4517542"/>
                <a:gd name="csY3" fmla="*/ 186529 h 4169453"/>
                <a:gd name="csX4" fmla="*/ 4453975 w 4517542"/>
                <a:gd name="csY4" fmla="*/ 1737323 h 4169453"/>
                <a:gd name="csX5" fmla="*/ 2650514 w 4517542"/>
                <a:gd name="csY5" fmla="*/ 2551241 h 4169453"/>
                <a:gd name="csX6" fmla="*/ 9640 w 4517542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719798"/>
                <a:gd name="csY0" fmla="*/ 4153948 h 4169453"/>
                <a:gd name="csX1" fmla="*/ 1766016 w 4719798"/>
                <a:gd name="csY1" fmla="*/ 1754082 h 4169453"/>
                <a:gd name="csX2" fmla="*/ 2601034 w 4719798"/>
                <a:gd name="csY2" fmla="*/ 201603 h 4169453"/>
                <a:gd name="csX3" fmla="*/ 4390442 w 4719798"/>
                <a:gd name="csY3" fmla="*/ 186529 h 4169453"/>
                <a:gd name="csX4" fmla="*/ 4453975 w 4719798"/>
                <a:gd name="csY4" fmla="*/ 1737323 h 4169453"/>
                <a:gd name="csX5" fmla="*/ 2650514 w 4719798"/>
                <a:gd name="csY5" fmla="*/ 2551241 h 4169453"/>
                <a:gd name="csX6" fmla="*/ 9640 w 4719798"/>
                <a:gd name="csY6" fmla="*/ 4153948 h 4169453"/>
                <a:gd name="csX0" fmla="*/ 9640 w 4684091"/>
                <a:gd name="csY0" fmla="*/ 4153948 h 4169453"/>
                <a:gd name="csX1" fmla="*/ 1766016 w 4684091"/>
                <a:gd name="csY1" fmla="*/ 1754082 h 4169453"/>
                <a:gd name="csX2" fmla="*/ 2601034 w 4684091"/>
                <a:gd name="csY2" fmla="*/ 201603 h 4169453"/>
                <a:gd name="csX3" fmla="*/ 4390442 w 4684091"/>
                <a:gd name="csY3" fmla="*/ 186529 h 4169453"/>
                <a:gd name="csX4" fmla="*/ 4453975 w 4684091"/>
                <a:gd name="csY4" fmla="*/ 1737323 h 4169453"/>
                <a:gd name="csX5" fmla="*/ 2650514 w 4684091"/>
                <a:gd name="csY5" fmla="*/ 2551241 h 4169453"/>
                <a:gd name="csX6" fmla="*/ 9640 w 4684091"/>
                <a:gd name="csY6" fmla="*/ 4153948 h 4169453"/>
                <a:gd name="csX0" fmla="*/ 9640 w 4747938"/>
                <a:gd name="csY0" fmla="*/ 4153948 h 4169453"/>
                <a:gd name="csX1" fmla="*/ 1766016 w 4747938"/>
                <a:gd name="csY1" fmla="*/ 1754082 h 4169453"/>
                <a:gd name="csX2" fmla="*/ 2601034 w 4747938"/>
                <a:gd name="csY2" fmla="*/ 201603 h 4169453"/>
                <a:gd name="csX3" fmla="*/ 4390442 w 4747938"/>
                <a:gd name="csY3" fmla="*/ 186529 h 4169453"/>
                <a:gd name="csX4" fmla="*/ 4453975 w 4747938"/>
                <a:gd name="csY4" fmla="*/ 1737323 h 4169453"/>
                <a:gd name="csX5" fmla="*/ 2650514 w 4747938"/>
                <a:gd name="csY5" fmla="*/ 2551241 h 4169453"/>
                <a:gd name="csX6" fmla="*/ 9640 w 4747938"/>
                <a:gd name="csY6" fmla="*/ 4153948 h 4169453"/>
                <a:gd name="csX0" fmla="*/ 9640 w 4747938"/>
                <a:gd name="csY0" fmla="*/ 4205765 h 4221270"/>
                <a:gd name="csX1" fmla="*/ 1766016 w 4747938"/>
                <a:gd name="csY1" fmla="*/ 1805899 h 4221270"/>
                <a:gd name="csX2" fmla="*/ 2601034 w 4747938"/>
                <a:gd name="csY2" fmla="*/ 253420 h 4221270"/>
                <a:gd name="csX3" fmla="*/ 4390442 w 4747938"/>
                <a:gd name="csY3" fmla="*/ 238346 h 4221270"/>
                <a:gd name="csX4" fmla="*/ 4453975 w 4747938"/>
                <a:gd name="csY4" fmla="*/ 1789140 h 4221270"/>
                <a:gd name="csX5" fmla="*/ 2650514 w 4747938"/>
                <a:gd name="csY5" fmla="*/ 2603058 h 4221270"/>
                <a:gd name="csX6" fmla="*/ 9640 w 4747938"/>
                <a:gd name="csY6" fmla="*/ 4205765 h 4221270"/>
                <a:gd name="csX0" fmla="*/ 9640 w 4769359"/>
                <a:gd name="csY0" fmla="*/ 4189897 h 4205402"/>
                <a:gd name="csX1" fmla="*/ 1766016 w 4769359"/>
                <a:gd name="csY1" fmla="*/ 1790031 h 4205402"/>
                <a:gd name="csX2" fmla="*/ 2601034 w 4769359"/>
                <a:gd name="csY2" fmla="*/ 237552 h 4205402"/>
                <a:gd name="csX3" fmla="*/ 4446772 w 4769359"/>
                <a:gd name="csY3" fmla="*/ 163863 h 4205402"/>
                <a:gd name="csX4" fmla="*/ 4453975 w 4769359"/>
                <a:gd name="csY4" fmla="*/ 1773272 h 4205402"/>
                <a:gd name="csX5" fmla="*/ 2650514 w 4769359"/>
                <a:gd name="csY5" fmla="*/ 2587190 h 4205402"/>
                <a:gd name="csX6" fmla="*/ 9640 w 4769359"/>
                <a:gd name="csY6" fmla="*/ 4189897 h 4205402"/>
                <a:gd name="csX0" fmla="*/ 9640 w 4747938"/>
                <a:gd name="csY0" fmla="*/ 4212142 h 4227647"/>
                <a:gd name="csX1" fmla="*/ 1766016 w 4747938"/>
                <a:gd name="csY1" fmla="*/ 1812276 h 4227647"/>
                <a:gd name="csX2" fmla="*/ 2601034 w 4747938"/>
                <a:gd name="csY2" fmla="*/ 259797 h 4227647"/>
                <a:gd name="csX3" fmla="*/ 4390441 w 4747938"/>
                <a:gd name="csY3" fmla="*/ 152614 h 4227647"/>
                <a:gd name="csX4" fmla="*/ 4453975 w 4747938"/>
                <a:gd name="csY4" fmla="*/ 1795517 h 4227647"/>
                <a:gd name="csX5" fmla="*/ 2650514 w 4747938"/>
                <a:gd name="csY5" fmla="*/ 2609435 h 4227647"/>
                <a:gd name="csX6" fmla="*/ 9640 w 4747938"/>
                <a:gd name="csY6" fmla="*/ 4212142 h 4227647"/>
                <a:gd name="csX0" fmla="*/ 8567 w 4746865"/>
                <a:gd name="csY0" fmla="*/ 4212143 h 4219435"/>
                <a:gd name="csX1" fmla="*/ 1745271 w 4746865"/>
                <a:gd name="csY1" fmla="*/ 1812279 h 4219435"/>
                <a:gd name="csX2" fmla="*/ 2599961 w 4746865"/>
                <a:gd name="csY2" fmla="*/ 259798 h 4219435"/>
                <a:gd name="csX3" fmla="*/ 4389368 w 4746865"/>
                <a:gd name="csY3" fmla="*/ 152615 h 4219435"/>
                <a:gd name="csX4" fmla="*/ 4452902 w 4746865"/>
                <a:gd name="csY4" fmla="*/ 1795518 h 4219435"/>
                <a:gd name="csX5" fmla="*/ 2649441 w 4746865"/>
                <a:gd name="csY5" fmla="*/ 2609436 h 4219435"/>
                <a:gd name="csX6" fmla="*/ 8567 w 4746865"/>
                <a:gd name="csY6" fmla="*/ 4212143 h 4219435"/>
                <a:gd name="csX0" fmla="*/ 8451 w 4746749"/>
                <a:gd name="csY0" fmla="*/ 4212143 h 4219813"/>
                <a:gd name="csX1" fmla="*/ 1745155 w 4746749"/>
                <a:gd name="csY1" fmla="*/ 1812279 h 4219813"/>
                <a:gd name="csX2" fmla="*/ 2599845 w 4746749"/>
                <a:gd name="csY2" fmla="*/ 259798 h 4219813"/>
                <a:gd name="csX3" fmla="*/ 4389252 w 4746749"/>
                <a:gd name="csY3" fmla="*/ 152615 h 4219813"/>
                <a:gd name="csX4" fmla="*/ 4452786 w 4746749"/>
                <a:gd name="csY4" fmla="*/ 1795518 h 4219813"/>
                <a:gd name="csX5" fmla="*/ 2642769 w 4746749"/>
                <a:gd name="csY5" fmla="*/ 2626986 h 4219813"/>
                <a:gd name="csX6" fmla="*/ 8451 w 4746749"/>
                <a:gd name="csY6" fmla="*/ 4212143 h 4219813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594 w 4746892"/>
                <a:gd name="csY0" fmla="*/ 4213311 h 4220527"/>
                <a:gd name="csX1" fmla="*/ 1738740 w 4746892"/>
                <a:gd name="csY1" fmla="*/ 1836843 h 4220527"/>
                <a:gd name="csX2" fmla="*/ 2599988 w 4746892"/>
                <a:gd name="csY2" fmla="*/ 260966 h 4220527"/>
                <a:gd name="csX3" fmla="*/ 4389395 w 4746892"/>
                <a:gd name="csY3" fmla="*/ 153783 h 4220527"/>
                <a:gd name="csX4" fmla="*/ 4452929 w 4746892"/>
                <a:gd name="csY4" fmla="*/ 1796686 h 4220527"/>
                <a:gd name="csX5" fmla="*/ 2642912 w 4746892"/>
                <a:gd name="csY5" fmla="*/ 2628154 h 4220527"/>
                <a:gd name="csX6" fmla="*/ 8594 w 4746892"/>
                <a:gd name="csY6" fmla="*/ 4213311 h 4220527"/>
                <a:gd name="csX0" fmla="*/ 8594 w 4693867"/>
                <a:gd name="csY0" fmla="*/ 4136922 h 4144138"/>
                <a:gd name="csX1" fmla="*/ 1738740 w 4693867"/>
                <a:gd name="csY1" fmla="*/ 1760454 h 4144138"/>
                <a:gd name="csX2" fmla="*/ 2599988 w 4693867"/>
                <a:gd name="csY2" fmla="*/ 184577 h 4144138"/>
                <a:gd name="csX3" fmla="*/ 4389395 w 4693867"/>
                <a:gd name="csY3" fmla="*/ 77394 h 4144138"/>
                <a:gd name="csX4" fmla="*/ 4452929 w 4693867"/>
                <a:gd name="csY4" fmla="*/ 1720297 h 4144138"/>
                <a:gd name="csX5" fmla="*/ 2642912 w 4693867"/>
                <a:gd name="csY5" fmla="*/ 2551765 h 4144138"/>
                <a:gd name="csX6" fmla="*/ 8594 w 4693867"/>
                <a:gd name="csY6" fmla="*/ 4136922 h 4144138"/>
                <a:gd name="csX0" fmla="*/ 8594 w 4699247"/>
                <a:gd name="csY0" fmla="*/ 4098901 h 4106117"/>
                <a:gd name="csX1" fmla="*/ 1738740 w 4699247"/>
                <a:gd name="csY1" fmla="*/ 1722433 h 4106117"/>
                <a:gd name="csX2" fmla="*/ 2599988 w 4699247"/>
                <a:gd name="csY2" fmla="*/ 146556 h 4106117"/>
                <a:gd name="csX3" fmla="*/ 4409070 w 4699247"/>
                <a:gd name="csY3" fmla="*/ 115412 h 4106117"/>
                <a:gd name="csX4" fmla="*/ 4452929 w 4699247"/>
                <a:gd name="csY4" fmla="*/ 1682276 h 4106117"/>
                <a:gd name="csX5" fmla="*/ 2642912 w 4699247"/>
                <a:gd name="csY5" fmla="*/ 2513744 h 4106117"/>
                <a:gd name="csX6" fmla="*/ 8594 w 4699247"/>
                <a:gd name="csY6" fmla="*/ 4098901 h 4106117"/>
                <a:gd name="csX0" fmla="*/ 8594 w 4703971"/>
                <a:gd name="csY0" fmla="*/ 4107920 h 4115136"/>
                <a:gd name="csX1" fmla="*/ 1738740 w 4703971"/>
                <a:gd name="csY1" fmla="*/ 1731452 h 4115136"/>
                <a:gd name="csX2" fmla="*/ 2599988 w 4703971"/>
                <a:gd name="csY2" fmla="*/ 155575 h 4115136"/>
                <a:gd name="csX3" fmla="*/ 4409070 w 4703971"/>
                <a:gd name="csY3" fmla="*/ 124431 h 4115136"/>
                <a:gd name="csX4" fmla="*/ 4452929 w 4703971"/>
                <a:gd name="csY4" fmla="*/ 1691295 h 4115136"/>
                <a:gd name="csX5" fmla="*/ 2642912 w 4703971"/>
                <a:gd name="csY5" fmla="*/ 2522763 h 4115136"/>
                <a:gd name="csX6" fmla="*/ 8594 w 4703971"/>
                <a:gd name="csY6" fmla="*/ 4107920 h 4115136"/>
                <a:gd name="csX0" fmla="*/ 8594 w 4703971"/>
                <a:gd name="csY0" fmla="*/ 4195888 h 4203104"/>
                <a:gd name="csX1" fmla="*/ 1738740 w 4703971"/>
                <a:gd name="csY1" fmla="*/ 1819420 h 4203104"/>
                <a:gd name="csX2" fmla="*/ 2599988 w 4703971"/>
                <a:gd name="csY2" fmla="*/ 243543 h 4203104"/>
                <a:gd name="csX3" fmla="*/ 4409070 w 4703971"/>
                <a:gd name="csY3" fmla="*/ 212399 h 4203104"/>
                <a:gd name="csX4" fmla="*/ 4452929 w 4703971"/>
                <a:gd name="csY4" fmla="*/ 1779263 h 4203104"/>
                <a:gd name="csX5" fmla="*/ 2642912 w 4703971"/>
                <a:gd name="csY5" fmla="*/ 2610731 h 4203104"/>
                <a:gd name="csX6" fmla="*/ 8594 w 4703971"/>
                <a:gd name="csY6" fmla="*/ 4195888 h 4203104"/>
                <a:gd name="csX0" fmla="*/ 8594 w 4703971"/>
                <a:gd name="csY0" fmla="*/ 4213778 h 4220994"/>
                <a:gd name="csX1" fmla="*/ 1738740 w 4703971"/>
                <a:gd name="csY1" fmla="*/ 1837310 h 4220994"/>
                <a:gd name="csX2" fmla="*/ 2599988 w 4703971"/>
                <a:gd name="csY2" fmla="*/ 261433 h 4220994"/>
                <a:gd name="csX3" fmla="*/ 4409070 w 4703971"/>
                <a:gd name="csY3" fmla="*/ 230289 h 4220994"/>
                <a:gd name="csX4" fmla="*/ 4452929 w 4703971"/>
                <a:gd name="csY4" fmla="*/ 1797153 h 4220994"/>
                <a:gd name="csX5" fmla="*/ 2642912 w 4703971"/>
                <a:gd name="csY5" fmla="*/ 2628621 h 4220994"/>
                <a:gd name="csX6" fmla="*/ 8594 w 4703971"/>
                <a:gd name="csY6" fmla="*/ 4213778 h 4220994"/>
                <a:gd name="csX0" fmla="*/ 8594 w 4855548"/>
                <a:gd name="csY0" fmla="*/ 4390510 h 4397726"/>
                <a:gd name="csX1" fmla="*/ 1738740 w 4855548"/>
                <a:gd name="csY1" fmla="*/ 2014042 h 4397726"/>
                <a:gd name="csX2" fmla="*/ 2599988 w 4855548"/>
                <a:gd name="csY2" fmla="*/ 438165 h 4397726"/>
                <a:gd name="csX3" fmla="*/ 4756647 w 4855548"/>
                <a:gd name="csY3" fmla="*/ 26825 h 4397726"/>
                <a:gd name="csX4" fmla="*/ 4452929 w 4855548"/>
                <a:gd name="csY4" fmla="*/ 1973885 h 4397726"/>
                <a:gd name="csX5" fmla="*/ 2642912 w 4855548"/>
                <a:gd name="csY5" fmla="*/ 2805353 h 4397726"/>
                <a:gd name="csX6" fmla="*/ 8594 w 4855548"/>
                <a:gd name="csY6" fmla="*/ 4390510 h 4397726"/>
                <a:gd name="csX0" fmla="*/ 8594 w 5018748"/>
                <a:gd name="csY0" fmla="*/ 4545598 h 4552814"/>
                <a:gd name="csX1" fmla="*/ 1738740 w 5018748"/>
                <a:gd name="csY1" fmla="*/ 2169130 h 4552814"/>
                <a:gd name="csX2" fmla="*/ 2599988 w 5018748"/>
                <a:gd name="csY2" fmla="*/ 593253 h 4552814"/>
                <a:gd name="csX3" fmla="*/ 4973062 w 5018748"/>
                <a:gd name="csY3" fmla="*/ 18136 h 4552814"/>
                <a:gd name="csX4" fmla="*/ 4452929 w 5018748"/>
                <a:gd name="csY4" fmla="*/ 2128973 h 4552814"/>
                <a:gd name="csX5" fmla="*/ 2642912 w 5018748"/>
                <a:gd name="csY5" fmla="*/ 2960441 h 4552814"/>
                <a:gd name="csX6" fmla="*/ 8594 w 5018748"/>
                <a:gd name="csY6" fmla="*/ 4545598 h 4552814"/>
                <a:gd name="csX0" fmla="*/ 8594 w 5002691"/>
                <a:gd name="csY0" fmla="*/ 4537753 h 4544969"/>
                <a:gd name="csX1" fmla="*/ 1738740 w 5002691"/>
                <a:gd name="csY1" fmla="*/ 2161285 h 4544969"/>
                <a:gd name="csX2" fmla="*/ 2599988 w 5002691"/>
                <a:gd name="csY2" fmla="*/ 585408 h 4544969"/>
                <a:gd name="csX3" fmla="*/ 4973062 w 5002691"/>
                <a:gd name="csY3" fmla="*/ 10291 h 4544969"/>
                <a:gd name="csX4" fmla="*/ 4452929 w 5002691"/>
                <a:gd name="csY4" fmla="*/ 2121128 h 4544969"/>
                <a:gd name="csX5" fmla="*/ 2642912 w 5002691"/>
                <a:gd name="csY5" fmla="*/ 2952596 h 4544969"/>
                <a:gd name="csX6" fmla="*/ 8594 w 5002691"/>
                <a:gd name="csY6" fmla="*/ 4537753 h 4544969"/>
                <a:gd name="csX0" fmla="*/ 8594 w 4705059"/>
                <a:gd name="csY0" fmla="*/ 4122711 h 4129927"/>
                <a:gd name="csX1" fmla="*/ 1738740 w 4705059"/>
                <a:gd name="csY1" fmla="*/ 1746243 h 4129927"/>
                <a:gd name="csX2" fmla="*/ 2599988 w 4705059"/>
                <a:gd name="csY2" fmla="*/ 170366 h 4129927"/>
                <a:gd name="csX3" fmla="*/ 4446032 w 4705059"/>
                <a:gd name="csY3" fmla="*/ 89415 h 4129927"/>
                <a:gd name="csX4" fmla="*/ 4452929 w 4705059"/>
                <a:gd name="csY4" fmla="*/ 1706086 h 4129927"/>
                <a:gd name="csX5" fmla="*/ 2642912 w 4705059"/>
                <a:gd name="csY5" fmla="*/ 2537554 h 4129927"/>
                <a:gd name="csX6" fmla="*/ 8594 w 4705059"/>
                <a:gd name="csY6" fmla="*/ 4122711 h 4129927"/>
                <a:gd name="csX0" fmla="*/ 8594 w 4596663"/>
                <a:gd name="csY0" fmla="*/ 4215533 h 4224499"/>
                <a:gd name="csX1" fmla="*/ 1738740 w 4596663"/>
                <a:gd name="csY1" fmla="*/ 1839065 h 4224499"/>
                <a:gd name="csX2" fmla="*/ 2599988 w 4596663"/>
                <a:gd name="csY2" fmla="*/ 263188 h 4224499"/>
                <a:gd name="csX3" fmla="*/ 4446032 w 4596663"/>
                <a:gd name="csY3" fmla="*/ 182237 h 4224499"/>
                <a:gd name="csX4" fmla="*/ 4129398 w 4596663"/>
                <a:gd name="csY4" fmla="*/ 2079669 h 4224499"/>
                <a:gd name="csX5" fmla="*/ 2642912 w 4596663"/>
                <a:gd name="csY5" fmla="*/ 2630376 h 4224499"/>
                <a:gd name="csX6" fmla="*/ 8594 w 4596663"/>
                <a:gd name="csY6" fmla="*/ 4215533 h 4224499"/>
                <a:gd name="csX0" fmla="*/ 10635 w 4618520"/>
                <a:gd name="csY0" fmla="*/ 4140860 h 4149826"/>
                <a:gd name="csX1" fmla="*/ 1740781 w 4618520"/>
                <a:gd name="csY1" fmla="*/ 1764392 h 4149826"/>
                <a:gd name="csX2" fmla="*/ 2330962 w 4618520"/>
                <a:gd name="csY2" fmla="*/ 399085 h 4149826"/>
                <a:gd name="csX3" fmla="*/ 4448073 w 4618520"/>
                <a:gd name="csY3" fmla="*/ 107564 h 4149826"/>
                <a:gd name="csX4" fmla="*/ 4131439 w 4618520"/>
                <a:gd name="csY4" fmla="*/ 2004996 h 4149826"/>
                <a:gd name="csX5" fmla="*/ 2644953 w 4618520"/>
                <a:gd name="csY5" fmla="*/ 2555703 h 4149826"/>
                <a:gd name="csX6" fmla="*/ 10635 w 4618520"/>
                <a:gd name="csY6" fmla="*/ 4140860 h 4149826"/>
                <a:gd name="csX0" fmla="*/ 2473 w 4610358"/>
                <a:gd name="csY0" fmla="*/ 4148168 h 4152706"/>
                <a:gd name="csX1" fmla="*/ 2161081 w 4610358"/>
                <a:gd name="csY1" fmla="*/ 2013468 h 4152706"/>
                <a:gd name="csX2" fmla="*/ 2322800 w 4610358"/>
                <a:gd name="csY2" fmla="*/ 406393 h 4152706"/>
                <a:gd name="csX3" fmla="*/ 4439911 w 4610358"/>
                <a:gd name="csY3" fmla="*/ 114872 h 4152706"/>
                <a:gd name="csX4" fmla="*/ 4123277 w 4610358"/>
                <a:gd name="csY4" fmla="*/ 2012304 h 4152706"/>
                <a:gd name="csX5" fmla="*/ 2636791 w 4610358"/>
                <a:gd name="csY5" fmla="*/ 2563011 h 4152706"/>
                <a:gd name="csX6" fmla="*/ 2473 w 4610358"/>
                <a:gd name="csY6" fmla="*/ 4148168 h 4152706"/>
                <a:gd name="csX0" fmla="*/ 400 w 4608285"/>
                <a:gd name="csY0" fmla="*/ 4148168 h 4148397"/>
                <a:gd name="csX1" fmla="*/ 2159008 w 4608285"/>
                <a:gd name="csY1" fmla="*/ 2013468 h 4148397"/>
                <a:gd name="csX2" fmla="*/ 2320727 w 4608285"/>
                <a:gd name="csY2" fmla="*/ 406393 h 4148397"/>
                <a:gd name="csX3" fmla="*/ 4437838 w 4608285"/>
                <a:gd name="csY3" fmla="*/ 114872 h 4148397"/>
                <a:gd name="csX4" fmla="*/ 4121204 w 4608285"/>
                <a:gd name="csY4" fmla="*/ 2012304 h 4148397"/>
                <a:gd name="csX5" fmla="*/ 2346163 w 4608285"/>
                <a:gd name="csY5" fmla="*/ 2149669 h 4148397"/>
                <a:gd name="csX6" fmla="*/ 400 w 4608285"/>
                <a:gd name="csY6" fmla="*/ 4148168 h 4148397"/>
                <a:gd name="csX0" fmla="*/ 400 w 4547161"/>
                <a:gd name="csY0" fmla="*/ 4069645 h 4069874"/>
                <a:gd name="csX1" fmla="*/ 2159008 w 4547161"/>
                <a:gd name="csY1" fmla="*/ 1934945 h 4069874"/>
                <a:gd name="csX2" fmla="*/ 2320727 w 4547161"/>
                <a:gd name="csY2" fmla="*/ 327870 h 4069874"/>
                <a:gd name="csX3" fmla="*/ 4437838 w 4547161"/>
                <a:gd name="csY3" fmla="*/ 36349 h 4069874"/>
                <a:gd name="csX4" fmla="*/ 4121204 w 4547161"/>
                <a:gd name="csY4" fmla="*/ 1933781 h 4069874"/>
                <a:gd name="csX5" fmla="*/ 2346163 w 4547161"/>
                <a:gd name="csY5" fmla="*/ 2071146 h 4069874"/>
                <a:gd name="csX6" fmla="*/ 400 w 4547161"/>
                <a:gd name="csY6" fmla="*/ 4069645 h 4069874"/>
                <a:gd name="csX0" fmla="*/ 536 w 3991476"/>
                <a:gd name="csY0" fmla="*/ 3539321 h 3539632"/>
                <a:gd name="csX1" fmla="*/ 1603323 w 3991476"/>
                <a:gd name="csY1" fmla="*/ 1934945 h 3539632"/>
                <a:gd name="csX2" fmla="*/ 1765042 w 3991476"/>
                <a:gd name="csY2" fmla="*/ 327870 h 3539632"/>
                <a:gd name="csX3" fmla="*/ 3882153 w 3991476"/>
                <a:gd name="csY3" fmla="*/ 36349 h 3539632"/>
                <a:gd name="csX4" fmla="*/ 3565519 w 3991476"/>
                <a:gd name="csY4" fmla="*/ 1933781 h 3539632"/>
                <a:gd name="csX5" fmla="*/ 1790478 w 3991476"/>
                <a:gd name="csY5" fmla="*/ 2071146 h 3539632"/>
                <a:gd name="csX6" fmla="*/ 536 w 3991476"/>
                <a:gd name="csY6" fmla="*/ 3539321 h 3539632"/>
                <a:gd name="csX0" fmla="*/ 527 w 4017318"/>
                <a:gd name="csY0" fmla="*/ 3573908 h 3574212"/>
                <a:gd name="csX1" fmla="*/ 1629165 w 4017318"/>
                <a:gd name="csY1" fmla="*/ 1934945 h 3574212"/>
                <a:gd name="csX2" fmla="*/ 1790884 w 4017318"/>
                <a:gd name="csY2" fmla="*/ 327870 h 3574212"/>
                <a:gd name="csX3" fmla="*/ 3907995 w 4017318"/>
                <a:gd name="csY3" fmla="*/ 36349 h 3574212"/>
                <a:gd name="csX4" fmla="*/ 3591361 w 4017318"/>
                <a:gd name="csY4" fmla="*/ 1933781 h 3574212"/>
                <a:gd name="csX5" fmla="*/ 1816320 w 4017318"/>
                <a:gd name="csY5" fmla="*/ 2071146 h 3574212"/>
                <a:gd name="csX6" fmla="*/ 527 w 4017318"/>
                <a:gd name="csY6" fmla="*/ 3573908 h 3574212"/>
                <a:gd name="csX0" fmla="*/ 3641 w 4020432"/>
                <a:gd name="csY0" fmla="*/ 3573908 h 3577567"/>
                <a:gd name="csX1" fmla="*/ 1632279 w 4020432"/>
                <a:gd name="csY1" fmla="*/ 1934945 h 3577567"/>
                <a:gd name="csX2" fmla="*/ 1793998 w 4020432"/>
                <a:gd name="csY2" fmla="*/ 327870 h 3577567"/>
                <a:gd name="csX3" fmla="*/ 3911109 w 4020432"/>
                <a:gd name="csY3" fmla="*/ 36349 h 3577567"/>
                <a:gd name="csX4" fmla="*/ 3594475 w 4020432"/>
                <a:gd name="csY4" fmla="*/ 1933781 h 3577567"/>
                <a:gd name="csX5" fmla="*/ 1819434 w 4020432"/>
                <a:gd name="csY5" fmla="*/ 2071146 h 3577567"/>
                <a:gd name="csX6" fmla="*/ 3641 w 4020432"/>
                <a:gd name="csY6" fmla="*/ 3573908 h 3577567"/>
                <a:gd name="csX0" fmla="*/ 11923 w 4028714"/>
                <a:gd name="csY0" fmla="*/ 3573908 h 3583559"/>
                <a:gd name="csX1" fmla="*/ 1640561 w 4028714"/>
                <a:gd name="csY1" fmla="*/ 1934945 h 3583559"/>
                <a:gd name="csX2" fmla="*/ 1802280 w 4028714"/>
                <a:gd name="csY2" fmla="*/ 327870 h 3583559"/>
                <a:gd name="csX3" fmla="*/ 3919391 w 4028714"/>
                <a:gd name="csY3" fmla="*/ 36349 h 3583559"/>
                <a:gd name="csX4" fmla="*/ 3602757 w 4028714"/>
                <a:gd name="csY4" fmla="*/ 1933781 h 3583559"/>
                <a:gd name="csX5" fmla="*/ 1827716 w 4028714"/>
                <a:gd name="csY5" fmla="*/ 2071146 h 3583559"/>
                <a:gd name="csX6" fmla="*/ 11923 w 4028714"/>
                <a:gd name="csY6" fmla="*/ 3573908 h 3583559"/>
                <a:gd name="csX0" fmla="*/ 1130 w 4017921"/>
                <a:gd name="csY0" fmla="*/ 3573908 h 3577714"/>
                <a:gd name="csX1" fmla="*/ 1629768 w 4017921"/>
                <a:gd name="csY1" fmla="*/ 1934945 h 3577714"/>
                <a:gd name="csX2" fmla="*/ 1791487 w 4017921"/>
                <a:gd name="csY2" fmla="*/ 327870 h 3577714"/>
                <a:gd name="csX3" fmla="*/ 3908598 w 4017921"/>
                <a:gd name="csY3" fmla="*/ 36349 h 3577714"/>
                <a:gd name="csX4" fmla="*/ 3591964 w 4017921"/>
                <a:gd name="csY4" fmla="*/ 1933781 h 3577714"/>
                <a:gd name="csX5" fmla="*/ 1906115 w 4017921"/>
                <a:gd name="csY5" fmla="*/ 2373434 h 3577714"/>
                <a:gd name="csX6" fmla="*/ 1130 w 4017921"/>
                <a:gd name="csY6" fmla="*/ 3573908 h 3577714"/>
                <a:gd name="csX0" fmla="*/ 434 w 4017225"/>
                <a:gd name="csY0" fmla="*/ 3573908 h 3574428"/>
                <a:gd name="csX1" fmla="*/ 1629072 w 4017225"/>
                <a:gd name="csY1" fmla="*/ 1934945 h 3574428"/>
                <a:gd name="csX2" fmla="*/ 1790791 w 4017225"/>
                <a:gd name="csY2" fmla="*/ 327870 h 3574428"/>
                <a:gd name="csX3" fmla="*/ 3907902 w 4017225"/>
                <a:gd name="csY3" fmla="*/ 36349 h 3574428"/>
                <a:gd name="csX4" fmla="*/ 3591268 w 4017225"/>
                <a:gd name="csY4" fmla="*/ 1933781 h 3574428"/>
                <a:gd name="csX5" fmla="*/ 1798394 w 4017225"/>
                <a:gd name="csY5" fmla="*/ 2110926 h 3574428"/>
                <a:gd name="csX6" fmla="*/ 434 w 4017225"/>
                <a:gd name="csY6" fmla="*/ 3573908 h 3574428"/>
                <a:gd name="csX0" fmla="*/ 434 w 4017225"/>
                <a:gd name="csY0" fmla="*/ 3573908 h 3574310"/>
                <a:gd name="csX1" fmla="*/ 1629072 w 4017225"/>
                <a:gd name="csY1" fmla="*/ 1934945 h 3574310"/>
                <a:gd name="csX2" fmla="*/ 1790791 w 4017225"/>
                <a:gd name="csY2" fmla="*/ 327870 h 3574310"/>
                <a:gd name="csX3" fmla="*/ 3907902 w 4017225"/>
                <a:gd name="csY3" fmla="*/ 36349 h 3574310"/>
                <a:gd name="csX4" fmla="*/ 3591268 w 4017225"/>
                <a:gd name="csY4" fmla="*/ 1933781 h 3574310"/>
                <a:gd name="csX5" fmla="*/ 1798394 w 4017225"/>
                <a:gd name="csY5" fmla="*/ 2110926 h 3574310"/>
                <a:gd name="csX6" fmla="*/ 434 w 4017225"/>
                <a:gd name="csY6" fmla="*/ 3573908 h 3574310"/>
                <a:gd name="csX0" fmla="*/ 434 w 4017225"/>
                <a:gd name="csY0" fmla="*/ 3573908 h 3576627"/>
                <a:gd name="csX1" fmla="*/ 1629072 w 4017225"/>
                <a:gd name="csY1" fmla="*/ 1934945 h 3576627"/>
                <a:gd name="csX2" fmla="*/ 1790791 w 4017225"/>
                <a:gd name="csY2" fmla="*/ 327870 h 3576627"/>
                <a:gd name="csX3" fmla="*/ 3907902 w 4017225"/>
                <a:gd name="csY3" fmla="*/ 36349 h 3576627"/>
                <a:gd name="csX4" fmla="*/ 3591268 w 4017225"/>
                <a:gd name="csY4" fmla="*/ 1933781 h 3576627"/>
                <a:gd name="csX5" fmla="*/ 1798395 w 4017225"/>
                <a:gd name="csY5" fmla="*/ 2365482 h 3576627"/>
                <a:gd name="csX6" fmla="*/ 434 w 4017225"/>
                <a:gd name="csY6" fmla="*/ 3573908 h 3576627"/>
                <a:gd name="csX0" fmla="*/ 434 w 4017225"/>
                <a:gd name="csY0" fmla="*/ 3573908 h 3576355"/>
                <a:gd name="csX1" fmla="*/ 1629072 w 4017225"/>
                <a:gd name="csY1" fmla="*/ 1934945 h 3576355"/>
                <a:gd name="csX2" fmla="*/ 1790791 w 4017225"/>
                <a:gd name="csY2" fmla="*/ 327870 h 3576355"/>
                <a:gd name="csX3" fmla="*/ 3907902 w 4017225"/>
                <a:gd name="csY3" fmla="*/ 36349 h 3576355"/>
                <a:gd name="csX4" fmla="*/ 3591268 w 4017225"/>
                <a:gd name="csY4" fmla="*/ 1933781 h 3576355"/>
                <a:gd name="csX5" fmla="*/ 1798395 w 4017225"/>
                <a:gd name="csY5" fmla="*/ 2365482 h 3576355"/>
                <a:gd name="csX6" fmla="*/ 434 w 4017225"/>
                <a:gd name="csY6" fmla="*/ 3573908 h 3576355"/>
                <a:gd name="csX0" fmla="*/ 434 w 4017225"/>
                <a:gd name="csY0" fmla="*/ 3573908 h 3583502"/>
                <a:gd name="csX1" fmla="*/ 1629072 w 4017225"/>
                <a:gd name="csY1" fmla="*/ 1934945 h 3583502"/>
                <a:gd name="csX2" fmla="*/ 1790791 w 4017225"/>
                <a:gd name="csY2" fmla="*/ 327870 h 3583502"/>
                <a:gd name="csX3" fmla="*/ 3907902 w 4017225"/>
                <a:gd name="csY3" fmla="*/ 36349 h 3583502"/>
                <a:gd name="csX4" fmla="*/ 3591268 w 4017225"/>
                <a:gd name="csY4" fmla="*/ 1933781 h 3583502"/>
                <a:gd name="csX5" fmla="*/ 1798396 w 4017225"/>
                <a:gd name="csY5" fmla="*/ 2715497 h 3583502"/>
                <a:gd name="csX6" fmla="*/ 434 w 4017225"/>
                <a:gd name="csY6" fmla="*/ 3573908 h 3583502"/>
                <a:gd name="csX0" fmla="*/ 20204 w 4036995"/>
                <a:gd name="csY0" fmla="*/ 3574326 h 3583563"/>
                <a:gd name="csX1" fmla="*/ 908564 w 4036995"/>
                <a:gd name="csY1" fmla="*/ 1951275 h 3583563"/>
                <a:gd name="csX2" fmla="*/ 1810561 w 4036995"/>
                <a:gd name="csY2" fmla="*/ 328288 h 3583563"/>
                <a:gd name="csX3" fmla="*/ 3927672 w 4036995"/>
                <a:gd name="csY3" fmla="*/ 36767 h 3583563"/>
                <a:gd name="csX4" fmla="*/ 3611038 w 4036995"/>
                <a:gd name="csY4" fmla="*/ 1934199 h 3583563"/>
                <a:gd name="csX5" fmla="*/ 1818166 w 4036995"/>
                <a:gd name="csY5" fmla="*/ 2715915 h 3583563"/>
                <a:gd name="csX6" fmla="*/ 20204 w 4036995"/>
                <a:gd name="csY6" fmla="*/ 3574326 h 3583563"/>
                <a:gd name="csX0" fmla="*/ 12549 w 4029340"/>
                <a:gd name="csY0" fmla="*/ 3574326 h 3583563"/>
                <a:gd name="csX1" fmla="*/ 900909 w 4029340"/>
                <a:gd name="csY1" fmla="*/ 1951275 h 3583563"/>
                <a:gd name="csX2" fmla="*/ 1802906 w 4029340"/>
                <a:gd name="csY2" fmla="*/ 328288 h 3583563"/>
                <a:gd name="csX3" fmla="*/ 3920017 w 4029340"/>
                <a:gd name="csY3" fmla="*/ 36767 h 3583563"/>
                <a:gd name="csX4" fmla="*/ 3603383 w 4029340"/>
                <a:gd name="csY4" fmla="*/ 1934199 h 3583563"/>
                <a:gd name="csX5" fmla="*/ 1810511 w 4029340"/>
                <a:gd name="csY5" fmla="*/ 2715915 h 3583563"/>
                <a:gd name="csX6" fmla="*/ 12549 w 4029340"/>
                <a:gd name="csY6" fmla="*/ 3574326 h 3583563"/>
                <a:gd name="csX0" fmla="*/ 2018 w 4018809"/>
                <a:gd name="csY0" fmla="*/ 3573908 h 3583502"/>
                <a:gd name="csX1" fmla="*/ 1389840 w 4018809"/>
                <a:gd name="csY1" fmla="*/ 1934947 h 3583502"/>
                <a:gd name="csX2" fmla="*/ 1792375 w 4018809"/>
                <a:gd name="csY2" fmla="*/ 327870 h 3583502"/>
                <a:gd name="csX3" fmla="*/ 3909486 w 4018809"/>
                <a:gd name="csY3" fmla="*/ 36349 h 3583502"/>
                <a:gd name="csX4" fmla="*/ 3592852 w 4018809"/>
                <a:gd name="csY4" fmla="*/ 1933781 h 3583502"/>
                <a:gd name="csX5" fmla="*/ 1799980 w 4018809"/>
                <a:gd name="csY5" fmla="*/ 2715497 h 3583502"/>
                <a:gd name="csX6" fmla="*/ 2018 w 4018809"/>
                <a:gd name="csY6" fmla="*/ 3573908 h 3583502"/>
                <a:gd name="csX0" fmla="*/ 2018 w 4018809"/>
                <a:gd name="csY0" fmla="*/ 3573908 h 3575401"/>
                <a:gd name="csX1" fmla="*/ 1389840 w 4018809"/>
                <a:gd name="csY1" fmla="*/ 1934947 h 3575401"/>
                <a:gd name="csX2" fmla="*/ 1792375 w 4018809"/>
                <a:gd name="csY2" fmla="*/ 327870 h 3575401"/>
                <a:gd name="csX3" fmla="*/ 3909486 w 4018809"/>
                <a:gd name="csY3" fmla="*/ 36349 h 3575401"/>
                <a:gd name="csX4" fmla="*/ 3592852 w 4018809"/>
                <a:gd name="csY4" fmla="*/ 1933781 h 3575401"/>
                <a:gd name="csX5" fmla="*/ 1799983 w 4018809"/>
                <a:gd name="csY5" fmla="*/ 2277981 h 3575401"/>
                <a:gd name="csX6" fmla="*/ 2018 w 4018809"/>
                <a:gd name="csY6" fmla="*/ 3573908 h 3575401"/>
                <a:gd name="csX0" fmla="*/ 2279 w 4019070"/>
                <a:gd name="csY0" fmla="*/ 3573908 h 3576883"/>
                <a:gd name="csX1" fmla="*/ 1390101 w 4019070"/>
                <a:gd name="csY1" fmla="*/ 1934947 h 3576883"/>
                <a:gd name="csX2" fmla="*/ 1792636 w 4019070"/>
                <a:gd name="csY2" fmla="*/ 327870 h 3576883"/>
                <a:gd name="csX3" fmla="*/ 3909747 w 4019070"/>
                <a:gd name="csY3" fmla="*/ 36349 h 3576883"/>
                <a:gd name="csX4" fmla="*/ 3593113 w 4019070"/>
                <a:gd name="csY4" fmla="*/ 1933781 h 3576883"/>
                <a:gd name="csX5" fmla="*/ 1827004 w 4019070"/>
                <a:gd name="csY5" fmla="*/ 2405261 h 3576883"/>
                <a:gd name="csX6" fmla="*/ 2279 w 4019070"/>
                <a:gd name="csY6" fmla="*/ 3573908 h 3576883"/>
                <a:gd name="csX0" fmla="*/ 3304 w 4020095"/>
                <a:gd name="csY0" fmla="*/ 3573700 h 3576772"/>
                <a:gd name="csX1" fmla="*/ 1310858 w 4020095"/>
                <a:gd name="csY1" fmla="*/ 1926786 h 3576772"/>
                <a:gd name="csX2" fmla="*/ 1793661 w 4020095"/>
                <a:gd name="csY2" fmla="*/ 327662 h 3576772"/>
                <a:gd name="csX3" fmla="*/ 3910772 w 4020095"/>
                <a:gd name="csY3" fmla="*/ 36141 h 3576772"/>
                <a:gd name="csX4" fmla="*/ 3594138 w 4020095"/>
                <a:gd name="csY4" fmla="*/ 1933573 h 3576772"/>
                <a:gd name="csX5" fmla="*/ 1828029 w 4020095"/>
                <a:gd name="csY5" fmla="*/ 2405053 h 3576772"/>
                <a:gd name="csX6" fmla="*/ 3304 w 4020095"/>
                <a:gd name="csY6" fmla="*/ 3573700 h 3576772"/>
                <a:gd name="csX0" fmla="*/ 3254 w 4020045"/>
                <a:gd name="csY0" fmla="*/ 3573700 h 3576772"/>
                <a:gd name="csX1" fmla="*/ 1310808 w 4020045"/>
                <a:gd name="csY1" fmla="*/ 1926786 h 3576772"/>
                <a:gd name="csX2" fmla="*/ 1793611 w 4020045"/>
                <a:gd name="csY2" fmla="*/ 327662 h 3576772"/>
                <a:gd name="csX3" fmla="*/ 3910722 w 4020045"/>
                <a:gd name="csY3" fmla="*/ 36141 h 3576772"/>
                <a:gd name="csX4" fmla="*/ 3594088 w 4020045"/>
                <a:gd name="csY4" fmla="*/ 1933573 h 3576772"/>
                <a:gd name="csX5" fmla="*/ 1827979 w 4020045"/>
                <a:gd name="csY5" fmla="*/ 2405053 h 3576772"/>
                <a:gd name="csX6" fmla="*/ 3254 w 4020045"/>
                <a:gd name="csY6" fmla="*/ 3573700 h 35767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020045" h="3576772">
                  <a:moveTo>
                    <a:pt x="3254" y="3573700"/>
                  </a:moveTo>
                  <a:cubicBezTo>
                    <a:pt x="-82941" y="3493989"/>
                    <a:pt x="1574310" y="2340515"/>
                    <a:pt x="1310808" y="1926786"/>
                  </a:cubicBezTo>
                  <a:cubicBezTo>
                    <a:pt x="1047306" y="1513057"/>
                    <a:pt x="1360292" y="642769"/>
                    <a:pt x="1793611" y="327662"/>
                  </a:cubicBezTo>
                  <a:cubicBezTo>
                    <a:pt x="2226930" y="12555"/>
                    <a:pt x="3750548" y="-52136"/>
                    <a:pt x="3910722" y="36141"/>
                  </a:cubicBezTo>
                  <a:cubicBezTo>
                    <a:pt x="4070896" y="124418"/>
                    <a:pt x="4120351" y="1358027"/>
                    <a:pt x="3594088" y="1933573"/>
                  </a:cubicBezTo>
                  <a:cubicBezTo>
                    <a:pt x="3171099" y="2391895"/>
                    <a:pt x="2301583" y="2656718"/>
                    <a:pt x="1827979" y="2405053"/>
                  </a:cubicBezTo>
                  <a:cubicBezTo>
                    <a:pt x="1354375" y="2153388"/>
                    <a:pt x="89449" y="3653411"/>
                    <a:pt x="3254" y="3573700"/>
                  </a:cubicBez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1" name="Freeform 1030">
              <a:extLst>
                <a:ext uri="{FF2B5EF4-FFF2-40B4-BE49-F238E27FC236}">
                  <a16:creationId xmlns:a16="http://schemas.microsoft.com/office/drawing/2014/main" id="{988D3F26-0EE7-852D-704B-FA03E918344C}"/>
                </a:ext>
              </a:extLst>
            </p:cNvPr>
            <p:cNvSpPr/>
            <p:nvPr userDrawn="1"/>
          </p:nvSpPr>
          <p:spPr>
            <a:xfrm rot="16200000">
              <a:off x="7131587" y="2181353"/>
              <a:ext cx="2615869" cy="2682267"/>
            </a:xfrm>
            <a:custGeom>
              <a:avLst/>
              <a:gdLst>
                <a:gd name="csX0" fmla="*/ 1893 w 3484511"/>
                <a:gd name="csY0" fmla="*/ 3509215 h 3511799"/>
                <a:gd name="csX1" fmla="*/ 1514170 w 3484511"/>
                <a:gd name="csY1" fmla="*/ 1703861 h 3511799"/>
                <a:gd name="csX2" fmla="*/ 2029985 w 3484511"/>
                <a:gd name="csY2" fmla="*/ 226753 h 3511799"/>
                <a:gd name="csX3" fmla="*/ 3378139 w 3484511"/>
                <a:gd name="csY3" fmla="*/ 144692 h 3511799"/>
                <a:gd name="csX4" fmla="*/ 3225739 w 3484511"/>
                <a:gd name="csY4" fmla="*/ 1586630 h 3511799"/>
                <a:gd name="csX5" fmla="*/ 1854139 w 3484511"/>
                <a:gd name="csY5" fmla="*/ 2090723 h 3511799"/>
                <a:gd name="csX6" fmla="*/ 1893 w 3484511"/>
                <a:gd name="csY6" fmla="*/ 3509215 h 3511799"/>
                <a:gd name="csX0" fmla="*/ 1352 w 4094215"/>
                <a:gd name="csY0" fmla="*/ 4103738 h 4105568"/>
                <a:gd name="csX1" fmla="*/ 2123874 w 4094215"/>
                <a:gd name="csY1" fmla="*/ 1703861 h 4105568"/>
                <a:gd name="csX2" fmla="*/ 2639689 w 4094215"/>
                <a:gd name="csY2" fmla="*/ 226753 h 4105568"/>
                <a:gd name="csX3" fmla="*/ 3987843 w 4094215"/>
                <a:gd name="csY3" fmla="*/ 144692 h 4105568"/>
                <a:gd name="csX4" fmla="*/ 3835443 w 4094215"/>
                <a:gd name="csY4" fmla="*/ 1586630 h 4105568"/>
                <a:gd name="csX5" fmla="*/ 2463843 w 4094215"/>
                <a:gd name="csY5" fmla="*/ 2090723 h 4105568"/>
                <a:gd name="csX6" fmla="*/ 1352 w 4094215"/>
                <a:gd name="csY6" fmla="*/ 4103738 h 4105568"/>
                <a:gd name="csX0" fmla="*/ 1978 w 4094841"/>
                <a:gd name="csY0" fmla="*/ 4101966 h 4104114"/>
                <a:gd name="csX1" fmla="*/ 2058783 w 4094841"/>
                <a:gd name="csY1" fmla="*/ 1668597 h 4104114"/>
                <a:gd name="csX2" fmla="*/ 2640315 w 4094841"/>
                <a:gd name="csY2" fmla="*/ 224981 h 4104114"/>
                <a:gd name="csX3" fmla="*/ 3988469 w 4094841"/>
                <a:gd name="csY3" fmla="*/ 142920 h 4104114"/>
                <a:gd name="csX4" fmla="*/ 3836069 w 4094841"/>
                <a:gd name="csY4" fmla="*/ 1584858 h 4104114"/>
                <a:gd name="csX5" fmla="*/ 2464469 w 4094841"/>
                <a:gd name="csY5" fmla="*/ 2088951 h 4104114"/>
                <a:gd name="csX6" fmla="*/ 1978 w 4094841"/>
                <a:gd name="csY6" fmla="*/ 4101966 h 4104114"/>
                <a:gd name="csX0" fmla="*/ 1943 w 4132359"/>
                <a:gd name="csY0" fmla="*/ 3750277 h 3752868"/>
                <a:gd name="csX1" fmla="*/ 2096301 w 4132359"/>
                <a:gd name="csY1" fmla="*/ 1668597 h 3752868"/>
                <a:gd name="csX2" fmla="*/ 2677833 w 4132359"/>
                <a:gd name="csY2" fmla="*/ 224981 h 3752868"/>
                <a:gd name="csX3" fmla="*/ 4025987 w 4132359"/>
                <a:gd name="csY3" fmla="*/ 142920 h 3752868"/>
                <a:gd name="csX4" fmla="*/ 3873587 w 4132359"/>
                <a:gd name="csY4" fmla="*/ 1584858 h 3752868"/>
                <a:gd name="csX5" fmla="*/ 2501987 w 4132359"/>
                <a:gd name="csY5" fmla="*/ 2088951 h 3752868"/>
                <a:gd name="csX6" fmla="*/ 1943 w 4132359"/>
                <a:gd name="csY6" fmla="*/ 3750277 h 3752868"/>
                <a:gd name="csX0" fmla="*/ 7123 w 4137539"/>
                <a:gd name="csY0" fmla="*/ 3776554 h 3776601"/>
                <a:gd name="csX1" fmla="*/ 1782278 w 4137539"/>
                <a:gd name="csY1" fmla="*/ 2163796 h 3776601"/>
                <a:gd name="csX2" fmla="*/ 2683013 w 4137539"/>
                <a:gd name="csY2" fmla="*/ 251258 h 3776601"/>
                <a:gd name="csX3" fmla="*/ 4031167 w 4137539"/>
                <a:gd name="csY3" fmla="*/ 169197 h 3776601"/>
                <a:gd name="csX4" fmla="*/ 3878767 w 4137539"/>
                <a:gd name="csY4" fmla="*/ 1611135 h 3776601"/>
                <a:gd name="csX5" fmla="*/ 2507167 w 4137539"/>
                <a:gd name="csY5" fmla="*/ 2115228 h 3776601"/>
                <a:gd name="csX6" fmla="*/ 7123 w 4137539"/>
                <a:gd name="csY6" fmla="*/ 3776554 h 3776601"/>
                <a:gd name="csX0" fmla="*/ 25 w 4130441"/>
                <a:gd name="csY0" fmla="*/ 3776554 h 3776586"/>
                <a:gd name="csX1" fmla="*/ 1775180 w 4130441"/>
                <a:gd name="csY1" fmla="*/ 2163796 h 3776586"/>
                <a:gd name="csX2" fmla="*/ 2675915 w 4130441"/>
                <a:gd name="csY2" fmla="*/ 251258 h 3776586"/>
                <a:gd name="csX3" fmla="*/ 4024069 w 4130441"/>
                <a:gd name="csY3" fmla="*/ 169197 h 3776586"/>
                <a:gd name="csX4" fmla="*/ 3871669 w 4130441"/>
                <a:gd name="csY4" fmla="*/ 1611135 h 3776586"/>
                <a:gd name="csX5" fmla="*/ 1814719 w 4130441"/>
                <a:gd name="csY5" fmla="*/ 2207339 h 3776586"/>
                <a:gd name="csX6" fmla="*/ 25 w 4130441"/>
                <a:gd name="csY6" fmla="*/ 3776554 h 3776586"/>
                <a:gd name="csX0" fmla="*/ 25 w 4130441"/>
                <a:gd name="csY0" fmla="*/ 3776554 h 3776589"/>
                <a:gd name="csX1" fmla="*/ 1775180 w 4130441"/>
                <a:gd name="csY1" fmla="*/ 2163796 h 3776589"/>
                <a:gd name="csX2" fmla="*/ 2675915 w 4130441"/>
                <a:gd name="csY2" fmla="*/ 251258 h 3776589"/>
                <a:gd name="csX3" fmla="*/ 4024069 w 4130441"/>
                <a:gd name="csY3" fmla="*/ 169197 h 3776589"/>
                <a:gd name="csX4" fmla="*/ 3871669 w 4130441"/>
                <a:gd name="csY4" fmla="*/ 1611135 h 3776589"/>
                <a:gd name="csX5" fmla="*/ 1814719 w 4130441"/>
                <a:gd name="csY5" fmla="*/ 2207339 h 3776589"/>
                <a:gd name="csX6" fmla="*/ 25 w 4130441"/>
                <a:gd name="csY6" fmla="*/ 3776554 h 3776589"/>
                <a:gd name="csX0" fmla="*/ 25 w 3957457"/>
                <a:gd name="csY0" fmla="*/ 3611866 h 3611901"/>
                <a:gd name="csX1" fmla="*/ 1775180 w 3957457"/>
                <a:gd name="csY1" fmla="*/ 1999108 h 3611901"/>
                <a:gd name="csX2" fmla="*/ 2675915 w 3957457"/>
                <a:gd name="csY2" fmla="*/ 86570 h 3611901"/>
                <a:gd name="csX3" fmla="*/ 3554650 w 3957457"/>
                <a:gd name="csY3" fmla="*/ 439934 h 3611901"/>
                <a:gd name="csX4" fmla="*/ 3871669 w 3957457"/>
                <a:gd name="csY4" fmla="*/ 1446447 h 3611901"/>
                <a:gd name="csX5" fmla="*/ 1814719 w 3957457"/>
                <a:gd name="csY5" fmla="*/ 2042651 h 3611901"/>
                <a:gd name="csX6" fmla="*/ 25 w 3957457"/>
                <a:gd name="csY6" fmla="*/ 3611866 h 3611901"/>
                <a:gd name="csX0" fmla="*/ 25 w 3957253"/>
                <a:gd name="csY0" fmla="*/ 3368639 h 3368674"/>
                <a:gd name="csX1" fmla="*/ 1775180 w 3957253"/>
                <a:gd name="csY1" fmla="*/ 1755881 h 3368674"/>
                <a:gd name="csX2" fmla="*/ 2685304 w 3957253"/>
                <a:gd name="csY2" fmla="*/ 144791 h 3368674"/>
                <a:gd name="csX3" fmla="*/ 3554650 w 3957253"/>
                <a:gd name="csY3" fmla="*/ 196707 h 3368674"/>
                <a:gd name="csX4" fmla="*/ 3871669 w 3957253"/>
                <a:gd name="csY4" fmla="*/ 1203220 h 3368674"/>
                <a:gd name="csX5" fmla="*/ 1814719 w 3957253"/>
                <a:gd name="csY5" fmla="*/ 1799424 h 3368674"/>
                <a:gd name="csX6" fmla="*/ 25 w 3957253"/>
                <a:gd name="csY6" fmla="*/ 3368639 h 3368674"/>
                <a:gd name="csX0" fmla="*/ 25 w 3705517"/>
                <a:gd name="csY0" fmla="*/ 3358570 h 3358603"/>
                <a:gd name="csX1" fmla="*/ 1775180 w 3705517"/>
                <a:gd name="csY1" fmla="*/ 1745812 h 3358603"/>
                <a:gd name="csX2" fmla="*/ 2685304 w 3705517"/>
                <a:gd name="csY2" fmla="*/ 134722 h 3358603"/>
                <a:gd name="csX3" fmla="*/ 3554650 w 3705517"/>
                <a:gd name="csY3" fmla="*/ 186638 h 3358603"/>
                <a:gd name="csX4" fmla="*/ 3552464 w 3705517"/>
                <a:gd name="csY4" fmla="*/ 975438 h 3358603"/>
                <a:gd name="csX5" fmla="*/ 1814719 w 3705517"/>
                <a:gd name="csY5" fmla="*/ 1789355 h 3358603"/>
                <a:gd name="csX6" fmla="*/ 25 w 3705517"/>
                <a:gd name="csY6" fmla="*/ 3358570 h 3358603"/>
                <a:gd name="csX0" fmla="*/ 2290 w 3707782"/>
                <a:gd name="csY0" fmla="*/ 3305196 h 3314287"/>
                <a:gd name="csX1" fmla="*/ 2199921 w 3707782"/>
                <a:gd name="csY1" fmla="*/ 955568 h 3314287"/>
                <a:gd name="csX2" fmla="*/ 2687569 w 3707782"/>
                <a:gd name="csY2" fmla="*/ 81348 h 3314287"/>
                <a:gd name="csX3" fmla="*/ 3556915 w 3707782"/>
                <a:gd name="csY3" fmla="*/ 133264 h 3314287"/>
                <a:gd name="csX4" fmla="*/ 3554729 w 3707782"/>
                <a:gd name="csY4" fmla="*/ 922064 h 3314287"/>
                <a:gd name="csX5" fmla="*/ 1816984 w 3707782"/>
                <a:gd name="csY5" fmla="*/ 1735981 h 3314287"/>
                <a:gd name="csX6" fmla="*/ 2290 w 3707782"/>
                <a:gd name="csY6" fmla="*/ 3305196 h 3314287"/>
                <a:gd name="csX0" fmla="*/ 377 w 3705869"/>
                <a:gd name="csY0" fmla="*/ 3305196 h 3313168"/>
                <a:gd name="csX1" fmla="*/ 2198008 w 3705869"/>
                <a:gd name="csY1" fmla="*/ 955568 h 3313168"/>
                <a:gd name="csX2" fmla="*/ 2685656 w 3705869"/>
                <a:gd name="csY2" fmla="*/ 81348 h 3313168"/>
                <a:gd name="csX3" fmla="*/ 3555002 w 3705869"/>
                <a:gd name="csY3" fmla="*/ 133264 h 3313168"/>
                <a:gd name="csX4" fmla="*/ 3552816 w 3705869"/>
                <a:gd name="csY4" fmla="*/ 922064 h 3313168"/>
                <a:gd name="csX5" fmla="*/ 2378375 w 3705869"/>
                <a:gd name="csY5" fmla="*/ 1694113 h 3313168"/>
                <a:gd name="csX6" fmla="*/ 377 w 3705869"/>
                <a:gd name="csY6" fmla="*/ 3305196 h 3313168"/>
                <a:gd name="csX0" fmla="*/ 377 w 3705869"/>
                <a:gd name="csY0" fmla="*/ 3305196 h 3311216"/>
                <a:gd name="csX1" fmla="*/ 2198008 w 3705869"/>
                <a:gd name="csY1" fmla="*/ 955568 h 3311216"/>
                <a:gd name="csX2" fmla="*/ 2685656 w 3705869"/>
                <a:gd name="csY2" fmla="*/ 81348 h 3311216"/>
                <a:gd name="csX3" fmla="*/ 3555002 w 3705869"/>
                <a:gd name="csY3" fmla="*/ 133264 h 3311216"/>
                <a:gd name="csX4" fmla="*/ 3552816 w 3705869"/>
                <a:gd name="csY4" fmla="*/ 922064 h 3311216"/>
                <a:gd name="csX5" fmla="*/ 2378375 w 3705869"/>
                <a:gd name="csY5" fmla="*/ 1694113 h 3311216"/>
                <a:gd name="csX6" fmla="*/ 377 w 3705869"/>
                <a:gd name="csY6" fmla="*/ 3305196 h 3311216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31250"/>
                <a:gd name="csY0" fmla="*/ 3306034 h 3313991"/>
                <a:gd name="csX1" fmla="*/ 2198008 w 4431250"/>
                <a:gd name="csY1" fmla="*/ 956406 h 3313991"/>
                <a:gd name="csX2" fmla="*/ 2685656 w 4431250"/>
                <a:gd name="csY2" fmla="*/ 82186 h 3313991"/>
                <a:gd name="csX3" fmla="*/ 3555002 w 4431250"/>
                <a:gd name="csY3" fmla="*/ 134102 h 3313991"/>
                <a:gd name="csX4" fmla="*/ 4425936 w 4431250"/>
                <a:gd name="csY4" fmla="*/ 939649 h 3313991"/>
                <a:gd name="csX5" fmla="*/ 2378375 w 4431250"/>
                <a:gd name="csY5" fmla="*/ 1694951 h 3313991"/>
                <a:gd name="csX6" fmla="*/ 377 w 4431250"/>
                <a:gd name="csY6" fmla="*/ 3306034 h 3313991"/>
                <a:gd name="csX0" fmla="*/ 377 w 4425936"/>
                <a:gd name="csY0" fmla="*/ 3306034 h 3313991"/>
                <a:gd name="csX1" fmla="*/ 2198008 w 4425936"/>
                <a:gd name="csY1" fmla="*/ 956406 h 3313991"/>
                <a:gd name="csX2" fmla="*/ 2685656 w 4425936"/>
                <a:gd name="csY2" fmla="*/ 82186 h 3313991"/>
                <a:gd name="csX3" fmla="*/ 3555002 w 4425936"/>
                <a:gd name="csY3" fmla="*/ 134102 h 3313991"/>
                <a:gd name="csX4" fmla="*/ 4425936 w 4425936"/>
                <a:gd name="csY4" fmla="*/ 939649 h 3313991"/>
                <a:gd name="csX5" fmla="*/ 2378375 w 4425936"/>
                <a:gd name="csY5" fmla="*/ 1694951 h 3313991"/>
                <a:gd name="csX6" fmla="*/ 377 w 4425936"/>
                <a:gd name="csY6" fmla="*/ 3306034 h 3313991"/>
                <a:gd name="csX0" fmla="*/ 377 w 4472878"/>
                <a:gd name="csY0" fmla="*/ 3303952 h 3311947"/>
                <a:gd name="csX1" fmla="*/ 2198008 w 4472878"/>
                <a:gd name="csY1" fmla="*/ 954324 h 3311947"/>
                <a:gd name="csX2" fmla="*/ 2685656 w 4472878"/>
                <a:gd name="csY2" fmla="*/ 80104 h 3311947"/>
                <a:gd name="csX3" fmla="*/ 3555002 w 4472878"/>
                <a:gd name="csY3" fmla="*/ 132020 h 3311947"/>
                <a:gd name="csX4" fmla="*/ 4472878 w 4472878"/>
                <a:gd name="csY4" fmla="*/ 895700 h 3311947"/>
                <a:gd name="csX5" fmla="*/ 2378375 w 4472878"/>
                <a:gd name="csY5" fmla="*/ 1692869 h 3311947"/>
                <a:gd name="csX6" fmla="*/ 377 w 4472878"/>
                <a:gd name="csY6" fmla="*/ 3303952 h 3311947"/>
                <a:gd name="csX0" fmla="*/ 377 w 4472878"/>
                <a:gd name="csY0" fmla="*/ 3489034 h 3497029"/>
                <a:gd name="csX1" fmla="*/ 2198008 w 4472878"/>
                <a:gd name="csY1" fmla="*/ 1139406 h 3497029"/>
                <a:gd name="csX2" fmla="*/ 2685656 w 4472878"/>
                <a:gd name="csY2" fmla="*/ 265186 h 3497029"/>
                <a:gd name="csX3" fmla="*/ 3742770 w 4472878"/>
                <a:gd name="csY3" fmla="*/ 49148 h 3497029"/>
                <a:gd name="csX4" fmla="*/ 4472878 w 4472878"/>
                <a:gd name="csY4" fmla="*/ 1080782 h 3497029"/>
                <a:gd name="csX5" fmla="*/ 2378375 w 4472878"/>
                <a:gd name="csY5" fmla="*/ 1877951 h 3497029"/>
                <a:gd name="csX6" fmla="*/ 377 w 4472878"/>
                <a:gd name="csY6" fmla="*/ 3489034 h 3497029"/>
                <a:gd name="csX0" fmla="*/ 377 w 4482266"/>
                <a:gd name="csY0" fmla="*/ 3489034 h 3497029"/>
                <a:gd name="csX1" fmla="*/ 2198008 w 4482266"/>
                <a:gd name="csY1" fmla="*/ 1139406 h 3497029"/>
                <a:gd name="csX2" fmla="*/ 2685656 w 4482266"/>
                <a:gd name="csY2" fmla="*/ 265186 h 3497029"/>
                <a:gd name="csX3" fmla="*/ 3742770 w 4482266"/>
                <a:gd name="csY3" fmla="*/ 49148 h 3497029"/>
                <a:gd name="csX4" fmla="*/ 4482266 w 4482266"/>
                <a:gd name="csY4" fmla="*/ 1080782 h 3497029"/>
                <a:gd name="csX5" fmla="*/ 2378375 w 4482266"/>
                <a:gd name="csY5" fmla="*/ 1877951 h 3497029"/>
                <a:gd name="csX6" fmla="*/ 377 w 4482266"/>
                <a:gd name="csY6" fmla="*/ 3489034 h 3497029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10188 w 4492077"/>
                <a:gd name="csY0" fmla="*/ 3488052 h 3497366"/>
                <a:gd name="csX1" fmla="*/ 1804118 w 4492077"/>
                <a:gd name="csY1" fmla="*/ 1096559 h 3497366"/>
                <a:gd name="csX2" fmla="*/ 2695467 w 4492077"/>
                <a:gd name="csY2" fmla="*/ 264204 h 3497366"/>
                <a:gd name="csX3" fmla="*/ 3752581 w 4492077"/>
                <a:gd name="csY3" fmla="*/ 48166 h 3497366"/>
                <a:gd name="csX4" fmla="*/ 4492077 w 4492077"/>
                <a:gd name="csY4" fmla="*/ 1079800 h 3497366"/>
                <a:gd name="csX5" fmla="*/ 2688616 w 4492077"/>
                <a:gd name="csY5" fmla="*/ 1893718 h 3497366"/>
                <a:gd name="csX6" fmla="*/ 10188 w 4492077"/>
                <a:gd name="csY6" fmla="*/ 3488052 h 3497366"/>
                <a:gd name="csX0" fmla="*/ 10188 w 4492077"/>
                <a:gd name="csY0" fmla="*/ 3488052 h 3500595"/>
                <a:gd name="csX1" fmla="*/ 1804118 w 4492077"/>
                <a:gd name="csY1" fmla="*/ 1096559 h 3500595"/>
                <a:gd name="csX2" fmla="*/ 2695467 w 4492077"/>
                <a:gd name="csY2" fmla="*/ 264204 h 3500595"/>
                <a:gd name="csX3" fmla="*/ 3752581 w 4492077"/>
                <a:gd name="csY3" fmla="*/ 48166 h 3500595"/>
                <a:gd name="csX4" fmla="*/ 4492077 w 4492077"/>
                <a:gd name="csY4" fmla="*/ 1079800 h 3500595"/>
                <a:gd name="csX5" fmla="*/ 2688616 w 4492077"/>
                <a:gd name="csY5" fmla="*/ 1893718 h 3500595"/>
                <a:gd name="csX6" fmla="*/ 10188 w 4492077"/>
                <a:gd name="csY6" fmla="*/ 3488052 h 3500595"/>
                <a:gd name="csX0" fmla="*/ 10188 w 4492077"/>
                <a:gd name="csY0" fmla="*/ 3488052 h 3500888"/>
                <a:gd name="csX1" fmla="*/ 1804118 w 4492077"/>
                <a:gd name="csY1" fmla="*/ 1096559 h 3500888"/>
                <a:gd name="csX2" fmla="*/ 2695467 w 4492077"/>
                <a:gd name="csY2" fmla="*/ 264204 h 3500888"/>
                <a:gd name="csX3" fmla="*/ 3752581 w 4492077"/>
                <a:gd name="csY3" fmla="*/ 48166 h 3500888"/>
                <a:gd name="csX4" fmla="*/ 4492077 w 4492077"/>
                <a:gd name="csY4" fmla="*/ 1079800 h 3500888"/>
                <a:gd name="csX5" fmla="*/ 2688616 w 4492077"/>
                <a:gd name="csY5" fmla="*/ 1893718 h 3500888"/>
                <a:gd name="csX6" fmla="*/ 10188 w 4492077"/>
                <a:gd name="csY6" fmla="*/ 3488052 h 3500888"/>
                <a:gd name="csX0" fmla="*/ 27731 w 3289130"/>
                <a:gd name="csY0" fmla="*/ 2449732 h 2473361"/>
                <a:gd name="csX1" fmla="*/ 601171 w 3289130"/>
                <a:gd name="csY1" fmla="*/ 1096559 h 2473361"/>
                <a:gd name="csX2" fmla="*/ 1492520 w 3289130"/>
                <a:gd name="csY2" fmla="*/ 264204 h 2473361"/>
                <a:gd name="csX3" fmla="*/ 2549634 w 3289130"/>
                <a:gd name="csY3" fmla="*/ 48166 h 2473361"/>
                <a:gd name="csX4" fmla="*/ 3289130 w 3289130"/>
                <a:gd name="csY4" fmla="*/ 1079800 h 2473361"/>
                <a:gd name="csX5" fmla="*/ 1485669 w 3289130"/>
                <a:gd name="csY5" fmla="*/ 1893718 h 2473361"/>
                <a:gd name="csX6" fmla="*/ 27731 w 3289130"/>
                <a:gd name="csY6" fmla="*/ 2449732 h 2473361"/>
                <a:gd name="csX0" fmla="*/ 367 w 3261766"/>
                <a:gd name="csY0" fmla="*/ 2449732 h 2449966"/>
                <a:gd name="csX1" fmla="*/ 573807 w 3261766"/>
                <a:gd name="csY1" fmla="*/ 1096559 h 2449966"/>
                <a:gd name="csX2" fmla="*/ 1465156 w 3261766"/>
                <a:gd name="csY2" fmla="*/ 264204 h 2449966"/>
                <a:gd name="csX3" fmla="*/ 2522270 w 3261766"/>
                <a:gd name="csY3" fmla="*/ 48166 h 2449966"/>
                <a:gd name="csX4" fmla="*/ 3261766 w 3261766"/>
                <a:gd name="csY4" fmla="*/ 1079800 h 2449966"/>
                <a:gd name="csX5" fmla="*/ 1458305 w 3261766"/>
                <a:gd name="csY5" fmla="*/ 1893718 h 2449966"/>
                <a:gd name="csX6" fmla="*/ 367 w 3261766"/>
                <a:gd name="csY6" fmla="*/ 2449732 h 2449966"/>
                <a:gd name="csX0" fmla="*/ 62959 w 3324358"/>
                <a:gd name="csY0" fmla="*/ 2449732 h 2487147"/>
                <a:gd name="csX1" fmla="*/ 636399 w 3324358"/>
                <a:gd name="csY1" fmla="*/ 1096559 h 2487147"/>
                <a:gd name="csX2" fmla="*/ 1527748 w 3324358"/>
                <a:gd name="csY2" fmla="*/ 264204 h 2487147"/>
                <a:gd name="csX3" fmla="*/ 2584862 w 3324358"/>
                <a:gd name="csY3" fmla="*/ 48166 h 2487147"/>
                <a:gd name="csX4" fmla="*/ 3324358 w 3324358"/>
                <a:gd name="csY4" fmla="*/ 1079800 h 2487147"/>
                <a:gd name="csX5" fmla="*/ 1520897 w 3324358"/>
                <a:gd name="csY5" fmla="*/ 1893718 h 2487147"/>
                <a:gd name="csX6" fmla="*/ 62959 w 3324358"/>
                <a:gd name="csY6" fmla="*/ 2449732 h 2487147"/>
                <a:gd name="csX0" fmla="*/ 38478 w 4482813"/>
                <a:gd name="csY0" fmla="*/ 3496425 h 3519813"/>
                <a:gd name="csX1" fmla="*/ 1794854 w 4482813"/>
                <a:gd name="csY1" fmla="*/ 1096559 h 3519813"/>
                <a:gd name="csX2" fmla="*/ 2686203 w 4482813"/>
                <a:gd name="csY2" fmla="*/ 264204 h 3519813"/>
                <a:gd name="csX3" fmla="*/ 3743317 w 4482813"/>
                <a:gd name="csY3" fmla="*/ 48166 h 3519813"/>
                <a:gd name="csX4" fmla="*/ 4482813 w 4482813"/>
                <a:gd name="csY4" fmla="*/ 1079800 h 3519813"/>
                <a:gd name="csX5" fmla="*/ 2679352 w 4482813"/>
                <a:gd name="csY5" fmla="*/ 1893718 h 3519813"/>
                <a:gd name="csX6" fmla="*/ 38478 w 4482813"/>
                <a:gd name="csY6" fmla="*/ 3496425 h 3519813"/>
                <a:gd name="csX0" fmla="*/ 9071 w 4453406"/>
                <a:gd name="csY0" fmla="*/ 3496425 h 3510301"/>
                <a:gd name="csX1" fmla="*/ 1765447 w 4453406"/>
                <a:gd name="csY1" fmla="*/ 1096559 h 3510301"/>
                <a:gd name="csX2" fmla="*/ 2656796 w 4453406"/>
                <a:gd name="csY2" fmla="*/ 264204 h 3510301"/>
                <a:gd name="csX3" fmla="*/ 3713910 w 4453406"/>
                <a:gd name="csY3" fmla="*/ 48166 h 3510301"/>
                <a:gd name="csX4" fmla="*/ 4453406 w 4453406"/>
                <a:gd name="csY4" fmla="*/ 1079800 h 3510301"/>
                <a:gd name="csX5" fmla="*/ 2649945 w 4453406"/>
                <a:gd name="csY5" fmla="*/ 1893718 h 3510301"/>
                <a:gd name="csX6" fmla="*/ 9071 w 4453406"/>
                <a:gd name="csY6" fmla="*/ 3496425 h 3510301"/>
                <a:gd name="csX0" fmla="*/ 9071 w 4453406"/>
                <a:gd name="csY0" fmla="*/ 3496425 h 3512169"/>
                <a:gd name="csX1" fmla="*/ 1765447 w 4453406"/>
                <a:gd name="csY1" fmla="*/ 1096559 h 3512169"/>
                <a:gd name="csX2" fmla="*/ 2656796 w 4453406"/>
                <a:gd name="csY2" fmla="*/ 264204 h 3512169"/>
                <a:gd name="csX3" fmla="*/ 3713910 w 4453406"/>
                <a:gd name="csY3" fmla="*/ 48166 h 3512169"/>
                <a:gd name="csX4" fmla="*/ 4453406 w 4453406"/>
                <a:gd name="csY4" fmla="*/ 1079800 h 3512169"/>
                <a:gd name="csX5" fmla="*/ 2649945 w 4453406"/>
                <a:gd name="csY5" fmla="*/ 1893718 h 3512169"/>
                <a:gd name="csX6" fmla="*/ 9071 w 4453406"/>
                <a:gd name="csY6" fmla="*/ 3496425 h 3512169"/>
                <a:gd name="csX0" fmla="*/ 9640 w 4453975"/>
                <a:gd name="csY0" fmla="*/ 3496425 h 3512169"/>
                <a:gd name="csX1" fmla="*/ 1766016 w 4453975"/>
                <a:gd name="csY1" fmla="*/ 1096559 h 3512169"/>
                <a:gd name="csX2" fmla="*/ 2657365 w 4453975"/>
                <a:gd name="csY2" fmla="*/ 264204 h 3512169"/>
                <a:gd name="csX3" fmla="*/ 3714479 w 4453975"/>
                <a:gd name="csY3" fmla="*/ 48166 h 3512169"/>
                <a:gd name="csX4" fmla="*/ 4453975 w 4453975"/>
                <a:gd name="csY4" fmla="*/ 1079800 h 3512169"/>
                <a:gd name="csX5" fmla="*/ 2650514 w 4453975"/>
                <a:gd name="csY5" fmla="*/ 1893718 h 3512169"/>
                <a:gd name="csX6" fmla="*/ 9640 w 4453975"/>
                <a:gd name="csY6" fmla="*/ 3496425 h 3512169"/>
                <a:gd name="csX0" fmla="*/ 9640 w 4453975"/>
                <a:gd name="csY0" fmla="*/ 3993467 h 4008123"/>
                <a:gd name="csX1" fmla="*/ 1766016 w 4453975"/>
                <a:gd name="csY1" fmla="*/ 1593601 h 4008123"/>
                <a:gd name="csX2" fmla="*/ 2601034 w 4453975"/>
                <a:gd name="csY2" fmla="*/ 41122 h 4008123"/>
                <a:gd name="csX3" fmla="*/ 3714479 w 4453975"/>
                <a:gd name="csY3" fmla="*/ 545208 h 4008123"/>
                <a:gd name="csX4" fmla="*/ 4453975 w 4453975"/>
                <a:gd name="csY4" fmla="*/ 1576842 h 4008123"/>
                <a:gd name="csX5" fmla="*/ 2650514 w 4453975"/>
                <a:gd name="csY5" fmla="*/ 2390760 h 4008123"/>
                <a:gd name="csX6" fmla="*/ 9640 w 4453975"/>
                <a:gd name="csY6" fmla="*/ 3993467 h 4008123"/>
                <a:gd name="csX0" fmla="*/ 9640 w 4453975"/>
                <a:gd name="csY0" fmla="*/ 3952894 h 3967550"/>
                <a:gd name="csX1" fmla="*/ 1766016 w 4453975"/>
                <a:gd name="csY1" fmla="*/ 1553028 h 3967550"/>
                <a:gd name="csX2" fmla="*/ 2601034 w 4453975"/>
                <a:gd name="csY2" fmla="*/ 549 h 3967550"/>
                <a:gd name="csX3" fmla="*/ 3714479 w 4453975"/>
                <a:gd name="csY3" fmla="*/ 504635 h 3967550"/>
                <a:gd name="csX4" fmla="*/ 4453975 w 4453975"/>
                <a:gd name="csY4" fmla="*/ 1536269 h 3967550"/>
                <a:gd name="csX5" fmla="*/ 2650514 w 4453975"/>
                <a:gd name="csY5" fmla="*/ 2350187 h 3967550"/>
                <a:gd name="csX6" fmla="*/ 9640 w 4453975"/>
                <a:gd name="csY6" fmla="*/ 3952894 h 3967550"/>
                <a:gd name="csX0" fmla="*/ 9640 w 4453975"/>
                <a:gd name="csY0" fmla="*/ 3952971 h 3968477"/>
                <a:gd name="csX1" fmla="*/ 1766016 w 4453975"/>
                <a:gd name="csY1" fmla="*/ 1553105 h 3968477"/>
                <a:gd name="csX2" fmla="*/ 2601034 w 4453975"/>
                <a:gd name="csY2" fmla="*/ 626 h 3968477"/>
                <a:gd name="csX3" fmla="*/ 3714479 w 4453975"/>
                <a:gd name="csY3" fmla="*/ 504712 h 3968477"/>
                <a:gd name="csX4" fmla="*/ 4453975 w 4453975"/>
                <a:gd name="csY4" fmla="*/ 1536346 h 3968477"/>
                <a:gd name="csX5" fmla="*/ 2650514 w 4453975"/>
                <a:gd name="csY5" fmla="*/ 2350264 h 3968477"/>
                <a:gd name="csX6" fmla="*/ 9640 w 4453975"/>
                <a:gd name="csY6" fmla="*/ 3952971 h 3968477"/>
                <a:gd name="csX0" fmla="*/ 9640 w 4517542"/>
                <a:gd name="csY0" fmla="*/ 4153948 h 4169453"/>
                <a:gd name="csX1" fmla="*/ 1766016 w 4517542"/>
                <a:gd name="csY1" fmla="*/ 1754082 h 4169453"/>
                <a:gd name="csX2" fmla="*/ 2601034 w 4517542"/>
                <a:gd name="csY2" fmla="*/ 201603 h 4169453"/>
                <a:gd name="csX3" fmla="*/ 4390442 w 4517542"/>
                <a:gd name="csY3" fmla="*/ 186529 h 4169453"/>
                <a:gd name="csX4" fmla="*/ 4453975 w 4517542"/>
                <a:gd name="csY4" fmla="*/ 1737323 h 4169453"/>
                <a:gd name="csX5" fmla="*/ 2650514 w 4517542"/>
                <a:gd name="csY5" fmla="*/ 2551241 h 4169453"/>
                <a:gd name="csX6" fmla="*/ 9640 w 4517542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719798"/>
                <a:gd name="csY0" fmla="*/ 4153948 h 4169453"/>
                <a:gd name="csX1" fmla="*/ 1766016 w 4719798"/>
                <a:gd name="csY1" fmla="*/ 1754082 h 4169453"/>
                <a:gd name="csX2" fmla="*/ 2601034 w 4719798"/>
                <a:gd name="csY2" fmla="*/ 201603 h 4169453"/>
                <a:gd name="csX3" fmla="*/ 4390442 w 4719798"/>
                <a:gd name="csY3" fmla="*/ 186529 h 4169453"/>
                <a:gd name="csX4" fmla="*/ 4453975 w 4719798"/>
                <a:gd name="csY4" fmla="*/ 1737323 h 4169453"/>
                <a:gd name="csX5" fmla="*/ 2650514 w 4719798"/>
                <a:gd name="csY5" fmla="*/ 2551241 h 4169453"/>
                <a:gd name="csX6" fmla="*/ 9640 w 4719798"/>
                <a:gd name="csY6" fmla="*/ 4153948 h 4169453"/>
                <a:gd name="csX0" fmla="*/ 9640 w 4684091"/>
                <a:gd name="csY0" fmla="*/ 4153948 h 4169453"/>
                <a:gd name="csX1" fmla="*/ 1766016 w 4684091"/>
                <a:gd name="csY1" fmla="*/ 1754082 h 4169453"/>
                <a:gd name="csX2" fmla="*/ 2601034 w 4684091"/>
                <a:gd name="csY2" fmla="*/ 201603 h 4169453"/>
                <a:gd name="csX3" fmla="*/ 4390442 w 4684091"/>
                <a:gd name="csY3" fmla="*/ 186529 h 4169453"/>
                <a:gd name="csX4" fmla="*/ 4453975 w 4684091"/>
                <a:gd name="csY4" fmla="*/ 1737323 h 4169453"/>
                <a:gd name="csX5" fmla="*/ 2650514 w 4684091"/>
                <a:gd name="csY5" fmla="*/ 2551241 h 4169453"/>
                <a:gd name="csX6" fmla="*/ 9640 w 4684091"/>
                <a:gd name="csY6" fmla="*/ 4153948 h 4169453"/>
                <a:gd name="csX0" fmla="*/ 9640 w 4747938"/>
                <a:gd name="csY0" fmla="*/ 4153948 h 4169453"/>
                <a:gd name="csX1" fmla="*/ 1766016 w 4747938"/>
                <a:gd name="csY1" fmla="*/ 1754082 h 4169453"/>
                <a:gd name="csX2" fmla="*/ 2601034 w 4747938"/>
                <a:gd name="csY2" fmla="*/ 201603 h 4169453"/>
                <a:gd name="csX3" fmla="*/ 4390442 w 4747938"/>
                <a:gd name="csY3" fmla="*/ 186529 h 4169453"/>
                <a:gd name="csX4" fmla="*/ 4453975 w 4747938"/>
                <a:gd name="csY4" fmla="*/ 1737323 h 4169453"/>
                <a:gd name="csX5" fmla="*/ 2650514 w 4747938"/>
                <a:gd name="csY5" fmla="*/ 2551241 h 4169453"/>
                <a:gd name="csX6" fmla="*/ 9640 w 4747938"/>
                <a:gd name="csY6" fmla="*/ 4153948 h 4169453"/>
                <a:gd name="csX0" fmla="*/ 9640 w 4747938"/>
                <a:gd name="csY0" fmla="*/ 4205765 h 4221270"/>
                <a:gd name="csX1" fmla="*/ 1766016 w 4747938"/>
                <a:gd name="csY1" fmla="*/ 1805899 h 4221270"/>
                <a:gd name="csX2" fmla="*/ 2601034 w 4747938"/>
                <a:gd name="csY2" fmla="*/ 253420 h 4221270"/>
                <a:gd name="csX3" fmla="*/ 4390442 w 4747938"/>
                <a:gd name="csY3" fmla="*/ 238346 h 4221270"/>
                <a:gd name="csX4" fmla="*/ 4453975 w 4747938"/>
                <a:gd name="csY4" fmla="*/ 1789140 h 4221270"/>
                <a:gd name="csX5" fmla="*/ 2650514 w 4747938"/>
                <a:gd name="csY5" fmla="*/ 2603058 h 4221270"/>
                <a:gd name="csX6" fmla="*/ 9640 w 4747938"/>
                <a:gd name="csY6" fmla="*/ 4205765 h 4221270"/>
                <a:gd name="csX0" fmla="*/ 9640 w 4769359"/>
                <a:gd name="csY0" fmla="*/ 4189897 h 4205402"/>
                <a:gd name="csX1" fmla="*/ 1766016 w 4769359"/>
                <a:gd name="csY1" fmla="*/ 1790031 h 4205402"/>
                <a:gd name="csX2" fmla="*/ 2601034 w 4769359"/>
                <a:gd name="csY2" fmla="*/ 237552 h 4205402"/>
                <a:gd name="csX3" fmla="*/ 4446772 w 4769359"/>
                <a:gd name="csY3" fmla="*/ 163863 h 4205402"/>
                <a:gd name="csX4" fmla="*/ 4453975 w 4769359"/>
                <a:gd name="csY4" fmla="*/ 1773272 h 4205402"/>
                <a:gd name="csX5" fmla="*/ 2650514 w 4769359"/>
                <a:gd name="csY5" fmla="*/ 2587190 h 4205402"/>
                <a:gd name="csX6" fmla="*/ 9640 w 4769359"/>
                <a:gd name="csY6" fmla="*/ 4189897 h 4205402"/>
                <a:gd name="csX0" fmla="*/ 9640 w 4747938"/>
                <a:gd name="csY0" fmla="*/ 4212142 h 4227647"/>
                <a:gd name="csX1" fmla="*/ 1766016 w 4747938"/>
                <a:gd name="csY1" fmla="*/ 1812276 h 4227647"/>
                <a:gd name="csX2" fmla="*/ 2601034 w 4747938"/>
                <a:gd name="csY2" fmla="*/ 259797 h 4227647"/>
                <a:gd name="csX3" fmla="*/ 4390441 w 4747938"/>
                <a:gd name="csY3" fmla="*/ 152614 h 4227647"/>
                <a:gd name="csX4" fmla="*/ 4453975 w 4747938"/>
                <a:gd name="csY4" fmla="*/ 1795517 h 4227647"/>
                <a:gd name="csX5" fmla="*/ 2650514 w 4747938"/>
                <a:gd name="csY5" fmla="*/ 2609435 h 4227647"/>
                <a:gd name="csX6" fmla="*/ 9640 w 4747938"/>
                <a:gd name="csY6" fmla="*/ 4212142 h 4227647"/>
                <a:gd name="csX0" fmla="*/ 8567 w 4746865"/>
                <a:gd name="csY0" fmla="*/ 4212143 h 4219435"/>
                <a:gd name="csX1" fmla="*/ 1745271 w 4746865"/>
                <a:gd name="csY1" fmla="*/ 1812279 h 4219435"/>
                <a:gd name="csX2" fmla="*/ 2599961 w 4746865"/>
                <a:gd name="csY2" fmla="*/ 259798 h 4219435"/>
                <a:gd name="csX3" fmla="*/ 4389368 w 4746865"/>
                <a:gd name="csY3" fmla="*/ 152615 h 4219435"/>
                <a:gd name="csX4" fmla="*/ 4452902 w 4746865"/>
                <a:gd name="csY4" fmla="*/ 1795518 h 4219435"/>
                <a:gd name="csX5" fmla="*/ 2649441 w 4746865"/>
                <a:gd name="csY5" fmla="*/ 2609436 h 4219435"/>
                <a:gd name="csX6" fmla="*/ 8567 w 4746865"/>
                <a:gd name="csY6" fmla="*/ 4212143 h 4219435"/>
                <a:gd name="csX0" fmla="*/ 8451 w 4746749"/>
                <a:gd name="csY0" fmla="*/ 4212143 h 4219813"/>
                <a:gd name="csX1" fmla="*/ 1745155 w 4746749"/>
                <a:gd name="csY1" fmla="*/ 1812279 h 4219813"/>
                <a:gd name="csX2" fmla="*/ 2599845 w 4746749"/>
                <a:gd name="csY2" fmla="*/ 259798 h 4219813"/>
                <a:gd name="csX3" fmla="*/ 4389252 w 4746749"/>
                <a:gd name="csY3" fmla="*/ 152615 h 4219813"/>
                <a:gd name="csX4" fmla="*/ 4452786 w 4746749"/>
                <a:gd name="csY4" fmla="*/ 1795518 h 4219813"/>
                <a:gd name="csX5" fmla="*/ 2642769 w 4746749"/>
                <a:gd name="csY5" fmla="*/ 2626986 h 4219813"/>
                <a:gd name="csX6" fmla="*/ 8451 w 4746749"/>
                <a:gd name="csY6" fmla="*/ 4212143 h 4219813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594 w 4746892"/>
                <a:gd name="csY0" fmla="*/ 4213311 h 4220527"/>
                <a:gd name="csX1" fmla="*/ 1738740 w 4746892"/>
                <a:gd name="csY1" fmla="*/ 1836843 h 4220527"/>
                <a:gd name="csX2" fmla="*/ 2599988 w 4746892"/>
                <a:gd name="csY2" fmla="*/ 260966 h 4220527"/>
                <a:gd name="csX3" fmla="*/ 4389395 w 4746892"/>
                <a:gd name="csY3" fmla="*/ 153783 h 4220527"/>
                <a:gd name="csX4" fmla="*/ 4452929 w 4746892"/>
                <a:gd name="csY4" fmla="*/ 1796686 h 4220527"/>
                <a:gd name="csX5" fmla="*/ 2642912 w 4746892"/>
                <a:gd name="csY5" fmla="*/ 2628154 h 4220527"/>
                <a:gd name="csX6" fmla="*/ 8594 w 4746892"/>
                <a:gd name="csY6" fmla="*/ 4213311 h 4220527"/>
                <a:gd name="csX0" fmla="*/ 8594 w 4693867"/>
                <a:gd name="csY0" fmla="*/ 4136922 h 4144138"/>
                <a:gd name="csX1" fmla="*/ 1738740 w 4693867"/>
                <a:gd name="csY1" fmla="*/ 1760454 h 4144138"/>
                <a:gd name="csX2" fmla="*/ 2599988 w 4693867"/>
                <a:gd name="csY2" fmla="*/ 184577 h 4144138"/>
                <a:gd name="csX3" fmla="*/ 4389395 w 4693867"/>
                <a:gd name="csY3" fmla="*/ 77394 h 4144138"/>
                <a:gd name="csX4" fmla="*/ 4452929 w 4693867"/>
                <a:gd name="csY4" fmla="*/ 1720297 h 4144138"/>
                <a:gd name="csX5" fmla="*/ 2642912 w 4693867"/>
                <a:gd name="csY5" fmla="*/ 2551765 h 4144138"/>
                <a:gd name="csX6" fmla="*/ 8594 w 4693867"/>
                <a:gd name="csY6" fmla="*/ 4136922 h 4144138"/>
                <a:gd name="csX0" fmla="*/ 8594 w 4699247"/>
                <a:gd name="csY0" fmla="*/ 4098901 h 4106117"/>
                <a:gd name="csX1" fmla="*/ 1738740 w 4699247"/>
                <a:gd name="csY1" fmla="*/ 1722433 h 4106117"/>
                <a:gd name="csX2" fmla="*/ 2599988 w 4699247"/>
                <a:gd name="csY2" fmla="*/ 146556 h 4106117"/>
                <a:gd name="csX3" fmla="*/ 4409070 w 4699247"/>
                <a:gd name="csY3" fmla="*/ 115412 h 4106117"/>
                <a:gd name="csX4" fmla="*/ 4452929 w 4699247"/>
                <a:gd name="csY4" fmla="*/ 1682276 h 4106117"/>
                <a:gd name="csX5" fmla="*/ 2642912 w 4699247"/>
                <a:gd name="csY5" fmla="*/ 2513744 h 4106117"/>
                <a:gd name="csX6" fmla="*/ 8594 w 4699247"/>
                <a:gd name="csY6" fmla="*/ 4098901 h 4106117"/>
                <a:gd name="csX0" fmla="*/ 8594 w 4703971"/>
                <a:gd name="csY0" fmla="*/ 4107920 h 4115136"/>
                <a:gd name="csX1" fmla="*/ 1738740 w 4703971"/>
                <a:gd name="csY1" fmla="*/ 1731452 h 4115136"/>
                <a:gd name="csX2" fmla="*/ 2599988 w 4703971"/>
                <a:gd name="csY2" fmla="*/ 155575 h 4115136"/>
                <a:gd name="csX3" fmla="*/ 4409070 w 4703971"/>
                <a:gd name="csY3" fmla="*/ 124431 h 4115136"/>
                <a:gd name="csX4" fmla="*/ 4452929 w 4703971"/>
                <a:gd name="csY4" fmla="*/ 1691295 h 4115136"/>
                <a:gd name="csX5" fmla="*/ 2642912 w 4703971"/>
                <a:gd name="csY5" fmla="*/ 2522763 h 4115136"/>
                <a:gd name="csX6" fmla="*/ 8594 w 4703971"/>
                <a:gd name="csY6" fmla="*/ 4107920 h 4115136"/>
                <a:gd name="csX0" fmla="*/ 8594 w 4703971"/>
                <a:gd name="csY0" fmla="*/ 4195888 h 4203104"/>
                <a:gd name="csX1" fmla="*/ 1738740 w 4703971"/>
                <a:gd name="csY1" fmla="*/ 1819420 h 4203104"/>
                <a:gd name="csX2" fmla="*/ 2599988 w 4703971"/>
                <a:gd name="csY2" fmla="*/ 243543 h 4203104"/>
                <a:gd name="csX3" fmla="*/ 4409070 w 4703971"/>
                <a:gd name="csY3" fmla="*/ 212399 h 4203104"/>
                <a:gd name="csX4" fmla="*/ 4452929 w 4703971"/>
                <a:gd name="csY4" fmla="*/ 1779263 h 4203104"/>
                <a:gd name="csX5" fmla="*/ 2642912 w 4703971"/>
                <a:gd name="csY5" fmla="*/ 2610731 h 4203104"/>
                <a:gd name="csX6" fmla="*/ 8594 w 4703971"/>
                <a:gd name="csY6" fmla="*/ 4195888 h 4203104"/>
                <a:gd name="csX0" fmla="*/ 8594 w 4703971"/>
                <a:gd name="csY0" fmla="*/ 4213778 h 4220994"/>
                <a:gd name="csX1" fmla="*/ 1738740 w 4703971"/>
                <a:gd name="csY1" fmla="*/ 1837310 h 4220994"/>
                <a:gd name="csX2" fmla="*/ 2599988 w 4703971"/>
                <a:gd name="csY2" fmla="*/ 261433 h 4220994"/>
                <a:gd name="csX3" fmla="*/ 4409070 w 4703971"/>
                <a:gd name="csY3" fmla="*/ 230289 h 4220994"/>
                <a:gd name="csX4" fmla="*/ 4452929 w 4703971"/>
                <a:gd name="csY4" fmla="*/ 1797153 h 4220994"/>
                <a:gd name="csX5" fmla="*/ 2642912 w 4703971"/>
                <a:gd name="csY5" fmla="*/ 2628621 h 4220994"/>
                <a:gd name="csX6" fmla="*/ 8594 w 4703971"/>
                <a:gd name="csY6" fmla="*/ 4213778 h 4220994"/>
                <a:gd name="csX0" fmla="*/ 8594 w 4855548"/>
                <a:gd name="csY0" fmla="*/ 4390510 h 4397726"/>
                <a:gd name="csX1" fmla="*/ 1738740 w 4855548"/>
                <a:gd name="csY1" fmla="*/ 2014042 h 4397726"/>
                <a:gd name="csX2" fmla="*/ 2599988 w 4855548"/>
                <a:gd name="csY2" fmla="*/ 438165 h 4397726"/>
                <a:gd name="csX3" fmla="*/ 4756647 w 4855548"/>
                <a:gd name="csY3" fmla="*/ 26825 h 4397726"/>
                <a:gd name="csX4" fmla="*/ 4452929 w 4855548"/>
                <a:gd name="csY4" fmla="*/ 1973885 h 4397726"/>
                <a:gd name="csX5" fmla="*/ 2642912 w 4855548"/>
                <a:gd name="csY5" fmla="*/ 2805353 h 4397726"/>
                <a:gd name="csX6" fmla="*/ 8594 w 4855548"/>
                <a:gd name="csY6" fmla="*/ 4390510 h 4397726"/>
                <a:gd name="csX0" fmla="*/ 8594 w 5018748"/>
                <a:gd name="csY0" fmla="*/ 4545598 h 4552814"/>
                <a:gd name="csX1" fmla="*/ 1738740 w 5018748"/>
                <a:gd name="csY1" fmla="*/ 2169130 h 4552814"/>
                <a:gd name="csX2" fmla="*/ 2599988 w 5018748"/>
                <a:gd name="csY2" fmla="*/ 593253 h 4552814"/>
                <a:gd name="csX3" fmla="*/ 4973062 w 5018748"/>
                <a:gd name="csY3" fmla="*/ 18136 h 4552814"/>
                <a:gd name="csX4" fmla="*/ 4452929 w 5018748"/>
                <a:gd name="csY4" fmla="*/ 2128973 h 4552814"/>
                <a:gd name="csX5" fmla="*/ 2642912 w 5018748"/>
                <a:gd name="csY5" fmla="*/ 2960441 h 4552814"/>
                <a:gd name="csX6" fmla="*/ 8594 w 5018748"/>
                <a:gd name="csY6" fmla="*/ 4545598 h 4552814"/>
                <a:gd name="csX0" fmla="*/ 8594 w 5002691"/>
                <a:gd name="csY0" fmla="*/ 4537753 h 4544969"/>
                <a:gd name="csX1" fmla="*/ 1738740 w 5002691"/>
                <a:gd name="csY1" fmla="*/ 2161285 h 4544969"/>
                <a:gd name="csX2" fmla="*/ 2599988 w 5002691"/>
                <a:gd name="csY2" fmla="*/ 585408 h 4544969"/>
                <a:gd name="csX3" fmla="*/ 4973062 w 5002691"/>
                <a:gd name="csY3" fmla="*/ 10291 h 4544969"/>
                <a:gd name="csX4" fmla="*/ 4452929 w 5002691"/>
                <a:gd name="csY4" fmla="*/ 2121128 h 4544969"/>
                <a:gd name="csX5" fmla="*/ 2642912 w 5002691"/>
                <a:gd name="csY5" fmla="*/ 2952596 h 4544969"/>
                <a:gd name="csX6" fmla="*/ 8594 w 5002691"/>
                <a:gd name="csY6" fmla="*/ 4537753 h 4544969"/>
                <a:gd name="csX0" fmla="*/ 8594 w 4705059"/>
                <a:gd name="csY0" fmla="*/ 4122711 h 4129927"/>
                <a:gd name="csX1" fmla="*/ 1738740 w 4705059"/>
                <a:gd name="csY1" fmla="*/ 1746243 h 4129927"/>
                <a:gd name="csX2" fmla="*/ 2599988 w 4705059"/>
                <a:gd name="csY2" fmla="*/ 170366 h 4129927"/>
                <a:gd name="csX3" fmla="*/ 4446032 w 4705059"/>
                <a:gd name="csY3" fmla="*/ 89415 h 4129927"/>
                <a:gd name="csX4" fmla="*/ 4452929 w 4705059"/>
                <a:gd name="csY4" fmla="*/ 1706086 h 4129927"/>
                <a:gd name="csX5" fmla="*/ 2642912 w 4705059"/>
                <a:gd name="csY5" fmla="*/ 2537554 h 4129927"/>
                <a:gd name="csX6" fmla="*/ 8594 w 4705059"/>
                <a:gd name="csY6" fmla="*/ 4122711 h 4129927"/>
                <a:gd name="csX0" fmla="*/ 8594 w 4596663"/>
                <a:gd name="csY0" fmla="*/ 4215533 h 4224499"/>
                <a:gd name="csX1" fmla="*/ 1738740 w 4596663"/>
                <a:gd name="csY1" fmla="*/ 1839065 h 4224499"/>
                <a:gd name="csX2" fmla="*/ 2599988 w 4596663"/>
                <a:gd name="csY2" fmla="*/ 263188 h 4224499"/>
                <a:gd name="csX3" fmla="*/ 4446032 w 4596663"/>
                <a:gd name="csY3" fmla="*/ 182237 h 4224499"/>
                <a:gd name="csX4" fmla="*/ 4129398 w 4596663"/>
                <a:gd name="csY4" fmla="*/ 2079669 h 4224499"/>
                <a:gd name="csX5" fmla="*/ 2642912 w 4596663"/>
                <a:gd name="csY5" fmla="*/ 2630376 h 4224499"/>
                <a:gd name="csX6" fmla="*/ 8594 w 4596663"/>
                <a:gd name="csY6" fmla="*/ 4215533 h 4224499"/>
                <a:gd name="csX0" fmla="*/ 10635 w 4618520"/>
                <a:gd name="csY0" fmla="*/ 4140860 h 4149826"/>
                <a:gd name="csX1" fmla="*/ 1740781 w 4618520"/>
                <a:gd name="csY1" fmla="*/ 1764392 h 4149826"/>
                <a:gd name="csX2" fmla="*/ 2330962 w 4618520"/>
                <a:gd name="csY2" fmla="*/ 399085 h 4149826"/>
                <a:gd name="csX3" fmla="*/ 4448073 w 4618520"/>
                <a:gd name="csY3" fmla="*/ 107564 h 4149826"/>
                <a:gd name="csX4" fmla="*/ 4131439 w 4618520"/>
                <a:gd name="csY4" fmla="*/ 2004996 h 4149826"/>
                <a:gd name="csX5" fmla="*/ 2644953 w 4618520"/>
                <a:gd name="csY5" fmla="*/ 2555703 h 4149826"/>
                <a:gd name="csX6" fmla="*/ 10635 w 4618520"/>
                <a:gd name="csY6" fmla="*/ 4140860 h 4149826"/>
                <a:gd name="csX0" fmla="*/ 2473 w 4610358"/>
                <a:gd name="csY0" fmla="*/ 4148168 h 4152706"/>
                <a:gd name="csX1" fmla="*/ 2161081 w 4610358"/>
                <a:gd name="csY1" fmla="*/ 2013468 h 4152706"/>
                <a:gd name="csX2" fmla="*/ 2322800 w 4610358"/>
                <a:gd name="csY2" fmla="*/ 406393 h 4152706"/>
                <a:gd name="csX3" fmla="*/ 4439911 w 4610358"/>
                <a:gd name="csY3" fmla="*/ 114872 h 4152706"/>
                <a:gd name="csX4" fmla="*/ 4123277 w 4610358"/>
                <a:gd name="csY4" fmla="*/ 2012304 h 4152706"/>
                <a:gd name="csX5" fmla="*/ 2636791 w 4610358"/>
                <a:gd name="csY5" fmla="*/ 2563011 h 4152706"/>
                <a:gd name="csX6" fmla="*/ 2473 w 4610358"/>
                <a:gd name="csY6" fmla="*/ 4148168 h 4152706"/>
                <a:gd name="csX0" fmla="*/ 400 w 4608285"/>
                <a:gd name="csY0" fmla="*/ 4148168 h 4148397"/>
                <a:gd name="csX1" fmla="*/ 2159008 w 4608285"/>
                <a:gd name="csY1" fmla="*/ 2013468 h 4148397"/>
                <a:gd name="csX2" fmla="*/ 2320727 w 4608285"/>
                <a:gd name="csY2" fmla="*/ 406393 h 4148397"/>
                <a:gd name="csX3" fmla="*/ 4437838 w 4608285"/>
                <a:gd name="csY3" fmla="*/ 114872 h 4148397"/>
                <a:gd name="csX4" fmla="*/ 4121204 w 4608285"/>
                <a:gd name="csY4" fmla="*/ 2012304 h 4148397"/>
                <a:gd name="csX5" fmla="*/ 2346163 w 4608285"/>
                <a:gd name="csY5" fmla="*/ 2149669 h 4148397"/>
                <a:gd name="csX6" fmla="*/ 400 w 4608285"/>
                <a:gd name="csY6" fmla="*/ 4148168 h 4148397"/>
                <a:gd name="csX0" fmla="*/ 400 w 4547161"/>
                <a:gd name="csY0" fmla="*/ 4069645 h 4069874"/>
                <a:gd name="csX1" fmla="*/ 2159008 w 4547161"/>
                <a:gd name="csY1" fmla="*/ 1934945 h 4069874"/>
                <a:gd name="csX2" fmla="*/ 2320727 w 4547161"/>
                <a:gd name="csY2" fmla="*/ 327870 h 4069874"/>
                <a:gd name="csX3" fmla="*/ 4437838 w 4547161"/>
                <a:gd name="csY3" fmla="*/ 36349 h 4069874"/>
                <a:gd name="csX4" fmla="*/ 4121204 w 4547161"/>
                <a:gd name="csY4" fmla="*/ 1933781 h 4069874"/>
                <a:gd name="csX5" fmla="*/ 2346163 w 4547161"/>
                <a:gd name="csY5" fmla="*/ 2071146 h 4069874"/>
                <a:gd name="csX6" fmla="*/ 400 w 4547161"/>
                <a:gd name="csY6" fmla="*/ 4069645 h 4069874"/>
                <a:gd name="csX0" fmla="*/ 536 w 3991476"/>
                <a:gd name="csY0" fmla="*/ 3539321 h 3539632"/>
                <a:gd name="csX1" fmla="*/ 1603323 w 3991476"/>
                <a:gd name="csY1" fmla="*/ 1934945 h 3539632"/>
                <a:gd name="csX2" fmla="*/ 1765042 w 3991476"/>
                <a:gd name="csY2" fmla="*/ 327870 h 3539632"/>
                <a:gd name="csX3" fmla="*/ 3882153 w 3991476"/>
                <a:gd name="csY3" fmla="*/ 36349 h 3539632"/>
                <a:gd name="csX4" fmla="*/ 3565519 w 3991476"/>
                <a:gd name="csY4" fmla="*/ 1933781 h 3539632"/>
                <a:gd name="csX5" fmla="*/ 1790478 w 3991476"/>
                <a:gd name="csY5" fmla="*/ 2071146 h 3539632"/>
                <a:gd name="csX6" fmla="*/ 536 w 3991476"/>
                <a:gd name="csY6" fmla="*/ 3539321 h 3539632"/>
                <a:gd name="csX0" fmla="*/ 527 w 4017318"/>
                <a:gd name="csY0" fmla="*/ 3573908 h 3574212"/>
                <a:gd name="csX1" fmla="*/ 1629165 w 4017318"/>
                <a:gd name="csY1" fmla="*/ 1934945 h 3574212"/>
                <a:gd name="csX2" fmla="*/ 1790884 w 4017318"/>
                <a:gd name="csY2" fmla="*/ 327870 h 3574212"/>
                <a:gd name="csX3" fmla="*/ 3907995 w 4017318"/>
                <a:gd name="csY3" fmla="*/ 36349 h 3574212"/>
                <a:gd name="csX4" fmla="*/ 3591361 w 4017318"/>
                <a:gd name="csY4" fmla="*/ 1933781 h 3574212"/>
                <a:gd name="csX5" fmla="*/ 1816320 w 4017318"/>
                <a:gd name="csY5" fmla="*/ 2071146 h 3574212"/>
                <a:gd name="csX6" fmla="*/ 527 w 4017318"/>
                <a:gd name="csY6" fmla="*/ 3573908 h 3574212"/>
                <a:gd name="csX0" fmla="*/ 3641 w 4020432"/>
                <a:gd name="csY0" fmla="*/ 3573908 h 3577567"/>
                <a:gd name="csX1" fmla="*/ 1632279 w 4020432"/>
                <a:gd name="csY1" fmla="*/ 1934945 h 3577567"/>
                <a:gd name="csX2" fmla="*/ 1793998 w 4020432"/>
                <a:gd name="csY2" fmla="*/ 327870 h 3577567"/>
                <a:gd name="csX3" fmla="*/ 3911109 w 4020432"/>
                <a:gd name="csY3" fmla="*/ 36349 h 3577567"/>
                <a:gd name="csX4" fmla="*/ 3594475 w 4020432"/>
                <a:gd name="csY4" fmla="*/ 1933781 h 3577567"/>
                <a:gd name="csX5" fmla="*/ 1819434 w 4020432"/>
                <a:gd name="csY5" fmla="*/ 2071146 h 3577567"/>
                <a:gd name="csX6" fmla="*/ 3641 w 4020432"/>
                <a:gd name="csY6" fmla="*/ 3573908 h 3577567"/>
                <a:gd name="csX0" fmla="*/ 11923 w 4028714"/>
                <a:gd name="csY0" fmla="*/ 3573908 h 3583559"/>
                <a:gd name="csX1" fmla="*/ 1640561 w 4028714"/>
                <a:gd name="csY1" fmla="*/ 1934945 h 3583559"/>
                <a:gd name="csX2" fmla="*/ 1802280 w 4028714"/>
                <a:gd name="csY2" fmla="*/ 327870 h 3583559"/>
                <a:gd name="csX3" fmla="*/ 3919391 w 4028714"/>
                <a:gd name="csY3" fmla="*/ 36349 h 3583559"/>
                <a:gd name="csX4" fmla="*/ 3602757 w 4028714"/>
                <a:gd name="csY4" fmla="*/ 1933781 h 3583559"/>
                <a:gd name="csX5" fmla="*/ 1827716 w 4028714"/>
                <a:gd name="csY5" fmla="*/ 2071146 h 3583559"/>
                <a:gd name="csX6" fmla="*/ 11923 w 4028714"/>
                <a:gd name="csY6" fmla="*/ 3573908 h 3583559"/>
                <a:gd name="csX0" fmla="*/ 1130 w 4017921"/>
                <a:gd name="csY0" fmla="*/ 3573908 h 3577714"/>
                <a:gd name="csX1" fmla="*/ 1629768 w 4017921"/>
                <a:gd name="csY1" fmla="*/ 1934945 h 3577714"/>
                <a:gd name="csX2" fmla="*/ 1791487 w 4017921"/>
                <a:gd name="csY2" fmla="*/ 327870 h 3577714"/>
                <a:gd name="csX3" fmla="*/ 3908598 w 4017921"/>
                <a:gd name="csY3" fmla="*/ 36349 h 3577714"/>
                <a:gd name="csX4" fmla="*/ 3591964 w 4017921"/>
                <a:gd name="csY4" fmla="*/ 1933781 h 3577714"/>
                <a:gd name="csX5" fmla="*/ 1906115 w 4017921"/>
                <a:gd name="csY5" fmla="*/ 2373434 h 3577714"/>
                <a:gd name="csX6" fmla="*/ 1130 w 4017921"/>
                <a:gd name="csY6" fmla="*/ 3573908 h 3577714"/>
                <a:gd name="csX0" fmla="*/ 434 w 4017225"/>
                <a:gd name="csY0" fmla="*/ 3573908 h 3574428"/>
                <a:gd name="csX1" fmla="*/ 1629072 w 4017225"/>
                <a:gd name="csY1" fmla="*/ 1934945 h 3574428"/>
                <a:gd name="csX2" fmla="*/ 1790791 w 4017225"/>
                <a:gd name="csY2" fmla="*/ 327870 h 3574428"/>
                <a:gd name="csX3" fmla="*/ 3907902 w 4017225"/>
                <a:gd name="csY3" fmla="*/ 36349 h 3574428"/>
                <a:gd name="csX4" fmla="*/ 3591268 w 4017225"/>
                <a:gd name="csY4" fmla="*/ 1933781 h 3574428"/>
                <a:gd name="csX5" fmla="*/ 1798394 w 4017225"/>
                <a:gd name="csY5" fmla="*/ 2110926 h 3574428"/>
                <a:gd name="csX6" fmla="*/ 434 w 4017225"/>
                <a:gd name="csY6" fmla="*/ 3573908 h 3574428"/>
                <a:gd name="csX0" fmla="*/ 434 w 4017225"/>
                <a:gd name="csY0" fmla="*/ 3573908 h 3574310"/>
                <a:gd name="csX1" fmla="*/ 1629072 w 4017225"/>
                <a:gd name="csY1" fmla="*/ 1934945 h 3574310"/>
                <a:gd name="csX2" fmla="*/ 1790791 w 4017225"/>
                <a:gd name="csY2" fmla="*/ 327870 h 3574310"/>
                <a:gd name="csX3" fmla="*/ 3907902 w 4017225"/>
                <a:gd name="csY3" fmla="*/ 36349 h 3574310"/>
                <a:gd name="csX4" fmla="*/ 3591268 w 4017225"/>
                <a:gd name="csY4" fmla="*/ 1933781 h 3574310"/>
                <a:gd name="csX5" fmla="*/ 1798394 w 4017225"/>
                <a:gd name="csY5" fmla="*/ 2110926 h 3574310"/>
                <a:gd name="csX6" fmla="*/ 434 w 4017225"/>
                <a:gd name="csY6" fmla="*/ 3573908 h 3574310"/>
                <a:gd name="csX0" fmla="*/ 434 w 4017225"/>
                <a:gd name="csY0" fmla="*/ 3573908 h 3576627"/>
                <a:gd name="csX1" fmla="*/ 1629072 w 4017225"/>
                <a:gd name="csY1" fmla="*/ 1934945 h 3576627"/>
                <a:gd name="csX2" fmla="*/ 1790791 w 4017225"/>
                <a:gd name="csY2" fmla="*/ 327870 h 3576627"/>
                <a:gd name="csX3" fmla="*/ 3907902 w 4017225"/>
                <a:gd name="csY3" fmla="*/ 36349 h 3576627"/>
                <a:gd name="csX4" fmla="*/ 3591268 w 4017225"/>
                <a:gd name="csY4" fmla="*/ 1933781 h 3576627"/>
                <a:gd name="csX5" fmla="*/ 1798395 w 4017225"/>
                <a:gd name="csY5" fmla="*/ 2365482 h 3576627"/>
                <a:gd name="csX6" fmla="*/ 434 w 4017225"/>
                <a:gd name="csY6" fmla="*/ 3573908 h 3576627"/>
                <a:gd name="csX0" fmla="*/ 434 w 4017225"/>
                <a:gd name="csY0" fmla="*/ 3573908 h 3576355"/>
                <a:gd name="csX1" fmla="*/ 1629072 w 4017225"/>
                <a:gd name="csY1" fmla="*/ 1934945 h 3576355"/>
                <a:gd name="csX2" fmla="*/ 1790791 w 4017225"/>
                <a:gd name="csY2" fmla="*/ 327870 h 3576355"/>
                <a:gd name="csX3" fmla="*/ 3907902 w 4017225"/>
                <a:gd name="csY3" fmla="*/ 36349 h 3576355"/>
                <a:gd name="csX4" fmla="*/ 3591268 w 4017225"/>
                <a:gd name="csY4" fmla="*/ 1933781 h 3576355"/>
                <a:gd name="csX5" fmla="*/ 1798395 w 4017225"/>
                <a:gd name="csY5" fmla="*/ 2365482 h 3576355"/>
                <a:gd name="csX6" fmla="*/ 434 w 4017225"/>
                <a:gd name="csY6" fmla="*/ 3573908 h 3576355"/>
                <a:gd name="csX0" fmla="*/ 434 w 4017225"/>
                <a:gd name="csY0" fmla="*/ 3573908 h 3583502"/>
                <a:gd name="csX1" fmla="*/ 1629072 w 4017225"/>
                <a:gd name="csY1" fmla="*/ 1934945 h 3583502"/>
                <a:gd name="csX2" fmla="*/ 1790791 w 4017225"/>
                <a:gd name="csY2" fmla="*/ 327870 h 3583502"/>
                <a:gd name="csX3" fmla="*/ 3907902 w 4017225"/>
                <a:gd name="csY3" fmla="*/ 36349 h 3583502"/>
                <a:gd name="csX4" fmla="*/ 3591268 w 4017225"/>
                <a:gd name="csY4" fmla="*/ 1933781 h 3583502"/>
                <a:gd name="csX5" fmla="*/ 1798396 w 4017225"/>
                <a:gd name="csY5" fmla="*/ 2715497 h 3583502"/>
                <a:gd name="csX6" fmla="*/ 434 w 4017225"/>
                <a:gd name="csY6" fmla="*/ 3573908 h 3583502"/>
                <a:gd name="csX0" fmla="*/ 20204 w 4036995"/>
                <a:gd name="csY0" fmla="*/ 3574326 h 3583563"/>
                <a:gd name="csX1" fmla="*/ 908564 w 4036995"/>
                <a:gd name="csY1" fmla="*/ 1951275 h 3583563"/>
                <a:gd name="csX2" fmla="*/ 1810561 w 4036995"/>
                <a:gd name="csY2" fmla="*/ 328288 h 3583563"/>
                <a:gd name="csX3" fmla="*/ 3927672 w 4036995"/>
                <a:gd name="csY3" fmla="*/ 36767 h 3583563"/>
                <a:gd name="csX4" fmla="*/ 3611038 w 4036995"/>
                <a:gd name="csY4" fmla="*/ 1934199 h 3583563"/>
                <a:gd name="csX5" fmla="*/ 1818166 w 4036995"/>
                <a:gd name="csY5" fmla="*/ 2715915 h 3583563"/>
                <a:gd name="csX6" fmla="*/ 20204 w 4036995"/>
                <a:gd name="csY6" fmla="*/ 3574326 h 3583563"/>
                <a:gd name="csX0" fmla="*/ 12549 w 4029340"/>
                <a:gd name="csY0" fmla="*/ 3574326 h 3583563"/>
                <a:gd name="csX1" fmla="*/ 900909 w 4029340"/>
                <a:gd name="csY1" fmla="*/ 1951275 h 3583563"/>
                <a:gd name="csX2" fmla="*/ 1802906 w 4029340"/>
                <a:gd name="csY2" fmla="*/ 328288 h 3583563"/>
                <a:gd name="csX3" fmla="*/ 3920017 w 4029340"/>
                <a:gd name="csY3" fmla="*/ 36767 h 3583563"/>
                <a:gd name="csX4" fmla="*/ 3603383 w 4029340"/>
                <a:gd name="csY4" fmla="*/ 1934199 h 3583563"/>
                <a:gd name="csX5" fmla="*/ 1810511 w 4029340"/>
                <a:gd name="csY5" fmla="*/ 2715915 h 3583563"/>
                <a:gd name="csX6" fmla="*/ 12549 w 4029340"/>
                <a:gd name="csY6" fmla="*/ 3574326 h 3583563"/>
                <a:gd name="csX0" fmla="*/ 2018 w 4018809"/>
                <a:gd name="csY0" fmla="*/ 3573908 h 3583502"/>
                <a:gd name="csX1" fmla="*/ 1389840 w 4018809"/>
                <a:gd name="csY1" fmla="*/ 1934947 h 3583502"/>
                <a:gd name="csX2" fmla="*/ 1792375 w 4018809"/>
                <a:gd name="csY2" fmla="*/ 327870 h 3583502"/>
                <a:gd name="csX3" fmla="*/ 3909486 w 4018809"/>
                <a:gd name="csY3" fmla="*/ 36349 h 3583502"/>
                <a:gd name="csX4" fmla="*/ 3592852 w 4018809"/>
                <a:gd name="csY4" fmla="*/ 1933781 h 3583502"/>
                <a:gd name="csX5" fmla="*/ 1799980 w 4018809"/>
                <a:gd name="csY5" fmla="*/ 2715497 h 3583502"/>
                <a:gd name="csX6" fmla="*/ 2018 w 4018809"/>
                <a:gd name="csY6" fmla="*/ 3573908 h 3583502"/>
                <a:gd name="csX0" fmla="*/ 2018 w 4018809"/>
                <a:gd name="csY0" fmla="*/ 3573908 h 3575401"/>
                <a:gd name="csX1" fmla="*/ 1389840 w 4018809"/>
                <a:gd name="csY1" fmla="*/ 1934947 h 3575401"/>
                <a:gd name="csX2" fmla="*/ 1792375 w 4018809"/>
                <a:gd name="csY2" fmla="*/ 327870 h 3575401"/>
                <a:gd name="csX3" fmla="*/ 3909486 w 4018809"/>
                <a:gd name="csY3" fmla="*/ 36349 h 3575401"/>
                <a:gd name="csX4" fmla="*/ 3592852 w 4018809"/>
                <a:gd name="csY4" fmla="*/ 1933781 h 3575401"/>
                <a:gd name="csX5" fmla="*/ 1799983 w 4018809"/>
                <a:gd name="csY5" fmla="*/ 2277981 h 3575401"/>
                <a:gd name="csX6" fmla="*/ 2018 w 4018809"/>
                <a:gd name="csY6" fmla="*/ 3573908 h 3575401"/>
                <a:gd name="csX0" fmla="*/ 2279 w 4019070"/>
                <a:gd name="csY0" fmla="*/ 3573908 h 3576883"/>
                <a:gd name="csX1" fmla="*/ 1390101 w 4019070"/>
                <a:gd name="csY1" fmla="*/ 1934947 h 3576883"/>
                <a:gd name="csX2" fmla="*/ 1792636 w 4019070"/>
                <a:gd name="csY2" fmla="*/ 327870 h 3576883"/>
                <a:gd name="csX3" fmla="*/ 3909747 w 4019070"/>
                <a:gd name="csY3" fmla="*/ 36349 h 3576883"/>
                <a:gd name="csX4" fmla="*/ 3593113 w 4019070"/>
                <a:gd name="csY4" fmla="*/ 1933781 h 3576883"/>
                <a:gd name="csX5" fmla="*/ 1827004 w 4019070"/>
                <a:gd name="csY5" fmla="*/ 2405261 h 3576883"/>
                <a:gd name="csX6" fmla="*/ 2279 w 4019070"/>
                <a:gd name="csY6" fmla="*/ 3573908 h 3576883"/>
                <a:gd name="csX0" fmla="*/ 3304 w 4020095"/>
                <a:gd name="csY0" fmla="*/ 3573700 h 3576772"/>
                <a:gd name="csX1" fmla="*/ 1310858 w 4020095"/>
                <a:gd name="csY1" fmla="*/ 1926786 h 3576772"/>
                <a:gd name="csX2" fmla="*/ 1793661 w 4020095"/>
                <a:gd name="csY2" fmla="*/ 327662 h 3576772"/>
                <a:gd name="csX3" fmla="*/ 3910772 w 4020095"/>
                <a:gd name="csY3" fmla="*/ 36141 h 3576772"/>
                <a:gd name="csX4" fmla="*/ 3594138 w 4020095"/>
                <a:gd name="csY4" fmla="*/ 1933573 h 3576772"/>
                <a:gd name="csX5" fmla="*/ 1828029 w 4020095"/>
                <a:gd name="csY5" fmla="*/ 2405053 h 3576772"/>
                <a:gd name="csX6" fmla="*/ 3304 w 4020095"/>
                <a:gd name="csY6" fmla="*/ 3573700 h 3576772"/>
                <a:gd name="csX0" fmla="*/ 3254 w 4020045"/>
                <a:gd name="csY0" fmla="*/ 3573700 h 3576772"/>
                <a:gd name="csX1" fmla="*/ 1310808 w 4020045"/>
                <a:gd name="csY1" fmla="*/ 1926786 h 3576772"/>
                <a:gd name="csX2" fmla="*/ 1793611 w 4020045"/>
                <a:gd name="csY2" fmla="*/ 327662 h 3576772"/>
                <a:gd name="csX3" fmla="*/ 3910722 w 4020045"/>
                <a:gd name="csY3" fmla="*/ 36141 h 3576772"/>
                <a:gd name="csX4" fmla="*/ 3594088 w 4020045"/>
                <a:gd name="csY4" fmla="*/ 1933573 h 3576772"/>
                <a:gd name="csX5" fmla="*/ 1827979 w 4020045"/>
                <a:gd name="csY5" fmla="*/ 2405053 h 3576772"/>
                <a:gd name="csX6" fmla="*/ 3254 w 4020045"/>
                <a:gd name="csY6" fmla="*/ 3573700 h 35767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020045" h="3576772">
                  <a:moveTo>
                    <a:pt x="3254" y="3573700"/>
                  </a:moveTo>
                  <a:cubicBezTo>
                    <a:pt x="-82941" y="3493989"/>
                    <a:pt x="1574310" y="2340515"/>
                    <a:pt x="1310808" y="1926786"/>
                  </a:cubicBezTo>
                  <a:cubicBezTo>
                    <a:pt x="1047306" y="1513057"/>
                    <a:pt x="1360292" y="642769"/>
                    <a:pt x="1793611" y="327662"/>
                  </a:cubicBezTo>
                  <a:cubicBezTo>
                    <a:pt x="2226930" y="12555"/>
                    <a:pt x="3750548" y="-52136"/>
                    <a:pt x="3910722" y="36141"/>
                  </a:cubicBezTo>
                  <a:cubicBezTo>
                    <a:pt x="4070896" y="124418"/>
                    <a:pt x="4120351" y="1358027"/>
                    <a:pt x="3594088" y="1933573"/>
                  </a:cubicBezTo>
                  <a:cubicBezTo>
                    <a:pt x="3171099" y="2391895"/>
                    <a:pt x="2301583" y="2656718"/>
                    <a:pt x="1827979" y="2405053"/>
                  </a:cubicBezTo>
                  <a:cubicBezTo>
                    <a:pt x="1354375" y="2153388"/>
                    <a:pt x="89449" y="3653411"/>
                    <a:pt x="3254" y="3573700"/>
                  </a:cubicBez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2" name="Freeform 1031">
              <a:extLst>
                <a:ext uri="{FF2B5EF4-FFF2-40B4-BE49-F238E27FC236}">
                  <a16:creationId xmlns:a16="http://schemas.microsoft.com/office/drawing/2014/main" id="{E352A1D9-F6C9-8632-50EC-52F8C93797D0}"/>
                </a:ext>
              </a:extLst>
            </p:cNvPr>
            <p:cNvSpPr/>
            <p:nvPr userDrawn="1"/>
          </p:nvSpPr>
          <p:spPr>
            <a:xfrm rot="16200000">
              <a:off x="7216288" y="2266615"/>
              <a:ext cx="2615869" cy="2682267"/>
            </a:xfrm>
            <a:custGeom>
              <a:avLst/>
              <a:gdLst>
                <a:gd name="csX0" fmla="*/ 1893 w 3484511"/>
                <a:gd name="csY0" fmla="*/ 3509215 h 3511799"/>
                <a:gd name="csX1" fmla="*/ 1514170 w 3484511"/>
                <a:gd name="csY1" fmla="*/ 1703861 h 3511799"/>
                <a:gd name="csX2" fmla="*/ 2029985 w 3484511"/>
                <a:gd name="csY2" fmla="*/ 226753 h 3511799"/>
                <a:gd name="csX3" fmla="*/ 3378139 w 3484511"/>
                <a:gd name="csY3" fmla="*/ 144692 h 3511799"/>
                <a:gd name="csX4" fmla="*/ 3225739 w 3484511"/>
                <a:gd name="csY4" fmla="*/ 1586630 h 3511799"/>
                <a:gd name="csX5" fmla="*/ 1854139 w 3484511"/>
                <a:gd name="csY5" fmla="*/ 2090723 h 3511799"/>
                <a:gd name="csX6" fmla="*/ 1893 w 3484511"/>
                <a:gd name="csY6" fmla="*/ 3509215 h 3511799"/>
                <a:gd name="csX0" fmla="*/ 1352 w 4094215"/>
                <a:gd name="csY0" fmla="*/ 4103738 h 4105568"/>
                <a:gd name="csX1" fmla="*/ 2123874 w 4094215"/>
                <a:gd name="csY1" fmla="*/ 1703861 h 4105568"/>
                <a:gd name="csX2" fmla="*/ 2639689 w 4094215"/>
                <a:gd name="csY2" fmla="*/ 226753 h 4105568"/>
                <a:gd name="csX3" fmla="*/ 3987843 w 4094215"/>
                <a:gd name="csY3" fmla="*/ 144692 h 4105568"/>
                <a:gd name="csX4" fmla="*/ 3835443 w 4094215"/>
                <a:gd name="csY4" fmla="*/ 1586630 h 4105568"/>
                <a:gd name="csX5" fmla="*/ 2463843 w 4094215"/>
                <a:gd name="csY5" fmla="*/ 2090723 h 4105568"/>
                <a:gd name="csX6" fmla="*/ 1352 w 4094215"/>
                <a:gd name="csY6" fmla="*/ 4103738 h 4105568"/>
                <a:gd name="csX0" fmla="*/ 1978 w 4094841"/>
                <a:gd name="csY0" fmla="*/ 4101966 h 4104114"/>
                <a:gd name="csX1" fmla="*/ 2058783 w 4094841"/>
                <a:gd name="csY1" fmla="*/ 1668597 h 4104114"/>
                <a:gd name="csX2" fmla="*/ 2640315 w 4094841"/>
                <a:gd name="csY2" fmla="*/ 224981 h 4104114"/>
                <a:gd name="csX3" fmla="*/ 3988469 w 4094841"/>
                <a:gd name="csY3" fmla="*/ 142920 h 4104114"/>
                <a:gd name="csX4" fmla="*/ 3836069 w 4094841"/>
                <a:gd name="csY4" fmla="*/ 1584858 h 4104114"/>
                <a:gd name="csX5" fmla="*/ 2464469 w 4094841"/>
                <a:gd name="csY5" fmla="*/ 2088951 h 4104114"/>
                <a:gd name="csX6" fmla="*/ 1978 w 4094841"/>
                <a:gd name="csY6" fmla="*/ 4101966 h 4104114"/>
                <a:gd name="csX0" fmla="*/ 1943 w 4132359"/>
                <a:gd name="csY0" fmla="*/ 3750277 h 3752868"/>
                <a:gd name="csX1" fmla="*/ 2096301 w 4132359"/>
                <a:gd name="csY1" fmla="*/ 1668597 h 3752868"/>
                <a:gd name="csX2" fmla="*/ 2677833 w 4132359"/>
                <a:gd name="csY2" fmla="*/ 224981 h 3752868"/>
                <a:gd name="csX3" fmla="*/ 4025987 w 4132359"/>
                <a:gd name="csY3" fmla="*/ 142920 h 3752868"/>
                <a:gd name="csX4" fmla="*/ 3873587 w 4132359"/>
                <a:gd name="csY4" fmla="*/ 1584858 h 3752868"/>
                <a:gd name="csX5" fmla="*/ 2501987 w 4132359"/>
                <a:gd name="csY5" fmla="*/ 2088951 h 3752868"/>
                <a:gd name="csX6" fmla="*/ 1943 w 4132359"/>
                <a:gd name="csY6" fmla="*/ 3750277 h 3752868"/>
                <a:gd name="csX0" fmla="*/ 7123 w 4137539"/>
                <a:gd name="csY0" fmla="*/ 3776554 h 3776601"/>
                <a:gd name="csX1" fmla="*/ 1782278 w 4137539"/>
                <a:gd name="csY1" fmla="*/ 2163796 h 3776601"/>
                <a:gd name="csX2" fmla="*/ 2683013 w 4137539"/>
                <a:gd name="csY2" fmla="*/ 251258 h 3776601"/>
                <a:gd name="csX3" fmla="*/ 4031167 w 4137539"/>
                <a:gd name="csY3" fmla="*/ 169197 h 3776601"/>
                <a:gd name="csX4" fmla="*/ 3878767 w 4137539"/>
                <a:gd name="csY4" fmla="*/ 1611135 h 3776601"/>
                <a:gd name="csX5" fmla="*/ 2507167 w 4137539"/>
                <a:gd name="csY5" fmla="*/ 2115228 h 3776601"/>
                <a:gd name="csX6" fmla="*/ 7123 w 4137539"/>
                <a:gd name="csY6" fmla="*/ 3776554 h 3776601"/>
                <a:gd name="csX0" fmla="*/ 25 w 4130441"/>
                <a:gd name="csY0" fmla="*/ 3776554 h 3776586"/>
                <a:gd name="csX1" fmla="*/ 1775180 w 4130441"/>
                <a:gd name="csY1" fmla="*/ 2163796 h 3776586"/>
                <a:gd name="csX2" fmla="*/ 2675915 w 4130441"/>
                <a:gd name="csY2" fmla="*/ 251258 h 3776586"/>
                <a:gd name="csX3" fmla="*/ 4024069 w 4130441"/>
                <a:gd name="csY3" fmla="*/ 169197 h 3776586"/>
                <a:gd name="csX4" fmla="*/ 3871669 w 4130441"/>
                <a:gd name="csY4" fmla="*/ 1611135 h 3776586"/>
                <a:gd name="csX5" fmla="*/ 1814719 w 4130441"/>
                <a:gd name="csY5" fmla="*/ 2207339 h 3776586"/>
                <a:gd name="csX6" fmla="*/ 25 w 4130441"/>
                <a:gd name="csY6" fmla="*/ 3776554 h 3776586"/>
                <a:gd name="csX0" fmla="*/ 25 w 4130441"/>
                <a:gd name="csY0" fmla="*/ 3776554 h 3776589"/>
                <a:gd name="csX1" fmla="*/ 1775180 w 4130441"/>
                <a:gd name="csY1" fmla="*/ 2163796 h 3776589"/>
                <a:gd name="csX2" fmla="*/ 2675915 w 4130441"/>
                <a:gd name="csY2" fmla="*/ 251258 h 3776589"/>
                <a:gd name="csX3" fmla="*/ 4024069 w 4130441"/>
                <a:gd name="csY3" fmla="*/ 169197 h 3776589"/>
                <a:gd name="csX4" fmla="*/ 3871669 w 4130441"/>
                <a:gd name="csY4" fmla="*/ 1611135 h 3776589"/>
                <a:gd name="csX5" fmla="*/ 1814719 w 4130441"/>
                <a:gd name="csY5" fmla="*/ 2207339 h 3776589"/>
                <a:gd name="csX6" fmla="*/ 25 w 4130441"/>
                <a:gd name="csY6" fmla="*/ 3776554 h 3776589"/>
                <a:gd name="csX0" fmla="*/ 25 w 3957457"/>
                <a:gd name="csY0" fmla="*/ 3611866 h 3611901"/>
                <a:gd name="csX1" fmla="*/ 1775180 w 3957457"/>
                <a:gd name="csY1" fmla="*/ 1999108 h 3611901"/>
                <a:gd name="csX2" fmla="*/ 2675915 w 3957457"/>
                <a:gd name="csY2" fmla="*/ 86570 h 3611901"/>
                <a:gd name="csX3" fmla="*/ 3554650 w 3957457"/>
                <a:gd name="csY3" fmla="*/ 439934 h 3611901"/>
                <a:gd name="csX4" fmla="*/ 3871669 w 3957457"/>
                <a:gd name="csY4" fmla="*/ 1446447 h 3611901"/>
                <a:gd name="csX5" fmla="*/ 1814719 w 3957457"/>
                <a:gd name="csY5" fmla="*/ 2042651 h 3611901"/>
                <a:gd name="csX6" fmla="*/ 25 w 3957457"/>
                <a:gd name="csY6" fmla="*/ 3611866 h 3611901"/>
                <a:gd name="csX0" fmla="*/ 25 w 3957253"/>
                <a:gd name="csY0" fmla="*/ 3368639 h 3368674"/>
                <a:gd name="csX1" fmla="*/ 1775180 w 3957253"/>
                <a:gd name="csY1" fmla="*/ 1755881 h 3368674"/>
                <a:gd name="csX2" fmla="*/ 2685304 w 3957253"/>
                <a:gd name="csY2" fmla="*/ 144791 h 3368674"/>
                <a:gd name="csX3" fmla="*/ 3554650 w 3957253"/>
                <a:gd name="csY3" fmla="*/ 196707 h 3368674"/>
                <a:gd name="csX4" fmla="*/ 3871669 w 3957253"/>
                <a:gd name="csY4" fmla="*/ 1203220 h 3368674"/>
                <a:gd name="csX5" fmla="*/ 1814719 w 3957253"/>
                <a:gd name="csY5" fmla="*/ 1799424 h 3368674"/>
                <a:gd name="csX6" fmla="*/ 25 w 3957253"/>
                <a:gd name="csY6" fmla="*/ 3368639 h 3368674"/>
                <a:gd name="csX0" fmla="*/ 25 w 3705517"/>
                <a:gd name="csY0" fmla="*/ 3358570 h 3358603"/>
                <a:gd name="csX1" fmla="*/ 1775180 w 3705517"/>
                <a:gd name="csY1" fmla="*/ 1745812 h 3358603"/>
                <a:gd name="csX2" fmla="*/ 2685304 w 3705517"/>
                <a:gd name="csY2" fmla="*/ 134722 h 3358603"/>
                <a:gd name="csX3" fmla="*/ 3554650 w 3705517"/>
                <a:gd name="csY3" fmla="*/ 186638 h 3358603"/>
                <a:gd name="csX4" fmla="*/ 3552464 w 3705517"/>
                <a:gd name="csY4" fmla="*/ 975438 h 3358603"/>
                <a:gd name="csX5" fmla="*/ 1814719 w 3705517"/>
                <a:gd name="csY5" fmla="*/ 1789355 h 3358603"/>
                <a:gd name="csX6" fmla="*/ 25 w 3705517"/>
                <a:gd name="csY6" fmla="*/ 3358570 h 3358603"/>
                <a:gd name="csX0" fmla="*/ 2290 w 3707782"/>
                <a:gd name="csY0" fmla="*/ 3305196 h 3314287"/>
                <a:gd name="csX1" fmla="*/ 2199921 w 3707782"/>
                <a:gd name="csY1" fmla="*/ 955568 h 3314287"/>
                <a:gd name="csX2" fmla="*/ 2687569 w 3707782"/>
                <a:gd name="csY2" fmla="*/ 81348 h 3314287"/>
                <a:gd name="csX3" fmla="*/ 3556915 w 3707782"/>
                <a:gd name="csY3" fmla="*/ 133264 h 3314287"/>
                <a:gd name="csX4" fmla="*/ 3554729 w 3707782"/>
                <a:gd name="csY4" fmla="*/ 922064 h 3314287"/>
                <a:gd name="csX5" fmla="*/ 1816984 w 3707782"/>
                <a:gd name="csY5" fmla="*/ 1735981 h 3314287"/>
                <a:gd name="csX6" fmla="*/ 2290 w 3707782"/>
                <a:gd name="csY6" fmla="*/ 3305196 h 3314287"/>
                <a:gd name="csX0" fmla="*/ 377 w 3705869"/>
                <a:gd name="csY0" fmla="*/ 3305196 h 3313168"/>
                <a:gd name="csX1" fmla="*/ 2198008 w 3705869"/>
                <a:gd name="csY1" fmla="*/ 955568 h 3313168"/>
                <a:gd name="csX2" fmla="*/ 2685656 w 3705869"/>
                <a:gd name="csY2" fmla="*/ 81348 h 3313168"/>
                <a:gd name="csX3" fmla="*/ 3555002 w 3705869"/>
                <a:gd name="csY3" fmla="*/ 133264 h 3313168"/>
                <a:gd name="csX4" fmla="*/ 3552816 w 3705869"/>
                <a:gd name="csY4" fmla="*/ 922064 h 3313168"/>
                <a:gd name="csX5" fmla="*/ 2378375 w 3705869"/>
                <a:gd name="csY5" fmla="*/ 1694113 h 3313168"/>
                <a:gd name="csX6" fmla="*/ 377 w 3705869"/>
                <a:gd name="csY6" fmla="*/ 3305196 h 3313168"/>
                <a:gd name="csX0" fmla="*/ 377 w 3705869"/>
                <a:gd name="csY0" fmla="*/ 3305196 h 3311216"/>
                <a:gd name="csX1" fmla="*/ 2198008 w 3705869"/>
                <a:gd name="csY1" fmla="*/ 955568 h 3311216"/>
                <a:gd name="csX2" fmla="*/ 2685656 w 3705869"/>
                <a:gd name="csY2" fmla="*/ 81348 h 3311216"/>
                <a:gd name="csX3" fmla="*/ 3555002 w 3705869"/>
                <a:gd name="csY3" fmla="*/ 133264 h 3311216"/>
                <a:gd name="csX4" fmla="*/ 3552816 w 3705869"/>
                <a:gd name="csY4" fmla="*/ 922064 h 3311216"/>
                <a:gd name="csX5" fmla="*/ 2378375 w 3705869"/>
                <a:gd name="csY5" fmla="*/ 1694113 h 3311216"/>
                <a:gd name="csX6" fmla="*/ 377 w 3705869"/>
                <a:gd name="csY6" fmla="*/ 3305196 h 3311216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31250"/>
                <a:gd name="csY0" fmla="*/ 3306034 h 3313991"/>
                <a:gd name="csX1" fmla="*/ 2198008 w 4431250"/>
                <a:gd name="csY1" fmla="*/ 956406 h 3313991"/>
                <a:gd name="csX2" fmla="*/ 2685656 w 4431250"/>
                <a:gd name="csY2" fmla="*/ 82186 h 3313991"/>
                <a:gd name="csX3" fmla="*/ 3555002 w 4431250"/>
                <a:gd name="csY3" fmla="*/ 134102 h 3313991"/>
                <a:gd name="csX4" fmla="*/ 4425936 w 4431250"/>
                <a:gd name="csY4" fmla="*/ 939649 h 3313991"/>
                <a:gd name="csX5" fmla="*/ 2378375 w 4431250"/>
                <a:gd name="csY5" fmla="*/ 1694951 h 3313991"/>
                <a:gd name="csX6" fmla="*/ 377 w 4431250"/>
                <a:gd name="csY6" fmla="*/ 3306034 h 3313991"/>
                <a:gd name="csX0" fmla="*/ 377 w 4425936"/>
                <a:gd name="csY0" fmla="*/ 3306034 h 3313991"/>
                <a:gd name="csX1" fmla="*/ 2198008 w 4425936"/>
                <a:gd name="csY1" fmla="*/ 956406 h 3313991"/>
                <a:gd name="csX2" fmla="*/ 2685656 w 4425936"/>
                <a:gd name="csY2" fmla="*/ 82186 h 3313991"/>
                <a:gd name="csX3" fmla="*/ 3555002 w 4425936"/>
                <a:gd name="csY3" fmla="*/ 134102 h 3313991"/>
                <a:gd name="csX4" fmla="*/ 4425936 w 4425936"/>
                <a:gd name="csY4" fmla="*/ 939649 h 3313991"/>
                <a:gd name="csX5" fmla="*/ 2378375 w 4425936"/>
                <a:gd name="csY5" fmla="*/ 1694951 h 3313991"/>
                <a:gd name="csX6" fmla="*/ 377 w 4425936"/>
                <a:gd name="csY6" fmla="*/ 3306034 h 3313991"/>
                <a:gd name="csX0" fmla="*/ 377 w 4472878"/>
                <a:gd name="csY0" fmla="*/ 3303952 h 3311947"/>
                <a:gd name="csX1" fmla="*/ 2198008 w 4472878"/>
                <a:gd name="csY1" fmla="*/ 954324 h 3311947"/>
                <a:gd name="csX2" fmla="*/ 2685656 w 4472878"/>
                <a:gd name="csY2" fmla="*/ 80104 h 3311947"/>
                <a:gd name="csX3" fmla="*/ 3555002 w 4472878"/>
                <a:gd name="csY3" fmla="*/ 132020 h 3311947"/>
                <a:gd name="csX4" fmla="*/ 4472878 w 4472878"/>
                <a:gd name="csY4" fmla="*/ 895700 h 3311947"/>
                <a:gd name="csX5" fmla="*/ 2378375 w 4472878"/>
                <a:gd name="csY5" fmla="*/ 1692869 h 3311947"/>
                <a:gd name="csX6" fmla="*/ 377 w 4472878"/>
                <a:gd name="csY6" fmla="*/ 3303952 h 3311947"/>
                <a:gd name="csX0" fmla="*/ 377 w 4472878"/>
                <a:gd name="csY0" fmla="*/ 3489034 h 3497029"/>
                <a:gd name="csX1" fmla="*/ 2198008 w 4472878"/>
                <a:gd name="csY1" fmla="*/ 1139406 h 3497029"/>
                <a:gd name="csX2" fmla="*/ 2685656 w 4472878"/>
                <a:gd name="csY2" fmla="*/ 265186 h 3497029"/>
                <a:gd name="csX3" fmla="*/ 3742770 w 4472878"/>
                <a:gd name="csY3" fmla="*/ 49148 h 3497029"/>
                <a:gd name="csX4" fmla="*/ 4472878 w 4472878"/>
                <a:gd name="csY4" fmla="*/ 1080782 h 3497029"/>
                <a:gd name="csX5" fmla="*/ 2378375 w 4472878"/>
                <a:gd name="csY5" fmla="*/ 1877951 h 3497029"/>
                <a:gd name="csX6" fmla="*/ 377 w 4472878"/>
                <a:gd name="csY6" fmla="*/ 3489034 h 3497029"/>
                <a:gd name="csX0" fmla="*/ 377 w 4482266"/>
                <a:gd name="csY0" fmla="*/ 3489034 h 3497029"/>
                <a:gd name="csX1" fmla="*/ 2198008 w 4482266"/>
                <a:gd name="csY1" fmla="*/ 1139406 h 3497029"/>
                <a:gd name="csX2" fmla="*/ 2685656 w 4482266"/>
                <a:gd name="csY2" fmla="*/ 265186 h 3497029"/>
                <a:gd name="csX3" fmla="*/ 3742770 w 4482266"/>
                <a:gd name="csY3" fmla="*/ 49148 h 3497029"/>
                <a:gd name="csX4" fmla="*/ 4482266 w 4482266"/>
                <a:gd name="csY4" fmla="*/ 1080782 h 3497029"/>
                <a:gd name="csX5" fmla="*/ 2378375 w 4482266"/>
                <a:gd name="csY5" fmla="*/ 1877951 h 3497029"/>
                <a:gd name="csX6" fmla="*/ 377 w 4482266"/>
                <a:gd name="csY6" fmla="*/ 3489034 h 3497029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10188 w 4492077"/>
                <a:gd name="csY0" fmla="*/ 3488052 h 3497366"/>
                <a:gd name="csX1" fmla="*/ 1804118 w 4492077"/>
                <a:gd name="csY1" fmla="*/ 1096559 h 3497366"/>
                <a:gd name="csX2" fmla="*/ 2695467 w 4492077"/>
                <a:gd name="csY2" fmla="*/ 264204 h 3497366"/>
                <a:gd name="csX3" fmla="*/ 3752581 w 4492077"/>
                <a:gd name="csY3" fmla="*/ 48166 h 3497366"/>
                <a:gd name="csX4" fmla="*/ 4492077 w 4492077"/>
                <a:gd name="csY4" fmla="*/ 1079800 h 3497366"/>
                <a:gd name="csX5" fmla="*/ 2688616 w 4492077"/>
                <a:gd name="csY5" fmla="*/ 1893718 h 3497366"/>
                <a:gd name="csX6" fmla="*/ 10188 w 4492077"/>
                <a:gd name="csY6" fmla="*/ 3488052 h 3497366"/>
                <a:gd name="csX0" fmla="*/ 10188 w 4492077"/>
                <a:gd name="csY0" fmla="*/ 3488052 h 3500595"/>
                <a:gd name="csX1" fmla="*/ 1804118 w 4492077"/>
                <a:gd name="csY1" fmla="*/ 1096559 h 3500595"/>
                <a:gd name="csX2" fmla="*/ 2695467 w 4492077"/>
                <a:gd name="csY2" fmla="*/ 264204 h 3500595"/>
                <a:gd name="csX3" fmla="*/ 3752581 w 4492077"/>
                <a:gd name="csY3" fmla="*/ 48166 h 3500595"/>
                <a:gd name="csX4" fmla="*/ 4492077 w 4492077"/>
                <a:gd name="csY4" fmla="*/ 1079800 h 3500595"/>
                <a:gd name="csX5" fmla="*/ 2688616 w 4492077"/>
                <a:gd name="csY5" fmla="*/ 1893718 h 3500595"/>
                <a:gd name="csX6" fmla="*/ 10188 w 4492077"/>
                <a:gd name="csY6" fmla="*/ 3488052 h 3500595"/>
                <a:gd name="csX0" fmla="*/ 10188 w 4492077"/>
                <a:gd name="csY0" fmla="*/ 3488052 h 3500888"/>
                <a:gd name="csX1" fmla="*/ 1804118 w 4492077"/>
                <a:gd name="csY1" fmla="*/ 1096559 h 3500888"/>
                <a:gd name="csX2" fmla="*/ 2695467 w 4492077"/>
                <a:gd name="csY2" fmla="*/ 264204 h 3500888"/>
                <a:gd name="csX3" fmla="*/ 3752581 w 4492077"/>
                <a:gd name="csY3" fmla="*/ 48166 h 3500888"/>
                <a:gd name="csX4" fmla="*/ 4492077 w 4492077"/>
                <a:gd name="csY4" fmla="*/ 1079800 h 3500888"/>
                <a:gd name="csX5" fmla="*/ 2688616 w 4492077"/>
                <a:gd name="csY5" fmla="*/ 1893718 h 3500888"/>
                <a:gd name="csX6" fmla="*/ 10188 w 4492077"/>
                <a:gd name="csY6" fmla="*/ 3488052 h 3500888"/>
                <a:gd name="csX0" fmla="*/ 27731 w 3289130"/>
                <a:gd name="csY0" fmla="*/ 2449732 h 2473361"/>
                <a:gd name="csX1" fmla="*/ 601171 w 3289130"/>
                <a:gd name="csY1" fmla="*/ 1096559 h 2473361"/>
                <a:gd name="csX2" fmla="*/ 1492520 w 3289130"/>
                <a:gd name="csY2" fmla="*/ 264204 h 2473361"/>
                <a:gd name="csX3" fmla="*/ 2549634 w 3289130"/>
                <a:gd name="csY3" fmla="*/ 48166 h 2473361"/>
                <a:gd name="csX4" fmla="*/ 3289130 w 3289130"/>
                <a:gd name="csY4" fmla="*/ 1079800 h 2473361"/>
                <a:gd name="csX5" fmla="*/ 1485669 w 3289130"/>
                <a:gd name="csY5" fmla="*/ 1893718 h 2473361"/>
                <a:gd name="csX6" fmla="*/ 27731 w 3289130"/>
                <a:gd name="csY6" fmla="*/ 2449732 h 2473361"/>
                <a:gd name="csX0" fmla="*/ 367 w 3261766"/>
                <a:gd name="csY0" fmla="*/ 2449732 h 2449966"/>
                <a:gd name="csX1" fmla="*/ 573807 w 3261766"/>
                <a:gd name="csY1" fmla="*/ 1096559 h 2449966"/>
                <a:gd name="csX2" fmla="*/ 1465156 w 3261766"/>
                <a:gd name="csY2" fmla="*/ 264204 h 2449966"/>
                <a:gd name="csX3" fmla="*/ 2522270 w 3261766"/>
                <a:gd name="csY3" fmla="*/ 48166 h 2449966"/>
                <a:gd name="csX4" fmla="*/ 3261766 w 3261766"/>
                <a:gd name="csY4" fmla="*/ 1079800 h 2449966"/>
                <a:gd name="csX5" fmla="*/ 1458305 w 3261766"/>
                <a:gd name="csY5" fmla="*/ 1893718 h 2449966"/>
                <a:gd name="csX6" fmla="*/ 367 w 3261766"/>
                <a:gd name="csY6" fmla="*/ 2449732 h 2449966"/>
                <a:gd name="csX0" fmla="*/ 62959 w 3324358"/>
                <a:gd name="csY0" fmla="*/ 2449732 h 2487147"/>
                <a:gd name="csX1" fmla="*/ 636399 w 3324358"/>
                <a:gd name="csY1" fmla="*/ 1096559 h 2487147"/>
                <a:gd name="csX2" fmla="*/ 1527748 w 3324358"/>
                <a:gd name="csY2" fmla="*/ 264204 h 2487147"/>
                <a:gd name="csX3" fmla="*/ 2584862 w 3324358"/>
                <a:gd name="csY3" fmla="*/ 48166 h 2487147"/>
                <a:gd name="csX4" fmla="*/ 3324358 w 3324358"/>
                <a:gd name="csY4" fmla="*/ 1079800 h 2487147"/>
                <a:gd name="csX5" fmla="*/ 1520897 w 3324358"/>
                <a:gd name="csY5" fmla="*/ 1893718 h 2487147"/>
                <a:gd name="csX6" fmla="*/ 62959 w 3324358"/>
                <a:gd name="csY6" fmla="*/ 2449732 h 2487147"/>
                <a:gd name="csX0" fmla="*/ 38478 w 4482813"/>
                <a:gd name="csY0" fmla="*/ 3496425 h 3519813"/>
                <a:gd name="csX1" fmla="*/ 1794854 w 4482813"/>
                <a:gd name="csY1" fmla="*/ 1096559 h 3519813"/>
                <a:gd name="csX2" fmla="*/ 2686203 w 4482813"/>
                <a:gd name="csY2" fmla="*/ 264204 h 3519813"/>
                <a:gd name="csX3" fmla="*/ 3743317 w 4482813"/>
                <a:gd name="csY3" fmla="*/ 48166 h 3519813"/>
                <a:gd name="csX4" fmla="*/ 4482813 w 4482813"/>
                <a:gd name="csY4" fmla="*/ 1079800 h 3519813"/>
                <a:gd name="csX5" fmla="*/ 2679352 w 4482813"/>
                <a:gd name="csY5" fmla="*/ 1893718 h 3519813"/>
                <a:gd name="csX6" fmla="*/ 38478 w 4482813"/>
                <a:gd name="csY6" fmla="*/ 3496425 h 3519813"/>
                <a:gd name="csX0" fmla="*/ 9071 w 4453406"/>
                <a:gd name="csY0" fmla="*/ 3496425 h 3510301"/>
                <a:gd name="csX1" fmla="*/ 1765447 w 4453406"/>
                <a:gd name="csY1" fmla="*/ 1096559 h 3510301"/>
                <a:gd name="csX2" fmla="*/ 2656796 w 4453406"/>
                <a:gd name="csY2" fmla="*/ 264204 h 3510301"/>
                <a:gd name="csX3" fmla="*/ 3713910 w 4453406"/>
                <a:gd name="csY3" fmla="*/ 48166 h 3510301"/>
                <a:gd name="csX4" fmla="*/ 4453406 w 4453406"/>
                <a:gd name="csY4" fmla="*/ 1079800 h 3510301"/>
                <a:gd name="csX5" fmla="*/ 2649945 w 4453406"/>
                <a:gd name="csY5" fmla="*/ 1893718 h 3510301"/>
                <a:gd name="csX6" fmla="*/ 9071 w 4453406"/>
                <a:gd name="csY6" fmla="*/ 3496425 h 3510301"/>
                <a:gd name="csX0" fmla="*/ 9071 w 4453406"/>
                <a:gd name="csY0" fmla="*/ 3496425 h 3512169"/>
                <a:gd name="csX1" fmla="*/ 1765447 w 4453406"/>
                <a:gd name="csY1" fmla="*/ 1096559 h 3512169"/>
                <a:gd name="csX2" fmla="*/ 2656796 w 4453406"/>
                <a:gd name="csY2" fmla="*/ 264204 h 3512169"/>
                <a:gd name="csX3" fmla="*/ 3713910 w 4453406"/>
                <a:gd name="csY3" fmla="*/ 48166 h 3512169"/>
                <a:gd name="csX4" fmla="*/ 4453406 w 4453406"/>
                <a:gd name="csY4" fmla="*/ 1079800 h 3512169"/>
                <a:gd name="csX5" fmla="*/ 2649945 w 4453406"/>
                <a:gd name="csY5" fmla="*/ 1893718 h 3512169"/>
                <a:gd name="csX6" fmla="*/ 9071 w 4453406"/>
                <a:gd name="csY6" fmla="*/ 3496425 h 3512169"/>
                <a:gd name="csX0" fmla="*/ 9640 w 4453975"/>
                <a:gd name="csY0" fmla="*/ 3496425 h 3512169"/>
                <a:gd name="csX1" fmla="*/ 1766016 w 4453975"/>
                <a:gd name="csY1" fmla="*/ 1096559 h 3512169"/>
                <a:gd name="csX2" fmla="*/ 2657365 w 4453975"/>
                <a:gd name="csY2" fmla="*/ 264204 h 3512169"/>
                <a:gd name="csX3" fmla="*/ 3714479 w 4453975"/>
                <a:gd name="csY3" fmla="*/ 48166 h 3512169"/>
                <a:gd name="csX4" fmla="*/ 4453975 w 4453975"/>
                <a:gd name="csY4" fmla="*/ 1079800 h 3512169"/>
                <a:gd name="csX5" fmla="*/ 2650514 w 4453975"/>
                <a:gd name="csY5" fmla="*/ 1893718 h 3512169"/>
                <a:gd name="csX6" fmla="*/ 9640 w 4453975"/>
                <a:gd name="csY6" fmla="*/ 3496425 h 3512169"/>
                <a:gd name="csX0" fmla="*/ 9640 w 4453975"/>
                <a:gd name="csY0" fmla="*/ 3993467 h 4008123"/>
                <a:gd name="csX1" fmla="*/ 1766016 w 4453975"/>
                <a:gd name="csY1" fmla="*/ 1593601 h 4008123"/>
                <a:gd name="csX2" fmla="*/ 2601034 w 4453975"/>
                <a:gd name="csY2" fmla="*/ 41122 h 4008123"/>
                <a:gd name="csX3" fmla="*/ 3714479 w 4453975"/>
                <a:gd name="csY3" fmla="*/ 545208 h 4008123"/>
                <a:gd name="csX4" fmla="*/ 4453975 w 4453975"/>
                <a:gd name="csY4" fmla="*/ 1576842 h 4008123"/>
                <a:gd name="csX5" fmla="*/ 2650514 w 4453975"/>
                <a:gd name="csY5" fmla="*/ 2390760 h 4008123"/>
                <a:gd name="csX6" fmla="*/ 9640 w 4453975"/>
                <a:gd name="csY6" fmla="*/ 3993467 h 4008123"/>
                <a:gd name="csX0" fmla="*/ 9640 w 4453975"/>
                <a:gd name="csY0" fmla="*/ 3952894 h 3967550"/>
                <a:gd name="csX1" fmla="*/ 1766016 w 4453975"/>
                <a:gd name="csY1" fmla="*/ 1553028 h 3967550"/>
                <a:gd name="csX2" fmla="*/ 2601034 w 4453975"/>
                <a:gd name="csY2" fmla="*/ 549 h 3967550"/>
                <a:gd name="csX3" fmla="*/ 3714479 w 4453975"/>
                <a:gd name="csY3" fmla="*/ 504635 h 3967550"/>
                <a:gd name="csX4" fmla="*/ 4453975 w 4453975"/>
                <a:gd name="csY4" fmla="*/ 1536269 h 3967550"/>
                <a:gd name="csX5" fmla="*/ 2650514 w 4453975"/>
                <a:gd name="csY5" fmla="*/ 2350187 h 3967550"/>
                <a:gd name="csX6" fmla="*/ 9640 w 4453975"/>
                <a:gd name="csY6" fmla="*/ 3952894 h 3967550"/>
                <a:gd name="csX0" fmla="*/ 9640 w 4453975"/>
                <a:gd name="csY0" fmla="*/ 3952971 h 3968477"/>
                <a:gd name="csX1" fmla="*/ 1766016 w 4453975"/>
                <a:gd name="csY1" fmla="*/ 1553105 h 3968477"/>
                <a:gd name="csX2" fmla="*/ 2601034 w 4453975"/>
                <a:gd name="csY2" fmla="*/ 626 h 3968477"/>
                <a:gd name="csX3" fmla="*/ 3714479 w 4453975"/>
                <a:gd name="csY3" fmla="*/ 504712 h 3968477"/>
                <a:gd name="csX4" fmla="*/ 4453975 w 4453975"/>
                <a:gd name="csY4" fmla="*/ 1536346 h 3968477"/>
                <a:gd name="csX5" fmla="*/ 2650514 w 4453975"/>
                <a:gd name="csY5" fmla="*/ 2350264 h 3968477"/>
                <a:gd name="csX6" fmla="*/ 9640 w 4453975"/>
                <a:gd name="csY6" fmla="*/ 3952971 h 3968477"/>
                <a:gd name="csX0" fmla="*/ 9640 w 4517542"/>
                <a:gd name="csY0" fmla="*/ 4153948 h 4169453"/>
                <a:gd name="csX1" fmla="*/ 1766016 w 4517542"/>
                <a:gd name="csY1" fmla="*/ 1754082 h 4169453"/>
                <a:gd name="csX2" fmla="*/ 2601034 w 4517542"/>
                <a:gd name="csY2" fmla="*/ 201603 h 4169453"/>
                <a:gd name="csX3" fmla="*/ 4390442 w 4517542"/>
                <a:gd name="csY3" fmla="*/ 186529 h 4169453"/>
                <a:gd name="csX4" fmla="*/ 4453975 w 4517542"/>
                <a:gd name="csY4" fmla="*/ 1737323 h 4169453"/>
                <a:gd name="csX5" fmla="*/ 2650514 w 4517542"/>
                <a:gd name="csY5" fmla="*/ 2551241 h 4169453"/>
                <a:gd name="csX6" fmla="*/ 9640 w 4517542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719798"/>
                <a:gd name="csY0" fmla="*/ 4153948 h 4169453"/>
                <a:gd name="csX1" fmla="*/ 1766016 w 4719798"/>
                <a:gd name="csY1" fmla="*/ 1754082 h 4169453"/>
                <a:gd name="csX2" fmla="*/ 2601034 w 4719798"/>
                <a:gd name="csY2" fmla="*/ 201603 h 4169453"/>
                <a:gd name="csX3" fmla="*/ 4390442 w 4719798"/>
                <a:gd name="csY3" fmla="*/ 186529 h 4169453"/>
                <a:gd name="csX4" fmla="*/ 4453975 w 4719798"/>
                <a:gd name="csY4" fmla="*/ 1737323 h 4169453"/>
                <a:gd name="csX5" fmla="*/ 2650514 w 4719798"/>
                <a:gd name="csY5" fmla="*/ 2551241 h 4169453"/>
                <a:gd name="csX6" fmla="*/ 9640 w 4719798"/>
                <a:gd name="csY6" fmla="*/ 4153948 h 4169453"/>
                <a:gd name="csX0" fmla="*/ 9640 w 4684091"/>
                <a:gd name="csY0" fmla="*/ 4153948 h 4169453"/>
                <a:gd name="csX1" fmla="*/ 1766016 w 4684091"/>
                <a:gd name="csY1" fmla="*/ 1754082 h 4169453"/>
                <a:gd name="csX2" fmla="*/ 2601034 w 4684091"/>
                <a:gd name="csY2" fmla="*/ 201603 h 4169453"/>
                <a:gd name="csX3" fmla="*/ 4390442 w 4684091"/>
                <a:gd name="csY3" fmla="*/ 186529 h 4169453"/>
                <a:gd name="csX4" fmla="*/ 4453975 w 4684091"/>
                <a:gd name="csY4" fmla="*/ 1737323 h 4169453"/>
                <a:gd name="csX5" fmla="*/ 2650514 w 4684091"/>
                <a:gd name="csY5" fmla="*/ 2551241 h 4169453"/>
                <a:gd name="csX6" fmla="*/ 9640 w 4684091"/>
                <a:gd name="csY6" fmla="*/ 4153948 h 4169453"/>
                <a:gd name="csX0" fmla="*/ 9640 w 4747938"/>
                <a:gd name="csY0" fmla="*/ 4153948 h 4169453"/>
                <a:gd name="csX1" fmla="*/ 1766016 w 4747938"/>
                <a:gd name="csY1" fmla="*/ 1754082 h 4169453"/>
                <a:gd name="csX2" fmla="*/ 2601034 w 4747938"/>
                <a:gd name="csY2" fmla="*/ 201603 h 4169453"/>
                <a:gd name="csX3" fmla="*/ 4390442 w 4747938"/>
                <a:gd name="csY3" fmla="*/ 186529 h 4169453"/>
                <a:gd name="csX4" fmla="*/ 4453975 w 4747938"/>
                <a:gd name="csY4" fmla="*/ 1737323 h 4169453"/>
                <a:gd name="csX5" fmla="*/ 2650514 w 4747938"/>
                <a:gd name="csY5" fmla="*/ 2551241 h 4169453"/>
                <a:gd name="csX6" fmla="*/ 9640 w 4747938"/>
                <a:gd name="csY6" fmla="*/ 4153948 h 4169453"/>
                <a:gd name="csX0" fmla="*/ 9640 w 4747938"/>
                <a:gd name="csY0" fmla="*/ 4205765 h 4221270"/>
                <a:gd name="csX1" fmla="*/ 1766016 w 4747938"/>
                <a:gd name="csY1" fmla="*/ 1805899 h 4221270"/>
                <a:gd name="csX2" fmla="*/ 2601034 w 4747938"/>
                <a:gd name="csY2" fmla="*/ 253420 h 4221270"/>
                <a:gd name="csX3" fmla="*/ 4390442 w 4747938"/>
                <a:gd name="csY3" fmla="*/ 238346 h 4221270"/>
                <a:gd name="csX4" fmla="*/ 4453975 w 4747938"/>
                <a:gd name="csY4" fmla="*/ 1789140 h 4221270"/>
                <a:gd name="csX5" fmla="*/ 2650514 w 4747938"/>
                <a:gd name="csY5" fmla="*/ 2603058 h 4221270"/>
                <a:gd name="csX6" fmla="*/ 9640 w 4747938"/>
                <a:gd name="csY6" fmla="*/ 4205765 h 4221270"/>
                <a:gd name="csX0" fmla="*/ 9640 w 4769359"/>
                <a:gd name="csY0" fmla="*/ 4189897 h 4205402"/>
                <a:gd name="csX1" fmla="*/ 1766016 w 4769359"/>
                <a:gd name="csY1" fmla="*/ 1790031 h 4205402"/>
                <a:gd name="csX2" fmla="*/ 2601034 w 4769359"/>
                <a:gd name="csY2" fmla="*/ 237552 h 4205402"/>
                <a:gd name="csX3" fmla="*/ 4446772 w 4769359"/>
                <a:gd name="csY3" fmla="*/ 163863 h 4205402"/>
                <a:gd name="csX4" fmla="*/ 4453975 w 4769359"/>
                <a:gd name="csY4" fmla="*/ 1773272 h 4205402"/>
                <a:gd name="csX5" fmla="*/ 2650514 w 4769359"/>
                <a:gd name="csY5" fmla="*/ 2587190 h 4205402"/>
                <a:gd name="csX6" fmla="*/ 9640 w 4769359"/>
                <a:gd name="csY6" fmla="*/ 4189897 h 4205402"/>
                <a:gd name="csX0" fmla="*/ 9640 w 4747938"/>
                <a:gd name="csY0" fmla="*/ 4212142 h 4227647"/>
                <a:gd name="csX1" fmla="*/ 1766016 w 4747938"/>
                <a:gd name="csY1" fmla="*/ 1812276 h 4227647"/>
                <a:gd name="csX2" fmla="*/ 2601034 w 4747938"/>
                <a:gd name="csY2" fmla="*/ 259797 h 4227647"/>
                <a:gd name="csX3" fmla="*/ 4390441 w 4747938"/>
                <a:gd name="csY3" fmla="*/ 152614 h 4227647"/>
                <a:gd name="csX4" fmla="*/ 4453975 w 4747938"/>
                <a:gd name="csY4" fmla="*/ 1795517 h 4227647"/>
                <a:gd name="csX5" fmla="*/ 2650514 w 4747938"/>
                <a:gd name="csY5" fmla="*/ 2609435 h 4227647"/>
                <a:gd name="csX6" fmla="*/ 9640 w 4747938"/>
                <a:gd name="csY6" fmla="*/ 4212142 h 4227647"/>
                <a:gd name="csX0" fmla="*/ 8567 w 4746865"/>
                <a:gd name="csY0" fmla="*/ 4212143 h 4219435"/>
                <a:gd name="csX1" fmla="*/ 1745271 w 4746865"/>
                <a:gd name="csY1" fmla="*/ 1812279 h 4219435"/>
                <a:gd name="csX2" fmla="*/ 2599961 w 4746865"/>
                <a:gd name="csY2" fmla="*/ 259798 h 4219435"/>
                <a:gd name="csX3" fmla="*/ 4389368 w 4746865"/>
                <a:gd name="csY3" fmla="*/ 152615 h 4219435"/>
                <a:gd name="csX4" fmla="*/ 4452902 w 4746865"/>
                <a:gd name="csY4" fmla="*/ 1795518 h 4219435"/>
                <a:gd name="csX5" fmla="*/ 2649441 w 4746865"/>
                <a:gd name="csY5" fmla="*/ 2609436 h 4219435"/>
                <a:gd name="csX6" fmla="*/ 8567 w 4746865"/>
                <a:gd name="csY6" fmla="*/ 4212143 h 4219435"/>
                <a:gd name="csX0" fmla="*/ 8451 w 4746749"/>
                <a:gd name="csY0" fmla="*/ 4212143 h 4219813"/>
                <a:gd name="csX1" fmla="*/ 1745155 w 4746749"/>
                <a:gd name="csY1" fmla="*/ 1812279 h 4219813"/>
                <a:gd name="csX2" fmla="*/ 2599845 w 4746749"/>
                <a:gd name="csY2" fmla="*/ 259798 h 4219813"/>
                <a:gd name="csX3" fmla="*/ 4389252 w 4746749"/>
                <a:gd name="csY3" fmla="*/ 152615 h 4219813"/>
                <a:gd name="csX4" fmla="*/ 4452786 w 4746749"/>
                <a:gd name="csY4" fmla="*/ 1795518 h 4219813"/>
                <a:gd name="csX5" fmla="*/ 2642769 w 4746749"/>
                <a:gd name="csY5" fmla="*/ 2626986 h 4219813"/>
                <a:gd name="csX6" fmla="*/ 8451 w 4746749"/>
                <a:gd name="csY6" fmla="*/ 4212143 h 4219813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594 w 4746892"/>
                <a:gd name="csY0" fmla="*/ 4213311 h 4220527"/>
                <a:gd name="csX1" fmla="*/ 1738740 w 4746892"/>
                <a:gd name="csY1" fmla="*/ 1836843 h 4220527"/>
                <a:gd name="csX2" fmla="*/ 2599988 w 4746892"/>
                <a:gd name="csY2" fmla="*/ 260966 h 4220527"/>
                <a:gd name="csX3" fmla="*/ 4389395 w 4746892"/>
                <a:gd name="csY3" fmla="*/ 153783 h 4220527"/>
                <a:gd name="csX4" fmla="*/ 4452929 w 4746892"/>
                <a:gd name="csY4" fmla="*/ 1796686 h 4220527"/>
                <a:gd name="csX5" fmla="*/ 2642912 w 4746892"/>
                <a:gd name="csY5" fmla="*/ 2628154 h 4220527"/>
                <a:gd name="csX6" fmla="*/ 8594 w 4746892"/>
                <a:gd name="csY6" fmla="*/ 4213311 h 4220527"/>
                <a:gd name="csX0" fmla="*/ 8594 w 4693867"/>
                <a:gd name="csY0" fmla="*/ 4136922 h 4144138"/>
                <a:gd name="csX1" fmla="*/ 1738740 w 4693867"/>
                <a:gd name="csY1" fmla="*/ 1760454 h 4144138"/>
                <a:gd name="csX2" fmla="*/ 2599988 w 4693867"/>
                <a:gd name="csY2" fmla="*/ 184577 h 4144138"/>
                <a:gd name="csX3" fmla="*/ 4389395 w 4693867"/>
                <a:gd name="csY3" fmla="*/ 77394 h 4144138"/>
                <a:gd name="csX4" fmla="*/ 4452929 w 4693867"/>
                <a:gd name="csY4" fmla="*/ 1720297 h 4144138"/>
                <a:gd name="csX5" fmla="*/ 2642912 w 4693867"/>
                <a:gd name="csY5" fmla="*/ 2551765 h 4144138"/>
                <a:gd name="csX6" fmla="*/ 8594 w 4693867"/>
                <a:gd name="csY6" fmla="*/ 4136922 h 4144138"/>
                <a:gd name="csX0" fmla="*/ 8594 w 4699247"/>
                <a:gd name="csY0" fmla="*/ 4098901 h 4106117"/>
                <a:gd name="csX1" fmla="*/ 1738740 w 4699247"/>
                <a:gd name="csY1" fmla="*/ 1722433 h 4106117"/>
                <a:gd name="csX2" fmla="*/ 2599988 w 4699247"/>
                <a:gd name="csY2" fmla="*/ 146556 h 4106117"/>
                <a:gd name="csX3" fmla="*/ 4409070 w 4699247"/>
                <a:gd name="csY3" fmla="*/ 115412 h 4106117"/>
                <a:gd name="csX4" fmla="*/ 4452929 w 4699247"/>
                <a:gd name="csY4" fmla="*/ 1682276 h 4106117"/>
                <a:gd name="csX5" fmla="*/ 2642912 w 4699247"/>
                <a:gd name="csY5" fmla="*/ 2513744 h 4106117"/>
                <a:gd name="csX6" fmla="*/ 8594 w 4699247"/>
                <a:gd name="csY6" fmla="*/ 4098901 h 4106117"/>
                <a:gd name="csX0" fmla="*/ 8594 w 4703971"/>
                <a:gd name="csY0" fmla="*/ 4107920 h 4115136"/>
                <a:gd name="csX1" fmla="*/ 1738740 w 4703971"/>
                <a:gd name="csY1" fmla="*/ 1731452 h 4115136"/>
                <a:gd name="csX2" fmla="*/ 2599988 w 4703971"/>
                <a:gd name="csY2" fmla="*/ 155575 h 4115136"/>
                <a:gd name="csX3" fmla="*/ 4409070 w 4703971"/>
                <a:gd name="csY3" fmla="*/ 124431 h 4115136"/>
                <a:gd name="csX4" fmla="*/ 4452929 w 4703971"/>
                <a:gd name="csY4" fmla="*/ 1691295 h 4115136"/>
                <a:gd name="csX5" fmla="*/ 2642912 w 4703971"/>
                <a:gd name="csY5" fmla="*/ 2522763 h 4115136"/>
                <a:gd name="csX6" fmla="*/ 8594 w 4703971"/>
                <a:gd name="csY6" fmla="*/ 4107920 h 4115136"/>
                <a:gd name="csX0" fmla="*/ 8594 w 4703971"/>
                <a:gd name="csY0" fmla="*/ 4195888 h 4203104"/>
                <a:gd name="csX1" fmla="*/ 1738740 w 4703971"/>
                <a:gd name="csY1" fmla="*/ 1819420 h 4203104"/>
                <a:gd name="csX2" fmla="*/ 2599988 w 4703971"/>
                <a:gd name="csY2" fmla="*/ 243543 h 4203104"/>
                <a:gd name="csX3" fmla="*/ 4409070 w 4703971"/>
                <a:gd name="csY3" fmla="*/ 212399 h 4203104"/>
                <a:gd name="csX4" fmla="*/ 4452929 w 4703971"/>
                <a:gd name="csY4" fmla="*/ 1779263 h 4203104"/>
                <a:gd name="csX5" fmla="*/ 2642912 w 4703971"/>
                <a:gd name="csY5" fmla="*/ 2610731 h 4203104"/>
                <a:gd name="csX6" fmla="*/ 8594 w 4703971"/>
                <a:gd name="csY6" fmla="*/ 4195888 h 4203104"/>
                <a:gd name="csX0" fmla="*/ 8594 w 4703971"/>
                <a:gd name="csY0" fmla="*/ 4213778 h 4220994"/>
                <a:gd name="csX1" fmla="*/ 1738740 w 4703971"/>
                <a:gd name="csY1" fmla="*/ 1837310 h 4220994"/>
                <a:gd name="csX2" fmla="*/ 2599988 w 4703971"/>
                <a:gd name="csY2" fmla="*/ 261433 h 4220994"/>
                <a:gd name="csX3" fmla="*/ 4409070 w 4703971"/>
                <a:gd name="csY3" fmla="*/ 230289 h 4220994"/>
                <a:gd name="csX4" fmla="*/ 4452929 w 4703971"/>
                <a:gd name="csY4" fmla="*/ 1797153 h 4220994"/>
                <a:gd name="csX5" fmla="*/ 2642912 w 4703971"/>
                <a:gd name="csY5" fmla="*/ 2628621 h 4220994"/>
                <a:gd name="csX6" fmla="*/ 8594 w 4703971"/>
                <a:gd name="csY6" fmla="*/ 4213778 h 4220994"/>
                <a:gd name="csX0" fmla="*/ 8594 w 4855548"/>
                <a:gd name="csY0" fmla="*/ 4390510 h 4397726"/>
                <a:gd name="csX1" fmla="*/ 1738740 w 4855548"/>
                <a:gd name="csY1" fmla="*/ 2014042 h 4397726"/>
                <a:gd name="csX2" fmla="*/ 2599988 w 4855548"/>
                <a:gd name="csY2" fmla="*/ 438165 h 4397726"/>
                <a:gd name="csX3" fmla="*/ 4756647 w 4855548"/>
                <a:gd name="csY3" fmla="*/ 26825 h 4397726"/>
                <a:gd name="csX4" fmla="*/ 4452929 w 4855548"/>
                <a:gd name="csY4" fmla="*/ 1973885 h 4397726"/>
                <a:gd name="csX5" fmla="*/ 2642912 w 4855548"/>
                <a:gd name="csY5" fmla="*/ 2805353 h 4397726"/>
                <a:gd name="csX6" fmla="*/ 8594 w 4855548"/>
                <a:gd name="csY6" fmla="*/ 4390510 h 4397726"/>
                <a:gd name="csX0" fmla="*/ 8594 w 5018748"/>
                <a:gd name="csY0" fmla="*/ 4545598 h 4552814"/>
                <a:gd name="csX1" fmla="*/ 1738740 w 5018748"/>
                <a:gd name="csY1" fmla="*/ 2169130 h 4552814"/>
                <a:gd name="csX2" fmla="*/ 2599988 w 5018748"/>
                <a:gd name="csY2" fmla="*/ 593253 h 4552814"/>
                <a:gd name="csX3" fmla="*/ 4973062 w 5018748"/>
                <a:gd name="csY3" fmla="*/ 18136 h 4552814"/>
                <a:gd name="csX4" fmla="*/ 4452929 w 5018748"/>
                <a:gd name="csY4" fmla="*/ 2128973 h 4552814"/>
                <a:gd name="csX5" fmla="*/ 2642912 w 5018748"/>
                <a:gd name="csY5" fmla="*/ 2960441 h 4552814"/>
                <a:gd name="csX6" fmla="*/ 8594 w 5018748"/>
                <a:gd name="csY6" fmla="*/ 4545598 h 4552814"/>
                <a:gd name="csX0" fmla="*/ 8594 w 5002691"/>
                <a:gd name="csY0" fmla="*/ 4537753 h 4544969"/>
                <a:gd name="csX1" fmla="*/ 1738740 w 5002691"/>
                <a:gd name="csY1" fmla="*/ 2161285 h 4544969"/>
                <a:gd name="csX2" fmla="*/ 2599988 w 5002691"/>
                <a:gd name="csY2" fmla="*/ 585408 h 4544969"/>
                <a:gd name="csX3" fmla="*/ 4973062 w 5002691"/>
                <a:gd name="csY3" fmla="*/ 10291 h 4544969"/>
                <a:gd name="csX4" fmla="*/ 4452929 w 5002691"/>
                <a:gd name="csY4" fmla="*/ 2121128 h 4544969"/>
                <a:gd name="csX5" fmla="*/ 2642912 w 5002691"/>
                <a:gd name="csY5" fmla="*/ 2952596 h 4544969"/>
                <a:gd name="csX6" fmla="*/ 8594 w 5002691"/>
                <a:gd name="csY6" fmla="*/ 4537753 h 4544969"/>
                <a:gd name="csX0" fmla="*/ 8594 w 4705059"/>
                <a:gd name="csY0" fmla="*/ 4122711 h 4129927"/>
                <a:gd name="csX1" fmla="*/ 1738740 w 4705059"/>
                <a:gd name="csY1" fmla="*/ 1746243 h 4129927"/>
                <a:gd name="csX2" fmla="*/ 2599988 w 4705059"/>
                <a:gd name="csY2" fmla="*/ 170366 h 4129927"/>
                <a:gd name="csX3" fmla="*/ 4446032 w 4705059"/>
                <a:gd name="csY3" fmla="*/ 89415 h 4129927"/>
                <a:gd name="csX4" fmla="*/ 4452929 w 4705059"/>
                <a:gd name="csY4" fmla="*/ 1706086 h 4129927"/>
                <a:gd name="csX5" fmla="*/ 2642912 w 4705059"/>
                <a:gd name="csY5" fmla="*/ 2537554 h 4129927"/>
                <a:gd name="csX6" fmla="*/ 8594 w 4705059"/>
                <a:gd name="csY6" fmla="*/ 4122711 h 4129927"/>
                <a:gd name="csX0" fmla="*/ 8594 w 4596663"/>
                <a:gd name="csY0" fmla="*/ 4215533 h 4224499"/>
                <a:gd name="csX1" fmla="*/ 1738740 w 4596663"/>
                <a:gd name="csY1" fmla="*/ 1839065 h 4224499"/>
                <a:gd name="csX2" fmla="*/ 2599988 w 4596663"/>
                <a:gd name="csY2" fmla="*/ 263188 h 4224499"/>
                <a:gd name="csX3" fmla="*/ 4446032 w 4596663"/>
                <a:gd name="csY3" fmla="*/ 182237 h 4224499"/>
                <a:gd name="csX4" fmla="*/ 4129398 w 4596663"/>
                <a:gd name="csY4" fmla="*/ 2079669 h 4224499"/>
                <a:gd name="csX5" fmla="*/ 2642912 w 4596663"/>
                <a:gd name="csY5" fmla="*/ 2630376 h 4224499"/>
                <a:gd name="csX6" fmla="*/ 8594 w 4596663"/>
                <a:gd name="csY6" fmla="*/ 4215533 h 4224499"/>
                <a:gd name="csX0" fmla="*/ 10635 w 4618520"/>
                <a:gd name="csY0" fmla="*/ 4140860 h 4149826"/>
                <a:gd name="csX1" fmla="*/ 1740781 w 4618520"/>
                <a:gd name="csY1" fmla="*/ 1764392 h 4149826"/>
                <a:gd name="csX2" fmla="*/ 2330962 w 4618520"/>
                <a:gd name="csY2" fmla="*/ 399085 h 4149826"/>
                <a:gd name="csX3" fmla="*/ 4448073 w 4618520"/>
                <a:gd name="csY3" fmla="*/ 107564 h 4149826"/>
                <a:gd name="csX4" fmla="*/ 4131439 w 4618520"/>
                <a:gd name="csY4" fmla="*/ 2004996 h 4149826"/>
                <a:gd name="csX5" fmla="*/ 2644953 w 4618520"/>
                <a:gd name="csY5" fmla="*/ 2555703 h 4149826"/>
                <a:gd name="csX6" fmla="*/ 10635 w 4618520"/>
                <a:gd name="csY6" fmla="*/ 4140860 h 4149826"/>
                <a:gd name="csX0" fmla="*/ 2473 w 4610358"/>
                <a:gd name="csY0" fmla="*/ 4148168 h 4152706"/>
                <a:gd name="csX1" fmla="*/ 2161081 w 4610358"/>
                <a:gd name="csY1" fmla="*/ 2013468 h 4152706"/>
                <a:gd name="csX2" fmla="*/ 2322800 w 4610358"/>
                <a:gd name="csY2" fmla="*/ 406393 h 4152706"/>
                <a:gd name="csX3" fmla="*/ 4439911 w 4610358"/>
                <a:gd name="csY3" fmla="*/ 114872 h 4152706"/>
                <a:gd name="csX4" fmla="*/ 4123277 w 4610358"/>
                <a:gd name="csY4" fmla="*/ 2012304 h 4152706"/>
                <a:gd name="csX5" fmla="*/ 2636791 w 4610358"/>
                <a:gd name="csY5" fmla="*/ 2563011 h 4152706"/>
                <a:gd name="csX6" fmla="*/ 2473 w 4610358"/>
                <a:gd name="csY6" fmla="*/ 4148168 h 4152706"/>
                <a:gd name="csX0" fmla="*/ 400 w 4608285"/>
                <a:gd name="csY0" fmla="*/ 4148168 h 4148397"/>
                <a:gd name="csX1" fmla="*/ 2159008 w 4608285"/>
                <a:gd name="csY1" fmla="*/ 2013468 h 4148397"/>
                <a:gd name="csX2" fmla="*/ 2320727 w 4608285"/>
                <a:gd name="csY2" fmla="*/ 406393 h 4148397"/>
                <a:gd name="csX3" fmla="*/ 4437838 w 4608285"/>
                <a:gd name="csY3" fmla="*/ 114872 h 4148397"/>
                <a:gd name="csX4" fmla="*/ 4121204 w 4608285"/>
                <a:gd name="csY4" fmla="*/ 2012304 h 4148397"/>
                <a:gd name="csX5" fmla="*/ 2346163 w 4608285"/>
                <a:gd name="csY5" fmla="*/ 2149669 h 4148397"/>
                <a:gd name="csX6" fmla="*/ 400 w 4608285"/>
                <a:gd name="csY6" fmla="*/ 4148168 h 4148397"/>
                <a:gd name="csX0" fmla="*/ 400 w 4547161"/>
                <a:gd name="csY0" fmla="*/ 4069645 h 4069874"/>
                <a:gd name="csX1" fmla="*/ 2159008 w 4547161"/>
                <a:gd name="csY1" fmla="*/ 1934945 h 4069874"/>
                <a:gd name="csX2" fmla="*/ 2320727 w 4547161"/>
                <a:gd name="csY2" fmla="*/ 327870 h 4069874"/>
                <a:gd name="csX3" fmla="*/ 4437838 w 4547161"/>
                <a:gd name="csY3" fmla="*/ 36349 h 4069874"/>
                <a:gd name="csX4" fmla="*/ 4121204 w 4547161"/>
                <a:gd name="csY4" fmla="*/ 1933781 h 4069874"/>
                <a:gd name="csX5" fmla="*/ 2346163 w 4547161"/>
                <a:gd name="csY5" fmla="*/ 2071146 h 4069874"/>
                <a:gd name="csX6" fmla="*/ 400 w 4547161"/>
                <a:gd name="csY6" fmla="*/ 4069645 h 4069874"/>
                <a:gd name="csX0" fmla="*/ 536 w 3991476"/>
                <a:gd name="csY0" fmla="*/ 3539321 h 3539632"/>
                <a:gd name="csX1" fmla="*/ 1603323 w 3991476"/>
                <a:gd name="csY1" fmla="*/ 1934945 h 3539632"/>
                <a:gd name="csX2" fmla="*/ 1765042 w 3991476"/>
                <a:gd name="csY2" fmla="*/ 327870 h 3539632"/>
                <a:gd name="csX3" fmla="*/ 3882153 w 3991476"/>
                <a:gd name="csY3" fmla="*/ 36349 h 3539632"/>
                <a:gd name="csX4" fmla="*/ 3565519 w 3991476"/>
                <a:gd name="csY4" fmla="*/ 1933781 h 3539632"/>
                <a:gd name="csX5" fmla="*/ 1790478 w 3991476"/>
                <a:gd name="csY5" fmla="*/ 2071146 h 3539632"/>
                <a:gd name="csX6" fmla="*/ 536 w 3991476"/>
                <a:gd name="csY6" fmla="*/ 3539321 h 3539632"/>
                <a:gd name="csX0" fmla="*/ 527 w 4017318"/>
                <a:gd name="csY0" fmla="*/ 3573908 h 3574212"/>
                <a:gd name="csX1" fmla="*/ 1629165 w 4017318"/>
                <a:gd name="csY1" fmla="*/ 1934945 h 3574212"/>
                <a:gd name="csX2" fmla="*/ 1790884 w 4017318"/>
                <a:gd name="csY2" fmla="*/ 327870 h 3574212"/>
                <a:gd name="csX3" fmla="*/ 3907995 w 4017318"/>
                <a:gd name="csY3" fmla="*/ 36349 h 3574212"/>
                <a:gd name="csX4" fmla="*/ 3591361 w 4017318"/>
                <a:gd name="csY4" fmla="*/ 1933781 h 3574212"/>
                <a:gd name="csX5" fmla="*/ 1816320 w 4017318"/>
                <a:gd name="csY5" fmla="*/ 2071146 h 3574212"/>
                <a:gd name="csX6" fmla="*/ 527 w 4017318"/>
                <a:gd name="csY6" fmla="*/ 3573908 h 3574212"/>
                <a:gd name="csX0" fmla="*/ 3641 w 4020432"/>
                <a:gd name="csY0" fmla="*/ 3573908 h 3577567"/>
                <a:gd name="csX1" fmla="*/ 1632279 w 4020432"/>
                <a:gd name="csY1" fmla="*/ 1934945 h 3577567"/>
                <a:gd name="csX2" fmla="*/ 1793998 w 4020432"/>
                <a:gd name="csY2" fmla="*/ 327870 h 3577567"/>
                <a:gd name="csX3" fmla="*/ 3911109 w 4020432"/>
                <a:gd name="csY3" fmla="*/ 36349 h 3577567"/>
                <a:gd name="csX4" fmla="*/ 3594475 w 4020432"/>
                <a:gd name="csY4" fmla="*/ 1933781 h 3577567"/>
                <a:gd name="csX5" fmla="*/ 1819434 w 4020432"/>
                <a:gd name="csY5" fmla="*/ 2071146 h 3577567"/>
                <a:gd name="csX6" fmla="*/ 3641 w 4020432"/>
                <a:gd name="csY6" fmla="*/ 3573908 h 3577567"/>
                <a:gd name="csX0" fmla="*/ 11923 w 4028714"/>
                <a:gd name="csY0" fmla="*/ 3573908 h 3583559"/>
                <a:gd name="csX1" fmla="*/ 1640561 w 4028714"/>
                <a:gd name="csY1" fmla="*/ 1934945 h 3583559"/>
                <a:gd name="csX2" fmla="*/ 1802280 w 4028714"/>
                <a:gd name="csY2" fmla="*/ 327870 h 3583559"/>
                <a:gd name="csX3" fmla="*/ 3919391 w 4028714"/>
                <a:gd name="csY3" fmla="*/ 36349 h 3583559"/>
                <a:gd name="csX4" fmla="*/ 3602757 w 4028714"/>
                <a:gd name="csY4" fmla="*/ 1933781 h 3583559"/>
                <a:gd name="csX5" fmla="*/ 1827716 w 4028714"/>
                <a:gd name="csY5" fmla="*/ 2071146 h 3583559"/>
                <a:gd name="csX6" fmla="*/ 11923 w 4028714"/>
                <a:gd name="csY6" fmla="*/ 3573908 h 3583559"/>
                <a:gd name="csX0" fmla="*/ 1130 w 4017921"/>
                <a:gd name="csY0" fmla="*/ 3573908 h 3577714"/>
                <a:gd name="csX1" fmla="*/ 1629768 w 4017921"/>
                <a:gd name="csY1" fmla="*/ 1934945 h 3577714"/>
                <a:gd name="csX2" fmla="*/ 1791487 w 4017921"/>
                <a:gd name="csY2" fmla="*/ 327870 h 3577714"/>
                <a:gd name="csX3" fmla="*/ 3908598 w 4017921"/>
                <a:gd name="csY3" fmla="*/ 36349 h 3577714"/>
                <a:gd name="csX4" fmla="*/ 3591964 w 4017921"/>
                <a:gd name="csY4" fmla="*/ 1933781 h 3577714"/>
                <a:gd name="csX5" fmla="*/ 1906115 w 4017921"/>
                <a:gd name="csY5" fmla="*/ 2373434 h 3577714"/>
                <a:gd name="csX6" fmla="*/ 1130 w 4017921"/>
                <a:gd name="csY6" fmla="*/ 3573908 h 3577714"/>
                <a:gd name="csX0" fmla="*/ 434 w 4017225"/>
                <a:gd name="csY0" fmla="*/ 3573908 h 3574428"/>
                <a:gd name="csX1" fmla="*/ 1629072 w 4017225"/>
                <a:gd name="csY1" fmla="*/ 1934945 h 3574428"/>
                <a:gd name="csX2" fmla="*/ 1790791 w 4017225"/>
                <a:gd name="csY2" fmla="*/ 327870 h 3574428"/>
                <a:gd name="csX3" fmla="*/ 3907902 w 4017225"/>
                <a:gd name="csY3" fmla="*/ 36349 h 3574428"/>
                <a:gd name="csX4" fmla="*/ 3591268 w 4017225"/>
                <a:gd name="csY4" fmla="*/ 1933781 h 3574428"/>
                <a:gd name="csX5" fmla="*/ 1798394 w 4017225"/>
                <a:gd name="csY5" fmla="*/ 2110926 h 3574428"/>
                <a:gd name="csX6" fmla="*/ 434 w 4017225"/>
                <a:gd name="csY6" fmla="*/ 3573908 h 3574428"/>
                <a:gd name="csX0" fmla="*/ 434 w 4017225"/>
                <a:gd name="csY0" fmla="*/ 3573908 h 3574310"/>
                <a:gd name="csX1" fmla="*/ 1629072 w 4017225"/>
                <a:gd name="csY1" fmla="*/ 1934945 h 3574310"/>
                <a:gd name="csX2" fmla="*/ 1790791 w 4017225"/>
                <a:gd name="csY2" fmla="*/ 327870 h 3574310"/>
                <a:gd name="csX3" fmla="*/ 3907902 w 4017225"/>
                <a:gd name="csY3" fmla="*/ 36349 h 3574310"/>
                <a:gd name="csX4" fmla="*/ 3591268 w 4017225"/>
                <a:gd name="csY4" fmla="*/ 1933781 h 3574310"/>
                <a:gd name="csX5" fmla="*/ 1798394 w 4017225"/>
                <a:gd name="csY5" fmla="*/ 2110926 h 3574310"/>
                <a:gd name="csX6" fmla="*/ 434 w 4017225"/>
                <a:gd name="csY6" fmla="*/ 3573908 h 3574310"/>
                <a:gd name="csX0" fmla="*/ 434 w 4017225"/>
                <a:gd name="csY0" fmla="*/ 3573908 h 3576627"/>
                <a:gd name="csX1" fmla="*/ 1629072 w 4017225"/>
                <a:gd name="csY1" fmla="*/ 1934945 h 3576627"/>
                <a:gd name="csX2" fmla="*/ 1790791 w 4017225"/>
                <a:gd name="csY2" fmla="*/ 327870 h 3576627"/>
                <a:gd name="csX3" fmla="*/ 3907902 w 4017225"/>
                <a:gd name="csY3" fmla="*/ 36349 h 3576627"/>
                <a:gd name="csX4" fmla="*/ 3591268 w 4017225"/>
                <a:gd name="csY4" fmla="*/ 1933781 h 3576627"/>
                <a:gd name="csX5" fmla="*/ 1798395 w 4017225"/>
                <a:gd name="csY5" fmla="*/ 2365482 h 3576627"/>
                <a:gd name="csX6" fmla="*/ 434 w 4017225"/>
                <a:gd name="csY6" fmla="*/ 3573908 h 3576627"/>
                <a:gd name="csX0" fmla="*/ 434 w 4017225"/>
                <a:gd name="csY0" fmla="*/ 3573908 h 3576355"/>
                <a:gd name="csX1" fmla="*/ 1629072 w 4017225"/>
                <a:gd name="csY1" fmla="*/ 1934945 h 3576355"/>
                <a:gd name="csX2" fmla="*/ 1790791 w 4017225"/>
                <a:gd name="csY2" fmla="*/ 327870 h 3576355"/>
                <a:gd name="csX3" fmla="*/ 3907902 w 4017225"/>
                <a:gd name="csY3" fmla="*/ 36349 h 3576355"/>
                <a:gd name="csX4" fmla="*/ 3591268 w 4017225"/>
                <a:gd name="csY4" fmla="*/ 1933781 h 3576355"/>
                <a:gd name="csX5" fmla="*/ 1798395 w 4017225"/>
                <a:gd name="csY5" fmla="*/ 2365482 h 3576355"/>
                <a:gd name="csX6" fmla="*/ 434 w 4017225"/>
                <a:gd name="csY6" fmla="*/ 3573908 h 3576355"/>
                <a:gd name="csX0" fmla="*/ 434 w 4017225"/>
                <a:gd name="csY0" fmla="*/ 3573908 h 3583502"/>
                <a:gd name="csX1" fmla="*/ 1629072 w 4017225"/>
                <a:gd name="csY1" fmla="*/ 1934945 h 3583502"/>
                <a:gd name="csX2" fmla="*/ 1790791 w 4017225"/>
                <a:gd name="csY2" fmla="*/ 327870 h 3583502"/>
                <a:gd name="csX3" fmla="*/ 3907902 w 4017225"/>
                <a:gd name="csY3" fmla="*/ 36349 h 3583502"/>
                <a:gd name="csX4" fmla="*/ 3591268 w 4017225"/>
                <a:gd name="csY4" fmla="*/ 1933781 h 3583502"/>
                <a:gd name="csX5" fmla="*/ 1798396 w 4017225"/>
                <a:gd name="csY5" fmla="*/ 2715497 h 3583502"/>
                <a:gd name="csX6" fmla="*/ 434 w 4017225"/>
                <a:gd name="csY6" fmla="*/ 3573908 h 3583502"/>
                <a:gd name="csX0" fmla="*/ 20204 w 4036995"/>
                <a:gd name="csY0" fmla="*/ 3574326 h 3583563"/>
                <a:gd name="csX1" fmla="*/ 908564 w 4036995"/>
                <a:gd name="csY1" fmla="*/ 1951275 h 3583563"/>
                <a:gd name="csX2" fmla="*/ 1810561 w 4036995"/>
                <a:gd name="csY2" fmla="*/ 328288 h 3583563"/>
                <a:gd name="csX3" fmla="*/ 3927672 w 4036995"/>
                <a:gd name="csY3" fmla="*/ 36767 h 3583563"/>
                <a:gd name="csX4" fmla="*/ 3611038 w 4036995"/>
                <a:gd name="csY4" fmla="*/ 1934199 h 3583563"/>
                <a:gd name="csX5" fmla="*/ 1818166 w 4036995"/>
                <a:gd name="csY5" fmla="*/ 2715915 h 3583563"/>
                <a:gd name="csX6" fmla="*/ 20204 w 4036995"/>
                <a:gd name="csY6" fmla="*/ 3574326 h 3583563"/>
                <a:gd name="csX0" fmla="*/ 12549 w 4029340"/>
                <a:gd name="csY0" fmla="*/ 3574326 h 3583563"/>
                <a:gd name="csX1" fmla="*/ 900909 w 4029340"/>
                <a:gd name="csY1" fmla="*/ 1951275 h 3583563"/>
                <a:gd name="csX2" fmla="*/ 1802906 w 4029340"/>
                <a:gd name="csY2" fmla="*/ 328288 h 3583563"/>
                <a:gd name="csX3" fmla="*/ 3920017 w 4029340"/>
                <a:gd name="csY3" fmla="*/ 36767 h 3583563"/>
                <a:gd name="csX4" fmla="*/ 3603383 w 4029340"/>
                <a:gd name="csY4" fmla="*/ 1934199 h 3583563"/>
                <a:gd name="csX5" fmla="*/ 1810511 w 4029340"/>
                <a:gd name="csY5" fmla="*/ 2715915 h 3583563"/>
                <a:gd name="csX6" fmla="*/ 12549 w 4029340"/>
                <a:gd name="csY6" fmla="*/ 3574326 h 3583563"/>
                <a:gd name="csX0" fmla="*/ 2018 w 4018809"/>
                <a:gd name="csY0" fmla="*/ 3573908 h 3583502"/>
                <a:gd name="csX1" fmla="*/ 1389840 w 4018809"/>
                <a:gd name="csY1" fmla="*/ 1934947 h 3583502"/>
                <a:gd name="csX2" fmla="*/ 1792375 w 4018809"/>
                <a:gd name="csY2" fmla="*/ 327870 h 3583502"/>
                <a:gd name="csX3" fmla="*/ 3909486 w 4018809"/>
                <a:gd name="csY3" fmla="*/ 36349 h 3583502"/>
                <a:gd name="csX4" fmla="*/ 3592852 w 4018809"/>
                <a:gd name="csY4" fmla="*/ 1933781 h 3583502"/>
                <a:gd name="csX5" fmla="*/ 1799980 w 4018809"/>
                <a:gd name="csY5" fmla="*/ 2715497 h 3583502"/>
                <a:gd name="csX6" fmla="*/ 2018 w 4018809"/>
                <a:gd name="csY6" fmla="*/ 3573908 h 3583502"/>
                <a:gd name="csX0" fmla="*/ 2018 w 4018809"/>
                <a:gd name="csY0" fmla="*/ 3573908 h 3575401"/>
                <a:gd name="csX1" fmla="*/ 1389840 w 4018809"/>
                <a:gd name="csY1" fmla="*/ 1934947 h 3575401"/>
                <a:gd name="csX2" fmla="*/ 1792375 w 4018809"/>
                <a:gd name="csY2" fmla="*/ 327870 h 3575401"/>
                <a:gd name="csX3" fmla="*/ 3909486 w 4018809"/>
                <a:gd name="csY3" fmla="*/ 36349 h 3575401"/>
                <a:gd name="csX4" fmla="*/ 3592852 w 4018809"/>
                <a:gd name="csY4" fmla="*/ 1933781 h 3575401"/>
                <a:gd name="csX5" fmla="*/ 1799983 w 4018809"/>
                <a:gd name="csY5" fmla="*/ 2277981 h 3575401"/>
                <a:gd name="csX6" fmla="*/ 2018 w 4018809"/>
                <a:gd name="csY6" fmla="*/ 3573908 h 3575401"/>
                <a:gd name="csX0" fmla="*/ 2279 w 4019070"/>
                <a:gd name="csY0" fmla="*/ 3573908 h 3576883"/>
                <a:gd name="csX1" fmla="*/ 1390101 w 4019070"/>
                <a:gd name="csY1" fmla="*/ 1934947 h 3576883"/>
                <a:gd name="csX2" fmla="*/ 1792636 w 4019070"/>
                <a:gd name="csY2" fmla="*/ 327870 h 3576883"/>
                <a:gd name="csX3" fmla="*/ 3909747 w 4019070"/>
                <a:gd name="csY3" fmla="*/ 36349 h 3576883"/>
                <a:gd name="csX4" fmla="*/ 3593113 w 4019070"/>
                <a:gd name="csY4" fmla="*/ 1933781 h 3576883"/>
                <a:gd name="csX5" fmla="*/ 1827004 w 4019070"/>
                <a:gd name="csY5" fmla="*/ 2405261 h 3576883"/>
                <a:gd name="csX6" fmla="*/ 2279 w 4019070"/>
                <a:gd name="csY6" fmla="*/ 3573908 h 3576883"/>
                <a:gd name="csX0" fmla="*/ 3304 w 4020095"/>
                <a:gd name="csY0" fmla="*/ 3573700 h 3576772"/>
                <a:gd name="csX1" fmla="*/ 1310858 w 4020095"/>
                <a:gd name="csY1" fmla="*/ 1926786 h 3576772"/>
                <a:gd name="csX2" fmla="*/ 1793661 w 4020095"/>
                <a:gd name="csY2" fmla="*/ 327662 h 3576772"/>
                <a:gd name="csX3" fmla="*/ 3910772 w 4020095"/>
                <a:gd name="csY3" fmla="*/ 36141 h 3576772"/>
                <a:gd name="csX4" fmla="*/ 3594138 w 4020095"/>
                <a:gd name="csY4" fmla="*/ 1933573 h 3576772"/>
                <a:gd name="csX5" fmla="*/ 1828029 w 4020095"/>
                <a:gd name="csY5" fmla="*/ 2405053 h 3576772"/>
                <a:gd name="csX6" fmla="*/ 3304 w 4020095"/>
                <a:gd name="csY6" fmla="*/ 3573700 h 3576772"/>
                <a:gd name="csX0" fmla="*/ 3254 w 4020045"/>
                <a:gd name="csY0" fmla="*/ 3573700 h 3576772"/>
                <a:gd name="csX1" fmla="*/ 1310808 w 4020045"/>
                <a:gd name="csY1" fmla="*/ 1926786 h 3576772"/>
                <a:gd name="csX2" fmla="*/ 1793611 w 4020045"/>
                <a:gd name="csY2" fmla="*/ 327662 h 3576772"/>
                <a:gd name="csX3" fmla="*/ 3910722 w 4020045"/>
                <a:gd name="csY3" fmla="*/ 36141 h 3576772"/>
                <a:gd name="csX4" fmla="*/ 3594088 w 4020045"/>
                <a:gd name="csY4" fmla="*/ 1933573 h 3576772"/>
                <a:gd name="csX5" fmla="*/ 1827979 w 4020045"/>
                <a:gd name="csY5" fmla="*/ 2405053 h 3576772"/>
                <a:gd name="csX6" fmla="*/ 3254 w 4020045"/>
                <a:gd name="csY6" fmla="*/ 3573700 h 35767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020045" h="3576772">
                  <a:moveTo>
                    <a:pt x="3254" y="3573700"/>
                  </a:moveTo>
                  <a:cubicBezTo>
                    <a:pt x="-82941" y="3493989"/>
                    <a:pt x="1574310" y="2340515"/>
                    <a:pt x="1310808" y="1926786"/>
                  </a:cubicBezTo>
                  <a:cubicBezTo>
                    <a:pt x="1047306" y="1513057"/>
                    <a:pt x="1360292" y="642769"/>
                    <a:pt x="1793611" y="327662"/>
                  </a:cubicBezTo>
                  <a:cubicBezTo>
                    <a:pt x="2226930" y="12555"/>
                    <a:pt x="3750548" y="-52136"/>
                    <a:pt x="3910722" y="36141"/>
                  </a:cubicBezTo>
                  <a:cubicBezTo>
                    <a:pt x="4070896" y="124418"/>
                    <a:pt x="4120351" y="1358027"/>
                    <a:pt x="3594088" y="1933573"/>
                  </a:cubicBezTo>
                  <a:cubicBezTo>
                    <a:pt x="3171099" y="2391895"/>
                    <a:pt x="2301583" y="2656718"/>
                    <a:pt x="1827979" y="2405053"/>
                  </a:cubicBezTo>
                  <a:cubicBezTo>
                    <a:pt x="1354375" y="2153388"/>
                    <a:pt x="89449" y="3653411"/>
                    <a:pt x="3254" y="3573700"/>
                  </a:cubicBez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3" name="Freeform 1032">
              <a:extLst>
                <a:ext uri="{FF2B5EF4-FFF2-40B4-BE49-F238E27FC236}">
                  <a16:creationId xmlns:a16="http://schemas.microsoft.com/office/drawing/2014/main" id="{06ED10F6-E3FE-E7E9-5F1F-F913A9728493}"/>
                </a:ext>
              </a:extLst>
            </p:cNvPr>
            <p:cNvSpPr/>
            <p:nvPr userDrawn="1"/>
          </p:nvSpPr>
          <p:spPr>
            <a:xfrm rot="16200000">
              <a:off x="7300990" y="2351879"/>
              <a:ext cx="2615869" cy="2682267"/>
            </a:xfrm>
            <a:custGeom>
              <a:avLst/>
              <a:gdLst>
                <a:gd name="csX0" fmla="*/ 1893 w 3484511"/>
                <a:gd name="csY0" fmla="*/ 3509215 h 3511799"/>
                <a:gd name="csX1" fmla="*/ 1514170 w 3484511"/>
                <a:gd name="csY1" fmla="*/ 1703861 h 3511799"/>
                <a:gd name="csX2" fmla="*/ 2029985 w 3484511"/>
                <a:gd name="csY2" fmla="*/ 226753 h 3511799"/>
                <a:gd name="csX3" fmla="*/ 3378139 w 3484511"/>
                <a:gd name="csY3" fmla="*/ 144692 h 3511799"/>
                <a:gd name="csX4" fmla="*/ 3225739 w 3484511"/>
                <a:gd name="csY4" fmla="*/ 1586630 h 3511799"/>
                <a:gd name="csX5" fmla="*/ 1854139 w 3484511"/>
                <a:gd name="csY5" fmla="*/ 2090723 h 3511799"/>
                <a:gd name="csX6" fmla="*/ 1893 w 3484511"/>
                <a:gd name="csY6" fmla="*/ 3509215 h 3511799"/>
                <a:gd name="csX0" fmla="*/ 1352 w 4094215"/>
                <a:gd name="csY0" fmla="*/ 4103738 h 4105568"/>
                <a:gd name="csX1" fmla="*/ 2123874 w 4094215"/>
                <a:gd name="csY1" fmla="*/ 1703861 h 4105568"/>
                <a:gd name="csX2" fmla="*/ 2639689 w 4094215"/>
                <a:gd name="csY2" fmla="*/ 226753 h 4105568"/>
                <a:gd name="csX3" fmla="*/ 3987843 w 4094215"/>
                <a:gd name="csY3" fmla="*/ 144692 h 4105568"/>
                <a:gd name="csX4" fmla="*/ 3835443 w 4094215"/>
                <a:gd name="csY4" fmla="*/ 1586630 h 4105568"/>
                <a:gd name="csX5" fmla="*/ 2463843 w 4094215"/>
                <a:gd name="csY5" fmla="*/ 2090723 h 4105568"/>
                <a:gd name="csX6" fmla="*/ 1352 w 4094215"/>
                <a:gd name="csY6" fmla="*/ 4103738 h 4105568"/>
                <a:gd name="csX0" fmla="*/ 1978 w 4094841"/>
                <a:gd name="csY0" fmla="*/ 4101966 h 4104114"/>
                <a:gd name="csX1" fmla="*/ 2058783 w 4094841"/>
                <a:gd name="csY1" fmla="*/ 1668597 h 4104114"/>
                <a:gd name="csX2" fmla="*/ 2640315 w 4094841"/>
                <a:gd name="csY2" fmla="*/ 224981 h 4104114"/>
                <a:gd name="csX3" fmla="*/ 3988469 w 4094841"/>
                <a:gd name="csY3" fmla="*/ 142920 h 4104114"/>
                <a:gd name="csX4" fmla="*/ 3836069 w 4094841"/>
                <a:gd name="csY4" fmla="*/ 1584858 h 4104114"/>
                <a:gd name="csX5" fmla="*/ 2464469 w 4094841"/>
                <a:gd name="csY5" fmla="*/ 2088951 h 4104114"/>
                <a:gd name="csX6" fmla="*/ 1978 w 4094841"/>
                <a:gd name="csY6" fmla="*/ 4101966 h 4104114"/>
                <a:gd name="csX0" fmla="*/ 1943 w 4132359"/>
                <a:gd name="csY0" fmla="*/ 3750277 h 3752868"/>
                <a:gd name="csX1" fmla="*/ 2096301 w 4132359"/>
                <a:gd name="csY1" fmla="*/ 1668597 h 3752868"/>
                <a:gd name="csX2" fmla="*/ 2677833 w 4132359"/>
                <a:gd name="csY2" fmla="*/ 224981 h 3752868"/>
                <a:gd name="csX3" fmla="*/ 4025987 w 4132359"/>
                <a:gd name="csY3" fmla="*/ 142920 h 3752868"/>
                <a:gd name="csX4" fmla="*/ 3873587 w 4132359"/>
                <a:gd name="csY4" fmla="*/ 1584858 h 3752868"/>
                <a:gd name="csX5" fmla="*/ 2501987 w 4132359"/>
                <a:gd name="csY5" fmla="*/ 2088951 h 3752868"/>
                <a:gd name="csX6" fmla="*/ 1943 w 4132359"/>
                <a:gd name="csY6" fmla="*/ 3750277 h 3752868"/>
                <a:gd name="csX0" fmla="*/ 7123 w 4137539"/>
                <a:gd name="csY0" fmla="*/ 3776554 h 3776601"/>
                <a:gd name="csX1" fmla="*/ 1782278 w 4137539"/>
                <a:gd name="csY1" fmla="*/ 2163796 h 3776601"/>
                <a:gd name="csX2" fmla="*/ 2683013 w 4137539"/>
                <a:gd name="csY2" fmla="*/ 251258 h 3776601"/>
                <a:gd name="csX3" fmla="*/ 4031167 w 4137539"/>
                <a:gd name="csY3" fmla="*/ 169197 h 3776601"/>
                <a:gd name="csX4" fmla="*/ 3878767 w 4137539"/>
                <a:gd name="csY4" fmla="*/ 1611135 h 3776601"/>
                <a:gd name="csX5" fmla="*/ 2507167 w 4137539"/>
                <a:gd name="csY5" fmla="*/ 2115228 h 3776601"/>
                <a:gd name="csX6" fmla="*/ 7123 w 4137539"/>
                <a:gd name="csY6" fmla="*/ 3776554 h 3776601"/>
                <a:gd name="csX0" fmla="*/ 25 w 4130441"/>
                <a:gd name="csY0" fmla="*/ 3776554 h 3776586"/>
                <a:gd name="csX1" fmla="*/ 1775180 w 4130441"/>
                <a:gd name="csY1" fmla="*/ 2163796 h 3776586"/>
                <a:gd name="csX2" fmla="*/ 2675915 w 4130441"/>
                <a:gd name="csY2" fmla="*/ 251258 h 3776586"/>
                <a:gd name="csX3" fmla="*/ 4024069 w 4130441"/>
                <a:gd name="csY3" fmla="*/ 169197 h 3776586"/>
                <a:gd name="csX4" fmla="*/ 3871669 w 4130441"/>
                <a:gd name="csY4" fmla="*/ 1611135 h 3776586"/>
                <a:gd name="csX5" fmla="*/ 1814719 w 4130441"/>
                <a:gd name="csY5" fmla="*/ 2207339 h 3776586"/>
                <a:gd name="csX6" fmla="*/ 25 w 4130441"/>
                <a:gd name="csY6" fmla="*/ 3776554 h 3776586"/>
                <a:gd name="csX0" fmla="*/ 25 w 4130441"/>
                <a:gd name="csY0" fmla="*/ 3776554 h 3776589"/>
                <a:gd name="csX1" fmla="*/ 1775180 w 4130441"/>
                <a:gd name="csY1" fmla="*/ 2163796 h 3776589"/>
                <a:gd name="csX2" fmla="*/ 2675915 w 4130441"/>
                <a:gd name="csY2" fmla="*/ 251258 h 3776589"/>
                <a:gd name="csX3" fmla="*/ 4024069 w 4130441"/>
                <a:gd name="csY3" fmla="*/ 169197 h 3776589"/>
                <a:gd name="csX4" fmla="*/ 3871669 w 4130441"/>
                <a:gd name="csY4" fmla="*/ 1611135 h 3776589"/>
                <a:gd name="csX5" fmla="*/ 1814719 w 4130441"/>
                <a:gd name="csY5" fmla="*/ 2207339 h 3776589"/>
                <a:gd name="csX6" fmla="*/ 25 w 4130441"/>
                <a:gd name="csY6" fmla="*/ 3776554 h 3776589"/>
                <a:gd name="csX0" fmla="*/ 25 w 3957457"/>
                <a:gd name="csY0" fmla="*/ 3611866 h 3611901"/>
                <a:gd name="csX1" fmla="*/ 1775180 w 3957457"/>
                <a:gd name="csY1" fmla="*/ 1999108 h 3611901"/>
                <a:gd name="csX2" fmla="*/ 2675915 w 3957457"/>
                <a:gd name="csY2" fmla="*/ 86570 h 3611901"/>
                <a:gd name="csX3" fmla="*/ 3554650 w 3957457"/>
                <a:gd name="csY3" fmla="*/ 439934 h 3611901"/>
                <a:gd name="csX4" fmla="*/ 3871669 w 3957457"/>
                <a:gd name="csY4" fmla="*/ 1446447 h 3611901"/>
                <a:gd name="csX5" fmla="*/ 1814719 w 3957457"/>
                <a:gd name="csY5" fmla="*/ 2042651 h 3611901"/>
                <a:gd name="csX6" fmla="*/ 25 w 3957457"/>
                <a:gd name="csY6" fmla="*/ 3611866 h 3611901"/>
                <a:gd name="csX0" fmla="*/ 25 w 3957253"/>
                <a:gd name="csY0" fmla="*/ 3368639 h 3368674"/>
                <a:gd name="csX1" fmla="*/ 1775180 w 3957253"/>
                <a:gd name="csY1" fmla="*/ 1755881 h 3368674"/>
                <a:gd name="csX2" fmla="*/ 2685304 w 3957253"/>
                <a:gd name="csY2" fmla="*/ 144791 h 3368674"/>
                <a:gd name="csX3" fmla="*/ 3554650 w 3957253"/>
                <a:gd name="csY3" fmla="*/ 196707 h 3368674"/>
                <a:gd name="csX4" fmla="*/ 3871669 w 3957253"/>
                <a:gd name="csY4" fmla="*/ 1203220 h 3368674"/>
                <a:gd name="csX5" fmla="*/ 1814719 w 3957253"/>
                <a:gd name="csY5" fmla="*/ 1799424 h 3368674"/>
                <a:gd name="csX6" fmla="*/ 25 w 3957253"/>
                <a:gd name="csY6" fmla="*/ 3368639 h 3368674"/>
                <a:gd name="csX0" fmla="*/ 25 w 3705517"/>
                <a:gd name="csY0" fmla="*/ 3358570 h 3358603"/>
                <a:gd name="csX1" fmla="*/ 1775180 w 3705517"/>
                <a:gd name="csY1" fmla="*/ 1745812 h 3358603"/>
                <a:gd name="csX2" fmla="*/ 2685304 w 3705517"/>
                <a:gd name="csY2" fmla="*/ 134722 h 3358603"/>
                <a:gd name="csX3" fmla="*/ 3554650 w 3705517"/>
                <a:gd name="csY3" fmla="*/ 186638 h 3358603"/>
                <a:gd name="csX4" fmla="*/ 3552464 w 3705517"/>
                <a:gd name="csY4" fmla="*/ 975438 h 3358603"/>
                <a:gd name="csX5" fmla="*/ 1814719 w 3705517"/>
                <a:gd name="csY5" fmla="*/ 1789355 h 3358603"/>
                <a:gd name="csX6" fmla="*/ 25 w 3705517"/>
                <a:gd name="csY6" fmla="*/ 3358570 h 3358603"/>
                <a:gd name="csX0" fmla="*/ 2290 w 3707782"/>
                <a:gd name="csY0" fmla="*/ 3305196 h 3314287"/>
                <a:gd name="csX1" fmla="*/ 2199921 w 3707782"/>
                <a:gd name="csY1" fmla="*/ 955568 h 3314287"/>
                <a:gd name="csX2" fmla="*/ 2687569 w 3707782"/>
                <a:gd name="csY2" fmla="*/ 81348 h 3314287"/>
                <a:gd name="csX3" fmla="*/ 3556915 w 3707782"/>
                <a:gd name="csY3" fmla="*/ 133264 h 3314287"/>
                <a:gd name="csX4" fmla="*/ 3554729 w 3707782"/>
                <a:gd name="csY4" fmla="*/ 922064 h 3314287"/>
                <a:gd name="csX5" fmla="*/ 1816984 w 3707782"/>
                <a:gd name="csY5" fmla="*/ 1735981 h 3314287"/>
                <a:gd name="csX6" fmla="*/ 2290 w 3707782"/>
                <a:gd name="csY6" fmla="*/ 3305196 h 3314287"/>
                <a:gd name="csX0" fmla="*/ 377 w 3705869"/>
                <a:gd name="csY0" fmla="*/ 3305196 h 3313168"/>
                <a:gd name="csX1" fmla="*/ 2198008 w 3705869"/>
                <a:gd name="csY1" fmla="*/ 955568 h 3313168"/>
                <a:gd name="csX2" fmla="*/ 2685656 w 3705869"/>
                <a:gd name="csY2" fmla="*/ 81348 h 3313168"/>
                <a:gd name="csX3" fmla="*/ 3555002 w 3705869"/>
                <a:gd name="csY3" fmla="*/ 133264 h 3313168"/>
                <a:gd name="csX4" fmla="*/ 3552816 w 3705869"/>
                <a:gd name="csY4" fmla="*/ 922064 h 3313168"/>
                <a:gd name="csX5" fmla="*/ 2378375 w 3705869"/>
                <a:gd name="csY5" fmla="*/ 1694113 h 3313168"/>
                <a:gd name="csX6" fmla="*/ 377 w 3705869"/>
                <a:gd name="csY6" fmla="*/ 3305196 h 3313168"/>
                <a:gd name="csX0" fmla="*/ 377 w 3705869"/>
                <a:gd name="csY0" fmla="*/ 3305196 h 3311216"/>
                <a:gd name="csX1" fmla="*/ 2198008 w 3705869"/>
                <a:gd name="csY1" fmla="*/ 955568 h 3311216"/>
                <a:gd name="csX2" fmla="*/ 2685656 w 3705869"/>
                <a:gd name="csY2" fmla="*/ 81348 h 3311216"/>
                <a:gd name="csX3" fmla="*/ 3555002 w 3705869"/>
                <a:gd name="csY3" fmla="*/ 133264 h 3311216"/>
                <a:gd name="csX4" fmla="*/ 3552816 w 3705869"/>
                <a:gd name="csY4" fmla="*/ 922064 h 3311216"/>
                <a:gd name="csX5" fmla="*/ 2378375 w 3705869"/>
                <a:gd name="csY5" fmla="*/ 1694113 h 3311216"/>
                <a:gd name="csX6" fmla="*/ 377 w 3705869"/>
                <a:gd name="csY6" fmla="*/ 3305196 h 3311216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31250"/>
                <a:gd name="csY0" fmla="*/ 3306034 h 3313991"/>
                <a:gd name="csX1" fmla="*/ 2198008 w 4431250"/>
                <a:gd name="csY1" fmla="*/ 956406 h 3313991"/>
                <a:gd name="csX2" fmla="*/ 2685656 w 4431250"/>
                <a:gd name="csY2" fmla="*/ 82186 h 3313991"/>
                <a:gd name="csX3" fmla="*/ 3555002 w 4431250"/>
                <a:gd name="csY3" fmla="*/ 134102 h 3313991"/>
                <a:gd name="csX4" fmla="*/ 4425936 w 4431250"/>
                <a:gd name="csY4" fmla="*/ 939649 h 3313991"/>
                <a:gd name="csX5" fmla="*/ 2378375 w 4431250"/>
                <a:gd name="csY5" fmla="*/ 1694951 h 3313991"/>
                <a:gd name="csX6" fmla="*/ 377 w 4431250"/>
                <a:gd name="csY6" fmla="*/ 3306034 h 3313991"/>
                <a:gd name="csX0" fmla="*/ 377 w 4425936"/>
                <a:gd name="csY0" fmla="*/ 3306034 h 3313991"/>
                <a:gd name="csX1" fmla="*/ 2198008 w 4425936"/>
                <a:gd name="csY1" fmla="*/ 956406 h 3313991"/>
                <a:gd name="csX2" fmla="*/ 2685656 w 4425936"/>
                <a:gd name="csY2" fmla="*/ 82186 h 3313991"/>
                <a:gd name="csX3" fmla="*/ 3555002 w 4425936"/>
                <a:gd name="csY3" fmla="*/ 134102 h 3313991"/>
                <a:gd name="csX4" fmla="*/ 4425936 w 4425936"/>
                <a:gd name="csY4" fmla="*/ 939649 h 3313991"/>
                <a:gd name="csX5" fmla="*/ 2378375 w 4425936"/>
                <a:gd name="csY5" fmla="*/ 1694951 h 3313991"/>
                <a:gd name="csX6" fmla="*/ 377 w 4425936"/>
                <a:gd name="csY6" fmla="*/ 3306034 h 3313991"/>
                <a:gd name="csX0" fmla="*/ 377 w 4472878"/>
                <a:gd name="csY0" fmla="*/ 3303952 h 3311947"/>
                <a:gd name="csX1" fmla="*/ 2198008 w 4472878"/>
                <a:gd name="csY1" fmla="*/ 954324 h 3311947"/>
                <a:gd name="csX2" fmla="*/ 2685656 w 4472878"/>
                <a:gd name="csY2" fmla="*/ 80104 h 3311947"/>
                <a:gd name="csX3" fmla="*/ 3555002 w 4472878"/>
                <a:gd name="csY3" fmla="*/ 132020 h 3311947"/>
                <a:gd name="csX4" fmla="*/ 4472878 w 4472878"/>
                <a:gd name="csY4" fmla="*/ 895700 h 3311947"/>
                <a:gd name="csX5" fmla="*/ 2378375 w 4472878"/>
                <a:gd name="csY5" fmla="*/ 1692869 h 3311947"/>
                <a:gd name="csX6" fmla="*/ 377 w 4472878"/>
                <a:gd name="csY6" fmla="*/ 3303952 h 3311947"/>
                <a:gd name="csX0" fmla="*/ 377 w 4472878"/>
                <a:gd name="csY0" fmla="*/ 3489034 h 3497029"/>
                <a:gd name="csX1" fmla="*/ 2198008 w 4472878"/>
                <a:gd name="csY1" fmla="*/ 1139406 h 3497029"/>
                <a:gd name="csX2" fmla="*/ 2685656 w 4472878"/>
                <a:gd name="csY2" fmla="*/ 265186 h 3497029"/>
                <a:gd name="csX3" fmla="*/ 3742770 w 4472878"/>
                <a:gd name="csY3" fmla="*/ 49148 h 3497029"/>
                <a:gd name="csX4" fmla="*/ 4472878 w 4472878"/>
                <a:gd name="csY4" fmla="*/ 1080782 h 3497029"/>
                <a:gd name="csX5" fmla="*/ 2378375 w 4472878"/>
                <a:gd name="csY5" fmla="*/ 1877951 h 3497029"/>
                <a:gd name="csX6" fmla="*/ 377 w 4472878"/>
                <a:gd name="csY6" fmla="*/ 3489034 h 3497029"/>
                <a:gd name="csX0" fmla="*/ 377 w 4482266"/>
                <a:gd name="csY0" fmla="*/ 3489034 h 3497029"/>
                <a:gd name="csX1" fmla="*/ 2198008 w 4482266"/>
                <a:gd name="csY1" fmla="*/ 1139406 h 3497029"/>
                <a:gd name="csX2" fmla="*/ 2685656 w 4482266"/>
                <a:gd name="csY2" fmla="*/ 265186 h 3497029"/>
                <a:gd name="csX3" fmla="*/ 3742770 w 4482266"/>
                <a:gd name="csY3" fmla="*/ 49148 h 3497029"/>
                <a:gd name="csX4" fmla="*/ 4482266 w 4482266"/>
                <a:gd name="csY4" fmla="*/ 1080782 h 3497029"/>
                <a:gd name="csX5" fmla="*/ 2378375 w 4482266"/>
                <a:gd name="csY5" fmla="*/ 1877951 h 3497029"/>
                <a:gd name="csX6" fmla="*/ 377 w 4482266"/>
                <a:gd name="csY6" fmla="*/ 3489034 h 3497029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10188 w 4492077"/>
                <a:gd name="csY0" fmla="*/ 3488052 h 3497366"/>
                <a:gd name="csX1" fmla="*/ 1804118 w 4492077"/>
                <a:gd name="csY1" fmla="*/ 1096559 h 3497366"/>
                <a:gd name="csX2" fmla="*/ 2695467 w 4492077"/>
                <a:gd name="csY2" fmla="*/ 264204 h 3497366"/>
                <a:gd name="csX3" fmla="*/ 3752581 w 4492077"/>
                <a:gd name="csY3" fmla="*/ 48166 h 3497366"/>
                <a:gd name="csX4" fmla="*/ 4492077 w 4492077"/>
                <a:gd name="csY4" fmla="*/ 1079800 h 3497366"/>
                <a:gd name="csX5" fmla="*/ 2688616 w 4492077"/>
                <a:gd name="csY5" fmla="*/ 1893718 h 3497366"/>
                <a:gd name="csX6" fmla="*/ 10188 w 4492077"/>
                <a:gd name="csY6" fmla="*/ 3488052 h 3497366"/>
                <a:gd name="csX0" fmla="*/ 10188 w 4492077"/>
                <a:gd name="csY0" fmla="*/ 3488052 h 3500595"/>
                <a:gd name="csX1" fmla="*/ 1804118 w 4492077"/>
                <a:gd name="csY1" fmla="*/ 1096559 h 3500595"/>
                <a:gd name="csX2" fmla="*/ 2695467 w 4492077"/>
                <a:gd name="csY2" fmla="*/ 264204 h 3500595"/>
                <a:gd name="csX3" fmla="*/ 3752581 w 4492077"/>
                <a:gd name="csY3" fmla="*/ 48166 h 3500595"/>
                <a:gd name="csX4" fmla="*/ 4492077 w 4492077"/>
                <a:gd name="csY4" fmla="*/ 1079800 h 3500595"/>
                <a:gd name="csX5" fmla="*/ 2688616 w 4492077"/>
                <a:gd name="csY5" fmla="*/ 1893718 h 3500595"/>
                <a:gd name="csX6" fmla="*/ 10188 w 4492077"/>
                <a:gd name="csY6" fmla="*/ 3488052 h 3500595"/>
                <a:gd name="csX0" fmla="*/ 10188 w 4492077"/>
                <a:gd name="csY0" fmla="*/ 3488052 h 3500888"/>
                <a:gd name="csX1" fmla="*/ 1804118 w 4492077"/>
                <a:gd name="csY1" fmla="*/ 1096559 h 3500888"/>
                <a:gd name="csX2" fmla="*/ 2695467 w 4492077"/>
                <a:gd name="csY2" fmla="*/ 264204 h 3500888"/>
                <a:gd name="csX3" fmla="*/ 3752581 w 4492077"/>
                <a:gd name="csY3" fmla="*/ 48166 h 3500888"/>
                <a:gd name="csX4" fmla="*/ 4492077 w 4492077"/>
                <a:gd name="csY4" fmla="*/ 1079800 h 3500888"/>
                <a:gd name="csX5" fmla="*/ 2688616 w 4492077"/>
                <a:gd name="csY5" fmla="*/ 1893718 h 3500888"/>
                <a:gd name="csX6" fmla="*/ 10188 w 4492077"/>
                <a:gd name="csY6" fmla="*/ 3488052 h 3500888"/>
                <a:gd name="csX0" fmla="*/ 27731 w 3289130"/>
                <a:gd name="csY0" fmla="*/ 2449732 h 2473361"/>
                <a:gd name="csX1" fmla="*/ 601171 w 3289130"/>
                <a:gd name="csY1" fmla="*/ 1096559 h 2473361"/>
                <a:gd name="csX2" fmla="*/ 1492520 w 3289130"/>
                <a:gd name="csY2" fmla="*/ 264204 h 2473361"/>
                <a:gd name="csX3" fmla="*/ 2549634 w 3289130"/>
                <a:gd name="csY3" fmla="*/ 48166 h 2473361"/>
                <a:gd name="csX4" fmla="*/ 3289130 w 3289130"/>
                <a:gd name="csY4" fmla="*/ 1079800 h 2473361"/>
                <a:gd name="csX5" fmla="*/ 1485669 w 3289130"/>
                <a:gd name="csY5" fmla="*/ 1893718 h 2473361"/>
                <a:gd name="csX6" fmla="*/ 27731 w 3289130"/>
                <a:gd name="csY6" fmla="*/ 2449732 h 2473361"/>
                <a:gd name="csX0" fmla="*/ 367 w 3261766"/>
                <a:gd name="csY0" fmla="*/ 2449732 h 2449966"/>
                <a:gd name="csX1" fmla="*/ 573807 w 3261766"/>
                <a:gd name="csY1" fmla="*/ 1096559 h 2449966"/>
                <a:gd name="csX2" fmla="*/ 1465156 w 3261766"/>
                <a:gd name="csY2" fmla="*/ 264204 h 2449966"/>
                <a:gd name="csX3" fmla="*/ 2522270 w 3261766"/>
                <a:gd name="csY3" fmla="*/ 48166 h 2449966"/>
                <a:gd name="csX4" fmla="*/ 3261766 w 3261766"/>
                <a:gd name="csY4" fmla="*/ 1079800 h 2449966"/>
                <a:gd name="csX5" fmla="*/ 1458305 w 3261766"/>
                <a:gd name="csY5" fmla="*/ 1893718 h 2449966"/>
                <a:gd name="csX6" fmla="*/ 367 w 3261766"/>
                <a:gd name="csY6" fmla="*/ 2449732 h 2449966"/>
                <a:gd name="csX0" fmla="*/ 62959 w 3324358"/>
                <a:gd name="csY0" fmla="*/ 2449732 h 2487147"/>
                <a:gd name="csX1" fmla="*/ 636399 w 3324358"/>
                <a:gd name="csY1" fmla="*/ 1096559 h 2487147"/>
                <a:gd name="csX2" fmla="*/ 1527748 w 3324358"/>
                <a:gd name="csY2" fmla="*/ 264204 h 2487147"/>
                <a:gd name="csX3" fmla="*/ 2584862 w 3324358"/>
                <a:gd name="csY3" fmla="*/ 48166 h 2487147"/>
                <a:gd name="csX4" fmla="*/ 3324358 w 3324358"/>
                <a:gd name="csY4" fmla="*/ 1079800 h 2487147"/>
                <a:gd name="csX5" fmla="*/ 1520897 w 3324358"/>
                <a:gd name="csY5" fmla="*/ 1893718 h 2487147"/>
                <a:gd name="csX6" fmla="*/ 62959 w 3324358"/>
                <a:gd name="csY6" fmla="*/ 2449732 h 2487147"/>
                <a:gd name="csX0" fmla="*/ 38478 w 4482813"/>
                <a:gd name="csY0" fmla="*/ 3496425 h 3519813"/>
                <a:gd name="csX1" fmla="*/ 1794854 w 4482813"/>
                <a:gd name="csY1" fmla="*/ 1096559 h 3519813"/>
                <a:gd name="csX2" fmla="*/ 2686203 w 4482813"/>
                <a:gd name="csY2" fmla="*/ 264204 h 3519813"/>
                <a:gd name="csX3" fmla="*/ 3743317 w 4482813"/>
                <a:gd name="csY3" fmla="*/ 48166 h 3519813"/>
                <a:gd name="csX4" fmla="*/ 4482813 w 4482813"/>
                <a:gd name="csY4" fmla="*/ 1079800 h 3519813"/>
                <a:gd name="csX5" fmla="*/ 2679352 w 4482813"/>
                <a:gd name="csY5" fmla="*/ 1893718 h 3519813"/>
                <a:gd name="csX6" fmla="*/ 38478 w 4482813"/>
                <a:gd name="csY6" fmla="*/ 3496425 h 3519813"/>
                <a:gd name="csX0" fmla="*/ 9071 w 4453406"/>
                <a:gd name="csY0" fmla="*/ 3496425 h 3510301"/>
                <a:gd name="csX1" fmla="*/ 1765447 w 4453406"/>
                <a:gd name="csY1" fmla="*/ 1096559 h 3510301"/>
                <a:gd name="csX2" fmla="*/ 2656796 w 4453406"/>
                <a:gd name="csY2" fmla="*/ 264204 h 3510301"/>
                <a:gd name="csX3" fmla="*/ 3713910 w 4453406"/>
                <a:gd name="csY3" fmla="*/ 48166 h 3510301"/>
                <a:gd name="csX4" fmla="*/ 4453406 w 4453406"/>
                <a:gd name="csY4" fmla="*/ 1079800 h 3510301"/>
                <a:gd name="csX5" fmla="*/ 2649945 w 4453406"/>
                <a:gd name="csY5" fmla="*/ 1893718 h 3510301"/>
                <a:gd name="csX6" fmla="*/ 9071 w 4453406"/>
                <a:gd name="csY6" fmla="*/ 3496425 h 3510301"/>
                <a:gd name="csX0" fmla="*/ 9071 w 4453406"/>
                <a:gd name="csY0" fmla="*/ 3496425 h 3512169"/>
                <a:gd name="csX1" fmla="*/ 1765447 w 4453406"/>
                <a:gd name="csY1" fmla="*/ 1096559 h 3512169"/>
                <a:gd name="csX2" fmla="*/ 2656796 w 4453406"/>
                <a:gd name="csY2" fmla="*/ 264204 h 3512169"/>
                <a:gd name="csX3" fmla="*/ 3713910 w 4453406"/>
                <a:gd name="csY3" fmla="*/ 48166 h 3512169"/>
                <a:gd name="csX4" fmla="*/ 4453406 w 4453406"/>
                <a:gd name="csY4" fmla="*/ 1079800 h 3512169"/>
                <a:gd name="csX5" fmla="*/ 2649945 w 4453406"/>
                <a:gd name="csY5" fmla="*/ 1893718 h 3512169"/>
                <a:gd name="csX6" fmla="*/ 9071 w 4453406"/>
                <a:gd name="csY6" fmla="*/ 3496425 h 3512169"/>
                <a:gd name="csX0" fmla="*/ 9640 w 4453975"/>
                <a:gd name="csY0" fmla="*/ 3496425 h 3512169"/>
                <a:gd name="csX1" fmla="*/ 1766016 w 4453975"/>
                <a:gd name="csY1" fmla="*/ 1096559 h 3512169"/>
                <a:gd name="csX2" fmla="*/ 2657365 w 4453975"/>
                <a:gd name="csY2" fmla="*/ 264204 h 3512169"/>
                <a:gd name="csX3" fmla="*/ 3714479 w 4453975"/>
                <a:gd name="csY3" fmla="*/ 48166 h 3512169"/>
                <a:gd name="csX4" fmla="*/ 4453975 w 4453975"/>
                <a:gd name="csY4" fmla="*/ 1079800 h 3512169"/>
                <a:gd name="csX5" fmla="*/ 2650514 w 4453975"/>
                <a:gd name="csY5" fmla="*/ 1893718 h 3512169"/>
                <a:gd name="csX6" fmla="*/ 9640 w 4453975"/>
                <a:gd name="csY6" fmla="*/ 3496425 h 3512169"/>
                <a:gd name="csX0" fmla="*/ 9640 w 4453975"/>
                <a:gd name="csY0" fmla="*/ 3993467 h 4008123"/>
                <a:gd name="csX1" fmla="*/ 1766016 w 4453975"/>
                <a:gd name="csY1" fmla="*/ 1593601 h 4008123"/>
                <a:gd name="csX2" fmla="*/ 2601034 w 4453975"/>
                <a:gd name="csY2" fmla="*/ 41122 h 4008123"/>
                <a:gd name="csX3" fmla="*/ 3714479 w 4453975"/>
                <a:gd name="csY3" fmla="*/ 545208 h 4008123"/>
                <a:gd name="csX4" fmla="*/ 4453975 w 4453975"/>
                <a:gd name="csY4" fmla="*/ 1576842 h 4008123"/>
                <a:gd name="csX5" fmla="*/ 2650514 w 4453975"/>
                <a:gd name="csY5" fmla="*/ 2390760 h 4008123"/>
                <a:gd name="csX6" fmla="*/ 9640 w 4453975"/>
                <a:gd name="csY6" fmla="*/ 3993467 h 4008123"/>
                <a:gd name="csX0" fmla="*/ 9640 w 4453975"/>
                <a:gd name="csY0" fmla="*/ 3952894 h 3967550"/>
                <a:gd name="csX1" fmla="*/ 1766016 w 4453975"/>
                <a:gd name="csY1" fmla="*/ 1553028 h 3967550"/>
                <a:gd name="csX2" fmla="*/ 2601034 w 4453975"/>
                <a:gd name="csY2" fmla="*/ 549 h 3967550"/>
                <a:gd name="csX3" fmla="*/ 3714479 w 4453975"/>
                <a:gd name="csY3" fmla="*/ 504635 h 3967550"/>
                <a:gd name="csX4" fmla="*/ 4453975 w 4453975"/>
                <a:gd name="csY4" fmla="*/ 1536269 h 3967550"/>
                <a:gd name="csX5" fmla="*/ 2650514 w 4453975"/>
                <a:gd name="csY5" fmla="*/ 2350187 h 3967550"/>
                <a:gd name="csX6" fmla="*/ 9640 w 4453975"/>
                <a:gd name="csY6" fmla="*/ 3952894 h 3967550"/>
                <a:gd name="csX0" fmla="*/ 9640 w 4453975"/>
                <a:gd name="csY0" fmla="*/ 3952971 h 3968477"/>
                <a:gd name="csX1" fmla="*/ 1766016 w 4453975"/>
                <a:gd name="csY1" fmla="*/ 1553105 h 3968477"/>
                <a:gd name="csX2" fmla="*/ 2601034 w 4453975"/>
                <a:gd name="csY2" fmla="*/ 626 h 3968477"/>
                <a:gd name="csX3" fmla="*/ 3714479 w 4453975"/>
                <a:gd name="csY3" fmla="*/ 504712 h 3968477"/>
                <a:gd name="csX4" fmla="*/ 4453975 w 4453975"/>
                <a:gd name="csY4" fmla="*/ 1536346 h 3968477"/>
                <a:gd name="csX5" fmla="*/ 2650514 w 4453975"/>
                <a:gd name="csY5" fmla="*/ 2350264 h 3968477"/>
                <a:gd name="csX6" fmla="*/ 9640 w 4453975"/>
                <a:gd name="csY6" fmla="*/ 3952971 h 3968477"/>
                <a:gd name="csX0" fmla="*/ 9640 w 4517542"/>
                <a:gd name="csY0" fmla="*/ 4153948 h 4169453"/>
                <a:gd name="csX1" fmla="*/ 1766016 w 4517542"/>
                <a:gd name="csY1" fmla="*/ 1754082 h 4169453"/>
                <a:gd name="csX2" fmla="*/ 2601034 w 4517542"/>
                <a:gd name="csY2" fmla="*/ 201603 h 4169453"/>
                <a:gd name="csX3" fmla="*/ 4390442 w 4517542"/>
                <a:gd name="csY3" fmla="*/ 186529 h 4169453"/>
                <a:gd name="csX4" fmla="*/ 4453975 w 4517542"/>
                <a:gd name="csY4" fmla="*/ 1737323 h 4169453"/>
                <a:gd name="csX5" fmla="*/ 2650514 w 4517542"/>
                <a:gd name="csY5" fmla="*/ 2551241 h 4169453"/>
                <a:gd name="csX6" fmla="*/ 9640 w 4517542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719798"/>
                <a:gd name="csY0" fmla="*/ 4153948 h 4169453"/>
                <a:gd name="csX1" fmla="*/ 1766016 w 4719798"/>
                <a:gd name="csY1" fmla="*/ 1754082 h 4169453"/>
                <a:gd name="csX2" fmla="*/ 2601034 w 4719798"/>
                <a:gd name="csY2" fmla="*/ 201603 h 4169453"/>
                <a:gd name="csX3" fmla="*/ 4390442 w 4719798"/>
                <a:gd name="csY3" fmla="*/ 186529 h 4169453"/>
                <a:gd name="csX4" fmla="*/ 4453975 w 4719798"/>
                <a:gd name="csY4" fmla="*/ 1737323 h 4169453"/>
                <a:gd name="csX5" fmla="*/ 2650514 w 4719798"/>
                <a:gd name="csY5" fmla="*/ 2551241 h 4169453"/>
                <a:gd name="csX6" fmla="*/ 9640 w 4719798"/>
                <a:gd name="csY6" fmla="*/ 4153948 h 4169453"/>
                <a:gd name="csX0" fmla="*/ 9640 w 4684091"/>
                <a:gd name="csY0" fmla="*/ 4153948 h 4169453"/>
                <a:gd name="csX1" fmla="*/ 1766016 w 4684091"/>
                <a:gd name="csY1" fmla="*/ 1754082 h 4169453"/>
                <a:gd name="csX2" fmla="*/ 2601034 w 4684091"/>
                <a:gd name="csY2" fmla="*/ 201603 h 4169453"/>
                <a:gd name="csX3" fmla="*/ 4390442 w 4684091"/>
                <a:gd name="csY3" fmla="*/ 186529 h 4169453"/>
                <a:gd name="csX4" fmla="*/ 4453975 w 4684091"/>
                <a:gd name="csY4" fmla="*/ 1737323 h 4169453"/>
                <a:gd name="csX5" fmla="*/ 2650514 w 4684091"/>
                <a:gd name="csY5" fmla="*/ 2551241 h 4169453"/>
                <a:gd name="csX6" fmla="*/ 9640 w 4684091"/>
                <a:gd name="csY6" fmla="*/ 4153948 h 4169453"/>
                <a:gd name="csX0" fmla="*/ 9640 w 4747938"/>
                <a:gd name="csY0" fmla="*/ 4153948 h 4169453"/>
                <a:gd name="csX1" fmla="*/ 1766016 w 4747938"/>
                <a:gd name="csY1" fmla="*/ 1754082 h 4169453"/>
                <a:gd name="csX2" fmla="*/ 2601034 w 4747938"/>
                <a:gd name="csY2" fmla="*/ 201603 h 4169453"/>
                <a:gd name="csX3" fmla="*/ 4390442 w 4747938"/>
                <a:gd name="csY3" fmla="*/ 186529 h 4169453"/>
                <a:gd name="csX4" fmla="*/ 4453975 w 4747938"/>
                <a:gd name="csY4" fmla="*/ 1737323 h 4169453"/>
                <a:gd name="csX5" fmla="*/ 2650514 w 4747938"/>
                <a:gd name="csY5" fmla="*/ 2551241 h 4169453"/>
                <a:gd name="csX6" fmla="*/ 9640 w 4747938"/>
                <a:gd name="csY6" fmla="*/ 4153948 h 4169453"/>
                <a:gd name="csX0" fmla="*/ 9640 w 4747938"/>
                <a:gd name="csY0" fmla="*/ 4205765 h 4221270"/>
                <a:gd name="csX1" fmla="*/ 1766016 w 4747938"/>
                <a:gd name="csY1" fmla="*/ 1805899 h 4221270"/>
                <a:gd name="csX2" fmla="*/ 2601034 w 4747938"/>
                <a:gd name="csY2" fmla="*/ 253420 h 4221270"/>
                <a:gd name="csX3" fmla="*/ 4390442 w 4747938"/>
                <a:gd name="csY3" fmla="*/ 238346 h 4221270"/>
                <a:gd name="csX4" fmla="*/ 4453975 w 4747938"/>
                <a:gd name="csY4" fmla="*/ 1789140 h 4221270"/>
                <a:gd name="csX5" fmla="*/ 2650514 w 4747938"/>
                <a:gd name="csY5" fmla="*/ 2603058 h 4221270"/>
                <a:gd name="csX6" fmla="*/ 9640 w 4747938"/>
                <a:gd name="csY6" fmla="*/ 4205765 h 4221270"/>
                <a:gd name="csX0" fmla="*/ 9640 w 4769359"/>
                <a:gd name="csY0" fmla="*/ 4189897 h 4205402"/>
                <a:gd name="csX1" fmla="*/ 1766016 w 4769359"/>
                <a:gd name="csY1" fmla="*/ 1790031 h 4205402"/>
                <a:gd name="csX2" fmla="*/ 2601034 w 4769359"/>
                <a:gd name="csY2" fmla="*/ 237552 h 4205402"/>
                <a:gd name="csX3" fmla="*/ 4446772 w 4769359"/>
                <a:gd name="csY3" fmla="*/ 163863 h 4205402"/>
                <a:gd name="csX4" fmla="*/ 4453975 w 4769359"/>
                <a:gd name="csY4" fmla="*/ 1773272 h 4205402"/>
                <a:gd name="csX5" fmla="*/ 2650514 w 4769359"/>
                <a:gd name="csY5" fmla="*/ 2587190 h 4205402"/>
                <a:gd name="csX6" fmla="*/ 9640 w 4769359"/>
                <a:gd name="csY6" fmla="*/ 4189897 h 4205402"/>
                <a:gd name="csX0" fmla="*/ 9640 w 4747938"/>
                <a:gd name="csY0" fmla="*/ 4212142 h 4227647"/>
                <a:gd name="csX1" fmla="*/ 1766016 w 4747938"/>
                <a:gd name="csY1" fmla="*/ 1812276 h 4227647"/>
                <a:gd name="csX2" fmla="*/ 2601034 w 4747938"/>
                <a:gd name="csY2" fmla="*/ 259797 h 4227647"/>
                <a:gd name="csX3" fmla="*/ 4390441 w 4747938"/>
                <a:gd name="csY3" fmla="*/ 152614 h 4227647"/>
                <a:gd name="csX4" fmla="*/ 4453975 w 4747938"/>
                <a:gd name="csY4" fmla="*/ 1795517 h 4227647"/>
                <a:gd name="csX5" fmla="*/ 2650514 w 4747938"/>
                <a:gd name="csY5" fmla="*/ 2609435 h 4227647"/>
                <a:gd name="csX6" fmla="*/ 9640 w 4747938"/>
                <a:gd name="csY6" fmla="*/ 4212142 h 4227647"/>
                <a:gd name="csX0" fmla="*/ 8567 w 4746865"/>
                <a:gd name="csY0" fmla="*/ 4212143 h 4219435"/>
                <a:gd name="csX1" fmla="*/ 1745271 w 4746865"/>
                <a:gd name="csY1" fmla="*/ 1812279 h 4219435"/>
                <a:gd name="csX2" fmla="*/ 2599961 w 4746865"/>
                <a:gd name="csY2" fmla="*/ 259798 h 4219435"/>
                <a:gd name="csX3" fmla="*/ 4389368 w 4746865"/>
                <a:gd name="csY3" fmla="*/ 152615 h 4219435"/>
                <a:gd name="csX4" fmla="*/ 4452902 w 4746865"/>
                <a:gd name="csY4" fmla="*/ 1795518 h 4219435"/>
                <a:gd name="csX5" fmla="*/ 2649441 w 4746865"/>
                <a:gd name="csY5" fmla="*/ 2609436 h 4219435"/>
                <a:gd name="csX6" fmla="*/ 8567 w 4746865"/>
                <a:gd name="csY6" fmla="*/ 4212143 h 4219435"/>
                <a:gd name="csX0" fmla="*/ 8451 w 4746749"/>
                <a:gd name="csY0" fmla="*/ 4212143 h 4219813"/>
                <a:gd name="csX1" fmla="*/ 1745155 w 4746749"/>
                <a:gd name="csY1" fmla="*/ 1812279 h 4219813"/>
                <a:gd name="csX2" fmla="*/ 2599845 w 4746749"/>
                <a:gd name="csY2" fmla="*/ 259798 h 4219813"/>
                <a:gd name="csX3" fmla="*/ 4389252 w 4746749"/>
                <a:gd name="csY3" fmla="*/ 152615 h 4219813"/>
                <a:gd name="csX4" fmla="*/ 4452786 w 4746749"/>
                <a:gd name="csY4" fmla="*/ 1795518 h 4219813"/>
                <a:gd name="csX5" fmla="*/ 2642769 w 4746749"/>
                <a:gd name="csY5" fmla="*/ 2626986 h 4219813"/>
                <a:gd name="csX6" fmla="*/ 8451 w 4746749"/>
                <a:gd name="csY6" fmla="*/ 4212143 h 4219813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594 w 4746892"/>
                <a:gd name="csY0" fmla="*/ 4213311 h 4220527"/>
                <a:gd name="csX1" fmla="*/ 1738740 w 4746892"/>
                <a:gd name="csY1" fmla="*/ 1836843 h 4220527"/>
                <a:gd name="csX2" fmla="*/ 2599988 w 4746892"/>
                <a:gd name="csY2" fmla="*/ 260966 h 4220527"/>
                <a:gd name="csX3" fmla="*/ 4389395 w 4746892"/>
                <a:gd name="csY3" fmla="*/ 153783 h 4220527"/>
                <a:gd name="csX4" fmla="*/ 4452929 w 4746892"/>
                <a:gd name="csY4" fmla="*/ 1796686 h 4220527"/>
                <a:gd name="csX5" fmla="*/ 2642912 w 4746892"/>
                <a:gd name="csY5" fmla="*/ 2628154 h 4220527"/>
                <a:gd name="csX6" fmla="*/ 8594 w 4746892"/>
                <a:gd name="csY6" fmla="*/ 4213311 h 4220527"/>
                <a:gd name="csX0" fmla="*/ 8594 w 4693867"/>
                <a:gd name="csY0" fmla="*/ 4136922 h 4144138"/>
                <a:gd name="csX1" fmla="*/ 1738740 w 4693867"/>
                <a:gd name="csY1" fmla="*/ 1760454 h 4144138"/>
                <a:gd name="csX2" fmla="*/ 2599988 w 4693867"/>
                <a:gd name="csY2" fmla="*/ 184577 h 4144138"/>
                <a:gd name="csX3" fmla="*/ 4389395 w 4693867"/>
                <a:gd name="csY3" fmla="*/ 77394 h 4144138"/>
                <a:gd name="csX4" fmla="*/ 4452929 w 4693867"/>
                <a:gd name="csY4" fmla="*/ 1720297 h 4144138"/>
                <a:gd name="csX5" fmla="*/ 2642912 w 4693867"/>
                <a:gd name="csY5" fmla="*/ 2551765 h 4144138"/>
                <a:gd name="csX6" fmla="*/ 8594 w 4693867"/>
                <a:gd name="csY6" fmla="*/ 4136922 h 4144138"/>
                <a:gd name="csX0" fmla="*/ 8594 w 4699247"/>
                <a:gd name="csY0" fmla="*/ 4098901 h 4106117"/>
                <a:gd name="csX1" fmla="*/ 1738740 w 4699247"/>
                <a:gd name="csY1" fmla="*/ 1722433 h 4106117"/>
                <a:gd name="csX2" fmla="*/ 2599988 w 4699247"/>
                <a:gd name="csY2" fmla="*/ 146556 h 4106117"/>
                <a:gd name="csX3" fmla="*/ 4409070 w 4699247"/>
                <a:gd name="csY3" fmla="*/ 115412 h 4106117"/>
                <a:gd name="csX4" fmla="*/ 4452929 w 4699247"/>
                <a:gd name="csY4" fmla="*/ 1682276 h 4106117"/>
                <a:gd name="csX5" fmla="*/ 2642912 w 4699247"/>
                <a:gd name="csY5" fmla="*/ 2513744 h 4106117"/>
                <a:gd name="csX6" fmla="*/ 8594 w 4699247"/>
                <a:gd name="csY6" fmla="*/ 4098901 h 4106117"/>
                <a:gd name="csX0" fmla="*/ 8594 w 4703971"/>
                <a:gd name="csY0" fmla="*/ 4107920 h 4115136"/>
                <a:gd name="csX1" fmla="*/ 1738740 w 4703971"/>
                <a:gd name="csY1" fmla="*/ 1731452 h 4115136"/>
                <a:gd name="csX2" fmla="*/ 2599988 w 4703971"/>
                <a:gd name="csY2" fmla="*/ 155575 h 4115136"/>
                <a:gd name="csX3" fmla="*/ 4409070 w 4703971"/>
                <a:gd name="csY3" fmla="*/ 124431 h 4115136"/>
                <a:gd name="csX4" fmla="*/ 4452929 w 4703971"/>
                <a:gd name="csY4" fmla="*/ 1691295 h 4115136"/>
                <a:gd name="csX5" fmla="*/ 2642912 w 4703971"/>
                <a:gd name="csY5" fmla="*/ 2522763 h 4115136"/>
                <a:gd name="csX6" fmla="*/ 8594 w 4703971"/>
                <a:gd name="csY6" fmla="*/ 4107920 h 4115136"/>
                <a:gd name="csX0" fmla="*/ 8594 w 4703971"/>
                <a:gd name="csY0" fmla="*/ 4195888 h 4203104"/>
                <a:gd name="csX1" fmla="*/ 1738740 w 4703971"/>
                <a:gd name="csY1" fmla="*/ 1819420 h 4203104"/>
                <a:gd name="csX2" fmla="*/ 2599988 w 4703971"/>
                <a:gd name="csY2" fmla="*/ 243543 h 4203104"/>
                <a:gd name="csX3" fmla="*/ 4409070 w 4703971"/>
                <a:gd name="csY3" fmla="*/ 212399 h 4203104"/>
                <a:gd name="csX4" fmla="*/ 4452929 w 4703971"/>
                <a:gd name="csY4" fmla="*/ 1779263 h 4203104"/>
                <a:gd name="csX5" fmla="*/ 2642912 w 4703971"/>
                <a:gd name="csY5" fmla="*/ 2610731 h 4203104"/>
                <a:gd name="csX6" fmla="*/ 8594 w 4703971"/>
                <a:gd name="csY6" fmla="*/ 4195888 h 4203104"/>
                <a:gd name="csX0" fmla="*/ 8594 w 4703971"/>
                <a:gd name="csY0" fmla="*/ 4213778 h 4220994"/>
                <a:gd name="csX1" fmla="*/ 1738740 w 4703971"/>
                <a:gd name="csY1" fmla="*/ 1837310 h 4220994"/>
                <a:gd name="csX2" fmla="*/ 2599988 w 4703971"/>
                <a:gd name="csY2" fmla="*/ 261433 h 4220994"/>
                <a:gd name="csX3" fmla="*/ 4409070 w 4703971"/>
                <a:gd name="csY3" fmla="*/ 230289 h 4220994"/>
                <a:gd name="csX4" fmla="*/ 4452929 w 4703971"/>
                <a:gd name="csY4" fmla="*/ 1797153 h 4220994"/>
                <a:gd name="csX5" fmla="*/ 2642912 w 4703971"/>
                <a:gd name="csY5" fmla="*/ 2628621 h 4220994"/>
                <a:gd name="csX6" fmla="*/ 8594 w 4703971"/>
                <a:gd name="csY6" fmla="*/ 4213778 h 4220994"/>
                <a:gd name="csX0" fmla="*/ 8594 w 4855548"/>
                <a:gd name="csY0" fmla="*/ 4390510 h 4397726"/>
                <a:gd name="csX1" fmla="*/ 1738740 w 4855548"/>
                <a:gd name="csY1" fmla="*/ 2014042 h 4397726"/>
                <a:gd name="csX2" fmla="*/ 2599988 w 4855548"/>
                <a:gd name="csY2" fmla="*/ 438165 h 4397726"/>
                <a:gd name="csX3" fmla="*/ 4756647 w 4855548"/>
                <a:gd name="csY3" fmla="*/ 26825 h 4397726"/>
                <a:gd name="csX4" fmla="*/ 4452929 w 4855548"/>
                <a:gd name="csY4" fmla="*/ 1973885 h 4397726"/>
                <a:gd name="csX5" fmla="*/ 2642912 w 4855548"/>
                <a:gd name="csY5" fmla="*/ 2805353 h 4397726"/>
                <a:gd name="csX6" fmla="*/ 8594 w 4855548"/>
                <a:gd name="csY6" fmla="*/ 4390510 h 4397726"/>
                <a:gd name="csX0" fmla="*/ 8594 w 5018748"/>
                <a:gd name="csY0" fmla="*/ 4545598 h 4552814"/>
                <a:gd name="csX1" fmla="*/ 1738740 w 5018748"/>
                <a:gd name="csY1" fmla="*/ 2169130 h 4552814"/>
                <a:gd name="csX2" fmla="*/ 2599988 w 5018748"/>
                <a:gd name="csY2" fmla="*/ 593253 h 4552814"/>
                <a:gd name="csX3" fmla="*/ 4973062 w 5018748"/>
                <a:gd name="csY3" fmla="*/ 18136 h 4552814"/>
                <a:gd name="csX4" fmla="*/ 4452929 w 5018748"/>
                <a:gd name="csY4" fmla="*/ 2128973 h 4552814"/>
                <a:gd name="csX5" fmla="*/ 2642912 w 5018748"/>
                <a:gd name="csY5" fmla="*/ 2960441 h 4552814"/>
                <a:gd name="csX6" fmla="*/ 8594 w 5018748"/>
                <a:gd name="csY6" fmla="*/ 4545598 h 4552814"/>
                <a:gd name="csX0" fmla="*/ 8594 w 5002691"/>
                <a:gd name="csY0" fmla="*/ 4537753 h 4544969"/>
                <a:gd name="csX1" fmla="*/ 1738740 w 5002691"/>
                <a:gd name="csY1" fmla="*/ 2161285 h 4544969"/>
                <a:gd name="csX2" fmla="*/ 2599988 w 5002691"/>
                <a:gd name="csY2" fmla="*/ 585408 h 4544969"/>
                <a:gd name="csX3" fmla="*/ 4973062 w 5002691"/>
                <a:gd name="csY3" fmla="*/ 10291 h 4544969"/>
                <a:gd name="csX4" fmla="*/ 4452929 w 5002691"/>
                <a:gd name="csY4" fmla="*/ 2121128 h 4544969"/>
                <a:gd name="csX5" fmla="*/ 2642912 w 5002691"/>
                <a:gd name="csY5" fmla="*/ 2952596 h 4544969"/>
                <a:gd name="csX6" fmla="*/ 8594 w 5002691"/>
                <a:gd name="csY6" fmla="*/ 4537753 h 4544969"/>
                <a:gd name="csX0" fmla="*/ 8594 w 4705059"/>
                <a:gd name="csY0" fmla="*/ 4122711 h 4129927"/>
                <a:gd name="csX1" fmla="*/ 1738740 w 4705059"/>
                <a:gd name="csY1" fmla="*/ 1746243 h 4129927"/>
                <a:gd name="csX2" fmla="*/ 2599988 w 4705059"/>
                <a:gd name="csY2" fmla="*/ 170366 h 4129927"/>
                <a:gd name="csX3" fmla="*/ 4446032 w 4705059"/>
                <a:gd name="csY3" fmla="*/ 89415 h 4129927"/>
                <a:gd name="csX4" fmla="*/ 4452929 w 4705059"/>
                <a:gd name="csY4" fmla="*/ 1706086 h 4129927"/>
                <a:gd name="csX5" fmla="*/ 2642912 w 4705059"/>
                <a:gd name="csY5" fmla="*/ 2537554 h 4129927"/>
                <a:gd name="csX6" fmla="*/ 8594 w 4705059"/>
                <a:gd name="csY6" fmla="*/ 4122711 h 4129927"/>
                <a:gd name="csX0" fmla="*/ 8594 w 4596663"/>
                <a:gd name="csY0" fmla="*/ 4215533 h 4224499"/>
                <a:gd name="csX1" fmla="*/ 1738740 w 4596663"/>
                <a:gd name="csY1" fmla="*/ 1839065 h 4224499"/>
                <a:gd name="csX2" fmla="*/ 2599988 w 4596663"/>
                <a:gd name="csY2" fmla="*/ 263188 h 4224499"/>
                <a:gd name="csX3" fmla="*/ 4446032 w 4596663"/>
                <a:gd name="csY3" fmla="*/ 182237 h 4224499"/>
                <a:gd name="csX4" fmla="*/ 4129398 w 4596663"/>
                <a:gd name="csY4" fmla="*/ 2079669 h 4224499"/>
                <a:gd name="csX5" fmla="*/ 2642912 w 4596663"/>
                <a:gd name="csY5" fmla="*/ 2630376 h 4224499"/>
                <a:gd name="csX6" fmla="*/ 8594 w 4596663"/>
                <a:gd name="csY6" fmla="*/ 4215533 h 4224499"/>
                <a:gd name="csX0" fmla="*/ 10635 w 4618520"/>
                <a:gd name="csY0" fmla="*/ 4140860 h 4149826"/>
                <a:gd name="csX1" fmla="*/ 1740781 w 4618520"/>
                <a:gd name="csY1" fmla="*/ 1764392 h 4149826"/>
                <a:gd name="csX2" fmla="*/ 2330962 w 4618520"/>
                <a:gd name="csY2" fmla="*/ 399085 h 4149826"/>
                <a:gd name="csX3" fmla="*/ 4448073 w 4618520"/>
                <a:gd name="csY3" fmla="*/ 107564 h 4149826"/>
                <a:gd name="csX4" fmla="*/ 4131439 w 4618520"/>
                <a:gd name="csY4" fmla="*/ 2004996 h 4149826"/>
                <a:gd name="csX5" fmla="*/ 2644953 w 4618520"/>
                <a:gd name="csY5" fmla="*/ 2555703 h 4149826"/>
                <a:gd name="csX6" fmla="*/ 10635 w 4618520"/>
                <a:gd name="csY6" fmla="*/ 4140860 h 4149826"/>
                <a:gd name="csX0" fmla="*/ 2473 w 4610358"/>
                <a:gd name="csY0" fmla="*/ 4148168 h 4152706"/>
                <a:gd name="csX1" fmla="*/ 2161081 w 4610358"/>
                <a:gd name="csY1" fmla="*/ 2013468 h 4152706"/>
                <a:gd name="csX2" fmla="*/ 2322800 w 4610358"/>
                <a:gd name="csY2" fmla="*/ 406393 h 4152706"/>
                <a:gd name="csX3" fmla="*/ 4439911 w 4610358"/>
                <a:gd name="csY3" fmla="*/ 114872 h 4152706"/>
                <a:gd name="csX4" fmla="*/ 4123277 w 4610358"/>
                <a:gd name="csY4" fmla="*/ 2012304 h 4152706"/>
                <a:gd name="csX5" fmla="*/ 2636791 w 4610358"/>
                <a:gd name="csY5" fmla="*/ 2563011 h 4152706"/>
                <a:gd name="csX6" fmla="*/ 2473 w 4610358"/>
                <a:gd name="csY6" fmla="*/ 4148168 h 4152706"/>
                <a:gd name="csX0" fmla="*/ 400 w 4608285"/>
                <a:gd name="csY0" fmla="*/ 4148168 h 4148397"/>
                <a:gd name="csX1" fmla="*/ 2159008 w 4608285"/>
                <a:gd name="csY1" fmla="*/ 2013468 h 4148397"/>
                <a:gd name="csX2" fmla="*/ 2320727 w 4608285"/>
                <a:gd name="csY2" fmla="*/ 406393 h 4148397"/>
                <a:gd name="csX3" fmla="*/ 4437838 w 4608285"/>
                <a:gd name="csY3" fmla="*/ 114872 h 4148397"/>
                <a:gd name="csX4" fmla="*/ 4121204 w 4608285"/>
                <a:gd name="csY4" fmla="*/ 2012304 h 4148397"/>
                <a:gd name="csX5" fmla="*/ 2346163 w 4608285"/>
                <a:gd name="csY5" fmla="*/ 2149669 h 4148397"/>
                <a:gd name="csX6" fmla="*/ 400 w 4608285"/>
                <a:gd name="csY6" fmla="*/ 4148168 h 4148397"/>
                <a:gd name="csX0" fmla="*/ 400 w 4547161"/>
                <a:gd name="csY0" fmla="*/ 4069645 h 4069874"/>
                <a:gd name="csX1" fmla="*/ 2159008 w 4547161"/>
                <a:gd name="csY1" fmla="*/ 1934945 h 4069874"/>
                <a:gd name="csX2" fmla="*/ 2320727 w 4547161"/>
                <a:gd name="csY2" fmla="*/ 327870 h 4069874"/>
                <a:gd name="csX3" fmla="*/ 4437838 w 4547161"/>
                <a:gd name="csY3" fmla="*/ 36349 h 4069874"/>
                <a:gd name="csX4" fmla="*/ 4121204 w 4547161"/>
                <a:gd name="csY4" fmla="*/ 1933781 h 4069874"/>
                <a:gd name="csX5" fmla="*/ 2346163 w 4547161"/>
                <a:gd name="csY5" fmla="*/ 2071146 h 4069874"/>
                <a:gd name="csX6" fmla="*/ 400 w 4547161"/>
                <a:gd name="csY6" fmla="*/ 4069645 h 4069874"/>
                <a:gd name="csX0" fmla="*/ 536 w 3991476"/>
                <a:gd name="csY0" fmla="*/ 3539321 h 3539632"/>
                <a:gd name="csX1" fmla="*/ 1603323 w 3991476"/>
                <a:gd name="csY1" fmla="*/ 1934945 h 3539632"/>
                <a:gd name="csX2" fmla="*/ 1765042 w 3991476"/>
                <a:gd name="csY2" fmla="*/ 327870 h 3539632"/>
                <a:gd name="csX3" fmla="*/ 3882153 w 3991476"/>
                <a:gd name="csY3" fmla="*/ 36349 h 3539632"/>
                <a:gd name="csX4" fmla="*/ 3565519 w 3991476"/>
                <a:gd name="csY4" fmla="*/ 1933781 h 3539632"/>
                <a:gd name="csX5" fmla="*/ 1790478 w 3991476"/>
                <a:gd name="csY5" fmla="*/ 2071146 h 3539632"/>
                <a:gd name="csX6" fmla="*/ 536 w 3991476"/>
                <a:gd name="csY6" fmla="*/ 3539321 h 3539632"/>
                <a:gd name="csX0" fmla="*/ 527 w 4017318"/>
                <a:gd name="csY0" fmla="*/ 3573908 h 3574212"/>
                <a:gd name="csX1" fmla="*/ 1629165 w 4017318"/>
                <a:gd name="csY1" fmla="*/ 1934945 h 3574212"/>
                <a:gd name="csX2" fmla="*/ 1790884 w 4017318"/>
                <a:gd name="csY2" fmla="*/ 327870 h 3574212"/>
                <a:gd name="csX3" fmla="*/ 3907995 w 4017318"/>
                <a:gd name="csY3" fmla="*/ 36349 h 3574212"/>
                <a:gd name="csX4" fmla="*/ 3591361 w 4017318"/>
                <a:gd name="csY4" fmla="*/ 1933781 h 3574212"/>
                <a:gd name="csX5" fmla="*/ 1816320 w 4017318"/>
                <a:gd name="csY5" fmla="*/ 2071146 h 3574212"/>
                <a:gd name="csX6" fmla="*/ 527 w 4017318"/>
                <a:gd name="csY6" fmla="*/ 3573908 h 3574212"/>
                <a:gd name="csX0" fmla="*/ 3641 w 4020432"/>
                <a:gd name="csY0" fmla="*/ 3573908 h 3577567"/>
                <a:gd name="csX1" fmla="*/ 1632279 w 4020432"/>
                <a:gd name="csY1" fmla="*/ 1934945 h 3577567"/>
                <a:gd name="csX2" fmla="*/ 1793998 w 4020432"/>
                <a:gd name="csY2" fmla="*/ 327870 h 3577567"/>
                <a:gd name="csX3" fmla="*/ 3911109 w 4020432"/>
                <a:gd name="csY3" fmla="*/ 36349 h 3577567"/>
                <a:gd name="csX4" fmla="*/ 3594475 w 4020432"/>
                <a:gd name="csY4" fmla="*/ 1933781 h 3577567"/>
                <a:gd name="csX5" fmla="*/ 1819434 w 4020432"/>
                <a:gd name="csY5" fmla="*/ 2071146 h 3577567"/>
                <a:gd name="csX6" fmla="*/ 3641 w 4020432"/>
                <a:gd name="csY6" fmla="*/ 3573908 h 3577567"/>
                <a:gd name="csX0" fmla="*/ 11923 w 4028714"/>
                <a:gd name="csY0" fmla="*/ 3573908 h 3583559"/>
                <a:gd name="csX1" fmla="*/ 1640561 w 4028714"/>
                <a:gd name="csY1" fmla="*/ 1934945 h 3583559"/>
                <a:gd name="csX2" fmla="*/ 1802280 w 4028714"/>
                <a:gd name="csY2" fmla="*/ 327870 h 3583559"/>
                <a:gd name="csX3" fmla="*/ 3919391 w 4028714"/>
                <a:gd name="csY3" fmla="*/ 36349 h 3583559"/>
                <a:gd name="csX4" fmla="*/ 3602757 w 4028714"/>
                <a:gd name="csY4" fmla="*/ 1933781 h 3583559"/>
                <a:gd name="csX5" fmla="*/ 1827716 w 4028714"/>
                <a:gd name="csY5" fmla="*/ 2071146 h 3583559"/>
                <a:gd name="csX6" fmla="*/ 11923 w 4028714"/>
                <a:gd name="csY6" fmla="*/ 3573908 h 3583559"/>
                <a:gd name="csX0" fmla="*/ 1130 w 4017921"/>
                <a:gd name="csY0" fmla="*/ 3573908 h 3577714"/>
                <a:gd name="csX1" fmla="*/ 1629768 w 4017921"/>
                <a:gd name="csY1" fmla="*/ 1934945 h 3577714"/>
                <a:gd name="csX2" fmla="*/ 1791487 w 4017921"/>
                <a:gd name="csY2" fmla="*/ 327870 h 3577714"/>
                <a:gd name="csX3" fmla="*/ 3908598 w 4017921"/>
                <a:gd name="csY3" fmla="*/ 36349 h 3577714"/>
                <a:gd name="csX4" fmla="*/ 3591964 w 4017921"/>
                <a:gd name="csY4" fmla="*/ 1933781 h 3577714"/>
                <a:gd name="csX5" fmla="*/ 1906115 w 4017921"/>
                <a:gd name="csY5" fmla="*/ 2373434 h 3577714"/>
                <a:gd name="csX6" fmla="*/ 1130 w 4017921"/>
                <a:gd name="csY6" fmla="*/ 3573908 h 3577714"/>
                <a:gd name="csX0" fmla="*/ 434 w 4017225"/>
                <a:gd name="csY0" fmla="*/ 3573908 h 3574428"/>
                <a:gd name="csX1" fmla="*/ 1629072 w 4017225"/>
                <a:gd name="csY1" fmla="*/ 1934945 h 3574428"/>
                <a:gd name="csX2" fmla="*/ 1790791 w 4017225"/>
                <a:gd name="csY2" fmla="*/ 327870 h 3574428"/>
                <a:gd name="csX3" fmla="*/ 3907902 w 4017225"/>
                <a:gd name="csY3" fmla="*/ 36349 h 3574428"/>
                <a:gd name="csX4" fmla="*/ 3591268 w 4017225"/>
                <a:gd name="csY4" fmla="*/ 1933781 h 3574428"/>
                <a:gd name="csX5" fmla="*/ 1798394 w 4017225"/>
                <a:gd name="csY5" fmla="*/ 2110926 h 3574428"/>
                <a:gd name="csX6" fmla="*/ 434 w 4017225"/>
                <a:gd name="csY6" fmla="*/ 3573908 h 3574428"/>
                <a:gd name="csX0" fmla="*/ 434 w 4017225"/>
                <a:gd name="csY0" fmla="*/ 3573908 h 3574310"/>
                <a:gd name="csX1" fmla="*/ 1629072 w 4017225"/>
                <a:gd name="csY1" fmla="*/ 1934945 h 3574310"/>
                <a:gd name="csX2" fmla="*/ 1790791 w 4017225"/>
                <a:gd name="csY2" fmla="*/ 327870 h 3574310"/>
                <a:gd name="csX3" fmla="*/ 3907902 w 4017225"/>
                <a:gd name="csY3" fmla="*/ 36349 h 3574310"/>
                <a:gd name="csX4" fmla="*/ 3591268 w 4017225"/>
                <a:gd name="csY4" fmla="*/ 1933781 h 3574310"/>
                <a:gd name="csX5" fmla="*/ 1798394 w 4017225"/>
                <a:gd name="csY5" fmla="*/ 2110926 h 3574310"/>
                <a:gd name="csX6" fmla="*/ 434 w 4017225"/>
                <a:gd name="csY6" fmla="*/ 3573908 h 3574310"/>
                <a:gd name="csX0" fmla="*/ 434 w 4017225"/>
                <a:gd name="csY0" fmla="*/ 3573908 h 3576627"/>
                <a:gd name="csX1" fmla="*/ 1629072 w 4017225"/>
                <a:gd name="csY1" fmla="*/ 1934945 h 3576627"/>
                <a:gd name="csX2" fmla="*/ 1790791 w 4017225"/>
                <a:gd name="csY2" fmla="*/ 327870 h 3576627"/>
                <a:gd name="csX3" fmla="*/ 3907902 w 4017225"/>
                <a:gd name="csY3" fmla="*/ 36349 h 3576627"/>
                <a:gd name="csX4" fmla="*/ 3591268 w 4017225"/>
                <a:gd name="csY4" fmla="*/ 1933781 h 3576627"/>
                <a:gd name="csX5" fmla="*/ 1798395 w 4017225"/>
                <a:gd name="csY5" fmla="*/ 2365482 h 3576627"/>
                <a:gd name="csX6" fmla="*/ 434 w 4017225"/>
                <a:gd name="csY6" fmla="*/ 3573908 h 3576627"/>
                <a:gd name="csX0" fmla="*/ 434 w 4017225"/>
                <a:gd name="csY0" fmla="*/ 3573908 h 3576355"/>
                <a:gd name="csX1" fmla="*/ 1629072 w 4017225"/>
                <a:gd name="csY1" fmla="*/ 1934945 h 3576355"/>
                <a:gd name="csX2" fmla="*/ 1790791 w 4017225"/>
                <a:gd name="csY2" fmla="*/ 327870 h 3576355"/>
                <a:gd name="csX3" fmla="*/ 3907902 w 4017225"/>
                <a:gd name="csY3" fmla="*/ 36349 h 3576355"/>
                <a:gd name="csX4" fmla="*/ 3591268 w 4017225"/>
                <a:gd name="csY4" fmla="*/ 1933781 h 3576355"/>
                <a:gd name="csX5" fmla="*/ 1798395 w 4017225"/>
                <a:gd name="csY5" fmla="*/ 2365482 h 3576355"/>
                <a:gd name="csX6" fmla="*/ 434 w 4017225"/>
                <a:gd name="csY6" fmla="*/ 3573908 h 3576355"/>
                <a:gd name="csX0" fmla="*/ 434 w 4017225"/>
                <a:gd name="csY0" fmla="*/ 3573908 h 3583502"/>
                <a:gd name="csX1" fmla="*/ 1629072 w 4017225"/>
                <a:gd name="csY1" fmla="*/ 1934945 h 3583502"/>
                <a:gd name="csX2" fmla="*/ 1790791 w 4017225"/>
                <a:gd name="csY2" fmla="*/ 327870 h 3583502"/>
                <a:gd name="csX3" fmla="*/ 3907902 w 4017225"/>
                <a:gd name="csY3" fmla="*/ 36349 h 3583502"/>
                <a:gd name="csX4" fmla="*/ 3591268 w 4017225"/>
                <a:gd name="csY4" fmla="*/ 1933781 h 3583502"/>
                <a:gd name="csX5" fmla="*/ 1798396 w 4017225"/>
                <a:gd name="csY5" fmla="*/ 2715497 h 3583502"/>
                <a:gd name="csX6" fmla="*/ 434 w 4017225"/>
                <a:gd name="csY6" fmla="*/ 3573908 h 3583502"/>
                <a:gd name="csX0" fmla="*/ 20204 w 4036995"/>
                <a:gd name="csY0" fmla="*/ 3574326 h 3583563"/>
                <a:gd name="csX1" fmla="*/ 908564 w 4036995"/>
                <a:gd name="csY1" fmla="*/ 1951275 h 3583563"/>
                <a:gd name="csX2" fmla="*/ 1810561 w 4036995"/>
                <a:gd name="csY2" fmla="*/ 328288 h 3583563"/>
                <a:gd name="csX3" fmla="*/ 3927672 w 4036995"/>
                <a:gd name="csY3" fmla="*/ 36767 h 3583563"/>
                <a:gd name="csX4" fmla="*/ 3611038 w 4036995"/>
                <a:gd name="csY4" fmla="*/ 1934199 h 3583563"/>
                <a:gd name="csX5" fmla="*/ 1818166 w 4036995"/>
                <a:gd name="csY5" fmla="*/ 2715915 h 3583563"/>
                <a:gd name="csX6" fmla="*/ 20204 w 4036995"/>
                <a:gd name="csY6" fmla="*/ 3574326 h 3583563"/>
                <a:gd name="csX0" fmla="*/ 12549 w 4029340"/>
                <a:gd name="csY0" fmla="*/ 3574326 h 3583563"/>
                <a:gd name="csX1" fmla="*/ 900909 w 4029340"/>
                <a:gd name="csY1" fmla="*/ 1951275 h 3583563"/>
                <a:gd name="csX2" fmla="*/ 1802906 w 4029340"/>
                <a:gd name="csY2" fmla="*/ 328288 h 3583563"/>
                <a:gd name="csX3" fmla="*/ 3920017 w 4029340"/>
                <a:gd name="csY3" fmla="*/ 36767 h 3583563"/>
                <a:gd name="csX4" fmla="*/ 3603383 w 4029340"/>
                <a:gd name="csY4" fmla="*/ 1934199 h 3583563"/>
                <a:gd name="csX5" fmla="*/ 1810511 w 4029340"/>
                <a:gd name="csY5" fmla="*/ 2715915 h 3583563"/>
                <a:gd name="csX6" fmla="*/ 12549 w 4029340"/>
                <a:gd name="csY6" fmla="*/ 3574326 h 3583563"/>
                <a:gd name="csX0" fmla="*/ 2018 w 4018809"/>
                <a:gd name="csY0" fmla="*/ 3573908 h 3583502"/>
                <a:gd name="csX1" fmla="*/ 1389840 w 4018809"/>
                <a:gd name="csY1" fmla="*/ 1934947 h 3583502"/>
                <a:gd name="csX2" fmla="*/ 1792375 w 4018809"/>
                <a:gd name="csY2" fmla="*/ 327870 h 3583502"/>
                <a:gd name="csX3" fmla="*/ 3909486 w 4018809"/>
                <a:gd name="csY3" fmla="*/ 36349 h 3583502"/>
                <a:gd name="csX4" fmla="*/ 3592852 w 4018809"/>
                <a:gd name="csY4" fmla="*/ 1933781 h 3583502"/>
                <a:gd name="csX5" fmla="*/ 1799980 w 4018809"/>
                <a:gd name="csY5" fmla="*/ 2715497 h 3583502"/>
                <a:gd name="csX6" fmla="*/ 2018 w 4018809"/>
                <a:gd name="csY6" fmla="*/ 3573908 h 3583502"/>
                <a:gd name="csX0" fmla="*/ 2018 w 4018809"/>
                <a:gd name="csY0" fmla="*/ 3573908 h 3575401"/>
                <a:gd name="csX1" fmla="*/ 1389840 w 4018809"/>
                <a:gd name="csY1" fmla="*/ 1934947 h 3575401"/>
                <a:gd name="csX2" fmla="*/ 1792375 w 4018809"/>
                <a:gd name="csY2" fmla="*/ 327870 h 3575401"/>
                <a:gd name="csX3" fmla="*/ 3909486 w 4018809"/>
                <a:gd name="csY3" fmla="*/ 36349 h 3575401"/>
                <a:gd name="csX4" fmla="*/ 3592852 w 4018809"/>
                <a:gd name="csY4" fmla="*/ 1933781 h 3575401"/>
                <a:gd name="csX5" fmla="*/ 1799983 w 4018809"/>
                <a:gd name="csY5" fmla="*/ 2277981 h 3575401"/>
                <a:gd name="csX6" fmla="*/ 2018 w 4018809"/>
                <a:gd name="csY6" fmla="*/ 3573908 h 3575401"/>
                <a:gd name="csX0" fmla="*/ 2279 w 4019070"/>
                <a:gd name="csY0" fmla="*/ 3573908 h 3576883"/>
                <a:gd name="csX1" fmla="*/ 1390101 w 4019070"/>
                <a:gd name="csY1" fmla="*/ 1934947 h 3576883"/>
                <a:gd name="csX2" fmla="*/ 1792636 w 4019070"/>
                <a:gd name="csY2" fmla="*/ 327870 h 3576883"/>
                <a:gd name="csX3" fmla="*/ 3909747 w 4019070"/>
                <a:gd name="csY3" fmla="*/ 36349 h 3576883"/>
                <a:gd name="csX4" fmla="*/ 3593113 w 4019070"/>
                <a:gd name="csY4" fmla="*/ 1933781 h 3576883"/>
                <a:gd name="csX5" fmla="*/ 1827004 w 4019070"/>
                <a:gd name="csY5" fmla="*/ 2405261 h 3576883"/>
                <a:gd name="csX6" fmla="*/ 2279 w 4019070"/>
                <a:gd name="csY6" fmla="*/ 3573908 h 3576883"/>
                <a:gd name="csX0" fmla="*/ 3304 w 4020095"/>
                <a:gd name="csY0" fmla="*/ 3573700 h 3576772"/>
                <a:gd name="csX1" fmla="*/ 1310858 w 4020095"/>
                <a:gd name="csY1" fmla="*/ 1926786 h 3576772"/>
                <a:gd name="csX2" fmla="*/ 1793661 w 4020095"/>
                <a:gd name="csY2" fmla="*/ 327662 h 3576772"/>
                <a:gd name="csX3" fmla="*/ 3910772 w 4020095"/>
                <a:gd name="csY3" fmla="*/ 36141 h 3576772"/>
                <a:gd name="csX4" fmla="*/ 3594138 w 4020095"/>
                <a:gd name="csY4" fmla="*/ 1933573 h 3576772"/>
                <a:gd name="csX5" fmla="*/ 1828029 w 4020095"/>
                <a:gd name="csY5" fmla="*/ 2405053 h 3576772"/>
                <a:gd name="csX6" fmla="*/ 3304 w 4020095"/>
                <a:gd name="csY6" fmla="*/ 3573700 h 3576772"/>
                <a:gd name="csX0" fmla="*/ 3254 w 4020045"/>
                <a:gd name="csY0" fmla="*/ 3573700 h 3576772"/>
                <a:gd name="csX1" fmla="*/ 1310808 w 4020045"/>
                <a:gd name="csY1" fmla="*/ 1926786 h 3576772"/>
                <a:gd name="csX2" fmla="*/ 1793611 w 4020045"/>
                <a:gd name="csY2" fmla="*/ 327662 h 3576772"/>
                <a:gd name="csX3" fmla="*/ 3910722 w 4020045"/>
                <a:gd name="csY3" fmla="*/ 36141 h 3576772"/>
                <a:gd name="csX4" fmla="*/ 3594088 w 4020045"/>
                <a:gd name="csY4" fmla="*/ 1933573 h 3576772"/>
                <a:gd name="csX5" fmla="*/ 1827979 w 4020045"/>
                <a:gd name="csY5" fmla="*/ 2405053 h 3576772"/>
                <a:gd name="csX6" fmla="*/ 3254 w 4020045"/>
                <a:gd name="csY6" fmla="*/ 3573700 h 35767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020045" h="3576772">
                  <a:moveTo>
                    <a:pt x="3254" y="3573700"/>
                  </a:moveTo>
                  <a:cubicBezTo>
                    <a:pt x="-82941" y="3493989"/>
                    <a:pt x="1574310" y="2340515"/>
                    <a:pt x="1310808" y="1926786"/>
                  </a:cubicBezTo>
                  <a:cubicBezTo>
                    <a:pt x="1047306" y="1513057"/>
                    <a:pt x="1360292" y="642769"/>
                    <a:pt x="1793611" y="327662"/>
                  </a:cubicBezTo>
                  <a:cubicBezTo>
                    <a:pt x="2226930" y="12555"/>
                    <a:pt x="3750548" y="-52136"/>
                    <a:pt x="3910722" y="36141"/>
                  </a:cubicBezTo>
                  <a:cubicBezTo>
                    <a:pt x="4070896" y="124418"/>
                    <a:pt x="4120351" y="1358027"/>
                    <a:pt x="3594088" y="1933573"/>
                  </a:cubicBezTo>
                  <a:cubicBezTo>
                    <a:pt x="3171099" y="2391895"/>
                    <a:pt x="2301583" y="2656718"/>
                    <a:pt x="1827979" y="2405053"/>
                  </a:cubicBezTo>
                  <a:cubicBezTo>
                    <a:pt x="1354375" y="2153388"/>
                    <a:pt x="89449" y="3653411"/>
                    <a:pt x="3254" y="3573700"/>
                  </a:cubicBez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4" name="Freeform 1033">
              <a:extLst>
                <a:ext uri="{FF2B5EF4-FFF2-40B4-BE49-F238E27FC236}">
                  <a16:creationId xmlns:a16="http://schemas.microsoft.com/office/drawing/2014/main" id="{8050ABE7-3518-3C74-31BC-943ED78315B3}"/>
                </a:ext>
              </a:extLst>
            </p:cNvPr>
            <p:cNvSpPr/>
            <p:nvPr userDrawn="1"/>
          </p:nvSpPr>
          <p:spPr>
            <a:xfrm rot="16200000">
              <a:off x="7385691" y="2437141"/>
              <a:ext cx="2615867" cy="2682267"/>
            </a:xfrm>
            <a:custGeom>
              <a:avLst/>
              <a:gdLst>
                <a:gd name="csX0" fmla="*/ 1893 w 3484511"/>
                <a:gd name="csY0" fmla="*/ 3509215 h 3511799"/>
                <a:gd name="csX1" fmla="*/ 1514170 w 3484511"/>
                <a:gd name="csY1" fmla="*/ 1703861 h 3511799"/>
                <a:gd name="csX2" fmla="*/ 2029985 w 3484511"/>
                <a:gd name="csY2" fmla="*/ 226753 h 3511799"/>
                <a:gd name="csX3" fmla="*/ 3378139 w 3484511"/>
                <a:gd name="csY3" fmla="*/ 144692 h 3511799"/>
                <a:gd name="csX4" fmla="*/ 3225739 w 3484511"/>
                <a:gd name="csY4" fmla="*/ 1586630 h 3511799"/>
                <a:gd name="csX5" fmla="*/ 1854139 w 3484511"/>
                <a:gd name="csY5" fmla="*/ 2090723 h 3511799"/>
                <a:gd name="csX6" fmla="*/ 1893 w 3484511"/>
                <a:gd name="csY6" fmla="*/ 3509215 h 3511799"/>
                <a:gd name="csX0" fmla="*/ 1352 w 4094215"/>
                <a:gd name="csY0" fmla="*/ 4103738 h 4105568"/>
                <a:gd name="csX1" fmla="*/ 2123874 w 4094215"/>
                <a:gd name="csY1" fmla="*/ 1703861 h 4105568"/>
                <a:gd name="csX2" fmla="*/ 2639689 w 4094215"/>
                <a:gd name="csY2" fmla="*/ 226753 h 4105568"/>
                <a:gd name="csX3" fmla="*/ 3987843 w 4094215"/>
                <a:gd name="csY3" fmla="*/ 144692 h 4105568"/>
                <a:gd name="csX4" fmla="*/ 3835443 w 4094215"/>
                <a:gd name="csY4" fmla="*/ 1586630 h 4105568"/>
                <a:gd name="csX5" fmla="*/ 2463843 w 4094215"/>
                <a:gd name="csY5" fmla="*/ 2090723 h 4105568"/>
                <a:gd name="csX6" fmla="*/ 1352 w 4094215"/>
                <a:gd name="csY6" fmla="*/ 4103738 h 4105568"/>
                <a:gd name="csX0" fmla="*/ 1978 w 4094841"/>
                <a:gd name="csY0" fmla="*/ 4101966 h 4104114"/>
                <a:gd name="csX1" fmla="*/ 2058783 w 4094841"/>
                <a:gd name="csY1" fmla="*/ 1668597 h 4104114"/>
                <a:gd name="csX2" fmla="*/ 2640315 w 4094841"/>
                <a:gd name="csY2" fmla="*/ 224981 h 4104114"/>
                <a:gd name="csX3" fmla="*/ 3988469 w 4094841"/>
                <a:gd name="csY3" fmla="*/ 142920 h 4104114"/>
                <a:gd name="csX4" fmla="*/ 3836069 w 4094841"/>
                <a:gd name="csY4" fmla="*/ 1584858 h 4104114"/>
                <a:gd name="csX5" fmla="*/ 2464469 w 4094841"/>
                <a:gd name="csY5" fmla="*/ 2088951 h 4104114"/>
                <a:gd name="csX6" fmla="*/ 1978 w 4094841"/>
                <a:gd name="csY6" fmla="*/ 4101966 h 4104114"/>
                <a:gd name="csX0" fmla="*/ 1943 w 4132359"/>
                <a:gd name="csY0" fmla="*/ 3750277 h 3752868"/>
                <a:gd name="csX1" fmla="*/ 2096301 w 4132359"/>
                <a:gd name="csY1" fmla="*/ 1668597 h 3752868"/>
                <a:gd name="csX2" fmla="*/ 2677833 w 4132359"/>
                <a:gd name="csY2" fmla="*/ 224981 h 3752868"/>
                <a:gd name="csX3" fmla="*/ 4025987 w 4132359"/>
                <a:gd name="csY3" fmla="*/ 142920 h 3752868"/>
                <a:gd name="csX4" fmla="*/ 3873587 w 4132359"/>
                <a:gd name="csY4" fmla="*/ 1584858 h 3752868"/>
                <a:gd name="csX5" fmla="*/ 2501987 w 4132359"/>
                <a:gd name="csY5" fmla="*/ 2088951 h 3752868"/>
                <a:gd name="csX6" fmla="*/ 1943 w 4132359"/>
                <a:gd name="csY6" fmla="*/ 3750277 h 3752868"/>
                <a:gd name="csX0" fmla="*/ 7123 w 4137539"/>
                <a:gd name="csY0" fmla="*/ 3776554 h 3776601"/>
                <a:gd name="csX1" fmla="*/ 1782278 w 4137539"/>
                <a:gd name="csY1" fmla="*/ 2163796 h 3776601"/>
                <a:gd name="csX2" fmla="*/ 2683013 w 4137539"/>
                <a:gd name="csY2" fmla="*/ 251258 h 3776601"/>
                <a:gd name="csX3" fmla="*/ 4031167 w 4137539"/>
                <a:gd name="csY3" fmla="*/ 169197 h 3776601"/>
                <a:gd name="csX4" fmla="*/ 3878767 w 4137539"/>
                <a:gd name="csY4" fmla="*/ 1611135 h 3776601"/>
                <a:gd name="csX5" fmla="*/ 2507167 w 4137539"/>
                <a:gd name="csY5" fmla="*/ 2115228 h 3776601"/>
                <a:gd name="csX6" fmla="*/ 7123 w 4137539"/>
                <a:gd name="csY6" fmla="*/ 3776554 h 3776601"/>
                <a:gd name="csX0" fmla="*/ 25 w 4130441"/>
                <a:gd name="csY0" fmla="*/ 3776554 h 3776586"/>
                <a:gd name="csX1" fmla="*/ 1775180 w 4130441"/>
                <a:gd name="csY1" fmla="*/ 2163796 h 3776586"/>
                <a:gd name="csX2" fmla="*/ 2675915 w 4130441"/>
                <a:gd name="csY2" fmla="*/ 251258 h 3776586"/>
                <a:gd name="csX3" fmla="*/ 4024069 w 4130441"/>
                <a:gd name="csY3" fmla="*/ 169197 h 3776586"/>
                <a:gd name="csX4" fmla="*/ 3871669 w 4130441"/>
                <a:gd name="csY4" fmla="*/ 1611135 h 3776586"/>
                <a:gd name="csX5" fmla="*/ 1814719 w 4130441"/>
                <a:gd name="csY5" fmla="*/ 2207339 h 3776586"/>
                <a:gd name="csX6" fmla="*/ 25 w 4130441"/>
                <a:gd name="csY6" fmla="*/ 3776554 h 3776586"/>
                <a:gd name="csX0" fmla="*/ 25 w 4130441"/>
                <a:gd name="csY0" fmla="*/ 3776554 h 3776589"/>
                <a:gd name="csX1" fmla="*/ 1775180 w 4130441"/>
                <a:gd name="csY1" fmla="*/ 2163796 h 3776589"/>
                <a:gd name="csX2" fmla="*/ 2675915 w 4130441"/>
                <a:gd name="csY2" fmla="*/ 251258 h 3776589"/>
                <a:gd name="csX3" fmla="*/ 4024069 w 4130441"/>
                <a:gd name="csY3" fmla="*/ 169197 h 3776589"/>
                <a:gd name="csX4" fmla="*/ 3871669 w 4130441"/>
                <a:gd name="csY4" fmla="*/ 1611135 h 3776589"/>
                <a:gd name="csX5" fmla="*/ 1814719 w 4130441"/>
                <a:gd name="csY5" fmla="*/ 2207339 h 3776589"/>
                <a:gd name="csX6" fmla="*/ 25 w 4130441"/>
                <a:gd name="csY6" fmla="*/ 3776554 h 3776589"/>
                <a:gd name="csX0" fmla="*/ 25 w 3957457"/>
                <a:gd name="csY0" fmla="*/ 3611866 h 3611901"/>
                <a:gd name="csX1" fmla="*/ 1775180 w 3957457"/>
                <a:gd name="csY1" fmla="*/ 1999108 h 3611901"/>
                <a:gd name="csX2" fmla="*/ 2675915 w 3957457"/>
                <a:gd name="csY2" fmla="*/ 86570 h 3611901"/>
                <a:gd name="csX3" fmla="*/ 3554650 w 3957457"/>
                <a:gd name="csY3" fmla="*/ 439934 h 3611901"/>
                <a:gd name="csX4" fmla="*/ 3871669 w 3957457"/>
                <a:gd name="csY4" fmla="*/ 1446447 h 3611901"/>
                <a:gd name="csX5" fmla="*/ 1814719 w 3957457"/>
                <a:gd name="csY5" fmla="*/ 2042651 h 3611901"/>
                <a:gd name="csX6" fmla="*/ 25 w 3957457"/>
                <a:gd name="csY6" fmla="*/ 3611866 h 3611901"/>
                <a:gd name="csX0" fmla="*/ 25 w 3957253"/>
                <a:gd name="csY0" fmla="*/ 3368639 h 3368674"/>
                <a:gd name="csX1" fmla="*/ 1775180 w 3957253"/>
                <a:gd name="csY1" fmla="*/ 1755881 h 3368674"/>
                <a:gd name="csX2" fmla="*/ 2685304 w 3957253"/>
                <a:gd name="csY2" fmla="*/ 144791 h 3368674"/>
                <a:gd name="csX3" fmla="*/ 3554650 w 3957253"/>
                <a:gd name="csY3" fmla="*/ 196707 h 3368674"/>
                <a:gd name="csX4" fmla="*/ 3871669 w 3957253"/>
                <a:gd name="csY4" fmla="*/ 1203220 h 3368674"/>
                <a:gd name="csX5" fmla="*/ 1814719 w 3957253"/>
                <a:gd name="csY5" fmla="*/ 1799424 h 3368674"/>
                <a:gd name="csX6" fmla="*/ 25 w 3957253"/>
                <a:gd name="csY6" fmla="*/ 3368639 h 3368674"/>
                <a:gd name="csX0" fmla="*/ 25 w 3705517"/>
                <a:gd name="csY0" fmla="*/ 3358570 h 3358603"/>
                <a:gd name="csX1" fmla="*/ 1775180 w 3705517"/>
                <a:gd name="csY1" fmla="*/ 1745812 h 3358603"/>
                <a:gd name="csX2" fmla="*/ 2685304 w 3705517"/>
                <a:gd name="csY2" fmla="*/ 134722 h 3358603"/>
                <a:gd name="csX3" fmla="*/ 3554650 w 3705517"/>
                <a:gd name="csY3" fmla="*/ 186638 h 3358603"/>
                <a:gd name="csX4" fmla="*/ 3552464 w 3705517"/>
                <a:gd name="csY4" fmla="*/ 975438 h 3358603"/>
                <a:gd name="csX5" fmla="*/ 1814719 w 3705517"/>
                <a:gd name="csY5" fmla="*/ 1789355 h 3358603"/>
                <a:gd name="csX6" fmla="*/ 25 w 3705517"/>
                <a:gd name="csY6" fmla="*/ 3358570 h 3358603"/>
                <a:gd name="csX0" fmla="*/ 2290 w 3707782"/>
                <a:gd name="csY0" fmla="*/ 3305196 h 3314287"/>
                <a:gd name="csX1" fmla="*/ 2199921 w 3707782"/>
                <a:gd name="csY1" fmla="*/ 955568 h 3314287"/>
                <a:gd name="csX2" fmla="*/ 2687569 w 3707782"/>
                <a:gd name="csY2" fmla="*/ 81348 h 3314287"/>
                <a:gd name="csX3" fmla="*/ 3556915 w 3707782"/>
                <a:gd name="csY3" fmla="*/ 133264 h 3314287"/>
                <a:gd name="csX4" fmla="*/ 3554729 w 3707782"/>
                <a:gd name="csY4" fmla="*/ 922064 h 3314287"/>
                <a:gd name="csX5" fmla="*/ 1816984 w 3707782"/>
                <a:gd name="csY5" fmla="*/ 1735981 h 3314287"/>
                <a:gd name="csX6" fmla="*/ 2290 w 3707782"/>
                <a:gd name="csY6" fmla="*/ 3305196 h 3314287"/>
                <a:gd name="csX0" fmla="*/ 377 w 3705869"/>
                <a:gd name="csY0" fmla="*/ 3305196 h 3313168"/>
                <a:gd name="csX1" fmla="*/ 2198008 w 3705869"/>
                <a:gd name="csY1" fmla="*/ 955568 h 3313168"/>
                <a:gd name="csX2" fmla="*/ 2685656 w 3705869"/>
                <a:gd name="csY2" fmla="*/ 81348 h 3313168"/>
                <a:gd name="csX3" fmla="*/ 3555002 w 3705869"/>
                <a:gd name="csY3" fmla="*/ 133264 h 3313168"/>
                <a:gd name="csX4" fmla="*/ 3552816 w 3705869"/>
                <a:gd name="csY4" fmla="*/ 922064 h 3313168"/>
                <a:gd name="csX5" fmla="*/ 2378375 w 3705869"/>
                <a:gd name="csY5" fmla="*/ 1694113 h 3313168"/>
                <a:gd name="csX6" fmla="*/ 377 w 3705869"/>
                <a:gd name="csY6" fmla="*/ 3305196 h 3313168"/>
                <a:gd name="csX0" fmla="*/ 377 w 3705869"/>
                <a:gd name="csY0" fmla="*/ 3305196 h 3311216"/>
                <a:gd name="csX1" fmla="*/ 2198008 w 3705869"/>
                <a:gd name="csY1" fmla="*/ 955568 h 3311216"/>
                <a:gd name="csX2" fmla="*/ 2685656 w 3705869"/>
                <a:gd name="csY2" fmla="*/ 81348 h 3311216"/>
                <a:gd name="csX3" fmla="*/ 3555002 w 3705869"/>
                <a:gd name="csY3" fmla="*/ 133264 h 3311216"/>
                <a:gd name="csX4" fmla="*/ 3552816 w 3705869"/>
                <a:gd name="csY4" fmla="*/ 922064 h 3311216"/>
                <a:gd name="csX5" fmla="*/ 2378375 w 3705869"/>
                <a:gd name="csY5" fmla="*/ 1694113 h 3311216"/>
                <a:gd name="csX6" fmla="*/ 377 w 3705869"/>
                <a:gd name="csY6" fmla="*/ 3305196 h 3311216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31250"/>
                <a:gd name="csY0" fmla="*/ 3306034 h 3313991"/>
                <a:gd name="csX1" fmla="*/ 2198008 w 4431250"/>
                <a:gd name="csY1" fmla="*/ 956406 h 3313991"/>
                <a:gd name="csX2" fmla="*/ 2685656 w 4431250"/>
                <a:gd name="csY2" fmla="*/ 82186 h 3313991"/>
                <a:gd name="csX3" fmla="*/ 3555002 w 4431250"/>
                <a:gd name="csY3" fmla="*/ 134102 h 3313991"/>
                <a:gd name="csX4" fmla="*/ 4425936 w 4431250"/>
                <a:gd name="csY4" fmla="*/ 939649 h 3313991"/>
                <a:gd name="csX5" fmla="*/ 2378375 w 4431250"/>
                <a:gd name="csY5" fmla="*/ 1694951 h 3313991"/>
                <a:gd name="csX6" fmla="*/ 377 w 4431250"/>
                <a:gd name="csY6" fmla="*/ 3306034 h 3313991"/>
                <a:gd name="csX0" fmla="*/ 377 w 4425936"/>
                <a:gd name="csY0" fmla="*/ 3306034 h 3313991"/>
                <a:gd name="csX1" fmla="*/ 2198008 w 4425936"/>
                <a:gd name="csY1" fmla="*/ 956406 h 3313991"/>
                <a:gd name="csX2" fmla="*/ 2685656 w 4425936"/>
                <a:gd name="csY2" fmla="*/ 82186 h 3313991"/>
                <a:gd name="csX3" fmla="*/ 3555002 w 4425936"/>
                <a:gd name="csY3" fmla="*/ 134102 h 3313991"/>
                <a:gd name="csX4" fmla="*/ 4425936 w 4425936"/>
                <a:gd name="csY4" fmla="*/ 939649 h 3313991"/>
                <a:gd name="csX5" fmla="*/ 2378375 w 4425936"/>
                <a:gd name="csY5" fmla="*/ 1694951 h 3313991"/>
                <a:gd name="csX6" fmla="*/ 377 w 4425936"/>
                <a:gd name="csY6" fmla="*/ 3306034 h 3313991"/>
                <a:gd name="csX0" fmla="*/ 377 w 4472878"/>
                <a:gd name="csY0" fmla="*/ 3303952 h 3311947"/>
                <a:gd name="csX1" fmla="*/ 2198008 w 4472878"/>
                <a:gd name="csY1" fmla="*/ 954324 h 3311947"/>
                <a:gd name="csX2" fmla="*/ 2685656 w 4472878"/>
                <a:gd name="csY2" fmla="*/ 80104 h 3311947"/>
                <a:gd name="csX3" fmla="*/ 3555002 w 4472878"/>
                <a:gd name="csY3" fmla="*/ 132020 h 3311947"/>
                <a:gd name="csX4" fmla="*/ 4472878 w 4472878"/>
                <a:gd name="csY4" fmla="*/ 895700 h 3311947"/>
                <a:gd name="csX5" fmla="*/ 2378375 w 4472878"/>
                <a:gd name="csY5" fmla="*/ 1692869 h 3311947"/>
                <a:gd name="csX6" fmla="*/ 377 w 4472878"/>
                <a:gd name="csY6" fmla="*/ 3303952 h 3311947"/>
                <a:gd name="csX0" fmla="*/ 377 w 4472878"/>
                <a:gd name="csY0" fmla="*/ 3489034 h 3497029"/>
                <a:gd name="csX1" fmla="*/ 2198008 w 4472878"/>
                <a:gd name="csY1" fmla="*/ 1139406 h 3497029"/>
                <a:gd name="csX2" fmla="*/ 2685656 w 4472878"/>
                <a:gd name="csY2" fmla="*/ 265186 h 3497029"/>
                <a:gd name="csX3" fmla="*/ 3742770 w 4472878"/>
                <a:gd name="csY3" fmla="*/ 49148 h 3497029"/>
                <a:gd name="csX4" fmla="*/ 4472878 w 4472878"/>
                <a:gd name="csY4" fmla="*/ 1080782 h 3497029"/>
                <a:gd name="csX5" fmla="*/ 2378375 w 4472878"/>
                <a:gd name="csY5" fmla="*/ 1877951 h 3497029"/>
                <a:gd name="csX6" fmla="*/ 377 w 4472878"/>
                <a:gd name="csY6" fmla="*/ 3489034 h 3497029"/>
                <a:gd name="csX0" fmla="*/ 377 w 4482266"/>
                <a:gd name="csY0" fmla="*/ 3489034 h 3497029"/>
                <a:gd name="csX1" fmla="*/ 2198008 w 4482266"/>
                <a:gd name="csY1" fmla="*/ 1139406 h 3497029"/>
                <a:gd name="csX2" fmla="*/ 2685656 w 4482266"/>
                <a:gd name="csY2" fmla="*/ 265186 h 3497029"/>
                <a:gd name="csX3" fmla="*/ 3742770 w 4482266"/>
                <a:gd name="csY3" fmla="*/ 49148 h 3497029"/>
                <a:gd name="csX4" fmla="*/ 4482266 w 4482266"/>
                <a:gd name="csY4" fmla="*/ 1080782 h 3497029"/>
                <a:gd name="csX5" fmla="*/ 2378375 w 4482266"/>
                <a:gd name="csY5" fmla="*/ 1877951 h 3497029"/>
                <a:gd name="csX6" fmla="*/ 377 w 4482266"/>
                <a:gd name="csY6" fmla="*/ 3489034 h 3497029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10188 w 4492077"/>
                <a:gd name="csY0" fmla="*/ 3488052 h 3497366"/>
                <a:gd name="csX1" fmla="*/ 1804118 w 4492077"/>
                <a:gd name="csY1" fmla="*/ 1096559 h 3497366"/>
                <a:gd name="csX2" fmla="*/ 2695467 w 4492077"/>
                <a:gd name="csY2" fmla="*/ 264204 h 3497366"/>
                <a:gd name="csX3" fmla="*/ 3752581 w 4492077"/>
                <a:gd name="csY3" fmla="*/ 48166 h 3497366"/>
                <a:gd name="csX4" fmla="*/ 4492077 w 4492077"/>
                <a:gd name="csY4" fmla="*/ 1079800 h 3497366"/>
                <a:gd name="csX5" fmla="*/ 2688616 w 4492077"/>
                <a:gd name="csY5" fmla="*/ 1893718 h 3497366"/>
                <a:gd name="csX6" fmla="*/ 10188 w 4492077"/>
                <a:gd name="csY6" fmla="*/ 3488052 h 3497366"/>
                <a:gd name="csX0" fmla="*/ 10188 w 4492077"/>
                <a:gd name="csY0" fmla="*/ 3488052 h 3500595"/>
                <a:gd name="csX1" fmla="*/ 1804118 w 4492077"/>
                <a:gd name="csY1" fmla="*/ 1096559 h 3500595"/>
                <a:gd name="csX2" fmla="*/ 2695467 w 4492077"/>
                <a:gd name="csY2" fmla="*/ 264204 h 3500595"/>
                <a:gd name="csX3" fmla="*/ 3752581 w 4492077"/>
                <a:gd name="csY3" fmla="*/ 48166 h 3500595"/>
                <a:gd name="csX4" fmla="*/ 4492077 w 4492077"/>
                <a:gd name="csY4" fmla="*/ 1079800 h 3500595"/>
                <a:gd name="csX5" fmla="*/ 2688616 w 4492077"/>
                <a:gd name="csY5" fmla="*/ 1893718 h 3500595"/>
                <a:gd name="csX6" fmla="*/ 10188 w 4492077"/>
                <a:gd name="csY6" fmla="*/ 3488052 h 3500595"/>
                <a:gd name="csX0" fmla="*/ 10188 w 4492077"/>
                <a:gd name="csY0" fmla="*/ 3488052 h 3500888"/>
                <a:gd name="csX1" fmla="*/ 1804118 w 4492077"/>
                <a:gd name="csY1" fmla="*/ 1096559 h 3500888"/>
                <a:gd name="csX2" fmla="*/ 2695467 w 4492077"/>
                <a:gd name="csY2" fmla="*/ 264204 h 3500888"/>
                <a:gd name="csX3" fmla="*/ 3752581 w 4492077"/>
                <a:gd name="csY3" fmla="*/ 48166 h 3500888"/>
                <a:gd name="csX4" fmla="*/ 4492077 w 4492077"/>
                <a:gd name="csY4" fmla="*/ 1079800 h 3500888"/>
                <a:gd name="csX5" fmla="*/ 2688616 w 4492077"/>
                <a:gd name="csY5" fmla="*/ 1893718 h 3500888"/>
                <a:gd name="csX6" fmla="*/ 10188 w 4492077"/>
                <a:gd name="csY6" fmla="*/ 3488052 h 3500888"/>
                <a:gd name="csX0" fmla="*/ 27731 w 3289130"/>
                <a:gd name="csY0" fmla="*/ 2449732 h 2473361"/>
                <a:gd name="csX1" fmla="*/ 601171 w 3289130"/>
                <a:gd name="csY1" fmla="*/ 1096559 h 2473361"/>
                <a:gd name="csX2" fmla="*/ 1492520 w 3289130"/>
                <a:gd name="csY2" fmla="*/ 264204 h 2473361"/>
                <a:gd name="csX3" fmla="*/ 2549634 w 3289130"/>
                <a:gd name="csY3" fmla="*/ 48166 h 2473361"/>
                <a:gd name="csX4" fmla="*/ 3289130 w 3289130"/>
                <a:gd name="csY4" fmla="*/ 1079800 h 2473361"/>
                <a:gd name="csX5" fmla="*/ 1485669 w 3289130"/>
                <a:gd name="csY5" fmla="*/ 1893718 h 2473361"/>
                <a:gd name="csX6" fmla="*/ 27731 w 3289130"/>
                <a:gd name="csY6" fmla="*/ 2449732 h 2473361"/>
                <a:gd name="csX0" fmla="*/ 367 w 3261766"/>
                <a:gd name="csY0" fmla="*/ 2449732 h 2449966"/>
                <a:gd name="csX1" fmla="*/ 573807 w 3261766"/>
                <a:gd name="csY1" fmla="*/ 1096559 h 2449966"/>
                <a:gd name="csX2" fmla="*/ 1465156 w 3261766"/>
                <a:gd name="csY2" fmla="*/ 264204 h 2449966"/>
                <a:gd name="csX3" fmla="*/ 2522270 w 3261766"/>
                <a:gd name="csY3" fmla="*/ 48166 h 2449966"/>
                <a:gd name="csX4" fmla="*/ 3261766 w 3261766"/>
                <a:gd name="csY4" fmla="*/ 1079800 h 2449966"/>
                <a:gd name="csX5" fmla="*/ 1458305 w 3261766"/>
                <a:gd name="csY5" fmla="*/ 1893718 h 2449966"/>
                <a:gd name="csX6" fmla="*/ 367 w 3261766"/>
                <a:gd name="csY6" fmla="*/ 2449732 h 2449966"/>
                <a:gd name="csX0" fmla="*/ 62959 w 3324358"/>
                <a:gd name="csY0" fmla="*/ 2449732 h 2487147"/>
                <a:gd name="csX1" fmla="*/ 636399 w 3324358"/>
                <a:gd name="csY1" fmla="*/ 1096559 h 2487147"/>
                <a:gd name="csX2" fmla="*/ 1527748 w 3324358"/>
                <a:gd name="csY2" fmla="*/ 264204 h 2487147"/>
                <a:gd name="csX3" fmla="*/ 2584862 w 3324358"/>
                <a:gd name="csY3" fmla="*/ 48166 h 2487147"/>
                <a:gd name="csX4" fmla="*/ 3324358 w 3324358"/>
                <a:gd name="csY4" fmla="*/ 1079800 h 2487147"/>
                <a:gd name="csX5" fmla="*/ 1520897 w 3324358"/>
                <a:gd name="csY5" fmla="*/ 1893718 h 2487147"/>
                <a:gd name="csX6" fmla="*/ 62959 w 3324358"/>
                <a:gd name="csY6" fmla="*/ 2449732 h 2487147"/>
                <a:gd name="csX0" fmla="*/ 38478 w 4482813"/>
                <a:gd name="csY0" fmla="*/ 3496425 h 3519813"/>
                <a:gd name="csX1" fmla="*/ 1794854 w 4482813"/>
                <a:gd name="csY1" fmla="*/ 1096559 h 3519813"/>
                <a:gd name="csX2" fmla="*/ 2686203 w 4482813"/>
                <a:gd name="csY2" fmla="*/ 264204 h 3519813"/>
                <a:gd name="csX3" fmla="*/ 3743317 w 4482813"/>
                <a:gd name="csY3" fmla="*/ 48166 h 3519813"/>
                <a:gd name="csX4" fmla="*/ 4482813 w 4482813"/>
                <a:gd name="csY4" fmla="*/ 1079800 h 3519813"/>
                <a:gd name="csX5" fmla="*/ 2679352 w 4482813"/>
                <a:gd name="csY5" fmla="*/ 1893718 h 3519813"/>
                <a:gd name="csX6" fmla="*/ 38478 w 4482813"/>
                <a:gd name="csY6" fmla="*/ 3496425 h 3519813"/>
                <a:gd name="csX0" fmla="*/ 9071 w 4453406"/>
                <a:gd name="csY0" fmla="*/ 3496425 h 3510301"/>
                <a:gd name="csX1" fmla="*/ 1765447 w 4453406"/>
                <a:gd name="csY1" fmla="*/ 1096559 h 3510301"/>
                <a:gd name="csX2" fmla="*/ 2656796 w 4453406"/>
                <a:gd name="csY2" fmla="*/ 264204 h 3510301"/>
                <a:gd name="csX3" fmla="*/ 3713910 w 4453406"/>
                <a:gd name="csY3" fmla="*/ 48166 h 3510301"/>
                <a:gd name="csX4" fmla="*/ 4453406 w 4453406"/>
                <a:gd name="csY4" fmla="*/ 1079800 h 3510301"/>
                <a:gd name="csX5" fmla="*/ 2649945 w 4453406"/>
                <a:gd name="csY5" fmla="*/ 1893718 h 3510301"/>
                <a:gd name="csX6" fmla="*/ 9071 w 4453406"/>
                <a:gd name="csY6" fmla="*/ 3496425 h 3510301"/>
                <a:gd name="csX0" fmla="*/ 9071 w 4453406"/>
                <a:gd name="csY0" fmla="*/ 3496425 h 3512169"/>
                <a:gd name="csX1" fmla="*/ 1765447 w 4453406"/>
                <a:gd name="csY1" fmla="*/ 1096559 h 3512169"/>
                <a:gd name="csX2" fmla="*/ 2656796 w 4453406"/>
                <a:gd name="csY2" fmla="*/ 264204 h 3512169"/>
                <a:gd name="csX3" fmla="*/ 3713910 w 4453406"/>
                <a:gd name="csY3" fmla="*/ 48166 h 3512169"/>
                <a:gd name="csX4" fmla="*/ 4453406 w 4453406"/>
                <a:gd name="csY4" fmla="*/ 1079800 h 3512169"/>
                <a:gd name="csX5" fmla="*/ 2649945 w 4453406"/>
                <a:gd name="csY5" fmla="*/ 1893718 h 3512169"/>
                <a:gd name="csX6" fmla="*/ 9071 w 4453406"/>
                <a:gd name="csY6" fmla="*/ 3496425 h 3512169"/>
                <a:gd name="csX0" fmla="*/ 9640 w 4453975"/>
                <a:gd name="csY0" fmla="*/ 3496425 h 3512169"/>
                <a:gd name="csX1" fmla="*/ 1766016 w 4453975"/>
                <a:gd name="csY1" fmla="*/ 1096559 h 3512169"/>
                <a:gd name="csX2" fmla="*/ 2657365 w 4453975"/>
                <a:gd name="csY2" fmla="*/ 264204 h 3512169"/>
                <a:gd name="csX3" fmla="*/ 3714479 w 4453975"/>
                <a:gd name="csY3" fmla="*/ 48166 h 3512169"/>
                <a:gd name="csX4" fmla="*/ 4453975 w 4453975"/>
                <a:gd name="csY4" fmla="*/ 1079800 h 3512169"/>
                <a:gd name="csX5" fmla="*/ 2650514 w 4453975"/>
                <a:gd name="csY5" fmla="*/ 1893718 h 3512169"/>
                <a:gd name="csX6" fmla="*/ 9640 w 4453975"/>
                <a:gd name="csY6" fmla="*/ 3496425 h 3512169"/>
                <a:gd name="csX0" fmla="*/ 9640 w 4453975"/>
                <a:gd name="csY0" fmla="*/ 3993467 h 4008123"/>
                <a:gd name="csX1" fmla="*/ 1766016 w 4453975"/>
                <a:gd name="csY1" fmla="*/ 1593601 h 4008123"/>
                <a:gd name="csX2" fmla="*/ 2601034 w 4453975"/>
                <a:gd name="csY2" fmla="*/ 41122 h 4008123"/>
                <a:gd name="csX3" fmla="*/ 3714479 w 4453975"/>
                <a:gd name="csY3" fmla="*/ 545208 h 4008123"/>
                <a:gd name="csX4" fmla="*/ 4453975 w 4453975"/>
                <a:gd name="csY4" fmla="*/ 1576842 h 4008123"/>
                <a:gd name="csX5" fmla="*/ 2650514 w 4453975"/>
                <a:gd name="csY5" fmla="*/ 2390760 h 4008123"/>
                <a:gd name="csX6" fmla="*/ 9640 w 4453975"/>
                <a:gd name="csY6" fmla="*/ 3993467 h 4008123"/>
                <a:gd name="csX0" fmla="*/ 9640 w 4453975"/>
                <a:gd name="csY0" fmla="*/ 3952894 h 3967550"/>
                <a:gd name="csX1" fmla="*/ 1766016 w 4453975"/>
                <a:gd name="csY1" fmla="*/ 1553028 h 3967550"/>
                <a:gd name="csX2" fmla="*/ 2601034 w 4453975"/>
                <a:gd name="csY2" fmla="*/ 549 h 3967550"/>
                <a:gd name="csX3" fmla="*/ 3714479 w 4453975"/>
                <a:gd name="csY3" fmla="*/ 504635 h 3967550"/>
                <a:gd name="csX4" fmla="*/ 4453975 w 4453975"/>
                <a:gd name="csY4" fmla="*/ 1536269 h 3967550"/>
                <a:gd name="csX5" fmla="*/ 2650514 w 4453975"/>
                <a:gd name="csY5" fmla="*/ 2350187 h 3967550"/>
                <a:gd name="csX6" fmla="*/ 9640 w 4453975"/>
                <a:gd name="csY6" fmla="*/ 3952894 h 3967550"/>
                <a:gd name="csX0" fmla="*/ 9640 w 4453975"/>
                <a:gd name="csY0" fmla="*/ 3952971 h 3968477"/>
                <a:gd name="csX1" fmla="*/ 1766016 w 4453975"/>
                <a:gd name="csY1" fmla="*/ 1553105 h 3968477"/>
                <a:gd name="csX2" fmla="*/ 2601034 w 4453975"/>
                <a:gd name="csY2" fmla="*/ 626 h 3968477"/>
                <a:gd name="csX3" fmla="*/ 3714479 w 4453975"/>
                <a:gd name="csY3" fmla="*/ 504712 h 3968477"/>
                <a:gd name="csX4" fmla="*/ 4453975 w 4453975"/>
                <a:gd name="csY4" fmla="*/ 1536346 h 3968477"/>
                <a:gd name="csX5" fmla="*/ 2650514 w 4453975"/>
                <a:gd name="csY5" fmla="*/ 2350264 h 3968477"/>
                <a:gd name="csX6" fmla="*/ 9640 w 4453975"/>
                <a:gd name="csY6" fmla="*/ 3952971 h 3968477"/>
                <a:gd name="csX0" fmla="*/ 9640 w 4517542"/>
                <a:gd name="csY0" fmla="*/ 4153948 h 4169453"/>
                <a:gd name="csX1" fmla="*/ 1766016 w 4517542"/>
                <a:gd name="csY1" fmla="*/ 1754082 h 4169453"/>
                <a:gd name="csX2" fmla="*/ 2601034 w 4517542"/>
                <a:gd name="csY2" fmla="*/ 201603 h 4169453"/>
                <a:gd name="csX3" fmla="*/ 4390442 w 4517542"/>
                <a:gd name="csY3" fmla="*/ 186529 h 4169453"/>
                <a:gd name="csX4" fmla="*/ 4453975 w 4517542"/>
                <a:gd name="csY4" fmla="*/ 1737323 h 4169453"/>
                <a:gd name="csX5" fmla="*/ 2650514 w 4517542"/>
                <a:gd name="csY5" fmla="*/ 2551241 h 4169453"/>
                <a:gd name="csX6" fmla="*/ 9640 w 4517542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719798"/>
                <a:gd name="csY0" fmla="*/ 4153948 h 4169453"/>
                <a:gd name="csX1" fmla="*/ 1766016 w 4719798"/>
                <a:gd name="csY1" fmla="*/ 1754082 h 4169453"/>
                <a:gd name="csX2" fmla="*/ 2601034 w 4719798"/>
                <a:gd name="csY2" fmla="*/ 201603 h 4169453"/>
                <a:gd name="csX3" fmla="*/ 4390442 w 4719798"/>
                <a:gd name="csY3" fmla="*/ 186529 h 4169453"/>
                <a:gd name="csX4" fmla="*/ 4453975 w 4719798"/>
                <a:gd name="csY4" fmla="*/ 1737323 h 4169453"/>
                <a:gd name="csX5" fmla="*/ 2650514 w 4719798"/>
                <a:gd name="csY5" fmla="*/ 2551241 h 4169453"/>
                <a:gd name="csX6" fmla="*/ 9640 w 4719798"/>
                <a:gd name="csY6" fmla="*/ 4153948 h 4169453"/>
                <a:gd name="csX0" fmla="*/ 9640 w 4684091"/>
                <a:gd name="csY0" fmla="*/ 4153948 h 4169453"/>
                <a:gd name="csX1" fmla="*/ 1766016 w 4684091"/>
                <a:gd name="csY1" fmla="*/ 1754082 h 4169453"/>
                <a:gd name="csX2" fmla="*/ 2601034 w 4684091"/>
                <a:gd name="csY2" fmla="*/ 201603 h 4169453"/>
                <a:gd name="csX3" fmla="*/ 4390442 w 4684091"/>
                <a:gd name="csY3" fmla="*/ 186529 h 4169453"/>
                <a:gd name="csX4" fmla="*/ 4453975 w 4684091"/>
                <a:gd name="csY4" fmla="*/ 1737323 h 4169453"/>
                <a:gd name="csX5" fmla="*/ 2650514 w 4684091"/>
                <a:gd name="csY5" fmla="*/ 2551241 h 4169453"/>
                <a:gd name="csX6" fmla="*/ 9640 w 4684091"/>
                <a:gd name="csY6" fmla="*/ 4153948 h 4169453"/>
                <a:gd name="csX0" fmla="*/ 9640 w 4747938"/>
                <a:gd name="csY0" fmla="*/ 4153948 h 4169453"/>
                <a:gd name="csX1" fmla="*/ 1766016 w 4747938"/>
                <a:gd name="csY1" fmla="*/ 1754082 h 4169453"/>
                <a:gd name="csX2" fmla="*/ 2601034 w 4747938"/>
                <a:gd name="csY2" fmla="*/ 201603 h 4169453"/>
                <a:gd name="csX3" fmla="*/ 4390442 w 4747938"/>
                <a:gd name="csY3" fmla="*/ 186529 h 4169453"/>
                <a:gd name="csX4" fmla="*/ 4453975 w 4747938"/>
                <a:gd name="csY4" fmla="*/ 1737323 h 4169453"/>
                <a:gd name="csX5" fmla="*/ 2650514 w 4747938"/>
                <a:gd name="csY5" fmla="*/ 2551241 h 4169453"/>
                <a:gd name="csX6" fmla="*/ 9640 w 4747938"/>
                <a:gd name="csY6" fmla="*/ 4153948 h 4169453"/>
                <a:gd name="csX0" fmla="*/ 9640 w 4747938"/>
                <a:gd name="csY0" fmla="*/ 4205765 h 4221270"/>
                <a:gd name="csX1" fmla="*/ 1766016 w 4747938"/>
                <a:gd name="csY1" fmla="*/ 1805899 h 4221270"/>
                <a:gd name="csX2" fmla="*/ 2601034 w 4747938"/>
                <a:gd name="csY2" fmla="*/ 253420 h 4221270"/>
                <a:gd name="csX3" fmla="*/ 4390442 w 4747938"/>
                <a:gd name="csY3" fmla="*/ 238346 h 4221270"/>
                <a:gd name="csX4" fmla="*/ 4453975 w 4747938"/>
                <a:gd name="csY4" fmla="*/ 1789140 h 4221270"/>
                <a:gd name="csX5" fmla="*/ 2650514 w 4747938"/>
                <a:gd name="csY5" fmla="*/ 2603058 h 4221270"/>
                <a:gd name="csX6" fmla="*/ 9640 w 4747938"/>
                <a:gd name="csY6" fmla="*/ 4205765 h 4221270"/>
                <a:gd name="csX0" fmla="*/ 9640 w 4769359"/>
                <a:gd name="csY0" fmla="*/ 4189897 h 4205402"/>
                <a:gd name="csX1" fmla="*/ 1766016 w 4769359"/>
                <a:gd name="csY1" fmla="*/ 1790031 h 4205402"/>
                <a:gd name="csX2" fmla="*/ 2601034 w 4769359"/>
                <a:gd name="csY2" fmla="*/ 237552 h 4205402"/>
                <a:gd name="csX3" fmla="*/ 4446772 w 4769359"/>
                <a:gd name="csY3" fmla="*/ 163863 h 4205402"/>
                <a:gd name="csX4" fmla="*/ 4453975 w 4769359"/>
                <a:gd name="csY4" fmla="*/ 1773272 h 4205402"/>
                <a:gd name="csX5" fmla="*/ 2650514 w 4769359"/>
                <a:gd name="csY5" fmla="*/ 2587190 h 4205402"/>
                <a:gd name="csX6" fmla="*/ 9640 w 4769359"/>
                <a:gd name="csY6" fmla="*/ 4189897 h 4205402"/>
                <a:gd name="csX0" fmla="*/ 9640 w 4747938"/>
                <a:gd name="csY0" fmla="*/ 4212142 h 4227647"/>
                <a:gd name="csX1" fmla="*/ 1766016 w 4747938"/>
                <a:gd name="csY1" fmla="*/ 1812276 h 4227647"/>
                <a:gd name="csX2" fmla="*/ 2601034 w 4747938"/>
                <a:gd name="csY2" fmla="*/ 259797 h 4227647"/>
                <a:gd name="csX3" fmla="*/ 4390441 w 4747938"/>
                <a:gd name="csY3" fmla="*/ 152614 h 4227647"/>
                <a:gd name="csX4" fmla="*/ 4453975 w 4747938"/>
                <a:gd name="csY4" fmla="*/ 1795517 h 4227647"/>
                <a:gd name="csX5" fmla="*/ 2650514 w 4747938"/>
                <a:gd name="csY5" fmla="*/ 2609435 h 4227647"/>
                <a:gd name="csX6" fmla="*/ 9640 w 4747938"/>
                <a:gd name="csY6" fmla="*/ 4212142 h 4227647"/>
                <a:gd name="csX0" fmla="*/ 8567 w 4746865"/>
                <a:gd name="csY0" fmla="*/ 4212143 h 4219435"/>
                <a:gd name="csX1" fmla="*/ 1745271 w 4746865"/>
                <a:gd name="csY1" fmla="*/ 1812279 h 4219435"/>
                <a:gd name="csX2" fmla="*/ 2599961 w 4746865"/>
                <a:gd name="csY2" fmla="*/ 259798 h 4219435"/>
                <a:gd name="csX3" fmla="*/ 4389368 w 4746865"/>
                <a:gd name="csY3" fmla="*/ 152615 h 4219435"/>
                <a:gd name="csX4" fmla="*/ 4452902 w 4746865"/>
                <a:gd name="csY4" fmla="*/ 1795518 h 4219435"/>
                <a:gd name="csX5" fmla="*/ 2649441 w 4746865"/>
                <a:gd name="csY5" fmla="*/ 2609436 h 4219435"/>
                <a:gd name="csX6" fmla="*/ 8567 w 4746865"/>
                <a:gd name="csY6" fmla="*/ 4212143 h 4219435"/>
                <a:gd name="csX0" fmla="*/ 8451 w 4746749"/>
                <a:gd name="csY0" fmla="*/ 4212143 h 4219813"/>
                <a:gd name="csX1" fmla="*/ 1745155 w 4746749"/>
                <a:gd name="csY1" fmla="*/ 1812279 h 4219813"/>
                <a:gd name="csX2" fmla="*/ 2599845 w 4746749"/>
                <a:gd name="csY2" fmla="*/ 259798 h 4219813"/>
                <a:gd name="csX3" fmla="*/ 4389252 w 4746749"/>
                <a:gd name="csY3" fmla="*/ 152615 h 4219813"/>
                <a:gd name="csX4" fmla="*/ 4452786 w 4746749"/>
                <a:gd name="csY4" fmla="*/ 1795518 h 4219813"/>
                <a:gd name="csX5" fmla="*/ 2642769 w 4746749"/>
                <a:gd name="csY5" fmla="*/ 2626986 h 4219813"/>
                <a:gd name="csX6" fmla="*/ 8451 w 4746749"/>
                <a:gd name="csY6" fmla="*/ 4212143 h 4219813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594 w 4746892"/>
                <a:gd name="csY0" fmla="*/ 4213311 h 4220527"/>
                <a:gd name="csX1" fmla="*/ 1738740 w 4746892"/>
                <a:gd name="csY1" fmla="*/ 1836843 h 4220527"/>
                <a:gd name="csX2" fmla="*/ 2599988 w 4746892"/>
                <a:gd name="csY2" fmla="*/ 260966 h 4220527"/>
                <a:gd name="csX3" fmla="*/ 4389395 w 4746892"/>
                <a:gd name="csY3" fmla="*/ 153783 h 4220527"/>
                <a:gd name="csX4" fmla="*/ 4452929 w 4746892"/>
                <a:gd name="csY4" fmla="*/ 1796686 h 4220527"/>
                <a:gd name="csX5" fmla="*/ 2642912 w 4746892"/>
                <a:gd name="csY5" fmla="*/ 2628154 h 4220527"/>
                <a:gd name="csX6" fmla="*/ 8594 w 4746892"/>
                <a:gd name="csY6" fmla="*/ 4213311 h 4220527"/>
                <a:gd name="csX0" fmla="*/ 8594 w 4693867"/>
                <a:gd name="csY0" fmla="*/ 4136922 h 4144138"/>
                <a:gd name="csX1" fmla="*/ 1738740 w 4693867"/>
                <a:gd name="csY1" fmla="*/ 1760454 h 4144138"/>
                <a:gd name="csX2" fmla="*/ 2599988 w 4693867"/>
                <a:gd name="csY2" fmla="*/ 184577 h 4144138"/>
                <a:gd name="csX3" fmla="*/ 4389395 w 4693867"/>
                <a:gd name="csY3" fmla="*/ 77394 h 4144138"/>
                <a:gd name="csX4" fmla="*/ 4452929 w 4693867"/>
                <a:gd name="csY4" fmla="*/ 1720297 h 4144138"/>
                <a:gd name="csX5" fmla="*/ 2642912 w 4693867"/>
                <a:gd name="csY5" fmla="*/ 2551765 h 4144138"/>
                <a:gd name="csX6" fmla="*/ 8594 w 4693867"/>
                <a:gd name="csY6" fmla="*/ 4136922 h 4144138"/>
                <a:gd name="csX0" fmla="*/ 8594 w 4699247"/>
                <a:gd name="csY0" fmla="*/ 4098901 h 4106117"/>
                <a:gd name="csX1" fmla="*/ 1738740 w 4699247"/>
                <a:gd name="csY1" fmla="*/ 1722433 h 4106117"/>
                <a:gd name="csX2" fmla="*/ 2599988 w 4699247"/>
                <a:gd name="csY2" fmla="*/ 146556 h 4106117"/>
                <a:gd name="csX3" fmla="*/ 4409070 w 4699247"/>
                <a:gd name="csY3" fmla="*/ 115412 h 4106117"/>
                <a:gd name="csX4" fmla="*/ 4452929 w 4699247"/>
                <a:gd name="csY4" fmla="*/ 1682276 h 4106117"/>
                <a:gd name="csX5" fmla="*/ 2642912 w 4699247"/>
                <a:gd name="csY5" fmla="*/ 2513744 h 4106117"/>
                <a:gd name="csX6" fmla="*/ 8594 w 4699247"/>
                <a:gd name="csY6" fmla="*/ 4098901 h 4106117"/>
                <a:gd name="csX0" fmla="*/ 8594 w 4703971"/>
                <a:gd name="csY0" fmla="*/ 4107920 h 4115136"/>
                <a:gd name="csX1" fmla="*/ 1738740 w 4703971"/>
                <a:gd name="csY1" fmla="*/ 1731452 h 4115136"/>
                <a:gd name="csX2" fmla="*/ 2599988 w 4703971"/>
                <a:gd name="csY2" fmla="*/ 155575 h 4115136"/>
                <a:gd name="csX3" fmla="*/ 4409070 w 4703971"/>
                <a:gd name="csY3" fmla="*/ 124431 h 4115136"/>
                <a:gd name="csX4" fmla="*/ 4452929 w 4703971"/>
                <a:gd name="csY4" fmla="*/ 1691295 h 4115136"/>
                <a:gd name="csX5" fmla="*/ 2642912 w 4703971"/>
                <a:gd name="csY5" fmla="*/ 2522763 h 4115136"/>
                <a:gd name="csX6" fmla="*/ 8594 w 4703971"/>
                <a:gd name="csY6" fmla="*/ 4107920 h 4115136"/>
                <a:gd name="csX0" fmla="*/ 8594 w 4703971"/>
                <a:gd name="csY0" fmla="*/ 4195888 h 4203104"/>
                <a:gd name="csX1" fmla="*/ 1738740 w 4703971"/>
                <a:gd name="csY1" fmla="*/ 1819420 h 4203104"/>
                <a:gd name="csX2" fmla="*/ 2599988 w 4703971"/>
                <a:gd name="csY2" fmla="*/ 243543 h 4203104"/>
                <a:gd name="csX3" fmla="*/ 4409070 w 4703971"/>
                <a:gd name="csY3" fmla="*/ 212399 h 4203104"/>
                <a:gd name="csX4" fmla="*/ 4452929 w 4703971"/>
                <a:gd name="csY4" fmla="*/ 1779263 h 4203104"/>
                <a:gd name="csX5" fmla="*/ 2642912 w 4703971"/>
                <a:gd name="csY5" fmla="*/ 2610731 h 4203104"/>
                <a:gd name="csX6" fmla="*/ 8594 w 4703971"/>
                <a:gd name="csY6" fmla="*/ 4195888 h 4203104"/>
                <a:gd name="csX0" fmla="*/ 8594 w 4703971"/>
                <a:gd name="csY0" fmla="*/ 4213778 h 4220994"/>
                <a:gd name="csX1" fmla="*/ 1738740 w 4703971"/>
                <a:gd name="csY1" fmla="*/ 1837310 h 4220994"/>
                <a:gd name="csX2" fmla="*/ 2599988 w 4703971"/>
                <a:gd name="csY2" fmla="*/ 261433 h 4220994"/>
                <a:gd name="csX3" fmla="*/ 4409070 w 4703971"/>
                <a:gd name="csY3" fmla="*/ 230289 h 4220994"/>
                <a:gd name="csX4" fmla="*/ 4452929 w 4703971"/>
                <a:gd name="csY4" fmla="*/ 1797153 h 4220994"/>
                <a:gd name="csX5" fmla="*/ 2642912 w 4703971"/>
                <a:gd name="csY5" fmla="*/ 2628621 h 4220994"/>
                <a:gd name="csX6" fmla="*/ 8594 w 4703971"/>
                <a:gd name="csY6" fmla="*/ 4213778 h 4220994"/>
                <a:gd name="csX0" fmla="*/ 8594 w 4855548"/>
                <a:gd name="csY0" fmla="*/ 4390510 h 4397726"/>
                <a:gd name="csX1" fmla="*/ 1738740 w 4855548"/>
                <a:gd name="csY1" fmla="*/ 2014042 h 4397726"/>
                <a:gd name="csX2" fmla="*/ 2599988 w 4855548"/>
                <a:gd name="csY2" fmla="*/ 438165 h 4397726"/>
                <a:gd name="csX3" fmla="*/ 4756647 w 4855548"/>
                <a:gd name="csY3" fmla="*/ 26825 h 4397726"/>
                <a:gd name="csX4" fmla="*/ 4452929 w 4855548"/>
                <a:gd name="csY4" fmla="*/ 1973885 h 4397726"/>
                <a:gd name="csX5" fmla="*/ 2642912 w 4855548"/>
                <a:gd name="csY5" fmla="*/ 2805353 h 4397726"/>
                <a:gd name="csX6" fmla="*/ 8594 w 4855548"/>
                <a:gd name="csY6" fmla="*/ 4390510 h 4397726"/>
                <a:gd name="csX0" fmla="*/ 8594 w 5018748"/>
                <a:gd name="csY0" fmla="*/ 4545598 h 4552814"/>
                <a:gd name="csX1" fmla="*/ 1738740 w 5018748"/>
                <a:gd name="csY1" fmla="*/ 2169130 h 4552814"/>
                <a:gd name="csX2" fmla="*/ 2599988 w 5018748"/>
                <a:gd name="csY2" fmla="*/ 593253 h 4552814"/>
                <a:gd name="csX3" fmla="*/ 4973062 w 5018748"/>
                <a:gd name="csY3" fmla="*/ 18136 h 4552814"/>
                <a:gd name="csX4" fmla="*/ 4452929 w 5018748"/>
                <a:gd name="csY4" fmla="*/ 2128973 h 4552814"/>
                <a:gd name="csX5" fmla="*/ 2642912 w 5018748"/>
                <a:gd name="csY5" fmla="*/ 2960441 h 4552814"/>
                <a:gd name="csX6" fmla="*/ 8594 w 5018748"/>
                <a:gd name="csY6" fmla="*/ 4545598 h 4552814"/>
                <a:gd name="csX0" fmla="*/ 8594 w 5002691"/>
                <a:gd name="csY0" fmla="*/ 4537753 h 4544969"/>
                <a:gd name="csX1" fmla="*/ 1738740 w 5002691"/>
                <a:gd name="csY1" fmla="*/ 2161285 h 4544969"/>
                <a:gd name="csX2" fmla="*/ 2599988 w 5002691"/>
                <a:gd name="csY2" fmla="*/ 585408 h 4544969"/>
                <a:gd name="csX3" fmla="*/ 4973062 w 5002691"/>
                <a:gd name="csY3" fmla="*/ 10291 h 4544969"/>
                <a:gd name="csX4" fmla="*/ 4452929 w 5002691"/>
                <a:gd name="csY4" fmla="*/ 2121128 h 4544969"/>
                <a:gd name="csX5" fmla="*/ 2642912 w 5002691"/>
                <a:gd name="csY5" fmla="*/ 2952596 h 4544969"/>
                <a:gd name="csX6" fmla="*/ 8594 w 5002691"/>
                <a:gd name="csY6" fmla="*/ 4537753 h 4544969"/>
                <a:gd name="csX0" fmla="*/ 8594 w 4705059"/>
                <a:gd name="csY0" fmla="*/ 4122711 h 4129927"/>
                <a:gd name="csX1" fmla="*/ 1738740 w 4705059"/>
                <a:gd name="csY1" fmla="*/ 1746243 h 4129927"/>
                <a:gd name="csX2" fmla="*/ 2599988 w 4705059"/>
                <a:gd name="csY2" fmla="*/ 170366 h 4129927"/>
                <a:gd name="csX3" fmla="*/ 4446032 w 4705059"/>
                <a:gd name="csY3" fmla="*/ 89415 h 4129927"/>
                <a:gd name="csX4" fmla="*/ 4452929 w 4705059"/>
                <a:gd name="csY4" fmla="*/ 1706086 h 4129927"/>
                <a:gd name="csX5" fmla="*/ 2642912 w 4705059"/>
                <a:gd name="csY5" fmla="*/ 2537554 h 4129927"/>
                <a:gd name="csX6" fmla="*/ 8594 w 4705059"/>
                <a:gd name="csY6" fmla="*/ 4122711 h 4129927"/>
                <a:gd name="csX0" fmla="*/ 8594 w 4596663"/>
                <a:gd name="csY0" fmla="*/ 4215533 h 4224499"/>
                <a:gd name="csX1" fmla="*/ 1738740 w 4596663"/>
                <a:gd name="csY1" fmla="*/ 1839065 h 4224499"/>
                <a:gd name="csX2" fmla="*/ 2599988 w 4596663"/>
                <a:gd name="csY2" fmla="*/ 263188 h 4224499"/>
                <a:gd name="csX3" fmla="*/ 4446032 w 4596663"/>
                <a:gd name="csY3" fmla="*/ 182237 h 4224499"/>
                <a:gd name="csX4" fmla="*/ 4129398 w 4596663"/>
                <a:gd name="csY4" fmla="*/ 2079669 h 4224499"/>
                <a:gd name="csX5" fmla="*/ 2642912 w 4596663"/>
                <a:gd name="csY5" fmla="*/ 2630376 h 4224499"/>
                <a:gd name="csX6" fmla="*/ 8594 w 4596663"/>
                <a:gd name="csY6" fmla="*/ 4215533 h 4224499"/>
                <a:gd name="csX0" fmla="*/ 10635 w 4618520"/>
                <a:gd name="csY0" fmla="*/ 4140860 h 4149826"/>
                <a:gd name="csX1" fmla="*/ 1740781 w 4618520"/>
                <a:gd name="csY1" fmla="*/ 1764392 h 4149826"/>
                <a:gd name="csX2" fmla="*/ 2330962 w 4618520"/>
                <a:gd name="csY2" fmla="*/ 399085 h 4149826"/>
                <a:gd name="csX3" fmla="*/ 4448073 w 4618520"/>
                <a:gd name="csY3" fmla="*/ 107564 h 4149826"/>
                <a:gd name="csX4" fmla="*/ 4131439 w 4618520"/>
                <a:gd name="csY4" fmla="*/ 2004996 h 4149826"/>
                <a:gd name="csX5" fmla="*/ 2644953 w 4618520"/>
                <a:gd name="csY5" fmla="*/ 2555703 h 4149826"/>
                <a:gd name="csX6" fmla="*/ 10635 w 4618520"/>
                <a:gd name="csY6" fmla="*/ 4140860 h 4149826"/>
                <a:gd name="csX0" fmla="*/ 2473 w 4610358"/>
                <a:gd name="csY0" fmla="*/ 4148168 h 4152706"/>
                <a:gd name="csX1" fmla="*/ 2161081 w 4610358"/>
                <a:gd name="csY1" fmla="*/ 2013468 h 4152706"/>
                <a:gd name="csX2" fmla="*/ 2322800 w 4610358"/>
                <a:gd name="csY2" fmla="*/ 406393 h 4152706"/>
                <a:gd name="csX3" fmla="*/ 4439911 w 4610358"/>
                <a:gd name="csY3" fmla="*/ 114872 h 4152706"/>
                <a:gd name="csX4" fmla="*/ 4123277 w 4610358"/>
                <a:gd name="csY4" fmla="*/ 2012304 h 4152706"/>
                <a:gd name="csX5" fmla="*/ 2636791 w 4610358"/>
                <a:gd name="csY5" fmla="*/ 2563011 h 4152706"/>
                <a:gd name="csX6" fmla="*/ 2473 w 4610358"/>
                <a:gd name="csY6" fmla="*/ 4148168 h 4152706"/>
                <a:gd name="csX0" fmla="*/ 400 w 4608285"/>
                <a:gd name="csY0" fmla="*/ 4148168 h 4148397"/>
                <a:gd name="csX1" fmla="*/ 2159008 w 4608285"/>
                <a:gd name="csY1" fmla="*/ 2013468 h 4148397"/>
                <a:gd name="csX2" fmla="*/ 2320727 w 4608285"/>
                <a:gd name="csY2" fmla="*/ 406393 h 4148397"/>
                <a:gd name="csX3" fmla="*/ 4437838 w 4608285"/>
                <a:gd name="csY3" fmla="*/ 114872 h 4148397"/>
                <a:gd name="csX4" fmla="*/ 4121204 w 4608285"/>
                <a:gd name="csY4" fmla="*/ 2012304 h 4148397"/>
                <a:gd name="csX5" fmla="*/ 2346163 w 4608285"/>
                <a:gd name="csY5" fmla="*/ 2149669 h 4148397"/>
                <a:gd name="csX6" fmla="*/ 400 w 4608285"/>
                <a:gd name="csY6" fmla="*/ 4148168 h 4148397"/>
                <a:gd name="csX0" fmla="*/ 400 w 4547161"/>
                <a:gd name="csY0" fmla="*/ 4069645 h 4069874"/>
                <a:gd name="csX1" fmla="*/ 2159008 w 4547161"/>
                <a:gd name="csY1" fmla="*/ 1934945 h 4069874"/>
                <a:gd name="csX2" fmla="*/ 2320727 w 4547161"/>
                <a:gd name="csY2" fmla="*/ 327870 h 4069874"/>
                <a:gd name="csX3" fmla="*/ 4437838 w 4547161"/>
                <a:gd name="csY3" fmla="*/ 36349 h 4069874"/>
                <a:gd name="csX4" fmla="*/ 4121204 w 4547161"/>
                <a:gd name="csY4" fmla="*/ 1933781 h 4069874"/>
                <a:gd name="csX5" fmla="*/ 2346163 w 4547161"/>
                <a:gd name="csY5" fmla="*/ 2071146 h 4069874"/>
                <a:gd name="csX6" fmla="*/ 400 w 4547161"/>
                <a:gd name="csY6" fmla="*/ 4069645 h 4069874"/>
                <a:gd name="csX0" fmla="*/ 536 w 3991476"/>
                <a:gd name="csY0" fmla="*/ 3539321 h 3539632"/>
                <a:gd name="csX1" fmla="*/ 1603323 w 3991476"/>
                <a:gd name="csY1" fmla="*/ 1934945 h 3539632"/>
                <a:gd name="csX2" fmla="*/ 1765042 w 3991476"/>
                <a:gd name="csY2" fmla="*/ 327870 h 3539632"/>
                <a:gd name="csX3" fmla="*/ 3882153 w 3991476"/>
                <a:gd name="csY3" fmla="*/ 36349 h 3539632"/>
                <a:gd name="csX4" fmla="*/ 3565519 w 3991476"/>
                <a:gd name="csY4" fmla="*/ 1933781 h 3539632"/>
                <a:gd name="csX5" fmla="*/ 1790478 w 3991476"/>
                <a:gd name="csY5" fmla="*/ 2071146 h 3539632"/>
                <a:gd name="csX6" fmla="*/ 536 w 3991476"/>
                <a:gd name="csY6" fmla="*/ 3539321 h 3539632"/>
                <a:gd name="csX0" fmla="*/ 527 w 4017318"/>
                <a:gd name="csY0" fmla="*/ 3573908 h 3574212"/>
                <a:gd name="csX1" fmla="*/ 1629165 w 4017318"/>
                <a:gd name="csY1" fmla="*/ 1934945 h 3574212"/>
                <a:gd name="csX2" fmla="*/ 1790884 w 4017318"/>
                <a:gd name="csY2" fmla="*/ 327870 h 3574212"/>
                <a:gd name="csX3" fmla="*/ 3907995 w 4017318"/>
                <a:gd name="csY3" fmla="*/ 36349 h 3574212"/>
                <a:gd name="csX4" fmla="*/ 3591361 w 4017318"/>
                <a:gd name="csY4" fmla="*/ 1933781 h 3574212"/>
                <a:gd name="csX5" fmla="*/ 1816320 w 4017318"/>
                <a:gd name="csY5" fmla="*/ 2071146 h 3574212"/>
                <a:gd name="csX6" fmla="*/ 527 w 4017318"/>
                <a:gd name="csY6" fmla="*/ 3573908 h 3574212"/>
                <a:gd name="csX0" fmla="*/ 3641 w 4020432"/>
                <a:gd name="csY0" fmla="*/ 3573908 h 3577567"/>
                <a:gd name="csX1" fmla="*/ 1632279 w 4020432"/>
                <a:gd name="csY1" fmla="*/ 1934945 h 3577567"/>
                <a:gd name="csX2" fmla="*/ 1793998 w 4020432"/>
                <a:gd name="csY2" fmla="*/ 327870 h 3577567"/>
                <a:gd name="csX3" fmla="*/ 3911109 w 4020432"/>
                <a:gd name="csY3" fmla="*/ 36349 h 3577567"/>
                <a:gd name="csX4" fmla="*/ 3594475 w 4020432"/>
                <a:gd name="csY4" fmla="*/ 1933781 h 3577567"/>
                <a:gd name="csX5" fmla="*/ 1819434 w 4020432"/>
                <a:gd name="csY5" fmla="*/ 2071146 h 3577567"/>
                <a:gd name="csX6" fmla="*/ 3641 w 4020432"/>
                <a:gd name="csY6" fmla="*/ 3573908 h 3577567"/>
                <a:gd name="csX0" fmla="*/ 11923 w 4028714"/>
                <a:gd name="csY0" fmla="*/ 3573908 h 3583559"/>
                <a:gd name="csX1" fmla="*/ 1640561 w 4028714"/>
                <a:gd name="csY1" fmla="*/ 1934945 h 3583559"/>
                <a:gd name="csX2" fmla="*/ 1802280 w 4028714"/>
                <a:gd name="csY2" fmla="*/ 327870 h 3583559"/>
                <a:gd name="csX3" fmla="*/ 3919391 w 4028714"/>
                <a:gd name="csY3" fmla="*/ 36349 h 3583559"/>
                <a:gd name="csX4" fmla="*/ 3602757 w 4028714"/>
                <a:gd name="csY4" fmla="*/ 1933781 h 3583559"/>
                <a:gd name="csX5" fmla="*/ 1827716 w 4028714"/>
                <a:gd name="csY5" fmla="*/ 2071146 h 3583559"/>
                <a:gd name="csX6" fmla="*/ 11923 w 4028714"/>
                <a:gd name="csY6" fmla="*/ 3573908 h 3583559"/>
                <a:gd name="csX0" fmla="*/ 1130 w 4017921"/>
                <a:gd name="csY0" fmla="*/ 3573908 h 3577714"/>
                <a:gd name="csX1" fmla="*/ 1629768 w 4017921"/>
                <a:gd name="csY1" fmla="*/ 1934945 h 3577714"/>
                <a:gd name="csX2" fmla="*/ 1791487 w 4017921"/>
                <a:gd name="csY2" fmla="*/ 327870 h 3577714"/>
                <a:gd name="csX3" fmla="*/ 3908598 w 4017921"/>
                <a:gd name="csY3" fmla="*/ 36349 h 3577714"/>
                <a:gd name="csX4" fmla="*/ 3591964 w 4017921"/>
                <a:gd name="csY4" fmla="*/ 1933781 h 3577714"/>
                <a:gd name="csX5" fmla="*/ 1906115 w 4017921"/>
                <a:gd name="csY5" fmla="*/ 2373434 h 3577714"/>
                <a:gd name="csX6" fmla="*/ 1130 w 4017921"/>
                <a:gd name="csY6" fmla="*/ 3573908 h 3577714"/>
                <a:gd name="csX0" fmla="*/ 434 w 4017225"/>
                <a:gd name="csY0" fmla="*/ 3573908 h 3574428"/>
                <a:gd name="csX1" fmla="*/ 1629072 w 4017225"/>
                <a:gd name="csY1" fmla="*/ 1934945 h 3574428"/>
                <a:gd name="csX2" fmla="*/ 1790791 w 4017225"/>
                <a:gd name="csY2" fmla="*/ 327870 h 3574428"/>
                <a:gd name="csX3" fmla="*/ 3907902 w 4017225"/>
                <a:gd name="csY3" fmla="*/ 36349 h 3574428"/>
                <a:gd name="csX4" fmla="*/ 3591268 w 4017225"/>
                <a:gd name="csY4" fmla="*/ 1933781 h 3574428"/>
                <a:gd name="csX5" fmla="*/ 1798394 w 4017225"/>
                <a:gd name="csY5" fmla="*/ 2110926 h 3574428"/>
                <a:gd name="csX6" fmla="*/ 434 w 4017225"/>
                <a:gd name="csY6" fmla="*/ 3573908 h 3574428"/>
                <a:gd name="csX0" fmla="*/ 434 w 4017225"/>
                <a:gd name="csY0" fmla="*/ 3573908 h 3574310"/>
                <a:gd name="csX1" fmla="*/ 1629072 w 4017225"/>
                <a:gd name="csY1" fmla="*/ 1934945 h 3574310"/>
                <a:gd name="csX2" fmla="*/ 1790791 w 4017225"/>
                <a:gd name="csY2" fmla="*/ 327870 h 3574310"/>
                <a:gd name="csX3" fmla="*/ 3907902 w 4017225"/>
                <a:gd name="csY3" fmla="*/ 36349 h 3574310"/>
                <a:gd name="csX4" fmla="*/ 3591268 w 4017225"/>
                <a:gd name="csY4" fmla="*/ 1933781 h 3574310"/>
                <a:gd name="csX5" fmla="*/ 1798394 w 4017225"/>
                <a:gd name="csY5" fmla="*/ 2110926 h 3574310"/>
                <a:gd name="csX6" fmla="*/ 434 w 4017225"/>
                <a:gd name="csY6" fmla="*/ 3573908 h 3574310"/>
                <a:gd name="csX0" fmla="*/ 434 w 4017225"/>
                <a:gd name="csY0" fmla="*/ 3573908 h 3576627"/>
                <a:gd name="csX1" fmla="*/ 1629072 w 4017225"/>
                <a:gd name="csY1" fmla="*/ 1934945 h 3576627"/>
                <a:gd name="csX2" fmla="*/ 1790791 w 4017225"/>
                <a:gd name="csY2" fmla="*/ 327870 h 3576627"/>
                <a:gd name="csX3" fmla="*/ 3907902 w 4017225"/>
                <a:gd name="csY3" fmla="*/ 36349 h 3576627"/>
                <a:gd name="csX4" fmla="*/ 3591268 w 4017225"/>
                <a:gd name="csY4" fmla="*/ 1933781 h 3576627"/>
                <a:gd name="csX5" fmla="*/ 1798395 w 4017225"/>
                <a:gd name="csY5" fmla="*/ 2365482 h 3576627"/>
                <a:gd name="csX6" fmla="*/ 434 w 4017225"/>
                <a:gd name="csY6" fmla="*/ 3573908 h 3576627"/>
                <a:gd name="csX0" fmla="*/ 434 w 4017225"/>
                <a:gd name="csY0" fmla="*/ 3573908 h 3576355"/>
                <a:gd name="csX1" fmla="*/ 1629072 w 4017225"/>
                <a:gd name="csY1" fmla="*/ 1934945 h 3576355"/>
                <a:gd name="csX2" fmla="*/ 1790791 w 4017225"/>
                <a:gd name="csY2" fmla="*/ 327870 h 3576355"/>
                <a:gd name="csX3" fmla="*/ 3907902 w 4017225"/>
                <a:gd name="csY3" fmla="*/ 36349 h 3576355"/>
                <a:gd name="csX4" fmla="*/ 3591268 w 4017225"/>
                <a:gd name="csY4" fmla="*/ 1933781 h 3576355"/>
                <a:gd name="csX5" fmla="*/ 1798395 w 4017225"/>
                <a:gd name="csY5" fmla="*/ 2365482 h 3576355"/>
                <a:gd name="csX6" fmla="*/ 434 w 4017225"/>
                <a:gd name="csY6" fmla="*/ 3573908 h 3576355"/>
                <a:gd name="csX0" fmla="*/ 434 w 4017225"/>
                <a:gd name="csY0" fmla="*/ 3573908 h 3583502"/>
                <a:gd name="csX1" fmla="*/ 1629072 w 4017225"/>
                <a:gd name="csY1" fmla="*/ 1934945 h 3583502"/>
                <a:gd name="csX2" fmla="*/ 1790791 w 4017225"/>
                <a:gd name="csY2" fmla="*/ 327870 h 3583502"/>
                <a:gd name="csX3" fmla="*/ 3907902 w 4017225"/>
                <a:gd name="csY3" fmla="*/ 36349 h 3583502"/>
                <a:gd name="csX4" fmla="*/ 3591268 w 4017225"/>
                <a:gd name="csY4" fmla="*/ 1933781 h 3583502"/>
                <a:gd name="csX5" fmla="*/ 1798396 w 4017225"/>
                <a:gd name="csY5" fmla="*/ 2715497 h 3583502"/>
                <a:gd name="csX6" fmla="*/ 434 w 4017225"/>
                <a:gd name="csY6" fmla="*/ 3573908 h 3583502"/>
                <a:gd name="csX0" fmla="*/ 20204 w 4036995"/>
                <a:gd name="csY0" fmla="*/ 3574326 h 3583563"/>
                <a:gd name="csX1" fmla="*/ 908564 w 4036995"/>
                <a:gd name="csY1" fmla="*/ 1951275 h 3583563"/>
                <a:gd name="csX2" fmla="*/ 1810561 w 4036995"/>
                <a:gd name="csY2" fmla="*/ 328288 h 3583563"/>
                <a:gd name="csX3" fmla="*/ 3927672 w 4036995"/>
                <a:gd name="csY3" fmla="*/ 36767 h 3583563"/>
                <a:gd name="csX4" fmla="*/ 3611038 w 4036995"/>
                <a:gd name="csY4" fmla="*/ 1934199 h 3583563"/>
                <a:gd name="csX5" fmla="*/ 1818166 w 4036995"/>
                <a:gd name="csY5" fmla="*/ 2715915 h 3583563"/>
                <a:gd name="csX6" fmla="*/ 20204 w 4036995"/>
                <a:gd name="csY6" fmla="*/ 3574326 h 3583563"/>
                <a:gd name="csX0" fmla="*/ 12549 w 4029340"/>
                <a:gd name="csY0" fmla="*/ 3574326 h 3583563"/>
                <a:gd name="csX1" fmla="*/ 900909 w 4029340"/>
                <a:gd name="csY1" fmla="*/ 1951275 h 3583563"/>
                <a:gd name="csX2" fmla="*/ 1802906 w 4029340"/>
                <a:gd name="csY2" fmla="*/ 328288 h 3583563"/>
                <a:gd name="csX3" fmla="*/ 3920017 w 4029340"/>
                <a:gd name="csY3" fmla="*/ 36767 h 3583563"/>
                <a:gd name="csX4" fmla="*/ 3603383 w 4029340"/>
                <a:gd name="csY4" fmla="*/ 1934199 h 3583563"/>
                <a:gd name="csX5" fmla="*/ 1810511 w 4029340"/>
                <a:gd name="csY5" fmla="*/ 2715915 h 3583563"/>
                <a:gd name="csX6" fmla="*/ 12549 w 4029340"/>
                <a:gd name="csY6" fmla="*/ 3574326 h 3583563"/>
                <a:gd name="csX0" fmla="*/ 2018 w 4018809"/>
                <a:gd name="csY0" fmla="*/ 3573908 h 3583502"/>
                <a:gd name="csX1" fmla="*/ 1389840 w 4018809"/>
                <a:gd name="csY1" fmla="*/ 1934947 h 3583502"/>
                <a:gd name="csX2" fmla="*/ 1792375 w 4018809"/>
                <a:gd name="csY2" fmla="*/ 327870 h 3583502"/>
                <a:gd name="csX3" fmla="*/ 3909486 w 4018809"/>
                <a:gd name="csY3" fmla="*/ 36349 h 3583502"/>
                <a:gd name="csX4" fmla="*/ 3592852 w 4018809"/>
                <a:gd name="csY4" fmla="*/ 1933781 h 3583502"/>
                <a:gd name="csX5" fmla="*/ 1799980 w 4018809"/>
                <a:gd name="csY5" fmla="*/ 2715497 h 3583502"/>
                <a:gd name="csX6" fmla="*/ 2018 w 4018809"/>
                <a:gd name="csY6" fmla="*/ 3573908 h 3583502"/>
                <a:gd name="csX0" fmla="*/ 2018 w 4018809"/>
                <a:gd name="csY0" fmla="*/ 3573908 h 3575401"/>
                <a:gd name="csX1" fmla="*/ 1389840 w 4018809"/>
                <a:gd name="csY1" fmla="*/ 1934947 h 3575401"/>
                <a:gd name="csX2" fmla="*/ 1792375 w 4018809"/>
                <a:gd name="csY2" fmla="*/ 327870 h 3575401"/>
                <a:gd name="csX3" fmla="*/ 3909486 w 4018809"/>
                <a:gd name="csY3" fmla="*/ 36349 h 3575401"/>
                <a:gd name="csX4" fmla="*/ 3592852 w 4018809"/>
                <a:gd name="csY4" fmla="*/ 1933781 h 3575401"/>
                <a:gd name="csX5" fmla="*/ 1799983 w 4018809"/>
                <a:gd name="csY5" fmla="*/ 2277981 h 3575401"/>
                <a:gd name="csX6" fmla="*/ 2018 w 4018809"/>
                <a:gd name="csY6" fmla="*/ 3573908 h 3575401"/>
                <a:gd name="csX0" fmla="*/ 2279 w 4019070"/>
                <a:gd name="csY0" fmla="*/ 3573908 h 3576883"/>
                <a:gd name="csX1" fmla="*/ 1390101 w 4019070"/>
                <a:gd name="csY1" fmla="*/ 1934947 h 3576883"/>
                <a:gd name="csX2" fmla="*/ 1792636 w 4019070"/>
                <a:gd name="csY2" fmla="*/ 327870 h 3576883"/>
                <a:gd name="csX3" fmla="*/ 3909747 w 4019070"/>
                <a:gd name="csY3" fmla="*/ 36349 h 3576883"/>
                <a:gd name="csX4" fmla="*/ 3593113 w 4019070"/>
                <a:gd name="csY4" fmla="*/ 1933781 h 3576883"/>
                <a:gd name="csX5" fmla="*/ 1827004 w 4019070"/>
                <a:gd name="csY5" fmla="*/ 2405261 h 3576883"/>
                <a:gd name="csX6" fmla="*/ 2279 w 4019070"/>
                <a:gd name="csY6" fmla="*/ 3573908 h 3576883"/>
                <a:gd name="csX0" fmla="*/ 3304 w 4020095"/>
                <a:gd name="csY0" fmla="*/ 3573700 h 3576772"/>
                <a:gd name="csX1" fmla="*/ 1310858 w 4020095"/>
                <a:gd name="csY1" fmla="*/ 1926786 h 3576772"/>
                <a:gd name="csX2" fmla="*/ 1793661 w 4020095"/>
                <a:gd name="csY2" fmla="*/ 327662 h 3576772"/>
                <a:gd name="csX3" fmla="*/ 3910772 w 4020095"/>
                <a:gd name="csY3" fmla="*/ 36141 h 3576772"/>
                <a:gd name="csX4" fmla="*/ 3594138 w 4020095"/>
                <a:gd name="csY4" fmla="*/ 1933573 h 3576772"/>
                <a:gd name="csX5" fmla="*/ 1828029 w 4020095"/>
                <a:gd name="csY5" fmla="*/ 2405053 h 3576772"/>
                <a:gd name="csX6" fmla="*/ 3304 w 4020095"/>
                <a:gd name="csY6" fmla="*/ 3573700 h 3576772"/>
                <a:gd name="csX0" fmla="*/ 3254 w 4020045"/>
                <a:gd name="csY0" fmla="*/ 3573700 h 3576772"/>
                <a:gd name="csX1" fmla="*/ 1310808 w 4020045"/>
                <a:gd name="csY1" fmla="*/ 1926786 h 3576772"/>
                <a:gd name="csX2" fmla="*/ 1793611 w 4020045"/>
                <a:gd name="csY2" fmla="*/ 327662 h 3576772"/>
                <a:gd name="csX3" fmla="*/ 3910722 w 4020045"/>
                <a:gd name="csY3" fmla="*/ 36141 h 3576772"/>
                <a:gd name="csX4" fmla="*/ 3594088 w 4020045"/>
                <a:gd name="csY4" fmla="*/ 1933573 h 3576772"/>
                <a:gd name="csX5" fmla="*/ 1827979 w 4020045"/>
                <a:gd name="csY5" fmla="*/ 2405053 h 3576772"/>
                <a:gd name="csX6" fmla="*/ 3254 w 4020045"/>
                <a:gd name="csY6" fmla="*/ 3573700 h 35767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020045" h="3576772">
                  <a:moveTo>
                    <a:pt x="3254" y="3573700"/>
                  </a:moveTo>
                  <a:cubicBezTo>
                    <a:pt x="-82941" y="3493989"/>
                    <a:pt x="1574310" y="2340515"/>
                    <a:pt x="1310808" y="1926786"/>
                  </a:cubicBezTo>
                  <a:cubicBezTo>
                    <a:pt x="1047306" y="1513057"/>
                    <a:pt x="1360292" y="642769"/>
                    <a:pt x="1793611" y="327662"/>
                  </a:cubicBezTo>
                  <a:cubicBezTo>
                    <a:pt x="2226930" y="12555"/>
                    <a:pt x="3750548" y="-52136"/>
                    <a:pt x="3910722" y="36141"/>
                  </a:cubicBezTo>
                  <a:cubicBezTo>
                    <a:pt x="4070896" y="124418"/>
                    <a:pt x="4120351" y="1358027"/>
                    <a:pt x="3594088" y="1933573"/>
                  </a:cubicBezTo>
                  <a:cubicBezTo>
                    <a:pt x="3171099" y="2391895"/>
                    <a:pt x="2301583" y="2656718"/>
                    <a:pt x="1827979" y="2405053"/>
                  </a:cubicBezTo>
                  <a:cubicBezTo>
                    <a:pt x="1354375" y="2153388"/>
                    <a:pt x="89449" y="3653411"/>
                    <a:pt x="3254" y="3573700"/>
                  </a:cubicBez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5" name="Freeform 1034">
              <a:extLst>
                <a:ext uri="{FF2B5EF4-FFF2-40B4-BE49-F238E27FC236}">
                  <a16:creationId xmlns:a16="http://schemas.microsoft.com/office/drawing/2014/main" id="{9D2328F0-082B-C56D-BA5C-712A35771AA5}"/>
                </a:ext>
              </a:extLst>
            </p:cNvPr>
            <p:cNvSpPr/>
            <p:nvPr userDrawn="1"/>
          </p:nvSpPr>
          <p:spPr>
            <a:xfrm rot="16200000">
              <a:off x="7470392" y="2522403"/>
              <a:ext cx="2615867" cy="2682267"/>
            </a:xfrm>
            <a:custGeom>
              <a:avLst/>
              <a:gdLst>
                <a:gd name="csX0" fmla="*/ 1893 w 3484511"/>
                <a:gd name="csY0" fmla="*/ 3509215 h 3511799"/>
                <a:gd name="csX1" fmla="*/ 1514170 w 3484511"/>
                <a:gd name="csY1" fmla="*/ 1703861 h 3511799"/>
                <a:gd name="csX2" fmla="*/ 2029985 w 3484511"/>
                <a:gd name="csY2" fmla="*/ 226753 h 3511799"/>
                <a:gd name="csX3" fmla="*/ 3378139 w 3484511"/>
                <a:gd name="csY3" fmla="*/ 144692 h 3511799"/>
                <a:gd name="csX4" fmla="*/ 3225739 w 3484511"/>
                <a:gd name="csY4" fmla="*/ 1586630 h 3511799"/>
                <a:gd name="csX5" fmla="*/ 1854139 w 3484511"/>
                <a:gd name="csY5" fmla="*/ 2090723 h 3511799"/>
                <a:gd name="csX6" fmla="*/ 1893 w 3484511"/>
                <a:gd name="csY6" fmla="*/ 3509215 h 3511799"/>
                <a:gd name="csX0" fmla="*/ 1352 w 4094215"/>
                <a:gd name="csY0" fmla="*/ 4103738 h 4105568"/>
                <a:gd name="csX1" fmla="*/ 2123874 w 4094215"/>
                <a:gd name="csY1" fmla="*/ 1703861 h 4105568"/>
                <a:gd name="csX2" fmla="*/ 2639689 w 4094215"/>
                <a:gd name="csY2" fmla="*/ 226753 h 4105568"/>
                <a:gd name="csX3" fmla="*/ 3987843 w 4094215"/>
                <a:gd name="csY3" fmla="*/ 144692 h 4105568"/>
                <a:gd name="csX4" fmla="*/ 3835443 w 4094215"/>
                <a:gd name="csY4" fmla="*/ 1586630 h 4105568"/>
                <a:gd name="csX5" fmla="*/ 2463843 w 4094215"/>
                <a:gd name="csY5" fmla="*/ 2090723 h 4105568"/>
                <a:gd name="csX6" fmla="*/ 1352 w 4094215"/>
                <a:gd name="csY6" fmla="*/ 4103738 h 4105568"/>
                <a:gd name="csX0" fmla="*/ 1978 w 4094841"/>
                <a:gd name="csY0" fmla="*/ 4101966 h 4104114"/>
                <a:gd name="csX1" fmla="*/ 2058783 w 4094841"/>
                <a:gd name="csY1" fmla="*/ 1668597 h 4104114"/>
                <a:gd name="csX2" fmla="*/ 2640315 w 4094841"/>
                <a:gd name="csY2" fmla="*/ 224981 h 4104114"/>
                <a:gd name="csX3" fmla="*/ 3988469 w 4094841"/>
                <a:gd name="csY3" fmla="*/ 142920 h 4104114"/>
                <a:gd name="csX4" fmla="*/ 3836069 w 4094841"/>
                <a:gd name="csY4" fmla="*/ 1584858 h 4104114"/>
                <a:gd name="csX5" fmla="*/ 2464469 w 4094841"/>
                <a:gd name="csY5" fmla="*/ 2088951 h 4104114"/>
                <a:gd name="csX6" fmla="*/ 1978 w 4094841"/>
                <a:gd name="csY6" fmla="*/ 4101966 h 4104114"/>
                <a:gd name="csX0" fmla="*/ 1943 w 4132359"/>
                <a:gd name="csY0" fmla="*/ 3750277 h 3752868"/>
                <a:gd name="csX1" fmla="*/ 2096301 w 4132359"/>
                <a:gd name="csY1" fmla="*/ 1668597 h 3752868"/>
                <a:gd name="csX2" fmla="*/ 2677833 w 4132359"/>
                <a:gd name="csY2" fmla="*/ 224981 h 3752868"/>
                <a:gd name="csX3" fmla="*/ 4025987 w 4132359"/>
                <a:gd name="csY3" fmla="*/ 142920 h 3752868"/>
                <a:gd name="csX4" fmla="*/ 3873587 w 4132359"/>
                <a:gd name="csY4" fmla="*/ 1584858 h 3752868"/>
                <a:gd name="csX5" fmla="*/ 2501987 w 4132359"/>
                <a:gd name="csY5" fmla="*/ 2088951 h 3752868"/>
                <a:gd name="csX6" fmla="*/ 1943 w 4132359"/>
                <a:gd name="csY6" fmla="*/ 3750277 h 3752868"/>
                <a:gd name="csX0" fmla="*/ 7123 w 4137539"/>
                <a:gd name="csY0" fmla="*/ 3776554 h 3776601"/>
                <a:gd name="csX1" fmla="*/ 1782278 w 4137539"/>
                <a:gd name="csY1" fmla="*/ 2163796 h 3776601"/>
                <a:gd name="csX2" fmla="*/ 2683013 w 4137539"/>
                <a:gd name="csY2" fmla="*/ 251258 h 3776601"/>
                <a:gd name="csX3" fmla="*/ 4031167 w 4137539"/>
                <a:gd name="csY3" fmla="*/ 169197 h 3776601"/>
                <a:gd name="csX4" fmla="*/ 3878767 w 4137539"/>
                <a:gd name="csY4" fmla="*/ 1611135 h 3776601"/>
                <a:gd name="csX5" fmla="*/ 2507167 w 4137539"/>
                <a:gd name="csY5" fmla="*/ 2115228 h 3776601"/>
                <a:gd name="csX6" fmla="*/ 7123 w 4137539"/>
                <a:gd name="csY6" fmla="*/ 3776554 h 3776601"/>
                <a:gd name="csX0" fmla="*/ 25 w 4130441"/>
                <a:gd name="csY0" fmla="*/ 3776554 h 3776586"/>
                <a:gd name="csX1" fmla="*/ 1775180 w 4130441"/>
                <a:gd name="csY1" fmla="*/ 2163796 h 3776586"/>
                <a:gd name="csX2" fmla="*/ 2675915 w 4130441"/>
                <a:gd name="csY2" fmla="*/ 251258 h 3776586"/>
                <a:gd name="csX3" fmla="*/ 4024069 w 4130441"/>
                <a:gd name="csY3" fmla="*/ 169197 h 3776586"/>
                <a:gd name="csX4" fmla="*/ 3871669 w 4130441"/>
                <a:gd name="csY4" fmla="*/ 1611135 h 3776586"/>
                <a:gd name="csX5" fmla="*/ 1814719 w 4130441"/>
                <a:gd name="csY5" fmla="*/ 2207339 h 3776586"/>
                <a:gd name="csX6" fmla="*/ 25 w 4130441"/>
                <a:gd name="csY6" fmla="*/ 3776554 h 3776586"/>
                <a:gd name="csX0" fmla="*/ 25 w 4130441"/>
                <a:gd name="csY0" fmla="*/ 3776554 h 3776589"/>
                <a:gd name="csX1" fmla="*/ 1775180 w 4130441"/>
                <a:gd name="csY1" fmla="*/ 2163796 h 3776589"/>
                <a:gd name="csX2" fmla="*/ 2675915 w 4130441"/>
                <a:gd name="csY2" fmla="*/ 251258 h 3776589"/>
                <a:gd name="csX3" fmla="*/ 4024069 w 4130441"/>
                <a:gd name="csY3" fmla="*/ 169197 h 3776589"/>
                <a:gd name="csX4" fmla="*/ 3871669 w 4130441"/>
                <a:gd name="csY4" fmla="*/ 1611135 h 3776589"/>
                <a:gd name="csX5" fmla="*/ 1814719 w 4130441"/>
                <a:gd name="csY5" fmla="*/ 2207339 h 3776589"/>
                <a:gd name="csX6" fmla="*/ 25 w 4130441"/>
                <a:gd name="csY6" fmla="*/ 3776554 h 3776589"/>
                <a:gd name="csX0" fmla="*/ 25 w 3957457"/>
                <a:gd name="csY0" fmla="*/ 3611866 h 3611901"/>
                <a:gd name="csX1" fmla="*/ 1775180 w 3957457"/>
                <a:gd name="csY1" fmla="*/ 1999108 h 3611901"/>
                <a:gd name="csX2" fmla="*/ 2675915 w 3957457"/>
                <a:gd name="csY2" fmla="*/ 86570 h 3611901"/>
                <a:gd name="csX3" fmla="*/ 3554650 w 3957457"/>
                <a:gd name="csY3" fmla="*/ 439934 h 3611901"/>
                <a:gd name="csX4" fmla="*/ 3871669 w 3957457"/>
                <a:gd name="csY4" fmla="*/ 1446447 h 3611901"/>
                <a:gd name="csX5" fmla="*/ 1814719 w 3957457"/>
                <a:gd name="csY5" fmla="*/ 2042651 h 3611901"/>
                <a:gd name="csX6" fmla="*/ 25 w 3957457"/>
                <a:gd name="csY6" fmla="*/ 3611866 h 3611901"/>
                <a:gd name="csX0" fmla="*/ 25 w 3957253"/>
                <a:gd name="csY0" fmla="*/ 3368639 h 3368674"/>
                <a:gd name="csX1" fmla="*/ 1775180 w 3957253"/>
                <a:gd name="csY1" fmla="*/ 1755881 h 3368674"/>
                <a:gd name="csX2" fmla="*/ 2685304 w 3957253"/>
                <a:gd name="csY2" fmla="*/ 144791 h 3368674"/>
                <a:gd name="csX3" fmla="*/ 3554650 w 3957253"/>
                <a:gd name="csY3" fmla="*/ 196707 h 3368674"/>
                <a:gd name="csX4" fmla="*/ 3871669 w 3957253"/>
                <a:gd name="csY4" fmla="*/ 1203220 h 3368674"/>
                <a:gd name="csX5" fmla="*/ 1814719 w 3957253"/>
                <a:gd name="csY5" fmla="*/ 1799424 h 3368674"/>
                <a:gd name="csX6" fmla="*/ 25 w 3957253"/>
                <a:gd name="csY6" fmla="*/ 3368639 h 3368674"/>
                <a:gd name="csX0" fmla="*/ 25 w 3705517"/>
                <a:gd name="csY0" fmla="*/ 3358570 h 3358603"/>
                <a:gd name="csX1" fmla="*/ 1775180 w 3705517"/>
                <a:gd name="csY1" fmla="*/ 1745812 h 3358603"/>
                <a:gd name="csX2" fmla="*/ 2685304 w 3705517"/>
                <a:gd name="csY2" fmla="*/ 134722 h 3358603"/>
                <a:gd name="csX3" fmla="*/ 3554650 w 3705517"/>
                <a:gd name="csY3" fmla="*/ 186638 h 3358603"/>
                <a:gd name="csX4" fmla="*/ 3552464 w 3705517"/>
                <a:gd name="csY4" fmla="*/ 975438 h 3358603"/>
                <a:gd name="csX5" fmla="*/ 1814719 w 3705517"/>
                <a:gd name="csY5" fmla="*/ 1789355 h 3358603"/>
                <a:gd name="csX6" fmla="*/ 25 w 3705517"/>
                <a:gd name="csY6" fmla="*/ 3358570 h 3358603"/>
                <a:gd name="csX0" fmla="*/ 2290 w 3707782"/>
                <a:gd name="csY0" fmla="*/ 3305196 h 3314287"/>
                <a:gd name="csX1" fmla="*/ 2199921 w 3707782"/>
                <a:gd name="csY1" fmla="*/ 955568 h 3314287"/>
                <a:gd name="csX2" fmla="*/ 2687569 w 3707782"/>
                <a:gd name="csY2" fmla="*/ 81348 h 3314287"/>
                <a:gd name="csX3" fmla="*/ 3556915 w 3707782"/>
                <a:gd name="csY3" fmla="*/ 133264 h 3314287"/>
                <a:gd name="csX4" fmla="*/ 3554729 w 3707782"/>
                <a:gd name="csY4" fmla="*/ 922064 h 3314287"/>
                <a:gd name="csX5" fmla="*/ 1816984 w 3707782"/>
                <a:gd name="csY5" fmla="*/ 1735981 h 3314287"/>
                <a:gd name="csX6" fmla="*/ 2290 w 3707782"/>
                <a:gd name="csY6" fmla="*/ 3305196 h 3314287"/>
                <a:gd name="csX0" fmla="*/ 377 w 3705869"/>
                <a:gd name="csY0" fmla="*/ 3305196 h 3313168"/>
                <a:gd name="csX1" fmla="*/ 2198008 w 3705869"/>
                <a:gd name="csY1" fmla="*/ 955568 h 3313168"/>
                <a:gd name="csX2" fmla="*/ 2685656 w 3705869"/>
                <a:gd name="csY2" fmla="*/ 81348 h 3313168"/>
                <a:gd name="csX3" fmla="*/ 3555002 w 3705869"/>
                <a:gd name="csY3" fmla="*/ 133264 h 3313168"/>
                <a:gd name="csX4" fmla="*/ 3552816 w 3705869"/>
                <a:gd name="csY4" fmla="*/ 922064 h 3313168"/>
                <a:gd name="csX5" fmla="*/ 2378375 w 3705869"/>
                <a:gd name="csY5" fmla="*/ 1694113 h 3313168"/>
                <a:gd name="csX6" fmla="*/ 377 w 3705869"/>
                <a:gd name="csY6" fmla="*/ 3305196 h 3313168"/>
                <a:gd name="csX0" fmla="*/ 377 w 3705869"/>
                <a:gd name="csY0" fmla="*/ 3305196 h 3311216"/>
                <a:gd name="csX1" fmla="*/ 2198008 w 3705869"/>
                <a:gd name="csY1" fmla="*/ 955568 h 3311216"/>
                <a:gd name="csX2" fmla="*/ 2685656 w 3705869"/>
                <a:gd name="csY2" fmla="*/ 81348 h 3311216"/>
                <a:gd name="csX3" fmla="*/ 3555002 w 3705869"/>
                <a:gd name="csY3" fmla="*/ 133264 h 3311216"/>
                <a:gd name="csX4" fmla="*/ 3552816 w 3705869"/>
                <a:gd name="csY4" fmla="*/ 922064 h 3311216"/>
                <a:gd name="csX5" fmla="*/ 2378375 w 3705869"/>
                <a:gd name="csY5" fmla="*/ 1694113 h 3311216"/>
                <a:gd name="csX6" fmla="*/ 377 w 3705869"/>
                <a:gd name="csY6" fmla="*/ 3305196 h 3311216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31250"/>
                <a:gd name="csY0" fmla="*/ 3306034 h 3313991"/>
                <a:gd name="csX1" fmla="*/ 2198008 w 4431250"/>
                <a:gd name="csY1" fmla="*/ 956406 h 3313991"/>
                <a:gd name="csX2" fmla="*/ 2685656 w 4431250"/>
                <a:gd name="csY2" fmla="*/ 82186 h 3313991"/>
                <a:gd name="csX3" fmla="*/ 3555002 w 4431250"/>
                <a:gd name="csY3" fmla="*/ 134102 h 3313991"/>
                <a:gd name="csX4" fmla="*/ 4425936 w 4431250"/>
                <a:gd name="csY4" fmla="*/ 939649 h 3313991"/>
                <a:gd name="csX5" fmla="*/ 2378375 w 4431250"/>
                <a:gd name="csY5" fmla="*/ 1694951 h 3313991"/>
                <a:gd name="csX6" fmla="*/ 377 w 4431250"/>
                <a:gd name="csY6" fmla="*/ 3306034 h 3313991"/>
                <a:gd name="csX0" fmla="*/ 377 w 4425936"/>
                <a:gd name="csY0" fmla="*/ 3306034 h 3313991"/>
                <a:gd name="csX1" fmla="*/ 2198008 w 4425936"/>
                <a:gd name="csY1" fmla="*/ 956406 h 3313991"/>
                <a:gd name="csX2" fmla="*/ 2685656 w 4425936"/>
                <a:gd name="csY2" fmla="*/ 82186 h 3313991"/>
                <a:gd name="csX3" fmla="*/ 3555002 w 4425936"/>
                <a:gd name="csY3" fmla="*/ 134102 h 3313991"/>
                <a:gd name="csX4" fmla="*/ 4425936 w 4425936"/>
                <a:gd name="csY4" fmla="*/ 939649 h 3313991"/>
                <a:gd name="csX5" fmla="*/ 2378375 w 4425936"/>
                <a:gd name="csY5" fmla="*/ 1694951 h 3313991"/>
                <a:gd name="csX6" fmla="*/ 377 w 4425936"/>
                <a:gd name="csY6" fmla="*/ 3306034 h 3313991"/>
                <a:gd name="csX0" fmla="*/ 377 w 4472878"/>
                <a:gd name="csY0" fmla="*/ 3303952 h 3311947"/>
                <a:gd name="csX1" fmla="*/ 2198008 w 4472878"/>
                <a:gd name="csY1" fmla="*/ 954324 h 3311947"/>
                <a:gd name="csX2" fmla="*/ 2685656 w 4472878"/>
                <a:gd name="csY2" fmla="*/ 80104 h 3311947"/>
                <a:gd name="csX3" fmla="*/ 3555002 w 4472878"/>
                <a:gd name="csY3" fmla="*/ 132020 h 3311947"/>
                <a:gd name="csX4" fmla="*/ 4472878 w 4472878"/>
                <a:gd name="csY4" fmla="*/ 895700 h 3311947"/>
                <a:gd name="csX5" fmla="*/ 2378375 w 4472878"/>
                <a:gd name="csY5" fmla="*/ 1692869 h 3311947"/>
                <a:gd name="csX6" fmla="*/ 377 w 4472878"/>
                <a:gd name="csY6" fmla="*/ 3303952 h 3311947"/>
                <a:gd name="csX0" fmla="*/ 377 w 4472878"/>
                <a:gd name="csY0" fmla="*/ 3489034 h 3497029"/>
                <a:gd name="csX1" fmla="*/ 2198008 w 4472878"/>
                <a:gd name="csY1" fmla="*/ 1139406 h 3497029"/>
                <a:gd name="csX2" fmla="*/ 2685656 w 4472878"/>
                <a:gd name="csY2" fmla="*/ 265186 h 3497029"/>
                <a:gd name="csX3" fmla="*/ 3742770 w 4472878"/>
                <a:gd name="csY3" fmla="*/ 49148 h 3497029"/>
                <a:gd name="csX4" fmla="*/ 4472878 w 4472878"/>
                <a:gd name="csY4" fmla="*/ 1080782 h 3497029"/>
                <a:gd name="csX5" fmla="*/ 2378375 w 4472878"/>
                <a:gd name="csY5" fmla="*/ 1877951 h 3497029"/>
                <a:gd name="csX6" fmla="*/ 377 w 4472878"/>
                <a:gd name="csY6" fmla="*/ 3489034 h 3497029"/>
                <a:gd name="csX0" fmla="*/ 377 w 4482266"/>
                <a:gd name="csY0" fmla="*/ 3489034 h 3497029"/>
                <a:gd name="csX1" fmla="*/ 2198008 w 4482266"/>
                <a:gd name="csY1" fmla="*/ 1139406 h 3497029"/>
                <a:gd name="csX2" fmla="*/ 2685656 w 4482266"/>
                <a:gd name="csY2" fmla="*/ 265186 h 3497029"/>
                <a:gd name="csX3" fmla="*/ 3742770 w 4482266"/>
                <a:gd name="csY3" fmla="*/ 49148 h 3497029"/>
                <a:gd name="csX4" fmla="*/ 4482266 w 4482266"/>
                <a:gd name="csY4" fmla="*/ 1080782 h 3497029"/>
                <a:gd name="csX5" fmla="*/ 2378375 w 4482266"/>
                <a:gd name="csY5" fmla="*/ 1877951 h 3497029"/>
                <a:gd name="csX6" fmla="*/ 377 w 4482266"/>
                <a:gd name="csY6" fmla="*/ 3489034 h 3497029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10188 w 4492077"/>
                <a:gd name="csY0" fmla="*/ 3488052 h 3497366"/>
                <a:gd name="csX1" fmla="*/ 1804118 w 4492077"/>
                <a:gd name="csY1" fmla="*/ 1096559 h 3497366"/>
                <a:gd name="csX2" fmla="*/ 2695467 w 4492077"/>
                <a:gd name="csY2" fmla="*/ 264204 h 3497366"/>
                <a:gd name="csX3" fmla="*/ 3752581 w 4492077"/>
                <a:gd name="csY3" fmla="*/ 48166 h 3497366"/>
                <a:gd name="csX4" fmla="*/ 4492077 w 4492077"/>
                <a:gd name="csY4" fmla="*/ 1079800 h 3497366"/>
                <a:gd name="csX5" fmla="*/ 2688616 w 4492077"/>
                <a:gd name="csY5" fmla="*/ 1893718 h 3497366"/>
                <a:gd name="csX6" fmla="*/ 10188 w 4492077"/>
                <a:gd name="csY6" fmla="*/ 3488052 h 3497366"/>
                <a:gd name="csX0" fmla="*/ 10188 w 4492077"/>
                <a:gd name="csY0" fmla="*/ 3488052 h 3500595"/>
                <a:gd name="csX1" fmla="*/ 1804118 w 4492077"/>
                <a:gd name="csY1" fmla="*/ 1096559 h 3500595"/>
                <a:gd name="csX2" fmla="*/ 2695467 w 4492077"/>
                <a:gd name="csY2" fmla="*/ 264204 h 3500595"/>
                <a:gd name="csX3" fmla="*/ 3752581 w 4492077"/>
                <a:gd name="csY3" fmla="*/ 48166 h 3500595"/>
                <a:gd name="csX4" fmla="*/ 4492077 w 4492077"/>
                <a:gd name="csY4" fmla="*/ 1079800 h 3500595"/>
                <a:gd name="csX5" fmla="*/ 2688616 w 4492077"/>
                <a:gd name="csY5" fmla="*/ 1893718 h 3500595"/>
                <a:gd name="csX6" fmla="*/ 10188 w 4492077"/>
                <a:gd name="csY6" fmla="*/ 3488052 h 3500595"/>
                <a:gd name="csX0" fmla="*/ 10188 w 4492077"/>
                <a:gd name="csY0" fmla="*/ 3488052 h 3500888"/>
                <a:gd name="csX1" fmla="*/ 1804118 w 4492077"/>
                <a:gd name="csY1" fmla="*/ 1096559 h 3500888"/>
                <a:gd name="csX2" fmla="*/ 2695467 w 4492077"/>
                <a:gd name="csY2" fmla="*/ 264204 h 3500888"/>
                <a:gd name="csX3" fmla="*/ 3752581 w 4492077"/>
                <a:gd name="csY3" fmla="*/ 48166 h 3500888"/>
                <a:gd name="csX4" fmla="*/ 4492077 w 4492077"/>
                <a:gd name="csY4" fmla="*/ 1079800 h 3500888"/>
                <a:gd name="csX5" fmla="*/ 2688616 w 4492077"/>
                <a:gd name="csY5" fmla="*/ 1893718 h 3500888"/>
                <a:gd name="csX6" fmla="*/ 10188 w 4492077"/>
                <a:gd name="csY6" fmla="*/ 3488052 h 3500888"/>
                <a:gd name="csX0" fmla="*/ 27731 w 3289130"/>
                <a:gd name="csY0" fmla="*/ 2449732 h 2473361"/>
                <a:gd name="csX1" fmla="*/ 601171 w 3289130"/>
                <a:gd name="csY1" fmla="*/ 1096559 h 2473361"/>
                <a:gd name="csX2" fmla="*/ 1492520 w 3289130"/>
                <a:gd name="csY2" fmla="*/ 264204 h 2473361"/>
                <a:gd name="csX3" fmla="*/ 2549634 w 3289130"/>
                <a:gd name="csY3" fmla="*/ 48166 h 2473361"/>
                <a:gd name="csX4" fmla="*/ 3289130 w 3289130"/>
                <a:gd name="csY4" fmla="*/ 1079800 h 2473361"/>
                <a:gd name="csX5" fmla="*/ 1485669 w 3289130"/>
                <a:gd name="csY5" fmla="*/ 1893718 h 2473361"/>
                <a:gd name="csX6" fmla="*/ 27731 w 3289130"/>
                <a:gd name="csY6" fmla="*/ 2449732 h 2473361"/>
                <a:gd name="csX0" fmla="*/ 367 w 3261766"/>
                <a:gd name="csY0" fmla="*/ 2449732 h 2449966"/>
                <a:gd name="csX1" fmla="*/ 573807 w 3261766"/>
                <a:gd name="csY1" fmla="*/ 1096559 h 2449966"/>
                <a:gd name="csX2" fmla="*/ 1465156 w 3261766"/>
                <a:gd name="csY2" fmla="*/ 264204 h 2449966"/>
                <a:gd name="csX3" fmla="*/ 2522270 w 3261766"/>
                <a:gd name="csY3" fmla="*/ 48166 h 2449966"/>
                <a:gd name="csX4" fmla="*/ 3261766 w 3261766"/>
                <a:gd name="csY4" fmla="*/ 1079800 h 2449966"/>
                <a:gd name="csX5" fmla="*/ 1458305 w 3261766"/>
                <a:gd name="csY5" fmla="*/ 1893718 h 2449966"/>
                <a:gd name="csX6" fmla="*/ 367 w 3261766"/>
                <a:gd name="csY6" fmla="*/ 2449732 h 2449966"/>
                <a:gd name="csX0" fmla="*/ 62959 w 3324358"/>
                <a:gd name="csY0" fmla="*/ 2449732 h 2487147"/>
                <a:gd name="csX1" fmla="*/ 636399 w 3324358"/>
                <a:gd name="csY1" fmla="*/ 1096559 h 2487147"/>
                <a:gd name="csX2" fmla="*/ 1527748 w 3324358"/>
                <a:gd name="csY2" fmla="*/ 264204 h 2487147"/>
                <a:gd name="csX3" fmla="*/ 2584862 w 3324358"/>
                <a:gd name="csY3" fmla="*/ 48166 h 2487147"/>
                <a:gd name="csX4" fmla="*/ 3324358 w 3324358"/>
                <a:gd name="csY4" fmla="*/ 1079800 h 2487147"/>
                <a:gd name="csX5" fmla="*/ 1520897 w 3324358"/>
                <a:gd name="csY5" fmla="*/ 1893718 h 2487147"/>
                <a:gd name="csX6" fmla="*/ 62959 w 3324358"/>
                <a:gd name="csY6" fmla="*/ 2449732 h 2487147"/>
                <a:gd name="csX0" fmla="*/ 38478 w 4482813"/>
                <a:gd name="csY0" fmla="*/ 3496425 h 3519813"/>
                <a:gd name="csX1" fmla="*/ 1794854 w 4482813"/>
                <a:gd name="csY1" fmla="*/ 1096559 h 3519813"/>
                <a:gd name="csX2" fmla="*/ 2686203 w 4482813"/>
                <a:gd name="csY2" fmla="*/ 264204 h 3519813"/>
                <a:gd name="csX3" fmla="*/ 3743317 w 4482813"/>
                <a:gd name="csY3" fmla="*/ 48166 h 3519813"/>
                <a:gd name="csX4" fmla="*/ 4482813 w 4482813"/>
                <a:gd name="csY4" fmla="*/ 1079800 h 3519813"/>
                <a:gd name="csX5" fmla="*/ 2679352 w 4482813"/>
                <a:gd name="csY5" fmla="*/ 1893718 h 3519813"/>
                <a:gd name="csX6" fmla="*/ 38478 w 4482813"/>
                <a:gd name="csY6" fmla="*/ 3496425 h 3519813"/>
                <a:gd name="csX0" fmla="*/ 9071 w 4453406"/>
                <a:gd name="csY0" fmla="*/ 3496425 h 3510301"/>
                <a:gd name="csX1" fmla="*/ 1765447 w 4453406"/>
                <a:gd name="csY1" fmla="*/ 1096559 h 3510301"/>
                <a:gd name="csX2" fmla="*/ 2656796 w 4453406"/>
                <a:gd name="csY2" fmla="*/ 264204 h 3510301"/>
                <a:gd name="csX3" fmla="*/ 3713910 w 4453406"/>
                <a:gd name="csY3" fmla="*/ 48166 h 3510301"/>
                <a:gd name="csX4" fmla="*/ 4453406 w 4453406"/>
                <a:gd name="csY4" fmla="*/ 1079800 h 3510301"/>
                <a:gd name="csX5" fmla="*/ 2649945 w 4453406"/>
                <a:gd name="csY5" fmla="*/ 1893718 h 3510301"/>
                <a:gd name="csX6" fmla="*/ 9071 w 4453406"/>
                <a:gd name="csY6" fmla="*/ 3496425 h 3510301"/>
                <a:gd name="csX0" fmla="*/ 9071 w 4453406"/>
                <a:gd name="csY0" fmla="*/ 3496425 h 3512169"/>
                <a:gd name="csX1" fmla="*/ 1765447 w 4453406"/>
                <a:gd name="csY1" fmla="*/ 1096559 h 3512169"/>
                <a:gd name="csX2" fmla="*/ 2656796 w 4453406"/>
                <a:gd name="csY2" fmla="*/ 264204 h 3512169"/>
                <a:gd name="csX3" fmla="*/ 3713910 w 4453406"/>
                <a:gd name="csY3" fmla="*/ 48166 h 3512169"/>
                <a:gd name="csX4" fmla="*/ 4453406 w 4453406"/>
                <a:gd name="csY4" fmla="*/ 1079800 h 3512169"/>
                <a:gd name="csX5" fmla="*/ 2649945 w 4453406"/>
                <a:gd name="csY5" fmla="*/ 1893718 h 3512169"/>
                <a:gd name="csX6" fmla="*/ 9071 w 4453406"/>
                <a:gd name="csY6" fmla="*/ 3496425 h 3512169"/>
                <a:gd name="csX0" fmla="*/ 9640 w 4453975"/>
                <a:gd name="csY0" fmla="*/ 3496425 h 3512169"/>
                <a:gd name="csX1" fmla="*/ 1766016 w 4453975"/>
                <a:gd name="csY1" fmla="*/ 1096559 h 3512169"/>
                <a:gd name="csX2" fmla="*/ 2657365 w 4453975"/>
                <a:gd name="csY2" fmla="*/ 264204 h 3512169"/>
                <a:gd name="csX3" fmla="*/ 3714479 w 4453975"/>
                <a:gd name="csY3" fmla="*/ 48166 h 3512169"/>
                <a:gd name="csX4" fmla="*/ 4453975 w 4453975"/>
                <a:gd name="csY4" fmla="*/ 1079800 h 3512169"/>
                <a:gd name="csX5" fmla="*/ 2650514 w 4453975"/>
                <a:gd name="csY5" fmla="*/ 1893718 h 3512169"/>
                <a:gd name="csX6" fmla="*/ 9640 w 4453975"/>
                <a:gd name="csY6" fmla="*/ 3496425 h 3512169"/>
                <a:gd name="csX0" fmla="*/ 9640 w 4453975"/>
                <a:gd name="csY0" fmla="*/ 3993467 h 4008123"/>
                <a:gd name="csX1" fmla="*/ 1766016 w 4453975"/>
                <a:gd name="csY1" fmla="*/ 1593601 h 4008123"/>
                <a:gd name="csX2" fmla="*/ 2601034 w 4453975"/>
                <a:gd name="csY2" fmla="*/ 41122 h 4008123"/>
                <a:gd name="csX3" fmla="*/ 3714479 w 4453975"/>
                <a:gd name="csY3" fmla="*/ 545208 h 4008123"/>
                <a:gd name="csX4" fmla="*/ 4453975 w 4453975"/>
                <a:gd name="csY4" fmla="*/ 1576842 h 4008123"/>
                <a:gd name="csX5" fmla="*/ 2650514 w 4453975"/>
                <a:gd name="csY5" fmla="*/ 2390760 h 4008123"/>
                <a:gd name="csX6" fmla="*/ 9640 w 4453975"/>
                <a:gd name="csY6" fmla="*/ 3993467 h 4008123"/>
                <a:gd name="csX0" fmla="*/ 9640 w 4453975"/>
                <a:gd name="csY0" fmla="*/ 3952894 h 3967550"/>
                <a:gd name="csX1" fmla="*/ 1766016 w 4453975"/>
                <a:gd name="csY1" fmla="*/ 1553028 h 3967550"/>
                <a:gd name="csX2" fmla="*/ 2601034 w 4453975"/>
                <a:gd name="csY2" fmla="*/ 549 h 3967550"/>
                <a:gd name="csX3" fmla="*/ 3714479 w 4453975"/>
                <a:gd name="csY3" fmla="*/ 504635 h 3967550"/>
                <a:gd name="csX4" fmla="*/ 4453975 w 4453975"/>
                <a:gd name="csY4" fmla="*/ 1536269 h 3967550"/>
                <a:gd name="csX5" fmla="*/ 2650514 w 4453975"/>
                <a:gd name="csY5" fmla="*/ 2350187 h 3967550"/>
                <a:gd name="csX6" fmla="*/ 9640 w 4453975"/>
                <a:gd name="csY6" fmla="*/ 3952894 h 3967550"/>
                <a:gd name="csX0" fmla="*/ 9640 w 4453975"/>
                <a:gd name="csY0" fmla="*/ 3952971 h 3968477"/>
                <a:gd name="csX1" fmla="*/ 1766016 w 4453975"/>
                <a:gd name="csY1" fmla="*/ 1553105 h 3968477"/>
                <a:gd name="csX2" fmla="*/ 2601034 w 4453975"/>
                <a:gd name="csY2" fmla="*/ 626 h 3968477"/>
                <a:gd name="csX3" fmla="*/ 3714479 w 4453975"/>
                <a:gd name="csY3" fmla="*/ 504712 h 3968477"/>
                <a:gd name="csX4" fmla="*/ 4453975 w 4453975"/>
                <a:gd name="csY4" fmla="*/ 1536346 h 3968477"/>
                <a:gd name="csX5" fmla="*/ 2650514 w 4453975"/>
                <a:gd name="csY5" fmla="*/ 2350264 h 3968477"/>
                <a:gd name="csX6" fmla="*/ 9640 w 4453975"/>
                <a:gd name="csY6" fmla="*/ 3952971 h 3968477"/>
                <a:gd name="csX0" fmla="*/ 9640 w 4517542"/>
                <a:gd name="csY0" fmla="*/ 4153948 h 4169453"/>
                <a:gd name="csX1" fmla="*/ 1766016 w 4517542"/>
                <a:gd name="csY1" fmla="*/ 1754082 h 4169453"/>
                <a:gd name="csX2" fmla="*/ 2601034 w 4517542"/>
                <a:gd name="csY2" fmla="*/ 201603 h 4169453"/>
                <a:gd name="csX3" fmla="*/ 4390442 w 4517542"/>
                <a:gd name="csY3" fmla="*/ 186529 h 4169453"/>
                <a:gd name="csX4" fmla="*/ 4453975 w 4517542"/>
                <a:gd name="csY4" fmla="*/ 1737323 h 4169453"/>
                <a:gd name="csX5" fmla="*/ 2650514 w 4517542"/>
                <a:gd name="csY5" fmla="*/ 2551241 h 4169453"/>
                <a:gd name="csX6" fmla="*/ 9640 w 4517542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719798"/>
                <a:gd name="csY0" fmla="*/ 4153948 h 4169453"/>
                <a:gd name="csX1" fmla="*/ 1766016 w 4719798"/>
                <a:gd name="csY1" fmla="*/ 1754082 h 4169453"/>
                <a:gd name="csX2" fmla="*/ 2601034 w 4719798"/>
                <a:gd name="csY2" fmla="*/ 201603 h 4169453"/>
                <a:gd name="csX3" fmla="*/ 4390442 w 4719798"/>
                <a:gd name="csY3" fmla="*/ 186529 h 4169453"/>
                <a:gd name="csX4" fmla="*/ 4453975 w 4719798"/>
                <a:gd name="csY4" fmla="*/ 1737323 h 4169453"/>
                <a:gd name="csX5" fmla="*/ 2650514 w 4719798"/>
                <a:gd name="csY5" fmla="*/ 2551241 h 4169453"/>
                <a:gd name="csX6" fmla="*/ 9640 w 4719798"/>
                <a:gd name="csY6" fmla="*/ 4153948 h 4169453"/>
                <a:gd name="csX0" fmla="*/ 9640 w 4684091"/>
                <a:gd name="csY0" fmla="*/ 4153948 h 4169453"/>
                <a:gd name="csX1" fmla="*/ 1766016 w 4684091"/>
                <a:gd name="csY1" fmla="*/ 1754082 h 4169453"/>
                <a:gd name="csX2" fmla="*/ 2601034 w 4684091"/>
                <a:gd name="csY2" fmla="*/ 201603 h 4169453"/>
                <a:gd name="csX3" fmla="*/ 4390442 w 4684091"/>
                <a:gd name="csY3" fmla="*/ 186529 h 4169453"/>
                <a:gd name="csX4" fmla="*/ 4453975 w 4684091"/>
                <a:gd name="csY4" fmla="*/ 1737323 h 4169453"/>
                <a:gd name="csX5" fmla="*/ 2650514 w 4684091"/>
                <a:gd name="csY5" fmla="*/ 2551241 h 4169453"/>
                <a:gd name="csX6" fmla="*/ 9640 w 4684091"/>
                <a:gd name="csY6" fmla="*/ 4153948 h 4169453"/>
                <a:gd name="csX0" fmla="*/ 9640 w 4747938"/>
                <a:gd name="csY0" fmla="*/ 4153948 h 4169453"/>
                <a:gd name="csX1" fmla="*/ 1766016 w 4747938"/>
                <a:gd name="csY1" fmla="*/ 1754082 h 4169453"/>
                <a:gd name="csX2" fmla="*/ 2601034 w 4747938"/>
                <a:gd name="csY2" fmla="*/ 201603 h 4169453"/>
                <a:gd name="csX3" fmla="*/ 4390442 w 4747938"/>
                <a:gd name="csY3" fmla="*/ 186529 h 4169453"/>
                <a:gd name="csX4" fmla="*/ 4453975 w 4747938"/>
                <a:gd name="csY4" fmla="*/ 1737323 h 4169453"/>
                <a:gd name="csX5" fmla="*/ 2650514 w 4747938"/>
                <a:gd name="csY5" fmla="*/ 2551241 h 4169453"/>
                <a:gd name="csX6" fmla="*/ 9640 w 4747938"/>
                <a:gd name="csY6" fmla="*/ 4153948 h 4169453"/>
                <a:gd name="csX0" fmla="*/ 9640 w 4747938"/>
                <a:gd name="csY0" fmla="*/ 4205765 h 4221270"/>
                <a:gd name="csX1" fmla="*/ 1766016 w 4747938"/>
                <a:gd name="csY1" fmla="*/ 1805899 h 4221270"/>
                <a:gd name="csX2" fmla="*/ 2601034 w 4747938"/>
                <a:gd name="csY2" fmla="*/ 253420 h 4221270"/>
                <a:gd name="csX3" fmla="*/ 4390442 w 4747938"/>
                <a:gd name="csY3" fmla="*/ 238346 h 4221270"/>
                <a:gd name="csX4" fmla="*/ 4453975 w 4747938"/>
                <a:gd name="csY4" fmla="*/ 1789140 h 4221270"/>
                <a:gd name="csX5" fmla="*/ 2650514 w 4747938"/>
                <a:gd name="csY5" fmla="*/ 2603058 h 4221270"/>
                <a:gd name="csX6" fmla="*/ 9640 w 4747938"/>
                <a:gd name="csY6" fmla="*/ 4205765 h 4221270"/>
                <a:gd name="csX0" fmla="*/ 9640 w 4769359"/>
                <a:gd name="csY0" fmla="*/ 4189897 h 4205402"/>
                <a:gd name="csX1" fmla="*/ 1766016 w 4769359"/>
                <a:gd name="csY1" fmla="*/ 1790031 h 4205402"/>
                <a:gd name="csX2" fmla="*/ 2601034 w 4769359"/>
                <a:gd name="csY2" fmla="*/ 237552 h 4205402"/>
                <a:gd name="csX3" fmla="*/ 4446772 w 4769359"/>
                <a:gd name="csY3" fmla="*/ 163863 h 4205402"/>
                <a:gd name="csX4" fmla="*/ 4453975 w 4769359"/>
                <a:gd name="csY4" fmla="*/ 1773272 h 4205402"/>
                <a:gd name="csX5" fmla="*/ 2650514 w 4769359"/>
                <a:gd name="csY5" fmla="*/ 2587190 h 4205402"/>
                <a:gd name="csX6" fmla="*/ 9640 w 4769359"/>
                <a:gd name="csY6" fmla="*/ 4189897 h 4205402"/>
                <a:gd name="csX0" fmla="*/ 9640 w 4747938"/>
                <a:gd name="csY0" fmla="*/ 4212142 h 4227647"/>
                <a:gd name="csX1" fmla="*/ 1766016 w 4747938"/>
                <a:gd name="csY1" fmla="*/ 1812276 h 4227647"/>
                <a:gd name="csX2" fmla="*/ 2601034 w 4747938"/>
                <a:gd name="csY2" fmla="*/ 259797 h 4227647"/>
                <a:gd name="csX3" fmla="*/ 4390441 w 4747938"/>
                <a:gd name="csY3" fmla="*/ 152614 h 4227647"/>
                <a:gd name="csX4" fmla="*/ 4453975 w 4747938"/>
                <a:gd name="csY4" fmla="*/ 1795517 h 4227647"/>
                <a:gd name="csX5" fmla="*/ 2650514 w 4747938"/>
                <a:gd name="csY5" fmla="*/ 2609435 h 4227647"/>
                <a:gd name="csX6" fmla="*/ 9640 w 4747938"/>
                <a:gd name="csY6" fmla="*/ 4212142 h 4227647"/>
                <a:gd name="csX0" fmla="*/ 8567 w 4746865"/>
                <a:gd name="csY0" fmla="*/ 4212143 h 4219435"/>
                <a:gd name="csX1" fmla="*/ 1745271 w 4746865"/>
                <a:gd name="csY1" fmla="*/ 1812279 h 4219435"/>
                <a:gd name="csX2" fmla="*/ 2599961 w 4746865"/>
                <a:gd name="csY2" fmla="*/ 259798 h 4219435"/>
                <a:gd name="csX3" fmla="*/ 4389368 w 4746865"/>
                <a:gd name="csY3" fmla="*/ 152615 h 4219435"/>
                <a:gd name="csX4" fmla="*/ 4452902 w 4746865"/>
                <a:gd name="csY4" fmla="*/ 1795518 h 4219435"/>
                <a:gd name="csX5" fmla="*/ 2649441 w 4746865"/>
                <a:gd name="csY5" fmla="*/ 2609436 h 4219435"/>
                <a:gd name="csX6" fmla="*/ 8567 w 4746865"/>
                <a:gd name="csY6" fmla="*/ 4212143 h 4219435"/>
                <a:gd name="csX0" fmla="*/ 8451 w 4746749"/>
                <a:gd name="csY0" fmla="*/ 4212143 h 4219813"/>
                <a:gd name="csX1" fmla="*/ 1745155 w 4746749"/>
                <a:gd name="csY1" fmla="*/ 1812279 h 4219813"/>
                <a:gd name="csX2" fmla="*/ 2599845 w 4746749"/>
                <a:gd name="csY2" fmla="*/ 259798 h 4219813"/>
                <a:gd name="csX3" fmla="*/ 4389252 w 4746749"/>
                <a:gd name="csY3" fmla="*/ 152615 h 4219813"/>
                <a:gd name="csX4" fmla="*/ 4452786 w 4746749"/>
                <a:gd name="csY4" fmla="*/ 1795518 h 4219813"/>
                <a:gd name="csX5" fmla="*/ 2642769 w 4746749"/>
                <a:gd name="csY5" fmla="*/ 2626986 h 4219813"/>
                <a:gd name="csX6" fmla="*/ 8451 w 4746749"/>
                <a:gd name="csY6" fmla="*/ 4212143 h 4219813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594 w 4746892"/>
                <a:gd name="csY0" fmla="*/ 4213311 h 4220527"/>
                <a:gd name="csX1" fmla="*/ 1738740 w 4746892"/>
                <a:gd name="csY1" fmla="*/ 1836843 h 4220527"/>
                <a:gd name="csX2" fmla="*/ 2599988 w 4746892"/>
                <a:gd name="csY2" fmla="*/ 260966 h 4220527"/>
                <a:gd name="csX3" fmla="*/ 4389395 w 4746892"/>
                <a:gd name="csY3" fmla="*/ 153783 h 4220527"/>
                <a:gd name="csX4" fmla="*/ 4452929 w 4746892"/>
                <a:gd name="csY4" fmla="*/ 1796686 h 4220527"/>
                <a:gd name="csX5" fmla="*/ 2642912 w 4746892"/>
                <a:gd name="csY5" fmla="*/ 2628154 h 4220527"/>
                <a:gd name="csX6" fmla="*/ 8594 w 4746892"/>
                <a:gd name="csY6" fmla="*/ 4213311 h 4220527"/>
                <a:gd name="csX0" fmla="*/ 8594 w 4693867"/>
                <a:gd name="csY0" fmla="*/ 4136922 h 4144138"/>
                <a:gd name="csX1" fmla="*/ 1738740 w 4693867"/>
                <a:gd name="csY1" fmla="*/ 1760454 h 4144138"/>
                <a:gd name="csX2" fmla="*/ 2599988 w 4693867"/>
                <a:gd name="csY2" fmla="*/ 184577 h 4144138"/>
                <a:gd name="csX3" fmla="*/ 4389395 w 4693867"/>
                <a:gd name="csY3" fmla="*/ 77394 h 4144138"/>
                <a:gd name="csX4" fmla="*/ 4452929 w 4693867"/>
                <a:gd name="csY4" fmla="*/ 1720297 h 4144138"/>
                <a:gd name="csX5" fmla="*/ 2642912 w 4693867"/>
                <a:gd name="csY5" fmla="*/ 2551765 h 4144138"/>
                <a:gd name="csX6" fmla="*/ 8594 w 4693867"/>
                <a:gd name="csY6" fmla="*/ 4136922 h 4144138"/>
                <a:gd name="csX0" fmla="*/ 8594 w 4699247"/>
                <a:gd name="csY0" fmla="*/ 4098901 h 4106117"/>
                <a:gd name="csX1" fmla="*/ 1738740 w 4699247"/>
                <a:gd name="csY1" fmla="*/ 1722433 h 4106117"/>
                <a:gd name="csX2" fmla="*/ 2599988 w 4699247"/>
                <a:gd name="csY2" fmla="*/ 146556 h 4106117"/>
                <a:gd name="csX3" fmla="*/ 4409070 w 4699247"/>
                <a:gd name="csY3" fmla="*/ 115412 h 4106117"/>
                <a:gd name="csX4" fmla="*/ 4452929 w 4699247"/>
                <a:gd name="csY4" fmla="*/ 1682276 h 4106117"/>
                <a:gd name="csX5" fmla="*/ 2642912 w 4699247"/>
                <a:gd name="csY5" fmla="*/ 2513744 h 4106117"/>
                <a:gd name="csX6" fmla="*/ 8594 w 4699247"/>
                <a:gd name="csY6" fmla="*/ 4098901 h 4106117"/>
                <a:gd name="csX0" fmla="*/ 8594 w 4703971"/>
                <a:gd name="csY0" fmla="*/ 4107920 h 4115136"/>
                <a:gd name="csX1" fmla="*/ 1738740 w 4703971"/>
                <a:gd name="csY1" fmla="*/ 1731452 h 4115136"/>
                <a:gd name="csX2" fmla="*/ 2599988 w 4703971"/>
                <a:gd name="csY2" fmla="*/ 155575 h 4115136"/>
                <a:gd name="csX3" fmla="*/ 4409070 w 4703971"/>
                <a:gd name="csY3" fmla="*/ 124431 h 4115136"/>
                <a:gd name="csX4" fmla="*/ 4452929 w 4703971"/>
                <a:gd name="csY4" fmla="*/ 1691295 h 4115136"/>
                <a:gd name="csX5" fmla="*/ 2642912 w 4703971"/>
                <a:gd name="csY5" fmla="*/ 2522763 h 4115136"/>
                <a:gd name="csX6" fmla="*/ 8594 w 4703971"/>
                <a:gd name="csY6" fmla="*/ 4107920 h 4115136"/>
                <a:gd name="csX0" fmla="*/ 8594 w 4703971"/>
                <a:gd name="csY0" fmla="*/ 4195888 h 4203104"/>
                <a:gd name="csX1" fmla="*/ 1738740 w 4703971"/>
                <a:gd name="csY1" fmla="*/ 1819420 h 4203104"/>
                <a:gd name="csX2" fmla="*/ 2599988 w 4703971"/>
                <a:gd name="csY2" fmla="*/ 243543 h 4203104"/>
                <a:gd name="csX3" fmla="*/ 4409070 w 4703971"/>
                <a:gd name="csY3" fmla="*/ 212399 h 4203104"/>
                <a:gd name="csX4" fmla="*/ 4452929 w 4703971"/>
                <a:gd name="csY4" fmla="*/ 1779263 h 4203104"/>
                <a:gd name="csX5" fmla="*/ 2642912 w 4703971"/>
                <a:gd name="csY5" fmla="*/ 2610731 h 4203104"/>
                <a:gd name="csX6" fmla="*/ 8594 w 4703971"/>
                <a:gd name="csY6" fmla="*/ 4195888 h 4203104"/>
                <a:gd name="csX0" fmla="*/ 8594 w 4703971"/>
                <a:gd name="csY0" fmla="*/ 4213778 h 4220994"/>
                <a:gd name="csX1" fmla="*/ 1738740 w 4703971"/>
                <a:gd name="csY1" fmla="*/ 1837310 h 4220994"/>
                <a:gd name="csX2" fmla="*/ 2599988 w 4703971"/>
                <a:gd name="csY2" fmla="*/ 261433 h 4220994"/>
                <a:gd name="csX3" fmla="*/ 4409070 w 4703971"/>
                <a:gd name="csY3" fmla="*/ 230289 h 4220994"/>
                <a:gd name="csX4" fmla="*/ 4452929 w 4703971"/>
                <a:gd name="csY4" fmla="*/ 1797153 h 4220994"/>
                <a:gd name="csX5" fmla="*/ 2642912 w 4703971"/>
                <a:gd name="csY5" fmla="*/ 2628621 h 4220994"/>
                <a:gd name="csX6" fmla="*/ 8594 w 4703971"/>
                <a:gd name="csY6" fmla="*/ 4213778 h 4220994"/>
                <a:gd name="csX0" fmla="*/ 8594 w 4855548"/>
                <a:gd name="csY0" fmla="*/ 4390510 h 4397726"/>
                <a:gd name="csX1" fmla="*/ 1738740 w 4855548"/>
                <a:gd name="csY1" fmla="*/ 2014042 h 4397726"/>
                <a:gd name="csX2" fmla="*/ 2599988 w 4855548"/>
                <a:gd name="csY2" fmla="*/ 438165 h 4397726"/>
                <a:gd name="csX3" fmla="*/ 4756647 w 4855548"/>
                <a:gd name="csY3" fmla="*/ 26825 h 4397726"/>
                <a:gd name="csX4" fmla="*/ 4452929 w 4855548"/>
                <a:gd name="csY4" fmla="*/ 1973885 h 4397726"/>
                <a:gd name="csX5" fmla="*/ 2642912 w 4855548"/>
                <a:gd name="csY5" fmla="*/ 2805353 h 4397726"/>
                <a:gd name="csX6" fmla="*/ 8594 w 4855548"/>
                <a:gd name="csY6" fmla="*/ 4390510 h 4397726"/>
                <a:gd name="csX0" fmla="*/ 8594 w 5018748"/>
                <a:gd name="csY0" fmla="*/ 4545598 h 4552814"/>
                <a:gd name="csX1" fmla="*/ 1738740 w 5018748"/>
                <a:gd name="csY1" fmla="*/ 2169130 h 4552814"/>
                <a:gd name="csX2" fmla="*/ 2599988 w 5018748"/>
                <a:gd name="csY2" fmla="*/ 593253 h 4552814"/>
                <a:gd name="csX3" fmla="*/ 4973062 w 5018748"/>
                <a:gd name="csY3" fmla="*/ 18136 h 4552814"/>
                <a:gd name="csX4" fmla="*/ 4452929 w 5018748"/>
                <a:gd name="csY4" fmla="*/ 2128973 h 4552814"/>
                <a:gd name="csX5" fmla="*/ 2642912 w 5018748"/>
                <a:gd name="csY5" fmla="*/ 2960441 h 4552814"/>
                <a:gd name="csX6" fmla="*/ 8594 w 5018748"/>
                <a:gd name="csY6" fmla="*/ 4545598 h 4552814"/>
                <a:gd name="csX0" fmla="*/ 8594 w 5002691"/>
                <a:gd name="csY0" fmla="*/ 4537753 h 4544969"/>
                <a:gd name="csX1" fmla="*/ 1738740 w 5002691"/>
                <a:gd name="csY1" fmla="*/ 2161285 h 4544969"/>
                <a:gd name="csX2" fmla="*/ 2599988 w 5002691"/>
                <a:gd name="csY2" fmla="*/ 585408 h 4544969"/>
                <a:gd name="csX3" fmla="*/ 4973062 w 5002691"/>
                <a:gd name="csY3" fmla="*/ 10291 h 4544969"/>
                <a:gd name="csX4" fmla="*/ 4452929 w 5002691"/>
                <a:gd name="csY4" fmla="*/ 2121128 h 4544969"/>
                <a:gd name="csX5" fmla="*/ 2642912 w 5002691"/>
                <a:gd name="csY5" fmla="*/ 2952596 h 4544969"/>
                <a:gd name="csX6" fmla="*/ 8594 w 5002691"/>
                <a:gd name="csY6" fmla="*/ 4537753 h 4544969"/>
                <a:gd name="csX0" fmla="*/ 8594 w 4705059"/>
                <a:gd name="csY0" fmla="*/ 4122711 h 4129927"/>
                <a:gd name="csX1" fmla="*/ 1738740 w 4705059"/>
                <a:gd name="csY1" fmla="*/ 1746243 h 4129927"/>
                <a:gd name="csX2" fmla="*/ 2599988 w 4705059"/>
                <a:gd name="csY2" fmla="*/ 170366 h 4129927"/>
                <a:gd name="csX3" fmla="*/ 4446032 w 4705059"/>
                <a:gd name="csY3" fmla="*/ 89415 h 4129927"/>
                <a:gd name="csX4" fmla="*/ 4452929 w 4705059"/>
                <a:gd name="csY4" fmla="*/ 1706086 h 4129927"/>
                <a:gd name="csX5" fmla="*/ 2642912 w 4705059"/>
                <a:gd name="csY5" fmla="*/ 2537554 h 4129927"/>
                <a:gd name="csX6" fmla="*/ 8594 w 4705059"/>
                <a:gd name="csY6" fmla="*/ 4122711 h 4129927"/>
                <a:gd name="csX0" fmla="*/ 8594 w 4596663"/>
                <a:gd name="csY0" fmla="*/ 4215533 h 4224499"/>
                <a:gd name="csX1" fmla="*/ 1738740 w 4596663"/>
                <a:gd name="csY1" fmla="*/ 1839065 h 4224499"/>
                <a:gd name="csX2" fmla="*/ 2599988 w 4596663"/>
                <a:gd name="csY2" fmla="*/ 263188 h 4224499"/>
                <a:gd name="csX3" fmla="*/ 4446032 w 4596663"/>
                <a:gd name="csY3" fmla="*/ 182237 h 4224499"/>
                <a:gd name="csX4" fmla="*/ 4129398 w 4596663"/>
                <a:gd name="csY4" fmla="*/ 2079669 h 4224499"/>
                <a:gd name="csX5" fmla="*/ 2642912 w 4596663"/>
                <a:gd name="csY5" fmla="*/ 2630376 h 4224499"/>
                <a:gd name="csX6" fmla="*/ 8594 w 4596663"/>
                <a:gd name="csY6" fmla="*/ 4215533 h 4224499"/>
                <a:gd name="csX0" fmla="*/ 10635 w 4618520"/>
                <a:gd name="csY0" fmla="*/ 4140860 h 4149826"/>
                <a:gd name="csX1" fmla="*/ 1740781 w 4618520"/>
                <a:gd name="csY1" fmla="*/ 1764392 h 4149826"/>
                <a:gd name="csX2" fmla="*/ 2330962 w 4618520"/>
                <a:gd name="csY2" fmla="*/ 399085 h 4149826"/>
                <a:gd name="csX3" fmla="*/ 4448073 w 4618520"/>
                <a:gd name="csY3" fmla="*/ 107564 h 4149826"/>
                <a:gd name="csX4" fmla="*/ 4131439 w 4618520"/>
                <a:gd name="csY4" fmla="*/ 2004996 h 4149826"/>
                <a:gd name="csX5" fmla="*/ 2644953 w 4618520"/>
                <a:gd name="csY5" fmla="*/ 2555703 h 4149826"/>
                <a:gd name="csX6" fmla="*/ 10635 w 4618520"/>
                <a:gd name="csY6" fmla="*/ 4140860 h 4149826"/>
                <a:gd name="csX0" fmla="*/ 2473 w 4610358"/>
                <a:gd name="csY0" fmla="*/ 4148168 h 4152706"/>
                <a:gd name="csX1" fmla="*/ 2161081 w 4610358"/>
                <a:gd name="csY1" fmla="*/ 2013468 h 4152706"/>
                <a:gd name="csX2" fmla="*/ 2322800 w 4610358"/>
                <a:gd name="csY2" fmla="*/ 406393 h 4152706"/>
                <a:gd name="csX3" fmla="*/ 4439911 w 4610358"/>
                <a:gd name="csY3" fmla="*/ 114872 h 4152706"/>
                <a:gd name="csX4" fmla="*/ 4123277 w 4610358"/>
                <a:gd name="csY4" fmla="*/ 2012304 h 4152706"/>
                <a:gd name="csX5" fmla="*/ 2636791 w 4610358"/>
                <a:gd name="csY5" fmla="*/ 2563011 h 4152706"/>
                <a:gd name="csX6" fmla="*/ 2473 w 4610358"/>
                <a:gd name="csY6" fmla="*/ 4148168 h 4152706"/>
                <a:gd name="csX0" fmla="*/ 400 w 4608285"/>
                <a:gd name="csY0" fmla="*/ 4148168 h 4148397"/>
                <a:gd name="csX1" fmla="*/ 2159008 w 4608285"/>
                <a:gd name="csY1" fmla="*/ 2013468 h 4148397"/>
                <a:gd name="csX2" fmla="*/ 2320727 w 4608285"/>
                <a:gd name="csY2" fmla="*/ 406393 h 4148397"/>
                <a:gd name="csX3" fmla="*/ 4437838 w 4608285"/>
                <a:gd name="csY3" fmla="*/ 114872 h 4148397"/>
                <a:gd name="csX4" fmla="*/ 4121204 w 4608285"/>
                <a:gd name="csY4" fmla="*/ 2012304 h 4148397"/>
                <a:gd name="csX5" fmla="*/ 2346163 w 4608285"/>
                <a:gd name="csY5" fmla="*/ 2149669 h 4148397"/>
                <a:gd name="csX6" fmla="*/ 400 w 4608285"/>
                <a:gd name="csY6" fmla="*/ 4148168 h 4148397"/>
                <a:gd name="csX0" fmla="*/ 400 w 4547161"/>
                <a:gd name="csY0" fmla="*/ 4069645 h 4069874"/>
                <a:gd name="csX1" fmla="*/ 2159008 w 4547161"/>
                <a:gd name="csY1" fmla="*/ 1934945 h 4069874"/>
                <a:gd name="csX2" fmla="*/ 2320727 w 4547161"/>
                <a:gd name="csY2" fmla="*/ 327870 h 4069874"/>
                <a:gd name="csX3" fmla="*/ 4437838 w 4547161"/>
                <a:gd name="csY3" fmla="*/ 36349 h 4069874"/>
                <a:gd name="csX4" fmla="*/ 4121204 w 4547161"/>
                <a:gd name="csY4" fmla="*/ 1933781 h 4069874"/>
                <a:gd name="csX5" fmla="*/ 2346163 w 4547161"/>
                <a:gd name="csY5" fmla="*/ 2071146 h 4069874"/>
                <a:gd name="csX6" fmla="*/ 400 w 4547161"/>
                <a:gd name="csY6" fmla="*/ 4069645 h 4069874"/>
                <a:gd name="csX0" fmla="*/ 536 w 3991476"/>
                <a:gd name="csY0" fmla="*/ 3539321 h 3539632"/>
                <a:gd name="csX1" fmla="*/ 1603323 w 3991476"/>
                <a:gd name="csY1" fmla="*/ 1934945 h 3539632"/>
                <a:gd name="csX2" fmla="*/ 1765042 w 3991476"/>
                <a:gd name="csY2" fmla="*/ 327870 h 3539632"/>
                <a:gd name="csX3" fmla="*/ 3882153 w 3991476"/>
                <a:gd name="csY3" fmla="*/ 36349 h 3539632"/>
                <a:gd name="csX4" fmla="*/ 3565519 w 3991476"/>
                <a:gd name="csY4" fmla="*/ 1933781 h 3539632"/>
                <a:gd name="csX5" fmla="*/ 1790478 w 3991476"/>
                <a:gd name="csY5" fmla="*/ 2071146 h 3539632"/>
                <a:gd name="csX6" fmla="*/ 536 w 3991476"/>
                <a:gd name="csY6" fmla="*/ 3539321 h 3539632"/>
                <a:gd name="csX0" fmla="*/ 527 w 4017318"/>
                <a:gd name="csY0" fmla="*/ 3573908 h 3574212"/>
                <a:gd name="csX1" fmla="*/ 1629165 w 4017318"/>
                <a:gd name="csY1" fmla="*/ 1934945 h 3574212"/>
                <a:gd name="csX2" fmla="*/ 1790884 w 4017318"/>
                <a:gd name="csY2" fmla="*/ 327870 h 3574212"/>
                <a:gd name="csX3" fmla="*/ 3907995 w 4017318"/>
                <a:gd name="csY3" fmla="*/ 36349 h 3574212"/>
                <a:gd name="csX4" fmla="*/ 3591361 w 4017318"/>
                <a:gd name="csY4" fmla="*/ 1933781 h 3574212"/>
                <a:gd name="csX5" fmla="*/ 1816320 w 4017318"/>
                <a:gd name="csY5" fmla="*/ 2071146 h 3574212"/>
                <a:gd name="csX6" fmla="*/ 527 w 4017318"/>
                <a:gd name="csY6" fmla="*/ 3573908 h 3574212"/>
                <a:gd name="csX0" fmla="*/ 3641 w 4020432"/>
                <a:gd name="csY0" fmla="*/ 3573908 h 3577567"/>
                <a:gd name="csX1" fmla="*/ 1632279 w 4020432"/>
                <a:gd name="csY1" fmla="*/ 1934945 h 3577567"/>
                <a:gd name="csX2" fmla="*/ 1793998 w 4020432"/>
                <a:gd name="csY2" fmla="*/ 327870 h 3577567"/>
                <a:gd name="csX3" fmla="*/ 3911109 w 4020432"/>
                <a:gd name="csY3" fmla="*/ 36349 h 3577567"/>
                <a:gd name="csX4" fmla="*/ 3594475 w 4020432"/>
                <a:gd name="csY4" fmla="*/ 1933781 h 3577567"/>
                <a:gd name="csX5" fmla="*/ 1819434 w 4020432"/>
                <a:gd name="csY5" fmla="*/ 2071146 h 3577567"/>
                <a:gd name="csX6" fmla="*/ 3641 w 4020432"/>
                <a:gd name="csY6" fmla="*/ 3573908 h 3577567"/>
                <a:gd name="csX0" fmla="*/ 11923 w 4028714"/>
                <a:gd name="csY0" fmla="*/ 3573908 h 3583559"/>
                <a:gd name="csX1" fmla="*/ 1640561 w 4028714"/>
                <a:gd name="csY1" fmla="*/ 1934945 h 3583559"/>
                <a:gd name="csX2" fmla="*/ 1802280 w 4028714"/>
                <a:gd name="csY2" fmla="*/ 327870 h 3583559"/>
                <a:gd name="csX3" fmla="*/ 3919391 w 4028714"/>
                <a:gd name="csY3" fmla="*/ 36349 h 3583559"/>
                <a:gd name="csX4" fmla="*/ 3602757 w 4028714"/>
                <a:gd name="csY4" fmla="*/ 1933781 h 3583559"/>
                <a:gd name="csX5" fmla="*/ 1827716 w 4028714"/>
                <a:gd name="csY5" fmla="*/ 2071146 h 3583559"/>
                <a:gd name="csX6" fmla="*/ 11923 w 4028714"/>
                <a:gd name="csY6" fmla="*/ 3573908 h 3583559"/>
                <a:gd name="csX0" fmla="*/ 1130 w 4017921"/>
                <a:gd name="csY0" fmla="*/ 3573908 h 3577714"/>
                <a:gd name="csX1" fmla="*/ 1629768 w 4017921"/>
                <a:gd name="csY1" fmla="*/ 1934945 h 3577714"/>
                <a:gd name="csX2" fmla="*/ 1791487 w 4017921"/>
                <a:gd name="csY2" fmla="*/ 327870 h 3577714"/>
                <a:gd name="csX3" fmla="*/ 3908598 w 4017921"/>
                <a:gd name="csY3" fmla="*/ 36349 h 3577714"/>
                <a:gd name="csX4" fmla="*/ 3591964 w 4017921"/>
                <a:gd name="csY4" fmla="*/ 1933781 h 3577714"/>
                <a:gd name="csX5" fmla="*/ 1906115 w 4017921"/>
                <a:gd name="csY5" fmla="*/ 2373434 h 3577714"/>
                <a:gd name="csX6" fmla="*/ 1130 w 4017921"/>
                <a:gd name="csY6" fmla="*/ 3573908 h 3577714"/>
                <a:gd name="csX0" fmla="*/ 434 w 4017225"/>
                <a:gd name="csY0" fmla="*/ 3573908 h 3574428"/>
                <a:gd name="csX1" fmla="*/ 1629072 w 4017225"/>
                <a:gd name="csY1" fmla="*/ 1934945 h 3574428"/>
                <a:gd name="csX2" fmla="*/ 1790791 w 4017225"/>
                <a:gd name="csY2" fmla="*/ 327870 h 3574428"/>
                <a:gd name="csX3" fmla="*/ 3907902 w 4017225"/>
                <a:gd name="csY3" fmla="*/ 36349 h 3574428"/>
                <a:gd name="csX4" fmla="*/ 3591268 w 4017225"/>
                <a:gd name="csY4" fmla="*/ 1933781 h 3574428"/>
                <a:gd name="csX5" fmla="*/ 1798394 w 4017225"/>
                <a:gd name="csY5" fmla="*/ 2110926 h 3574428"/>
                <a:gd name="csX6" fmla="*/ 434 w 4017225"/>
                <a:gd name="csY6" fmla="*/ 3573908 h 3574428"/>
                <a:gd name="csX0" fmla="*/ 434 w 4017225"/>
                <a:gd name="csY0" fmla="*/ 3573908 h 3574310"/>
                <a:gd name="csX1" fmla="*/ 1629072 w 4017225"/>
                <a:gd name="csY1" fmla="*/ 1934945 h 3574310"/>
                <a:gd name="csX2" fmla="*/ 1790791 w 4017225"/>
                <a:gd name="csY2" fmla="*/ 327870 h 3574310"/>
                <a:gd name="csX3" fmla="*/ 3907902 w 4017225"/>
                <a:gd name="csY3" fmla="*/ 36349 h 3574310"/>
                <a:gd name="csX4" fmla="*/ 3591268 w 4017225"/>
                <a:gd name="csY4" fmla="*/ 1933781 h 3574310"/>
                <a:gd name="csX5" fmla="*/ 1798394 w 4017225"/>
                <a:gd name="csY5" fmla="*/ 2110926 h 3574310"/>
                <a:gd name="csX6" fmla="*/ 434 w 4017225"/>
                <a:gd name="csY6" fmla="*/ 3573908 h 3574310"/>
                <a:gd name="csX0" fmla="*/ 434 w 4017225"/>
                <a:gd name="csY0" fmla="*/ 3573908 h 3576627"/>
                <a:gd name="csX1" fmla="*/ 1629072 w 4017225"/>
                <a:gd name="csY1" fmla="*/ 1934945 h 3576627"/>
                <a:gd name="csX2" fmla="*/ 1790791 w 4017225"/>
                <a:gd name="csY2" fmla="*/ 327870 h 3576627"/>
                <a:gd name="csX3" fmla="*/ 3907902 w 4017225"/>
                <a:gd name="csY3" fmla="*/ 36349 h 3576627"/>
                <a:gd name="csX4" fmla="*/ 3591268 w 4017225"/>
                <a:gd name="csY4" fmla="*/ 1933781 h 3576627"/>
                <a:gd name="csX5" fmla="*/ 1798395 w 4017225"/>
                <a:gd name="csY5" fmla="*/ 2365482 h 3576627"/>
                <a:gd name="csX6" fmla="*/ 434 w 4017225"/>
                <a:gd name="csY6" fmla="*/ 3573908 h 3576627"/>
                <a:gd name="csX0" fmla="*/ 434 w 4017225"/>
                <a:gd name="csY0" fmla="*/ 3573908 h 3576355"/>
                <a:gd name="csX1" fmla="*/ 1629072 w 4017225"/>
                <a:gd name="csY1" fmla="*/ 1934945 h 3576355"/>
                <a:gd name="csX2" fmla="*/ 1790791 w 4017225"/>
                <a:gd name="csY2" fmla="*/ 327870 h 3576355"/>
                <a:gd name="csX3" fmla="*/ 3907902 w 4017225"/>
                <a:gd name="csY3" fmla="*/ 36349 h 3576355"/>
                <a:gd name="csX4" fmla="*/ 3591268 w 4017225"/>
                <a:gd name="csY4" fmla="*/ 1933781 h 3576355"/>
                <a:gd name="csX5" fmla="*/ 1798395 w 4017225"/>
                <a:gd name="csY5" fmla="*/ 2365482 h 3576355"/>
                <a:gd name="csX6" fmla="*/ 434 w 4017225"/>
                <a:gd name="csY6" fmla="*/ 3573908 h 3576355"/>
                <a:gd name="csX0" fmla="*/ 434 w 4017225"/>
                <a:gd name="csY0" fmla="*/ 3573908 h 3583502"/>
                <a:gd name="csX1" fmla="*/ 1629072 w 4017225"/>
                <a:gd name="csY1" fmla="*/ 1934945 h 3583502"/>
                <a:gd name="csX2" fmla="*/ 1790791 w 4017225"/>
                <a:gd name="csY2" fmla="*/ 327870 h 3583502"/>
                <a:gd name="csX3" fmla="*/ 3907902 w 4017225"/>
                <a:gd name="csY3" fmla="*/ 36349 h 3583502"/>
                <a:gd name="csX4" fmla="*/ 3591268 w 4017225"/>
                <a:gd name="csY4" fmla="*/ 1933781 h 3583502"/>
                <a:gd name="csX5" fmla="*/ 1798396 w 4017225"/>
                <a:gd name="csY5" fmla="*/ 2715497 h 3583502"/>
                <a:gd name="csX6" fmla="*/ 434 w 4017225"/>
                <a:gd name="csY6" fmla="*/ 3573908 h 3583502"/>
                <a:gd name="csX0" fmla="*/ 20204 w 4036995"/>
                <a:gd name="csY0" fmla="*/ 3574326 h 3583563"/>
                <a:gd name="csX1" fmla="*/ 908564 w 4036995"/>
                <a:gd name="csY1" fmla="*/ 1951275 h 3583563"/>
                <a:gd name="csX2" fmla="*/ 1810561 w 4036995"/>
                <a:gd name="csY2" fmla="*/ 328288 h 3583563"/>
                <a:gd name="csX3" fmla="*/ 3927672 w 4036995"/>
                <a:gd name="csY3" fmla="*/ 36767 h 3583563"/>
                <a:gd name="csX4" fmla="*/ 3611038 w 4036995"/>
                <a:gd name="csY4" fmla="*/ 1934199 h 3583563"/>
                <a:gd name="csX5" fmla="*/ 1818166 w 4036995"/>
                <a:gd name="csY5" fmla="*/ 2715915 h 3583563"/>
                <a:gd name="csX6" fmla="*/ 20204 w 4036995"/>
                <a:gd name="csY6" fmla="*/ 3574326 h 3583563"/>
                <a:gd name="csX0" fmla="*/ 12549 w 4029340"/>
                <a:gd name="csY0" fmla="*/ 3574326 h 3583563"/>
                <a:gd name="csX1" fmla="*/ 900909 w 4029340"/>
                <a:gd name="csY1" fmla="*/ 1951275 h 3583563"/>
                <a:gd name="csX2" fmla="*/ 1802906 w 4029340"/>
                <a:gd name="csY2" fmla="*/ 328288 h 3583563"/>
                <a:gd name="csX3" fmla="*/ 3920017 w 4029340"/>
                <a:gd name="csY3" fmla="*/ 36767 h 3583563"/>
                <a:gd name="csX4" fmla="*/ 3603383 w 4029340"/>
                <a:gd name="csY4" fmla="*/ 1934199 h 3583563"/>
                <a:gd name="csX5" fmla="*/ 1810511 w 4029340"/>
                <a:gd name="csY5" fmla="*/ 2715915 h 3583563"/>
                <a:gd name="csX6" fmla="*/ 12549 w 4029340"/>
                <a:gd name="csY6" fmla="*/ 3574326 h 3583563"/>
                <a:gd name="csX0" fmla="*/ 2018 w 4018809"/>
                <a:gd name="csY0" fmla="*/ 3573908 h 3583502"/>
                <a:gd name="csX1" fmla="*/ 1389840 w 4018809"/>
                <a:gd name="csY1" fmla="*/ 1934947 h 3583502"/>
                <a:gd name="csX2" fmla="*/ 1792375 w 4018809"/>
                <a:gd name="csY2" fmla="*/ 327870 h 3583502"/>
                <a:gd name="csX3" fmla="*/ 3909486 w 4018809"/>
                <a:gd name="csY3" fmla="*/ 36349 h 3583502"/>
                <a:gd name="csX4" fmla="*/ 3592852 w 4018809"/>
                <a:gd name="csY4" fmla="*/ 1933781 h 3583502"/>
                <a:gd name="csX5" fmla="*/ 1799980 w 4018809"/>
                <a:gd name="csY5" fmla="*/ 2715497 h 3583502"/>
                <a:gd name="csX6" fmla="*/ 2018 w 4018809"/>
                <a:gd name="csY6" fmla="*/ 3573908 h 3583502"/>
                <a:gd name="csX0" fmla="*/ 2018 w 4018809"/>
                <a:gd name="csY0" fmla="*/ 3573908 h 3575401"/>
                <a:gd name="csX1" fmla="*/ 1389840 w 4018809"/>
                <a:gd name="csY1" fmla="*/ 1934947 h 3575401"/>
                <a:gd name="csX2" fmla="*/ 1792375 w 4018809"/>
                <a:gd name="csY2" fmla="*/ 327870 h 3575401"/>
                <a:gd name="csX3" fmla="*/ 3909486 w 4018809"/>
                <a:gd name="csY3" fmla="*/ 36349 h 3575401"/>
                <a:gd name="csX4" fmla="*/ 3592852 w 4018809"/>
                <a:gd name="csY4" fmla="*/ 1933781 h 3575401"/>
                <a:gd name="csX5" fmla="*/ 1799983 w 4018809"/>
                <a:gd name="csY5" fmla="*/ 2277981 h 3575401"/>
                <a:gd name="csX6" fmla="*/ 2018 w 4018809"/>
                <a:gd name="csY6" fmla="*/ 3573908 h 3575401"/>
                <a:gd name="csX0" fmla="*/ 2279 w 4019070"/>
                <a:gd name="csY0" fmla="*/ 3573908 h 3576883"/>
                <a:gd name="csX1" fmla="*/ 1390101 w 4019070"/>
                <a:gd name="csY1" fmla="*/ 1934947 h 3576883"/>
                <a:gd name="csX2" fmla="*/ 1792636 w 4019070"/>
                <a:gd name="csY2" fmla="*/ 327870 h 3576883"/>
                <a:gd name="csX3" fmla="*/ 3909747 w 4019070"/>
                <a:gd name="csY3" fmla="*/ 36349 h 3576883"/>
                <a:gd name="csX4" fmla="*/ 3593113 w 4019070"/>
                <a:gd name="csY4" fmla="*/ 1933781 h 3576883"/>
                <a:gd name="csX5" fmla="*/ 1827004 w 4019070"/>
                <a:gd name="csY5" fmla="*/ 2405261 h 3576883"/>
                <a:gd name="csX6" fmla="*/ 2279 w 4019070"/>
                <a:gd name="csY6" fmla="*/ 3573908 h 3576883"/>
                <a:gd name="csX0" fmla="*/ 3304 w 4020095"/>
                <a:gd name="csY0" fmla="*/ 3573700 h 3576772"/>
                <a:gd name="csX1" fmla="*/ 1310858 w 4020095"/>
                <a:gd name="csY1" fmla="*/ 1926786 h 3576772"/>
                <a:gd name="csX2" fmla="*/ 1793661 w 4020095"/>
                <a:gd name="csY2" fmla="*/ 327662 h 3576772"/>
                <a:gd name="csX3" fmla="*/ 3910772 w 4020095"/>
                <a:gd name="csY3" fmla="*/ 36141 h 3576772"/>
                <a:gd name="csX4" fmla="*/ 3594138 w 4020095"/>
                <a:gd name="csY4" fmla="*/ 1933573 h 3576772"/>
                <a:gd name="csX5" fmla="*/ 1828029 w 4020095"/>
                <a:gd name="csY5" fmla="*/ 2405053 h 3576772"/>
                <a:gd name="csX6" fmla="*/ 3304 w 4020095"/>
                <a:gd name="csY6" fmla="*/ 3573700 h 3576772"/>
                <a:gd name="csX0" fmla="*/ 3254 w 4020045"/>
                <a:gd name="csY0" fmla="*/ 3573700 h 3576772"/>
                <a:gd name="csX1" fmla="*/ 1310808 w 4020045"/>
                <a:gd name="csY1" fmla="*/ 1926786 h 3576772"/>
                <a:gd name="csX2" fmla="*/ 1793611 w 4020045"/>
                <a:gd name="csY2" fmla="*/ 327662 h 3576772"/>
                <a:gd name="csX3" fmla="*/ 3910722 w 4020045"/>
                <a:gd name="csY3" fmla="*/ 36141 h 3576772"/>
                <a:gd name="csX4" fmla="*/ 3594088 w 4020045"/>
                <a:gd name="csY4" fmla="*/ 1933573 h 3576772"/>
                <a:gd name="csX5" fmla="*/ 1827979 w 4020045"/>
                <a:gd name="csY5" fmla="*/ 2405053 h 3576772"/>
                <a:gd name="csX6" fmla="*/ 3254 w 4020045"/>
                <a:gd name="csY6" fmla="*/ 3573700 h 35767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020045" h="3576772">
                  <a:moveTo>
                    <a:pt x="3254" y="3573700"/>
                  </a:moveTo>
                  <a:cubicBezTo>
                    <a:pt x="-82941" y="3493989"/>
                    <a:pt x="1574310" y="2340515"/>
                    <a:pt x="1310808" y="1926786"/>
                  </a:cubicBezTo>
                  <a:cubicBezTo>
                    <a:pt x="1047306" y="1513057"/>
                    <a:pt x="1360292" y="642769"/>
                    <a:pt x="1793611" y="327662"/>
                  </a:cubicBezTo>
                  <a:cubicBezTo>
                    <a:pt x="2226930" y="12555"/>
                    <a:pt x="3750548" y="-52136"/>
                    <a:pt x="3910722" y="36141"/>
                  </a:cubicBezTo>
                  <a:cubicBezTo>
                    <a:pt x="4070896" y="124418"/>
                    <a:pt x="4120351" y="1358027"/>
                    <a:pt x="3594088" y="1933573"/>
                  </a:cubicBezTo>
                  <a:cubicBezTo>
                    <a:pt x="3171099" y="2391895"/>
                    <a:pt x="2301583" y="2656718"/>
                    <a:pt x="1827979" y="2405053"/>
                  </a:cubicBezTo>
                  <a:cubicBezTo>
                    <a:pt x="1354375" y="2153388"/>
                    <a:pt x="89449" y="3653411"/>
                    <a:pt x="3254" y="3573700"/>
                  </a:cubicBez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6" name="Freeform 1035">
              <a:extLst>
                <a:ext uri="{FF2B5EF4-FFF2-40B4-BE49-F238E27FC236}">
                  <a16:creationId xmlns:a16="http://schemas.microsoft.com/office/drawing/2014/main" id="{C39C4067-C960-C536-888E-AFEB902F6EE6}"/>
                </a:ext>
              </a:extLst>
            </p:cNvPr>
            <p:cNvSpPr/>
            <p:nvPr userDrawn="1"/>
          </p:nvSpPr>
          <p:spPr>
            <a:xfrm rot="16200000">
              <a:off x="7555093" y="2607665"/>
              <a:ext cx="2615867" cy="2682267"/>
            </a:xfrm>
            <a:custGeom>
              <a:avLst/>
              <a:gdLst>
                <a:gd name="csX0" fmla="*/ 1893 w 3484511"/>
                <a:gd name="csY0" fmla="*/ 3509215 h 3511799"/>
                <a:gd name="csX1" fmla="*/ 1514170 w 3484511"/>
                <a:gd name="csY1" fmla="*/ 1703861 h 3511799"/>
                <a:gd name="csX2" fmla="*/ 2029985 w 3484511"/>
                <a:gd name="csY2" fmla="*/ 226753 h 3511799"/>
                <a:gd name="csX3" fmla="*/ 3378139 w 3484511"/>
                <a:gd name="csY3" fmla="*/ 144692 h 3511799"/>
                <a:gd name="csX4" fmla="*/ 3225739 w 3484511"/>
                <a:gd name="csY4" fmla="*/ 1586630 h 3511799"/>
                <a:gd name="csX5" fmla="*/ 1854139 w 3484511"/>
                <a:gd name="csY5" fmla="*/ 2090723 h 3511799"/>
                <a:gd name="csX6" fmla="*/ 1893 w 3484511"/>
                <a:gd name="csY6" fmla="*/ 3509215 h 3511799"/>
                <a:gd name="csX0" fmla="*/ 1352 w 4094215"/>
                <a:gd name="csY0" fmla="*/ 4103738 h 4105568"/>
                <a:gd name="csX1" fmla="*/ 2123874 w 4094215"/>
                <a:gd name="csY1" fmla="*/ 1703861 h 4105568"/>
                <a:gd name="csX2" fmla="*/ 2639689 w 4094215"/>
                <a:gd name="csY2" fmla="*/ 226753 h 4105568"/>
                <a:gd name="csX3" fmla="*/ 3987843 w 4094215"/>
                <a:gd name="csY3" fmla="*/ 144692 h 4105568"/>
                <a:gd name="csX4" fmla="*/ 3835443 w 4094215"/>
                <a:gd name="csY4" fmla="*/ 1586630 h 4105568"/>
                <a:gd name="csX5" fmla="*/ 2463843 w 4094215"/>
                <a:gd name="csY5" fmla="*/ 2090723 h 4105568"/>
                <a:gd name="csX6" fmla="*/ 1352 w 4094215"/>
                <a:gd name="csY6" fmla="*/ 4103738 h 4105568"/>
                <a:gd name="csX0" fmla="*/ 1978 w 4094841"/>
                <a:gd name="csY0" fmla="*/ 4101966 h 4104114"/>
                <a:gd name="csX1" fmla="*/ 2058783 w 4094841"/>
                <a:gd name="csY1" fmla="*/ 1668597 h 4104114"/>
                <a:gd name="csX2" fmla="*/ 2640315 w 4094841"/>
                <a:gd name="csY2" fmla="*/ 224981 h 4104114"/>
                <a:gd name="csX3" fmla="*/ 3988469 w 4094841"/>
                <a:gd name="csY3" fmla="*/ 142920 h 4104114"/>
                <a:gd name="csX4" fmla="*/ 3836069 w 4094841"/>
                <a:gd name="csY4" fmla="*/ 1584858 h 4104114"/>
                <a:gd name="csX5" fmla="*/ 2464469 w 4094841"/>
                <a:gd name="csY5" fmla="*/ 2088951 h 4104114"/>
                <a:gd name="csX6" fmla="*/ 1978 w 4094841"/>
                <a:gd name="csY6" fmla="*/ 4101966 h 4104114"/>
                <a:gd name="csX0" fmla="*/ 1943 w 4132359"/>
                <a:gd name="csY0" fmla="*/ 3750277 h 3752868"/>
                <a:gd name="csX1" fmla="*/ 2096301 w 4132359"/>
                <a:gd name="csY1" fmla="*/ 1668597 h 3752868"/>
                <a:gd name="csX2" fmla="*/ 2677833 w 4132359"/>
                <a:gd name="csY2" fmla="*/ 224981 h 3752868"/>
                <a:gd name="csX3" fmla="*/ 4025987 w 4132359"/>
                <a:gd name="csY3" fmla="*/ 142920 h 3752868"/>
                <a:gd name="csX4" fmla="*/ 3873587 w 4132359"/>
                <a:gd name="csY4" fmla="*/ 1584858 h 3752868"/>
                <a:gd name="csX5" fmla="*/ 2501987 w 4132359"/>
                <a:gd name="csY5" fmla="*/ 2088951 h 3752868"/>
                <a:gd name="csX6" fmla="*/ 1943 w 4132359"/>
                <a:gd name="csY6" fmla="*/ 3750277 h 3752868"/>
                <a:gd name="csX0" fmla="*/ 7123 w 4137539"/>
                <a:gd name="csY0" fmla="*/ 3776554 h 3776601"/>
                <a:gd name="csX1" fmla="*/ 1782278 w 4137539"/>
                <a:gd name="csY1" fmla="*/ 2163796 h 3776601"/>
                <a:gd name="csX2" fmla="*/ 2683013 w 4137539"/>
                <a:gd name="csY2" fmla="*/ 251258 h 3776601"/>
                <a:gd name="csX3" fmla="*/ 4031167 w 4137539"/>
                <a:gd name="csY3" fmla="*/ 169197 h 3776601"/>
                <a:gd name="csX4" fmla="*/ 3878767 w 4137539"/>
                <a:gd name="csY4" fmla="*/ 1611135 h 3776601"/>
                <a:gd name="csX5" fmla="*/ 2507167 w 4137539"/>
                <a:gd name="csY5" fmla="*/ 2115228 h 3776601"/>
                <a:gd name="csX6" fmla="*/ 7123 w 4137539"/>
                <a:gd name="csY6" fmla="*/ 3776554 h 3776601"/>
                <a:gd name="csX0" fmla="*/ 25 w 4130441"/>
                <a:gd name="csY0" fmla="*/ 3776554 h 3776586"/>
                <a:gd name="csX1" fmla="*/ 1775180 w 4130441"/>
                <a:gd name="csY1" fmla="*/ 2163796 h 3776586"/>
                <a:gd name="csX2" fmla="*/ 2675915 w 4130441"/>
                <a:gd name="csY2" fmla="*/ 251258 h 3776586"/>
                <a:gd name="csX3" fmla="*/ 4024069 w 4130441"/>
                <a:gd name="csY3" fmla="*/ 169197 h 3776586"/>
                <a:gd name="csX4" fmla="*/ 3871669 w 4130441"/>
                <a:gd name="csY4" fmla="*/ 1611135 h 3776586"/>
                <a:gd name="csX5" fmla="*/ 1814719 w 4130441"/>
                <a:gd name="csY5" fmla="*/ 2207339 h 3776586"/>
                <a:gd name="csX6" fmla="*/ 25 w 4130441"/>
                <a:gd name="csY6" fmla="*/ 3776554 h 3776586"/>
                <a:gd name="csX0" fmla="*/ 25 w 4130441"/>
                <a:gd name="csY0" fmla="*/ 3776554 h 3776589"/>
                <a:gd name="csX1" fmla="*/ 1775180 w 4130441"/>
                <a:gd name="csY1" fmla="*/ 2163796 h 3776589"/>
                <a:gd name="csX2" fmla="*/ 2675915 w 4130441"/>
                <a:gd name="csY2" fmla="*/ 251258 h 3776589"/>
                <a:gd name="csX3" fmla="*/ 4024069 w 4130441"/>
                <a:gd name="csY3" fmla="*/ 169197 h 3776589"/>
                <a:gd name="csX4" fmla="*/ 3871669 w 4130441"/>
                <a:gd name="csY4" fmla="*/ 1611135 h 3776589"/>
                <a:gd name="csX5" fmla="*/ 1814719 w 4130441"/>
                <a:gd name="csY5" fmla="*/ 2207339 h 3776589"/>
                <a:gd name="csX6" fmla="*/ 25 w 4130441"/>
                <a:gd name="csY6" fmla="*/ 3776554 h 3776589"/>
                <a:gd name="csX0" fmla="*/ 25 w 3957457"/>
                <a:gd name="csY0" fmla="*/ 3611866 h 3611901"/>
                <a:gd name="csX1" fmla="*/ 1775180 w 3957457"/>
                <a:gd name="csY1" fmla="*/ 1999108 h 3611901"/>
                <a:gd name="csX2" fmla="*/ 2675915 w 3957457"/>
                <a:gd name="csY2" fmla="*/ 86570 h 3611901"/>
                <a:gd name="csX3" fmla="*/ 3554650 w 3957457"/>
                <a:gd name="csY3" fmla="*/ 439934 h 3611901"/>
                <a:gd name="csX4" fmla="*/ 3871669 w 3957457"/>
                <a:gd name="csY4" fmla="*/ 1446447 h 3611901"/>
                <a:gd name="csX5" fmla="*/ 1814719 w 3957457"/>
                <a:gd name="csY5" fmla="*/ 2042651 h 3611901"/>
                <a:gd name="csX6" fmla="*/ 25 w 3957457"/>
                <a:gd name="csY6" fmla="*/ 3611866 h 3611901"/>
                <a:gd name="csX0" fmla="*/ 25 w 3957253"/>
                <a:gd name="csY0" fmla="*/ 3368639 h 3368674"/>
                <a:gd name="csX1" fmla="*/ 1775180 w 3957253"/>
                <a:gd name="csY1" fmla="*/ 1755881 h 3368674"/>
                <a:gd name="csX2" fmla="*/ 2685304 w 3957253"/>
                <a:gd name="csY2" fmla="*/ 144791 h 3368674"/>
                <a:gd name="csX3" fmla="*/ 3554650 w 3957253"/>
                <a:gd name="csY3" fmla="*/ 196707 h 3368674"/>
                <a:gd name="csX4" fmla="*/ 3871669 w 3957253"/>
                <a:gd name="csY4" fmla="*/ 1203220 h 3368674"/>
                <a:gd name="csX5" fmla="*/ 1814719 w 3957253"/>
                <a:gd name="csY5" fmla="*/ 1799424 h 3368674"/>
                <a:gd name="csX6" fmla="*/ 25 w 3957253"/>
                <a:gd name="csY6" fmla="*/ 3368639 h 3368674"/>
                <a:gd name="csX0" fmla="*/ 25 w 3705517"/>
                <a:gd name="csY0" fmla="*/ 3358570 h 3358603"/>
                <a:gd name="csX1" fmla="*/ 1775180 w 3705517"/>
                <a:gd name="csY1" fmla="*/ 1745812 h 3358603"/>
                <a:gd name="csX2" fmla="*/ 2685304 w 3705517"/>
                <a:gd name="csY2" fmla="*/ 134722 h 3358603"/>
                <a:gd name="csX3" fmla="*/ 3554650 w 3705517"/>
                <a:gd name="csY3" fmla="*/ 186638 h 3358603"/>
                <a:gd name="csX4" fmla="*/ 3552464 w 3705517"/>
                <a:gd name="csY4" fmla="*/ 975438 h 3358603"/>
                <a:gd name="csX5" fmla="*/ 1814719 w 3705517"/>
                <a:gd name="csY5" fmla="*/ 1789355 h 3358603"/>
                <a:gd name="csX6" fmla="*/ 25 w 3705517"/>
                <a:gd name="csY6" fmla="*/ 3358570 h 3358603"/>
                <a:gd name="csX0" fmla="*/ 2290 w 3707782"/>
                <a:gd name="csY0" fmla="*/ 3305196 h 3314287"/>
                <a:gd name="csX1" fmla="*/ 2199921 w 3707782"/>
                <a:gd name="csY1" fmla="*/ 955568 h 3314287"/>
                <a:gd name="csX2" fmla="*/ 2687569 w 3707782"/>
                <a:gd name="csY2" fmla="*/ 81348 h 3314287"/>
                <a:gd name="csX3" fmla="*/ 3556915 w 3707782"/>
                <a:gd name="csY3" fmla="*/ 133264 h 3314287"/>
                <a:gd name="csX4" fmla="*/ 3554729 w 3707782"/>
                <a:gd name="csY4" fmla="*/ 922064 h 3314287"/>
                <a:gd name="csX5" fmla="*/ 1816984 w 3707782"/>
                <a:gd name="csY5" fmla="*/ 1735981 h 3314287"/>
                <a:gd name="csX6" fmla="*/ 2290 w 3707782"/>
                <a:gd name="csY6" fmla="*/ 3305196 h 3314287"/>
                <a:gd name="csX0" fmla="*/ 377 w 3705869"/>
                <a:gd name="csY0" fmla="*/ 3305196 h 3313168"/>
                <a:gd name="csX1" fmla="*/ 2198008 w 3705869"/>
                <a:gd name="csY1" fmla="*/ 955568 h 3313168"/>
                <a:gd name="csX2" fmla="*/ 2685656 w 3705869"/>
                <a:gd name="csY2" fmla="*/ 81348 h 3313168"/>
                <a:gd name="csX3" fmla="*/ 3555002 w 3705869"/>
                <a:gd name="csY3" fmla="*/ 133264 h 3313168"/>
                <a:gd name="csX4" fmla="*/ 3552816 w 3705869"/>
                <a:gd name="csY4" fmla="*/ 922064 h 3313168"/>
                <a:gd name="csX5" fmla="*/ 2378375 w 3705869"/>
                <a:gd name="csY5" fmla="*/ 1694113 h 3313168"/>
                <a:gd name="csX6" fmla="*/ 377 w 3705869"/>
                <a:gd name="csY6" fmla="*/ 3305196 h 3313168"/>
                <a:gd name="csX0" fmla="*/ 377 w 3705869"/>
                <a:gd name="csY0" fmla="*/ 3305196 h 3311216"/>
                <a:gd name="csX1" fmla="*/ 2198008 w 3705869"/>
                <a:gd name="csY1" fmla="*/ 955568 h 3311216"/>
                <a:gd name="csX2" fmla="*/ 2685656 w 3705869"/>
                <a:gd name="csY2" fmla="*/ 81348 h 3311216"/>
                <a:gd name="csX3" fmla="*/ 3555002 w 3705869"/>
                <a:gd name="csY3" fmla="*/ 133264 h 3311216"/>
                <a:gd name="csX4" fmla="*/ 3552816 w 3705869"/>
                <a:gd name="csY4" fmla="*/ 922064 h 3311216"/>
                <a:gd name="csX5" fmla="*/ 2378375 w 3705869"/>
                <a:gd name="csY5" fmla="*/ 1694113 h 3311216"/>
                <a:gd name="csX6" fmla="*/ 377 w 3705869"/>
                <a:gd name="csY6" fmla="*/ 3305196 h 3311216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31250"/>
                <a:gd name="csY0" fmla="*/ 3306034 h 3313991"/>
                <a:gd name="csX1" fmla="*/ 2198008 w 4431250"/>
                <a:gd name="csY1" fmla="*/ 956406 h 3313991"/>
                <a:gd name="csX2" fmla="*/ 2685656 w 4431250"/>
                <a:gd name="csY2" fmla="*/ 82186 h 3313991"/>
                <a:gd name="csX3" fmla="*/ 3555002 w 4431250"/>
                <a:gd name="csY3" fmla="*/ 134102 h 3313991"/>
                <a:gd name="csX4" fmla="*/ 4425936 w 4431250"/>
                <a:gd name="csY4" fmla="*/ 939649 h 3313991"/>
                <a:gd name="csX5" fmla="*/ 2378375 w 4431250"/>
                <a:gd name="csY5" fmla="*/ 1694951 h 3313991"/>
                <a:gd name="csX6" fmla="*/ 377 w 4431250"/>
                <a:gd name="csY6" fmla="*/ 3306034 h 3313991"/>
                <a:gd name="csX0" fmla="*/ 377 w 4425936"/>
                <a:gd name="csY0" fmla="*/ 3306034 h 3313991"/>
                <a:gd name="csX1" fmla="*/ 2198008 w 4425936"/>
                <a:gd name="csY1" fmla="*/ 956406 h 3313991"/>
                <a:gd name="csX2" fmla="*/ 2685656 w 4425936"/>
                <a:gd name="csY2" fmla="*/ 82186 h 3313991"/>
                <a:gd name="csX3" fmla="*/ 3555002 w 4425936"/>
                <a:gd name="csY3" fmla="*/ 134102 h 3313991"/>
                <a:gd name="csX4" fmla="*/ 4425936 w 4425936"/>
                <a:gd name="csY4" fmla="*/ 939649 h 3313991"/>
                <a:gd name="csX5" fmla="*/ 2378375 w 4425936"/>
                <a:gd name="csY5" fmla="*/ 1694951 h 3313991"/>
                <a:gd name="csX6" fmla="*/ 377 w 4425936"/>
                <a:gd name="csY6" fmla="*/ 3306034 h 3313991"/>
                <a:gd name="csX0" fmla="*/ 377 w 4472878"/>
                <a:gd name="csY0" fmla="*/ 3303952 h 3311947"/>
                <a:gd name="csX1" fmla="*/ 2198008 w 4472878"/>
                <a:gd name="csY1" fmla="*/ 954324 h 3311947"/>
                <a:gd name="csX2" fmla="*/ 2685656 w 4472878"/>
                <a:gd name="csY2" fmla="*/ 80104 h 3311947"/>
                <a:gd name="csX3" fmla="*/ 3555002 w 4472878"/>
                <a:gd name="csY3" fmla="*/ 132020 h 3311947"/>
                <a:gd name="csX4" fmla="*/ 4472878 w 4472878"/>
                <a:gd name="csY4" fmla="*/ 895700 h 3311947"/>
                <a:gd name="csX5" fmla="*/ 2378375 w 4472878"/>
                <a:gd name="csY5" fmla="*/ 1692869 h 3311947"/>
                <a:gd name="csX6" fmla="*/ 377 w 4472878"/>
                <a:gd name="csY6" fmla="*/ 3303952 h 3311947"/>
                <a:gd name="csX0" fmla="*/ 377 w 4472878"/>
                <a:gd name="csY0" fmla="*/ 3489034 h 3497029"/>
                <a:gd name="csX1" fmla="*/ 2198008 w 4472878"/>
                <a:gd name="csY1" fmla="*/ 1139406 h 3497029"/>
                <a:gd name="csX2" fmla="*/ 2685656 w 4472878"/>
                <a:gd name="csY2" fmla="*/ 265186 h 3497029"/>
                <a:gd name="csX3" fmla="*/ 3742770 w 4472878"/>
                <a:gd name="csY3" fmla="*/ 49148 h 3497029"/>
                <a:gd name="csX4" fmla="*/ 4472878 w 4472878"/>
                <a:gd name="csY4" fmla="*/ 1080782 h 3497029"/>
                <a:gd name="csX5" fmla="*/ 2378375 w 4472878"/>
                <a:gd name="csY5" fmla="*/ 1877951 h 3497029"/>
                <a:gd name="csX6" fmla="*/ 377 w 4472878"/>
                <a:gd name="csY6" fmla="*/ 3489034 h 3497029"/>
                <a:gd name="csX0" fmla="*/ 377 w 4482266"/>
                <a:gd name="csY0" fmla="*/ 3489034 h 3497029"/>
                <a:gd name="csX1" fmla="*/ 2198008 w 4482266"/>
                <a:gd name="csY1" fmla="*/ 1139406 h 3497029"/>
                <a:gd name="csX2" fmla="*/ 2685656 w 4482266"/>
                <a:gd name="csY2" fmla="*/ 265186 h 3497029"/>
                <a:gd name="csX3" fmla="*/ 3742770 w 4482266"/>
                <a:gd name="csY3" fmla="*/ 49148 h 3497029"/>
                <a:gd name="csX4" fmla="*/ 4482266 w 4482266"/>
                <a:gd name="csY4" fmla="*/ 1080782 h 3497029"/>
                <a:gd name="csX5" fmla="*/ 2378375 w 4482266"/>
                <a:gd name="csY5" fmla="*/ 1877951 h 3497029"/>
                <a:gd name="csX6" fmla="*/ 377 w 4482266"/>
                <a:gd name="csY6" fmla="*/ 3489034 h 3497029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10188 w 4492077"/>
                <a:gd name="csY0" fmla="*/ 3488052 h 3497366"/>
                <a:gd name="csX1" fmla="*/ 1804118 w 4492077"/>
                <a:gd name="csY1" fmla="*/ 1096559 h 3497366"/>
                <a:gd name="csX2" fmla="*/ 2695467 w 4492077"/>
                <a:gd name="csY2" fmla="*/ 264204 h 3497366"/>
                <a:gd name="csX3" fmla="*/ 3752581 w 4492077"/>
                <a:gd name="csY3" fmla="*/ 48166 h 3497366"/>
                <a:gd name="csX4" fmla="*/ 4492077 w 4492077"/>
                <a:gd name="csY4" fmla="*/ 1079800 h 3497366"/>
                <a:gd name="csX5" fmla="*/ 2688616 w 4492077"/>
                <a:gd name="csY5" fmla="*/ 1893718 h 3497366"/>
                <a:gd name="csX6" fmla="*/ 10188 w 4492077"/>
                <a:gd name="csY6" fmla="*/ 3488052 h 3497366"/>
                <a:gd name="csX0" fmla="*/ 10188 w 4492077"/>
                <a:gd name="csY0" fmla="*/ 3488052 h 3500595"/>
                <a:gd name="csX1" fmla="*/ 1804118 w 4492077"/>
                <a:gd name="csY1" fmla="*/ 1096559 h 3500595"/>
                <a:gd name="csX2" fmla="*/ 2695467 w 4492077"/>
                <a:gd name="csY2" fmla="*/ 264204 h 3500595"/>
                <a:gd name="csX3" fmla="*/ 3752581 w 4492077"/>
                <a:gd name="csY3" fmla="*/ 48166 h 3500595"/>
                <a:gd name="csX4" fmla="*/ 4492077 w 4492077"/>
                <a:gd name="csY4" fmla="*/ 1079800 h 3500595"/>
                <a:gd name="csX5" fmla="*/ 2688616 w 4492077"/>
                <a:gd name="csY5" fmla="*/ 1893718 h 3500595"/>
                <a:gd name="csX6" fmla="*/ 10188 w 4492077"/>
                <a:gd name="csY6" fmla="*/ 3488052 h 3500595"/>
                <a:gd name="csX0" fmla="*/ 10188 w 4492077"/>
                <a:gd name="csY0" fmla="*/ 3488052 h 3500888"/>
                <a:gd name="csX1" fmla="*/ 1804118 w 4492077"/>
                <a:gd name="csY1" fmla="*/ 1096559 h 3500888"/>
                <a:gd name="csX2" fmla="*/ 2695467 w 4492077"/>
                <a:gd name="csY2" fmla="*/ 264204 h 3500888"/>
                <a:gd name="csX3" fmla="*/ 3752581 w 4492077"/>
                <a:gd name="csY3" fmla="*/ 48166 h 3500888"/>
                <a:gd name="csX4" fmla="*/ 4492077 w 4492077"/>
                <a:gd name="csY4" fmla="*/ 1079800 h 3500888"/>
                <a:gd name="csX5" fmla="*/ 2688616 w 4492077"/>
                <a:gd name="csY5" fmla="*/ 1893718 h 3500888"/>
                <a:gd name="csX6" fmla="*/ 10188 w 4492077"/>
                <a:gd name="csY6" fmla="*/ 3488052 h 3500888"/>
                <a:gd name="csX0" fmla="*/ 27731 w 3289130"/>
                <a:gd name="csY0" fmla="*/ 2449732 h 2473361"/>
                <a:gd name="csX1" fmla="*/ 601171 w 3289130"/>
                <a:gd name="csY1" fmla="*/ 1096559 h 2473361"/>
                <a:gd name="csX2" fmla="*/ 1492520 w 3289130"/>
                <a:gd name="csY2" fmla="*/ 264204 h 2473361"/>
                <a:gd name="csX3" fmla="*/ 2549634 w 3289130"/>
                <a:gd name="csY3" fmla="*/ 48166 h 2473361"/>
                <a:gd name="csX4" fmla="*/ 3289130 w 3289130"/>
                <a:gd name="csY4" fmla="*/ 1079800 h 2473361"/>
                <a:gd name="csX5" fmla="*/ 1485669 w 3289130"/>
                <a:gd name="csY5" fmla="*/ 1893718 h 2473361"/>
                <a:gd name="csX6" fmla="*/ 27731 w 3289130"/>
                <a:gd name="csY6" fmla="*/ 2449732 h 2473361"/>
                <a:gd name="csX0" fmla="*/ 367 w 3261766"/>
                <a:gd name="csY0" fmla="*/ 2449732 h 2449966"/>
                <a:gd name="csX1" fmla="*/ 573807 w 3261766"/>
                <a:gd name="csY1" fmla="*/ 1096559 h 2449966"/>
                <a:gd name="csX2" fmla="*/ 1465156 w 3261766"/>
                <a:gd name="csY2" fmla="*/ 264204 h 2449966"/>
                <a:gd name="csX3" fmla="*/ 2522270 w 3261766"/>
                <a:gd name="csY3" fmla="*/ 48166 h 2449966"/>
                <a:gd name="csX4" fmla="*/ 3261766 w 3261766"/>
                <a:gd name="csY4" fmla="*/ 1079800 h 2449966"/>
                <a:gd name="csX5" fmla="*/ 1458305 w 3261766"/>
                <a:gd name="csY5" fmla="*/ 1893718 h 2449966"/>
                <a:gd name="csX6" fmla="*/ 367 w 3261766"/>
                <a:gd name="csY6" fmla="*/ 2449732 h 2449966"/>
                <a:gd name="csX0" fmla="*/ 62959 w 3324358"/>
                <a:gd name="csY0" fmla="*/ 2449732 h 2487147"/>
                <a:gd name="csX1" fmla="*/ 636399 w 3324358"/>
                <a:gd name="csY1" fmla="*/ 1096559 h 2487147"/>
                <a:gd name="csX2" fmla="*/ 1527748 w 3324358"/>
                <a:gd name="csY2" fmla="*/ 264204 h 2487147"/>
                <a:gd name="csX3" fmla="*/ 2584862 w 3324358"/>
                <a:gd name="csY3" fmla="*/ 48166 h 2487147"/>
                <a:gd name="csX4" fmla="*/ 3324358 w 3324358"/>
                <a:gd name="csY4" fmla="*/ 1079800 h 2487147"/>
                <a:gd name="csX5" fmla="*/ 1520897 w 3324358"/>
                <a:gd name="csY5" fmla="*/ 1893718 h 2487147"/>
                <a:gd name="csX6" fmla="*/ 62959 w 3324358"/>
                <a:gd name="csY6" fmla="*/ 2449732 h 2487147"/>
                <a:gd name="csX0" fmla="*/ 38478 w 4482813"/>
                <a:gd name="csY0" fmla="*/ 3496425 h 3519813"/>
                <a:gd name="csX1" fmla="*/ 1794854 w 4482813"/>
                <a:gd name="csY1" fmla="*/ 1096559 h 3519813"/>
                <a:gd name="csX2" fmla="*/ 2686203 w 4482813"/>
                <a:gd name="csY2" fmla="*/ 264204 h 3519813"/>
                <a:gd name="csX3" fmla="*/ 3743317 w 4482813"/>
                <a:gd name="csY3" fmla="*/ 48166 h 3519813"/>
                <a:gd name="csX4" fmla="*/ 4482813 w 4482813"/>
                <a:gd name="csY4" fmla="*/ 1079800 h 3519813"/>
                <a:gd name="csX5" fmla="*/ 2679352 w 4482813"/>
                <a:gd name="csY5" fmla="*/ 1893718 h 3519813"/>
                <a:gd name="csX6" fmla="*/ 38478 w 4482813"/>
                <a:gd name="csY6" fmla="*/ 3496425 h 3519813"/>
                <a:gd name="csX0" fmla="*/ 9071 w 4453406"/>
                <a:gd name="csY0" fmla="*/ 3496425 h 3510301"/>
                <a:gd name="csX1" fmla="*/ 1765447 w 4453406"/>
                <a:gd name="csY1" fmla="*/ 1096559 h 3510301"/>
                <a:gd name="csX2" fmla="*/ 2656796 w 4453406"/>
                <a:gd name="csY2" fmla="*/ 264204 h 3510301"/>
                <a:gd name="csX3" fmla="*/ 3713910 w 4453406"/>
                <a:gd name="csY3" fmla="*/ 48166 h 3510301"/>
                <a:gd name="csX4" fmla="*/ 4453406 w 4453406"/>
                <a:gd name="csY4" fmla="*/ 1079800 h 3510301"/>
                <a:gd name="csX5" fmla="*/ 2649945 w 4453406"/>
                <a:gd name="csY5" fmla="*/ 1893718 h 3510301"/>
                <a:gd name="csX6" fmla="*/ 9071 w 4453406"/>
                <a:gd name="csY6" fmla="*/ 3496425 h 3510301"/>
                <a:gd name="csX0" fmla="*/ 9071 w 4453406"/>
                <a:gd name="csY0" fmla="*/ 3496425 h 3512169"/>
                <a:gd name="csX1" fmla="*/ 1765447 w 4453406"/>
                <a:gd name="csY1" fmla="*/ 1096559 h 3512169"/>
                <a:gd name="csX2" fmla="*/ 2656796 w 4453406"/>
                <a:gd name="csY2" fmla="*/ 264204 h 3512169"/>
                <a:gd name="csX3" fmla="*/ 3713910 w 4453406"/>
                <a:gd name="csY3" fmla="*/ 48166 h 3512169"/>
                <a:gd name="csX4" fmla="*/ 4453406 w 4453406"/>
                <a:gd name="csY4" fmla="*/ 1079800 h 3512169"/>
                <a:gd name="csX5" fmla="*/ 2649945 w 4453406"/>
                <a:gd name="csY5" fmla="*/ 1893718 h 3512169"/>
                <a:gd name="csX6" fmla="*/ 9071 w 4453406"/>
                <a:gd name="csY6" fmla="*/ 3496425 h 3512169"/>
                <a:gd name="csX0" fmla="*/ 9640 w 4453975"/>
                <a:gd name="csY0" fmla="*/ 3496425 h 3512169"/>
                <a:gd name="csX1" fmla="*/ 1766016 w 4453975"/>
                <a:gd name="csY1" fmla="*/ 1096559 h 3512169"/>
                <a:gd name="csX2" fmla="*/ 2657365 w 4453975"/>
                <a:gd name="csY2" fmla="*/ 264204 h 3512169"/>
                <a:gd name="csX3" fmla="*/ 3714479 w 4453975"/>
                <a:gd name="csY3" fmla="*/ 48166 h 3512169"/>
                <a:gd name="csX4" fmla="*/ 4453975 w 4453975"/>
                <a:gd name="csY4" fmla="*/ 1079800 h 3512169"/>
                <a:gd name="csX5" fmla="*/ 2650514 w 4453975"/>
                <a:gd name="csY5" fmla="*/ 1893718 h 3512169"/>
                <a:gd name="csX6" fmla="*/ 9640 w 4453975"/>
                <a:gd name="csY6" fmla="*/ 3496425 h 3512169"/>
                <a:gd name="csX0" fmla="*/ 9640 w 4453975"/>
                <a:gd name="csY0" fmla="*/ 3993467 h 4008123"/>
                <a:gd name="csX1" fmla="*/ 1766016 w 4453975"/>
                <a:gd name="csY1" fmla="*/ 1593601 h 4008123"/>
                <a:gd name="csX2" fmla="*/ 2601034 w 4453975"/>
                <a:gd name="csY2" fmla="*/ 41122 h 4008123"/>
                <a:gd name="csX3" fmla="*/ 3714479 w 4453975"/>
                <a:gd name="csY3" fmla="*/ 545208 h 4008123"/>
                <a:gd name="csX4" fmla="*/ 4453975 w 4453975"/>
                <a:gd name="csY4" fmla="*/ 1576842 h 4008123"/>
                <a:gd name="csX5" fmla="*/ 2650514 w 4453975"/>
                <a:gd name="csY5" fmla="*/ 2390760 h 4008123"/>
                <a:gd name="csX6" fmla="*/ 9640 w 4453975"/>
                <a:gd name="csY6" fmla="*/ 3993467 h 4008123"/>
                <a:gd name="csX0" fmla="*/ 9640 w 4453975"/>
                <a:gd name="csY0" fmla="*/ 3952894 h 3967550"/>
                <a:gd name="csX1" fmla="*/ 1766016 w 4453975"/>
                <a:gd name="csY1" fmla="*/ 1553028 h 3967550"/>
                <a:gd name="csX2" fmla="*/ 2601034 w 4453975"/>
                <a:gd name="csY2" fmla="*/ 549 h 3967550"/>
                <a:gd name="csX3" fmla="*/ 3714479 w 4453975"/>
                <a:gd name="csY3" fmla="*/ 504635 h 3967550"/>
                <a:gd name="csX4" fmla="*/ 4453975 w 4453975"/>
                <a:gd name="csY4" fmla="*/ 1536269 h 3967550"/>
                <a:gd name="csX5" fmla="*/ 2650514 w 4453975"/>
                <a:gd name="csY5" fmla="*/ 2350187 h 3967550"/>
                <a:gd name="csX6" fmla="*/ 9640 w 4453975"/>
                <a:gd name="csY6" fmla="*/ 3952894 h 3967550"/>
                <a:gd name="csX0" fmla="*/ 9640 w 4453975"/>
                <a:gd name="csY0" fmla="*/ 3952971 h 3968477"/>
                <a:gd name="csX1" fmla="*/ 1766016 w 4453975"/>
                <a:gd name="csY1" fmla="*/ 1553105 h 3968477"/>
                <a:gd name="csX2" fmla="*/ 2601034 w 4453975"/>
                <a:gd name="csY2" fmla="*/ 626 h 3968477"/>
                <a:gd name="csX3" fmla="*/ 3714479 w 4453975"/>
                <a:gd name="csY3" fmla="*/ 504712 h 3968477"/>
                <a:gd name="csX4" fmla="*/ 4453975 w 4453975"/>
                <a:gd name="csY4" fmla="*/ 1536346 h 3968477"/>
                <a:gd name="csX5" fmla="*/ 2650514 w 4453975"/>
                <a:gd name="csY5" fmla="*/ 2350264 h 3968477"/>
                <a:gd name="csX6" fmla="*/ 9640 w 4453975"/>
                <a:gd name="csY6" fmla="*/ 3952971 h 3968477"/>
                <a:gd name="csX0" fmla="*/ 9640 w 4517542"/>
                <a:gd name="csY0" fmla="*/ 4153948 h 4169453"/>
                <a:gd name="csX1" fmla="*/ 1766016 w 4517542"/>
                <a:gd name="csY1" fmla="*/ 1754082 h 4169453"/>
                <a:gd name="csX2" fmla="*/ 2601034 w 4517542"/>
                <a:gd name="csY2" fmla="*/ 201603 h 4169453"/>
                <a:gd name="csX3" fmla="*/ 4390442 w 4517542"/>
                <a:gd name="csY3" fmla="*/ 186529 h 4169453"/>
                <a:gd name="csX4" fmla="*/ 4453975 w 4517542"/>
                <a:gd name="csY4" fmla="*/ 1737323 h 4169453"/>
                <a:gd name="csX5" fmla="*/ 2650514 w 4517542"/>
                <a:gd name="csY5" fmla="*/ 2551241 h 4169453"/>
                <a:gd name="csX6" fmla="*/ 9640 w 4517542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719798"/>
                <a:gd name="csY0" fmla="*/ 4153948 h 4169453"/>
                <a:gd name="csX1" fmla="*/ 1766016 w 4719798"/>
                <a:gd name="csY1" fmla="*/ 1754082 h 4169453"/>
                <a:gd name="csX2" fmla="*/ 2601034 w 4719798"/>
                <a:gd name="csY2" fmla="*/ 201603 h 4169453"/>
                <a:gd name="csX3" fmla="*/ 4390442 w 4719798"/>
                <a:gd name="csY3" fmla="*/ 186529 h 4169453"/>
                <a:gd name="csX4" fmla="*/ 4453975 w 4719798"/>
                <a:gd name="csY4" fmla="*/ 1737323 h 4169453"/>
                <a:gd name="csX5" fmla="*/ 2650514 w 4719798"/>
                <a:gd name="csY5" fmla="*/ 2551241 h 4169453"/>
                <a:gd name="csX6" fmla="*/ 9640 w 4719798"/>
                <a:gd name="csY6" fmla="*/ 4153948 h 4169453"/>
                <a:gd name="csX0" fmla="*/ 9640 w 4684091"/>
                <a:gd name="csY0" fmla="*/ 4153948 h 4169453"/>
                <a:gd name="csX1" fmla="*/ 1766016 w 4684091"/>
                <a:gd name="csY1" fmla="*/ 1754082 h 4169453"/>
                <a:gd name="csX2" fmla="*/ 2601034 w 4684091"/>
                <a:gd name="csY2" fmla="*/ 201603 h 4169453"/>
                <a:gd name="csX3" fmla="*/ 4390442 w 4684091"/>
                <a:gd name="csY3" fmla="*/ 186529 h 4169453"/>
                <a:gd name="csX4" fmla="*/ 4453975 w 4684091"/>
                <a:gd name="csY4" fmla="*/ 1737323 h 4169453"/>
                <a:gd name="csX5" fmla="*/ 2650514 w 4684091"/>
                <a:gd name="csY5" fmla="*/ 2551241 h 4169453"/>
                <a:gd name="csX6" fmla="*/ 9640 w 4684091"/>
                <a:gd name="csY6" fmla="*/ 4153948 h 4169453"/>
                <a:gd name="csX0" fmla="*/ 9640 w 4747938"/>
                <a:gd name="csY0" fmla="*/ 4153948 h 4169453"/>
                <a:gd name="csX1" fmla="*/ 1766016 w 4747938"/>
                <a:gd name="csY1" fmla="*/ 1754082 h 4169453"/>
                <a:gd name="csX2" fmla="*/ 2601034 w 4747938"/>
                <a:gd name="csY2" fmla="*/ 201603 h 4169453"/>
                <a:gd name="csX3" fmla="*/ 4390442 w 4747938"/>
                <a:gd name="csY3" fmla="*/ 186529 h 4169453"/>
                <a:gd name="csX4" fmla="*/ 4453975 w 4747938"/>
                <a:gd name="csY4" fmla="*/ 1737323 h 4169453"/>
                <a:gd name="csX5" fmla="*/ 2650514 w 4747938"/>
                <a:gd name="csY5" fmla="*/ 2551241 h 4169453"/>
                <a:gd name="csX6" fmla="*/ 9640 w 4747938"/>
                <a:gd name="csY6" fmla="*/ 4153948 h 4169453"/>
                <a:gd name="csX0" fmla="*/ 9640 w 4747938"/>
                <a:gd name="csY0" fmla="*/ 4205765 h 4221270"/>
                <a:gd name="csX1" fmla="*/ 1766016 w 4747938"/>
                <a:gd name="csY1" fmla="*/ 1805899 h 4221270"/>
                <a:gd name="csX2" fmla="*/ 2601034 w 4747938"/>
                <a:gd name="csY2" fmla="*/ 253420 h 4221270"/>
                <a:gd name="csX3" fmla="*/ 4390442 w 4747938"/>
                <a:gd name="csY3" fmla="*/ 238346 h 4221270"/>
                <a:gd name="csX4" fmla="*/ 4453975 w 4747938"/>
                <a:gd name="csY4" fmla="*/ 1789140 h 4221270"/>
                <a:gd name="csX5" fmla="*/ 2650514 w 4747938"/>
                <a:gd name="csY5" fmla="*/ 2603058 h 4221270"/>
                <a:gd name="csX6" fmla="*/ 9640 w 4747938"/>
                <a:gd name="csY6" fmla="*/ 4205765 h 4221270"/>
                <a:gd name="csX0" fmla="*/ 9640 w 4769359"/>
                <a:gd name="csY0" fmla="*/ 4189897 h 4205402"/>
                <a:gd name="csX1" fmla="*/ 1766016 w 4769359"/>
                <a:gd name="csY1" fmla="*/ 1790031 h 4205402"/>
                <a:gd name="csX2" fmla="*/ 2601034 w 4769359"/>
                <a:gd name="csY2" fmla="*/ 237552 h 4205402"/>
                <a:gd name="csX3" fmla="*/ 4446772 w 4769359"/>
                <a:gd name="csY3" fmla="*/ 163863 h 4205402"/>
                <a:gd name="csX4" fmla="*/ 4453975 w 4769359"/>
                <a:gd name="csY4" fmla="*/ 1773272 h 4205402"/>
                <a:gd name="csX5" fmla="*/ 2650514 w 4769359"/>
                <a:gd name="csY5" fmla="*/ 2587190 h 4205402"/>
                <a:gd name="csX6" fmla="*/ 9640 w 4769359"/>
                <a:gd name="csY6" fmla="*/ 4189897 h 4205402"/>
                <a:gd name="csX0" fmla="*/ 9640 w 4747938"/>
                <a:gd name="csY0" fmla="*/ 4212142 h 4227647"/>
                <a:gd name="csX1" fmla="*/ 1766016 w 4747938"/>
                <a:gd name="csY1" fmla="*/ 1812276 h 4227647"/>
                <a:gd name="csX2" fmla="*/ 2601034 w 4747938"/>
                <a:gd name="csY2" fmla="*/ 259797 h 4227647"/>
                <a:gd name="csX3" fmla="*/ 4390441 w 4747938"/>
                <a:gd name="csY3" fmla="*/ 152614 h 4227647"/>
                <a:gd name="csX4" fmla="*/ 4453975 w 4747938"/>
                <a:gd name="csY4" fmla="*/ 1795517 h 4227647"/>
                <a:gd name="csX5" fmla="*/ 2650514 w 4747938"/>
                <a:gd name="csY5" fmla="*/ 2609435 h 4227647"/>
                <a:gd name="csX6" fmla="*/ 9640 w 4747938"/>
                <a:gd name="csY6" fmla="*/ 4212142 h 4227647"/>
                <a:gd name="csX0" fmla="*/ 8567 w 4746865"/>
                <a:gd name="csY0" fmla="*/ 4212143 h 4219435"/>
                <a:gd name="csX1" fmla="*/ 1745271 w 4746865"/>
                <a:gd name="csY1" fmla="*/ 1812279 h 4219435"/>
                <a:gd name="csX2" fmla="*/ 2599961 w 4746865"/>
                <a:gd name="csY2" fmla="*/ 259798 h 4219435"/>
                <a:gd name="csX3" fmla="*/ 4389368 w 4746865"/>
                <a:gd name="csY3" fmla="*/ 152615 h 4219435"/>
                <a:gd name="csX4" fmla="*/ 4452902 w 4746865"/>
                <a:gd name="csY4" fmla="*/ 1795518 h 4219435"/>
                <a:gd name="csX5" fmla="*/ 2649441 w 4746865"/>
                <a:gd name="csY5" fmla="*/ 2609436 h 4219435"/>
                <a:gd name="csX6" fmla="*/ 8567 w 4746865"/>
                <a:gd name="csY6" fmla="*/ 4212143 h 4219435"/>
                <a:gd name="csX0" fmla="*/ 8451 w 4746749"/>
                <a:gd name="csY0" fmla="*/ 4212143 h 4219813"/>
                <a:gd name="csX1" fmla="*/ 1745155 w 4746749"/>
                <a:gd name="csY1" fmla="*/ 1812279 h 4219813"/>
                <a:gd name="csX2" fmla="*/ 2599845 w 4746749"/>
                <a:gd name="csY2" fmla="*/ 259798 h 4219813"/>
                <a:gd name="csX3" fmla="*/ 4389252 w 4746749"/>
                <a:gd name="csY3" fmla="*/ 152615 h 4219813"/>
                <a:gd name="csX4" fmla="*/ 4452786 w 4746749"/>
                <a:gd name="csY4" fmla="*/ 1795518 h 4219813"/>
                <a:gd name="csX5" fmla="*/ 2642769 w 4746749"/>
                <a:gd name="csY5" fmla="*/ 2626986 h 4219813"/>
                <a:gd name="csX6" fmla="*/ 8451 w 4746749"/>
                <a:gd name="csY6" fmla="*/ 4212143 h 4219813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594 w 4746892"/>
                <a:gd name="csY0" fmla="*/ 4213311 h 4220527"/>
                <a:gd name="csX1" fmla="*/ 1738740 w 4746892"/>
                <a:gd name="csY1" fmla="*/ 1836843 h 4220527"/>
                <a:gd name="csX2" fmla="*/ 2599988 w 4746892"/>
                <a:gd name="csY2" fmla="*/ 260966 h 4220527"/>
                <a:gd name="csX3" fmla="*/ 4389395 w 4746892"/>
                <a:gd name="csY3" fmla="*/ 153783 h 4220527"/>
                <a:gd name="csX4" fmla="*/ 4452929 w 4746892"/>
                <a:gd name="csY4" fmla="*/ 1796686 h 4220527"/>
                <a:gd name="csX5" fmla="*/ 2642912 w 4746892"/>
                <a:gd name="csY5" fmla="*/ 2628154 h 4220527"/>
                <a:gd name="csX6" fmla="*/ 8594 w 4746892"/>
                <a:gd name="csY6" fmla="*/ 4213311 h 4220527"/>
                <a:gd name="csX0" fmla="*/ 8594 w 4693867"/>
                <a:gd name="csY0" fmla="*/ 4136922 h 4144138"/>
                <a:gd name="csX1" fmla="*/ 1738740 w 4693867"/>
                <a:gd name="csY1" fmla="*/ 1760454 h 4144138"/>
                <a:gd name="csX2" fmla="*/ 2599988 w 4693867"/>
                <a:gd name="csY2" fmla="*/ 184577 h 4144138"/>
                <a:gd name="csX3" fmla="*/ 4389395 w 4693867"/>
                <a:gd name="csY3" fmla="*/ 77394 h 4144138"/>
                <a:gd name="csX4" fmla="*/ 4452929 w 4693867"/>
                <a:gd name="csY4" fmla="*/ 1720297 h 4144138"/>
                <a:gd name="csX5" fmla="*/ 2642912 w 4693867"/>
                <a:gd name="csY5" fmla="*/ 2551765 h 4144138"/>
                <a:gd name="csX6" fmla="*/ 8594 w 4693867"/>
                <a:gd name="csY6" fmla="*/ 4136922 h 4144138"/>
                <a:gd name="csX0" fmla="*/ 8594 w 4699247"/>
                <a:gd name="csY0" fmla="*/ 4098901 h 4106117"/>
                <a:gd name="csX1" fmla="*/ 1738740 w 4699247"/>
                <a:gd name="csY1" fmla="*/ 1722433 h 4106117"/>
                <a:gd name="csX2" fmla="*/ 2599988 w 4699247"/>
                <a:gd name="csY2" fmla="*/ 146556 h 4106117"/>
                <a:gd name="csX3" fmla="*/ 4409070 w 4699247"/>
                <a:gd name="csY3" fmla="*/ 115412 h 4106117"/>
                <a:gd name="csX4" fmla="*/ 4452929 w 4699247"/>
                <a:gd name="csY4" fmla="*/ 1682276 h 4106117"/>
                <a:gd name="csX5" fmla="*/ 2642912 w 4699247"/>
                <a:gd name="csY5" fmla="*/ 2513744 h 4106117"/>
                <a:gd name="csX6" fmla="*/ 8594 w 4699247"/>
                <a:gd name="csY6" fmla="*/ 4098901 h 4106117"/>
                <a:gd name="csX0" fmla="*/ 8594 w 4703971"/>
                <a:gd name="csY0" fmla="*/ 4107920 h 4115136"/>
                <a:gd name="csX1" fmla="*/ 1738740 w 4703971"/>
                <a:gd name="csY1" fmla="*/ 1731452 h 4115136"/>
                <a:gd name="csX2" fmla="*/ 2599988 w 4703971"/>
                <a:gd name="csY2" fmla="*/ 155575 h 4115136"/>
                <a:gd name="csX3" fmla="*/ 4409070 w 4703971"/>
                <a:gd name="csY3" fmla="*/ 124431 h 4115136"/>
                <a:gd name="csX4" fmla="*/ 4452929 w 4703971"/>
                <a:gd name="csY4" fmla="*/ 1691295 h 4115136"/>
                <a:gd name="csX5" fmla="*/ 2642912 w 4703971"/>
                <a:gd name="csY5" fmla="*/ 2522763 h 4115136"/>
                <a:gd name="csX6" fmla="*/ 8594 w 4703971"/>
                <a:gd name="csY6" fmla="*/ 4107920 h 4115136"/>
                <a:gd name="csX0" fmla="*/ 8594 w 4703971"/>
                <a:gd name="csY0" fmla="*/ 4195888 h 4203104"/>
                <a:gd name="csX1" fmla="*/ 1738740 w 4703971"/>
                <a:gd name="csY1" fmla="*/ 1819420 h 4203104"/>
                <a:gd name="csX2" fmla="*/ 2599988 w 4703971"/>
                <a:gd name="csY2" fmla="*/ 243543 h 4203104"/>
                <a:gd name="csX3" fmla="*/ 4409070 w 4703971"/>
                <a:gd name="csY3" fmla="*/ 212399 h 4203104"/>
                <a:gd name="csX4" fmla="*/ 4452929 w 4703971"/>
                <a:gd name="csY4" fmla="*/ 1779263 h 4203104"/>
                <a:gd name="csX5" fmla="*/ 2642912 w 4703971"/>
                <a:gd name="csY5" fmla="*/ 2610731 h 4203104"/>
                <a:gd name="csX6" fmla="*/ 8594 w 4703971"/>
                <a:gd name="csY6" fmla="*/ 4195888 h 4203104"/>
                <a:gd name="csX0" fmla="*/ 8594 w 4703971"/>
                <a:gd name="csY0" fmla="*/ 4213778 h 4220994"/>
                <a:gd name="csX1" fmla="*/ 1738740 w 4703971"/>
                <a:gd name="csY1" fmla="*/ 1837310 h 4220994"/>
                <a:gd name="csX2" fmla="*/ 2599988 w 4703971"/>
                <a:gd name="csY2" fmla="*/ 261433 h 4220994"/>
                <a:gd name="csX3" fmla="*/ 4409070 w 4703971"/>
                <a:gd name="csY3" fmla="*/ 230289 h 4220994"/>
                <a:gd name="csX4" fmla="*/ 4452929 w 4703971"/>
                <a:gd name="csY4" fmla="*/ 1797153 h 4220994"/>
                <a:gd name="csX5" fmla="*/ 2642912 w 4703971"/>
                <a:gd name="csY5" fmla="*/ 2628621 h 4220994"/>
                <a:gd name="csX6" fmla="*/ 8594 w 4703971"/>
                <a:gd name="csY6" fmla="*/ 4213778 h 4220994"/>
                <a:gd name="csX0" fmla="*/ 8594 w 4855548"/>
                <a:gd name="csY0" fmla="*/ 4390510 h 4397726"/>
                <a:gd name="csX1" fmla="*/ 1738740 w 4855548"/>
                <a:gd name="csY1" fmla="*/ 2014042 h 4397726"/>
                <a:gd name="csX2" fmla="*/ 2599988 w 4855548"/>
                <a:gd name="csY2" fmla="*/ 438165 h 4397726"/>
                <a:gd name="csX3" fmla="*/ 4756647 w 4855548"/>
                <a:gd name="csY3" fmla="*/ 26825 h 4397726"/>
                <a:gd name="csX4" fmla="*/ 4452929 w 4855548"/>
                <a:gd name="csY4" fmla="*/ 1973885 h 4397726"/>
                <a:gd name="csX5" fmla="*/ 2642912 w 4855548"/>
                <a:gd name="csY5" fmla="*/ 2805353 h 4397726"/>
                <a:gd name="csX6" fmla="*/ 8594 w 4855548"/>
                <a:gd name="csY6" fmla="*/ 4390510 h 4397726"/>
                <a:gd name="csX0" fmla="*/ 8594 w 5018748"/>
                <a:gd name="csY0" fmla="*/ 4545598 h 4552814"/>
                <a:gd name="csX1" fmla="*/ 1738740 w 5018748"/>
                <a:gd name="csY1" fmla="*/ 2169130 h 4552814"/>
                <a:gd name="csX2" fmla="*/ 2599988 w 5018748"/>
                <a:gd name="csY2" fmla="*/ 593253 h 4552814"/>
                <a:gd name="csX3" fmla="*/ 4973062 w 5018748"/>
                <a:gd name="csY3" fmla="*/ 18136 h 4552814"/>
                <a:gd name="csX4" fmla="*/ 4452929 w 5018748"/>
                <a:gd name="csY4" fmla="*/ 2128973 h 4552814"/>
                <a:gd name="csX5" fmla="*/ 2642912 w 5018748"/>
                <a:gd name="csY5" fmla="*/ 2960441 h 4552814"/>
                <a:gd name="csX6" fmla="*/ 8594 w 5018748"/>
                <a:gd name="csY6" fmla="*/ 4545598 h 4552814"/>
                <a:gd name="csX0" fmla="*/ 8594 w 5002691"/>
                <a:gd name="csY0" fmla="*/ 4537753 h 4544969"/>
                <a:gd name="csX1" fmla="*/ 1738740 w 5002691"/>
                <a:gd name="csY1" fmla="*/ 2161285 h 4544969"/>
                <a:gd name="csX2" fmla="*/ 2599988 w 5002691"/>
                <a:gd name="csY2" fmla="*/ 585408 h 4544969"/>
                <a:gd name="csX3" fmla="*/ 4973062 w 5002691"/>
                <a:gd name="csY3" fmla="*/ 10291 h 4544969"/>
                <a:gd name="csX4" fmla="*/ 4452929 w 5002691"/>
                <a:gd name="csY4" fmla="*/ 2121128 h 4544969"/>
                <a:gd name="csX5" fmla="*/ 2642912 w 5002691"/>
                <a:gd name="csY5" fmla="*/ 2952596 h 4544969"/>
                <a:gd name="csX6" fmla="*/ 8594 w 5002691"/>
                <a:gd name="csY6" fmla="*/ 4537753 h 4544969"/>
                <a:gd name="csX0" fmla="*/ 8594 w 4705059"/>
                <a:gd name="csY0" fmla="*/ 4122711 h 4129927"/>
                <a:gd name="csX1" fmla="*/ 1738740 w 4705059"/>
                <a:gd name="csY1" fmla="*/ 1746243 h 4129927"/>
                <a:gd name="csX2" fmla="*/ 2599988 w 4705059"/>
                <a:gd name="csY2" fmla="*/ 170366 h 4129927"/>
                <a:gd name="csX3" fmla="*/ 4446032 w 4705059"/>
                <a:gd name="csY3" fmla="*/ 89415 h 4129927"/>
                <a:gd name="csX4" fmla="*/ 4452929 w 4705059"/>
                <a:gd name="csY4" fmla="*/ 1706086 h 4129927"/>
                <a:gd name="csX5" fmla="*/ 2642912 w 4705059"/>
                <a:gd name="csY5" fmla="*/ 2537554 h 4129927"/>
                <a:gd name="csX6" fmla="*/ 8594 w 4705059"/>
                <a:gd name="csY6" fmla="*/ 4122711 h 4129927"/>
                <a:gd name="csX0" fmla="*/ 8594 w 4596663"/>
                <a:gd name="csY0" fmla="*/ 4215533 h 4224499"/>
                <a:gd name="csX1" fmla="*/ 1738740 w 4596663"/>
                <a:gd name="csY1" fmla="*/ 1839065 h 4224499"/>
                <a:gd name="csX2" fmla="*/ 2599988 w 4596663"/>
                <a:gd name="csY2" fmla="*/ 263188 h 4224499"/>
                <a:gd name="csX3" fmla="*/ 4446032 w 4596663"/>
                <a:gd name="csY3" fmla="*/ 182237 h 4224499"/>
                <a:gd name="csX4" fmla="*/ 4129398 w 4596663"/>
                <a:gd name="csY4" fmla="*/ 2079669 h 4224499"/>
                <a:gd name="csX5" fmla="*/ 2642912 w 4596663"/>
                <a:gd name="csY5" fmla="*/ 2630376 h 4224499"/>
                <a:gd name="csX6" fmla="*/ 8594 w 4596663"/>
                <a:gd name="csY6" fmla="*/ 4215533 h 4224499"/>
                <a:gd name="csX0" fmla="*/ 10635 w 4618520"/>
                <a:gd name="csY0" fmla="*/ 4140860 h 4149826"/>
                <a:gd name="csX1" fmla="*/ 1740781 w 4618520"/>
                <a:gd name="csY1" fmla="*/ 1764392 h 4149826"/>
                <a:gd name="csX2" fmla="*/ 2330962 w 4618520"/>
                <a:gd name="csY2" fmla="*/ 399085 h 4149826"/>
                <a:gd name="csX3" fmla="*/ 4448073 w 4618520"/>
                <a:gd name="csY3" fmla="*/ 107564 h 4149826"/>
                <a:gd name="csX4" fmla="*/ 4131439 w 4618520"/>
                <a:gd name="csY4" fmla="*/ 2004996 h 4149826"/>
                <a:gd name="csX5" fmla="*/ 2644953 w 4618520"/>
                <a:gd name="csY5" fmla="*/ 2555703 h 4149826"/>
                <a:gd name="csX6" fmla="*/ 10635 w 4618520"/>
                <a:gd name="csY6" fmla="*/ 4140860 h 4149826"/>
                <a:gd name="csX0" fmla="*/ 2473 w 4610358"/>
                <a:gd name="csY0" fmla="*/ 4148168 h 4152706"/>
                <a:gd name="csX1" fmla="*/ 2161081 w 4610358"/>
                <a:gd name="csY1" fmla="*/ 2013468 h 4152706"/>
                <a:gd name="csX2" fmla="*/ 2322800 w 4610358"/>
                <a:gd name="csY2" fmla="*/ 406393 h 4152706"/>
                <a:gd name="csX3" fmla="*/ 4439911 w 4610358"/>
                <a:gd name="csY3" fmla="*/ 114872 h 4152706"/>
                <a:gd name="csX4" fmla="*/ 4123277 w 4610358"/>
                <a:gd name="csY4" fmla="*/ 2012304 h 4152706"/>
                <a:gd name="csX5" fmla="*/ 2636791 w 4610358"/>
                <a:gd name="csY5" fmla="*/ 2563011 h 4152706"/>
                <a:gd name="csX6" fmla="*/ 2473 w 4610358"/>
                <a:gd name="csY6" fmla="*/ 4148168 h 4152706"/>
                <a:gd name="csX0" fmla="*/ 400 w 4608285"/>
                <a:gd name="csY0" fmla="*/ 4148168 h 4148397"/>
                <a:gd name="csX1" fmla="*/ 2159008 w 4608285"/>
                <a:gd name="csY1" fmla="*/ 2013468 h 4148397"/>
                <a:gd name="csX2" fmla="*/ 2320727 w 4608285"/>
                <a:gd name="csY2" fmla="*/ 406393 h 4148397"/>
                <a:gd name="csX3" fmla="*/ 4437838 w 4608285"/>
                <a:gd name="csY3" fmla="*/ 114872 h 4148397"/>
                <a:gd name="csX4" fmla="*/ 4121204 w 4608285"/>
                <a:gd name="csY4" fmla="*/ 2012304 h 4148397"/>
                <a:gd name="csX5" fmla="*/ 2346163 w 4608285"/>
                <a:gd name="csY5" fmla="*/ 2149669 h 4148397"/>
                <a:gd name="csX6" fmla="*/ 400 w 4608285"/>
                <a:gd name="csY6" fmla="*/ 4148168 h 4148397"/>
                <a:gd name="csX0" fmla="*/ 400 w 4547161"/>
                <a:gd name="csY0" fmla="*/ 4069645 h 4069874"/>
                <a:gd name="csX1" fmla="*/ 2159008 w 4547161"/>
                <a:gd name="csY1" fmla="*/ 1934945 h 4069874"/>
                <a:gd name="csX2" fmla="*/ 2320727 w 4547161"/>
                <a:gd name="csY2" fmla="*/ 327870 h 4069874"/>
                <a:gd name="csX3" fmla="*/ 4437838 w 4547161"/>
                <a:gd name="csY3" fmla="*/ 36349 h 4069874"/>
                <a:gd name="csX4" fmla="*/ 4121204 w 4547161"/>
                <a:gd name="csY4" fmla="*/ 1933781 h 4069874"/>
                <a:gd name="csX5" fmla="*/ 2346163 w 4547161"/>
                <a:gd name="csY5" fmla="*/ 2071146 h 4069874"/>
                <a:gd name="csX6" fmla="*/ 400 w 4547161"/>
                <a:gd name="csY6" fmla="*/ 4069645 h 4069874"/>
                <a:gd name="csX0" fmla="*/ 536 w 3991476"/>
                <a:gd name="csY0" fmla="*/ 3539321 h 3539632"/>
                <a:gd name="csX1" fmla="*/ 1603323 w 3991476"/>
                <a:gd name="csY1" fmla="*/ 1934945 h 3539632"/>
                <a:gd name="csX2" fmla="*/ 1765042 w 3991476"/>
                <a:gd name="csY2" fmla="*/ 327870 h 3539632"/>
                <a:gd name="csX3" fmla="*/ 3882153 w 3991476"/>
                <a:gd name="csY3" fmla="*/ 36349 h 3539632"/>
                <a:gd name="csX4" fmla="*/ 3565519 w 3991476"/>
                <a:gd name="csY4" fmla="*/ 1933781 h 3539632"/>
                <a:gd name="csX5" fmla="*/ 1790478 w 3991476"/>
                <a:gd name="csY5" fmla="*/ 2071146 h 3539632"/>
                <a:gd name="csX6" fmla="*/ 536 w 3991476"/>
                <a:gd name="csY6" fmla="*/ 3539321 h 3539632"/>
                <a:gd name="csX0" fmla="*/ 527 w 4017318"/>
                <a:gd name="csY0" fmla="*/ 3573908 h 3574212"/>
                <a:gd name="csX1" fmla="*/ 1629165 w 4017318"/>
                <a:gd name="csY1" fmla="*/ 1934945 h 3574212"/>
                <a:gd name="csX2" fmla="*/ 1790884 w 4017318"/>
                <a:gd name="csY2" fmla="*/ 327870 h 3574212"/>
                <a:gd name="csX3" fmla="*/ 3907995 w 4017318"/>
                <a:gd name="csY3" fmla="*/ 36349 h 3574212"/>
                <a:gd name="csX4" fmla="*/ 3591361 w 4017318"/>
                <a:gd name="csY4" fmla="*/ 1933781 h 3574212"/>
                <a:gd name="csX5" fmla="*/ 1816320 w 4017318"/>
                <a:gd name="csY5" fmla="*/ 2071146 h 3574212"/>
                <a:gd name="csX6" fmla="*/ 527 w 4017318"/>
                <a:gd name="csY6" fmla="*/ 3573908 h 3574212"/>
                <a:gd name="csX0" fmla="*/ 3641 w 4020432"/>
                <a:gd name="csY0" fmla="*/ 3573908 h 3577567"/>
                <a:gd name="csX1" fmla="*/ 1632279 w 4020432"/>
                <a:gd name="csY1" fmla="*/ 1934945 h 3577567"/>
                <a:gd name="csX2" fmla="*/ 1793998 w 4020432"/>
                <a:gd name="csY2" fmla="*/ 327870 h 3577567"/>
                <a:gd name="csX3" fmla="*/ 3911109 w 4020432"/>
                <a:gd name="csY3" fmla="*/ 36349 h 3577567"/>
                <a:gd name="csX4" fmla="*/ 3594475 w 4020432"/>
                <a:gd name="csY4" fmla="*/ 1933781 h 3577567"/>
                <a:gd name="csX5" fmla="*/ 1819434 w 4020432"/>
                <a:gd name="csY5" fmla="*/ 2071146 h 3577567"/>
                <a:gd name="csX6" fmla="*/ 3641 w 4020432"/>
                <a:gd name="csY6" fmla="*/ 3573908 h 3577567"/>
                <a:gd name="csX0" fmla="*/ 11923 w 4028714"/>
                <a:gd name="csY0" fmla="*/ 3573908 h 3583559"/>
                <a:gd name="csX1" fmla="*/ 1640561 w 4028714"/>
                <a:gd name="csY1" fmla="*/ 1934945 h 3583559"/>
                <a:gd name="csX2" fmla="*/ 1802280 w 4028714"/>
                <a:gd name="csY2" fmla="*/ 327870 h 3583559"/>
                <a:gd name="csX3" fmla="*/ 3919391 w 4028714"/>
                <a:gd name="csY3" fmla="*/ 36349 h 3583559"/>
                <a:gd name="csX4" fmla="*/ 3602757 w 4028714"/>
                <a:gd name="csY4" fmla="*/ 1933781 h 3583559"/>
                <a:gd name="csX5" fmla="*/ 1827716 w 4028714"/>
                <a:gd name="csY5" fmla="*/ 2071146 h 3583559"/>
                <a:gd name="csX6" fmla="*/ 11923 w 4028714"/>
                <a:gd name="csY6" fmla="*/ 3573908 h 3583559"/>
                <a:gd name="csX0" fmla="*/ 1130 w 4017921"/>
                <a:gd name="csY0" fmla="*/ 3573908 h 3577714"/>
                <a:gd name="csX1" fmla="*/ 1629768 w 4017921"/>
                <a:gd name="csY1" fmla="*/ 1934945 h 3577714"/>
                <a:gd name="csX2" fmla="*/ 1791487 w 4017921"/>
                <a:gd name="csY2" fmla="*/ 327870 h 3577714"/>
                <a:gd name="csX3" fmla="*/ 3908598 w 4017921"/>
                <a:gd name="csY3" fmla="*/ 36349 h 3577714"/>
                <a:gd name="csX4" fmla="*/ 3591964 w 4017921"/>
                <a:gd name="csY4" fmla="*/ 1933781 h 3577714"/>
                <a:gd name="csX5" fmla="*/ 1906115 w 4017921"/>
                <a:gd name="csY5" fmla="*/ 2373434 h 3577714"/>
                <a:gd name="csX6" fmla="*/ 1130 w 4017921"/>
                <a:gd name="csY6" fmla="*/ 3573908 h 3577714"/>
                <a:gd name="csX0" fmla="*/ 434 w 4017225"/>
                <a:gd name="csY0" fmla="*/ 3573908 h 3574428"/>
                <a:gd name="csX1" fmla="*/ 1629072 w 4017225"/>
                <a:gd name="csY1" fmla="*/ 1934945 h 3574428"/>
                <a:gd name="csX2" fmla="*/ 1790791 w 4017225"/>
                <a:gd name="csY2" fmla="*/ 327870 h 3574428"/>
                <a:gd name="csX3" fmla="*/ 3907902 w 4017225"/>
                <a:gd name="csY3" fmla="*/ 36349 h 3574428"/>
                <a:gd name="csX4" fmla="*/ 3591268 w 4017225"/>
                <a:gd name="csY4" fmla="*/ 1933781 h 3574428"/>
                <a:gd name="csX5" fmla="*/ 1798394 w 4017225"/>
                <a:gd name="csY5" fmla="*/ 2110926 h 3574428"/>
                <a:gd name="csX6" fmla="*/ 434 w 4017225"/>
                <a:gd name="csY6" fmla="*/ 3573908 h 3574428"/>
                <a:gd name="csX0" fmla="*/ 434 w 4017225"/>
                <a:gd name="csY0" fmla="*/ 3573908 h 3574310"/>
                <a:gd name="csX1" fmla="*/ 1629072 w 4017225"/>
                <a:gd name="csY1" fmla="*/ 1934945 h 3574310"/>
                <a:gd name="csX2" fmla="*/ 1790791 w 4017225"/>
                <a:gd name="csY2" fmla="*/ 327870 h 3574310"/>
                <a:gd name="csX3" fmla="*/ 3907902 w 4017225"/>
                <a:gd name="csY3" fmla="*/ 36349 h 3574310"/>
                <a:gd name="csX4" fmla="*/ 3591268 w 4017225"/>
                <a:gd name="csY4" fmla="*/ 1933781 h 3574310"/>
                <a:gd name="csX5" fmla="*/ 1798394 w 4017225"/>
                <a:gd name="csY5" fmla="*/ 2110926 h 3574310"/>
                <a:gd name="csX6" fmla="*/ 434 w 4017225"/>
                <a:gd name="csY6" fmla="*/ 3573908 h 3574310"/>
                <a:gd name="csX0" fmla="*/ 434 w 4017225"/>
                <a:gd name="csY0" fmla="*/ 3573908 h 3576627"/>
                <a:gd name="csX1" fmla="*/ 1629072 w 4017225"/>
                <a:gd name="csY1" fmla="*/ 1934945 h 3576627"/>
                <a:gd name="csX2" fmla="*/ 1790791 w 4017225"/>
                <a:gd name="csY2" fmla="*/ 327870 h 3576627"/>
                <a:gd name="csX3" fmla="*/ 3907902 w 4017225"/>
                <a:gd name="csY3" fmla="*/ 36349 h 3576627"/>
                <a:gd name="csX4" fmla="*/ 3591268 w 4017225"/>
                <a:gd name="csY4" fmla="*/ 1933781 h 3576627"/>
                <a:gd name="csX5" fmla="*/ 1798395 w 4017225"/>
                <a:gd name="csY5" fmla="*/ 2365482 h 3576627"/>
                <a:gd name="csX6" fmla="*/ 434 w 4017225"/>
                <a:gd name="csY6" fmla="*/ 3573908 h 3576627"/>
                <a:gd name="csX0" fmla="*/ 434 w 4017225"/>
                <a:gd name="csY0" fmla="*/ 3573908 h 3576355"/>
                <a:gd name="csX1" fmla="*/ 1629072 w 4017225"/>
                <a:gd name="csY1" fmla="*/ 1934945 h 3576355"/>
                <a:gd name="csX2" fmla="*/ 1790791 w 4017225"/>
                <a:gd name="csY2" fmla="*/ 327870 h 3576355"/>
                <a:gd name="csX3" fmla="*/ 3907902 w 4017225"/>
                <a:gd name="csY3" fmla="*/ 36349 h 3576355"/>
                <a:gd name="csX4" fmla="*/ 3591268 w 4017225"/>
                <a:gd name="csY4" fmla="*/ 1933781 h 3576355"/>
                <a:gd name="csX5" fmla="*/ 1798395 w 4017225"/>
                <a:gd name="csY5" fmla="*/ 2365482 h 3576355"/>
                <a:gd name="csX6" fmla="*/ 434 w 4017225"/>
                <a:gd name="csY6" fmla="*/ 3573908 h 3576355"/>
                <a:gd name="csX0" fmla="*/ 434 w 4017225"/>
                <a:gd name="csY0" fmla="*/ 3573908 h 3583502"/>
                <a:gd name="csX1" fmla="*/ 1629072 w 4017225"/>
                <a:gd name="csY1" fmla="*/ 1934945 h 3583502"/>
                <a:gd name="csX2" fmla="*/ 1790791 w 4017225"/>
                <a:gd name="csY2" fmla="*/ 327870 h 3583502"/>
                <a:gd name="csX3" fmla="*/ 3907902 w 4017225"/>
                <a:gd name="csY3" fmla="*/ 36349 h 3583502"/>
                <a:gd name="csX4" fmla="*/ 3591268 w 4017225"/>
                <a:gd name="csY4" fmla="*/ 1933781 h 3583502"/>
                <a:gd name="csX5" fmla="*/ 1798396 w 4017225"/>
                <a:gd name="csY5" fmla="*/ 2715497 h 3583502"/>
                <a:gd name="csX6" fmla="*/ 434 w 4017225"/>
                <a:gd name="csY6" fmla="*/ 3573908 h 3583502"/>
                <a:gd name="csX0" fmla="*/ 20204 w 4036995"/>
                <a:gd name="csY0" fmla="*/ 3574326 h 3583563"/>
                <a:gd name="csX1" fmla="*/ 908564 w 4036995"/>
                <a:gd name="csY1" fmla="*/ 1951275 h 3583563"/>
                <a:gd name="csX2" fmla="*/ 1810561 w 4036995"/>
                <a:gd name="csY2" fmla="*/ 328288 h 3583563"/>
                <a:gd name="csX3" fmla="*/ 3927672 w 4036995"/>
                <a:gd name="csY3" fmla="*/ 36767 h 3583563"/>
                <a:gd name="csX4" fmla="*/ 3611038 w 4036995"/>
                <a:gd name="csY4" fmla="*/ 1934199 h 3583563"/>
                <a:gd name="csX5" fmla="*/ 1818166 w 4036995"/>
                <a:gd name="csY5" fmla="*/ 2715915 h 3583563"/>
                <a:gd name="csX6" fmla="*/ 20204 w 4036995"/>
                <a:gd name="csY6" fmla="*/ 3574326 h 3583563"/>
                <a:gd name="csX0" fmla="*/ 12549 w 4029340"/>
                <a:gd name="csY0" fmla="*/ 3574326 h 3583563"/>
                <a:gd name="csX1" fmla="*/ 900909 w 4029340"/>
                <a:gd name="csY1" fmla="*/ 1951275 h 3583563"/>
                <a:gd name="csX2" fmla="*/ 1802906 w 4029340"/>
                <a:gd name="csY2" fmla="*/ 328288 h 3583563"/>
                <a:gd name="csX3" fmla="*/ 3920017 w 4029340"/>
                <a:gd name="csY3" fmla="*/ 36767 h 3583563"/>
                <a:gd name="csX4" fmla="*/ 3603383 w 4029340"/>
                <a:gd name="csY4" fmla="*/ 1934199 h 3583563"/>
                <a:gd name="csX5" fmla="*/ 1810511 w 4029340"/>
                <a:gd name="csY5" fmla="*/ 2715915 h 3583563"/>
                <a:gd name="csX6" fmla="*/ 12549 w 4029340"/>
                <a:gd name="csY6" fmla="*/ 3574326 h 3583563"/>
                <a:gd name="csX0" fmla="*/ 2018 w 4018809"/>
                <a:gd name="csY0" fmla="*/ 3573908 h 3583502"/>
                <a:gd name="csX1" fmla="*/ 1389840 w 4018809"/>
                <a:gd name="csY1" fmla="*/ 1934947 h 3583502"/>
                <a:gd name="csX2" fmla="*/ 1792375 w 4018809"/>
                <a:gd name="csY2" fmla="*/ 327870 h 3583502"/>
                <a:gd name="csX3" fmla="*/ 3909486 w 4018809"/>
                <a:gd name="csY3" fmla="*/ 36349 h 3583502"/>
                <a:gd name="csX4" fmla="*/ 3592852 w 4018809"/>
                <a:gd name="csY4" fmla="*/ 1933781 h 3583502"/>
                <a:gd name="csX5" fmla="*/ 1799980 w 4018809"/>
                <a:gd name="csY5" fmla="*/ 2715497 h 3583502"/>
                <a:gd name="csX6" fmla="*/ 2018 w 4018809"/>
                <a:gd name="csY6" fmla="*/ 3573908 h 3583502"/>
                <a:gd name="csX0" fmla="*/ 2018 w 4018809"/>
                <a:gd name="csY0" fmla="*/ 3573908 h 3575401"/>
                <a:gd name="csX1" fmla="*/ 1389840 w 4018809"/>
                <a:gd name="csY1" fmla="*/ 1934947 h 3575401"/>
                <a:gd name="csX2" fmla="*/ 1792375 w 4018809"/>
                <a:gd name="csY2" fmla="*/ 327870 h 3575401"/>
                <a:gd name="csX3" fmla="*/ 3909486 w 4018809"/>
                <a:gd name="csY3" fmla="*/ 36349 h 3575401"/>
                <a:gd name="csX4" fmla="*/ 3592852 w 4018809"/>
                <a:gd name="csY4" fmla="*/ 1933781 h 3575401"/>
                <a:gd name="csX5" fmla="*/ 1799983 w 4018809"/>
                <a:gd name="csY5" fmla="*/ 2277981 h 3575401"/>
                <a:gd name="csX6" fmla="*/ 2018 w 4018809"/>
                <a:gd name="csY6" fmla="*/ 3573908 h 3575401"/>
                <a:gd name="csX0" fmla="*/ 2279 w 4019070"/>
                <a:gd name="csY0" fmla="*/ 3573908 h 3576883"/>
                <a:gd name="csX1" fmla="*/ 1390101 w 4019070"/>
                <a:gd name="csY1" fmla="*/ 1934947 h 3576883"/>
                <a:gd name="csX2" fmla="*/ 1792636 w 4019070"/>
                <a:gd name="csY2" fmla="*/ 327870 h 3576883"/>
                <a:gd name="csX3" fmla="*/ 3909747 w 4019070"/>
                <a:gd name="csY3" fmla="*/ 36349 h 3576883"/>
                <a:gd name="csX4" fmla="*/ 3593113 w 4019070"/>
                <a:gd name="csY4" fmla="*/ 1933781 h 3576883"/>
                <a:gd name="csX5" fmla="*/ 1827004 w 4019070"/>
                <a:gd name="csY5" fmla="*/ 2405261 h 3576883"/>
                <a:gd name="csX6" fmla="*/ 2279 w 4019070"/>
                <a:gd name="csY6" fmla="*/ 3573908 h 3576883"/>
                <a:gd name="csX0" fmla="*/ 3304 w 4020095"/>
                <a:gd name="csY0" fmla="*/ 3573700 h 3576772"/>
                <a:gd name="csX1" fmla="*/ 1310858 w 4020095"/>
                <a:gd name="csY1" fmla="*/ 1926786 h 3576772"/>
                <a:gd name="csX2" fmla="*/ 1793661 w 4020095"/>
                <a:gd name="csY2" fmla="*/ 327662 h 3576772"/>
                <a:gd name="csX3" fmla="*/ 3910772 w 4020095"/>
                <a:gd name="csY3" fmla="*/ 36141 h 3576772"/>
                <a:gd name="csX4" fmla="*/ 3594138 w 4020095"/>
                <a:gd name="csY4" fmla="*/ 1933573 h 3576772"/>
                <a:gd name="csX5" fmla="*/ 1828029 w 4020095"/>
                <a:gd name="csY5" fmla="*/ 2405053 h 3576772"/>
                <a:gd name="csX6" fmla="*/ 3304 w 4020095"/>
                <a:gd name="csY6" fmla="*/ 3573700 h 3576772"/>
                <a:gd name="csX0" fmla="*/ 3254 w 4020045"/>
                <a:gd name="csY0" fmla="*/ 3573700 h 3576772"/>
                <a:gd name="csX1" fmla="*/ 1310808 w 4020045"/>
                <a:gd name="csY1" fmla="*/ 1926786 h 3576772"/>
                <a:gd name="csX2" fmla="*/ 1793611 w 4020045"/>
                <a:gd name="csY2" fmla="*/ 327662 h 3576772"/>
                <a:gd name="csX3" fmla="*/ 3910722 w 4020045"/>
                <a:gd name="csY3" fmla="*/ 36141 h 3576772"/>
                <a:gd name="csX4" fmla="*/ 3594088 w 4020045"/>
                <a:gd name="csY4" fmla="*/ 1933573 h 3576772"/>
                <a:gd name="csX5" fmla="*/ 1827979 w 4020045"/>
                <a:gd name="csY5" fmla="*/ 2405053 h 3576772"/>
                <a:gd name="csX6" fmla="*/ 3254 w 4020045"/>
                <a:gd name="csY6" fmla="*/ 3573700 h 35767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020045" h="3576772">
                  <a:moveTo>
                    <a:pt x="3254" y="3573700"/>
                  </a:moveTo>
                  <a:cubicBezTo>
                    <a:pt x="-82941" y="3493989"/>
                    <a:pt x="1574310" y="2340515"/>
                    <a:pt x="1310808" y="1926786"/>
                  </a:cubicBezTo>
                  <a:cubicBezTo>
                    <a:pt x="1047306" y="1513057"/>
                    <a:pt x="1360292" y="642769"/>
                    <a:pt x="1793611" y="327662"/>
                  </a:cubicBezTo>
                  <a:cubicBezTo>
                    <a:pt x="2226930" y="12555"/>
                    <a:pt x="3750548" y="-52136"/>
                    <a:pt x="3910722" y="36141"/>
                  </a:cubicBezTo>
                  <a:cubicBezTo>
                    <a:pt x="4070896" y="124418"/>
                    <a:pt x="4120351" y="1358027"/>
                    <a:pt x="3594088" y="1933573"/>
                  </a:cubicBezTo>
                  <a:cubicBezTo>
                    <a:pt x="3171099" y="2391895"/>
                    <a:pt x="2301583" y="2656718"/>
                    <a:pt x="1827979" y="2405053"/>
                  </a:cubicBezTo>
                  <a:cubicBezTo>
                    <a:pt x="1354375" y="2153388"/>
                    <a:pt x="89449" y="3653411"/>
                    <a:pt x="3254" y="3573700"/>
                  </a:cubicBez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7" name="Freeform 1036">
              <a:extLst>
                <a:ext uri="{FF2B5EF4-FFF2-40B4-BE49-F238E27FC236}">
                  <a16:creationId xmlns:a16="http://schemas.microsoft.com/office/drawing/2014/main" id="{2368E43D-5C57-3FC4-E600-D63FCF9B7809}"/>
                </a:ext>
              </a:extLst>
            </p:cNvPr>
            <p:cNvSpPr/>
            <p:nvPr userDrawn="1"/>
          </p:nvSpPr>
          <p:spPr>
            <a:xfrm rot="16200000">
              <a:off x="7639795" y="2692927"/>
              <a:ext cx="2615867" cy="2682267"/>
            </a:xfrm>
            <a:custGeom>
              <a:avLst/>
              <a:gdLst>
                <a:gd name="csX0" fmla="*/ 1893 w 3484511"/>
                <a:gd name="csY0" fmla="*/ 3509215 h 3511799"/>
                <a:gd name="csX1" fmla="*/ 1514170 w 3484511"/>
                <a:gd name="csY1" fmla="*/ 1703861 h 3511799"/>
                <a:gd name="csX2" fmla="*/ 2029985 w 3484511"/>
                <a:gd name="csY2" fmla="*/ 226753 h 3511799"/>
                <a:gd name="csX3" fmla="*/ 3378139 w 3484511"/>
                <a:gd name="csY3" fmla="*/ 144692 h 3511799"/>
                <a:gd name="csX4" fmla="*/ 3225739 w 3484511"/>
                <a:gd name="csY4" fmla="*/ 1586630 h 3511799"/>
                <a:gd name="csX5" fmla="*/ 1854139 w 3484511"/>
                <a:gd name="csY5" fmla="*/ 2090723 h 3511799"/>
                <a:gd name="csX6" fmla="*/ 1893 w 3484511"/>
                <a:gd name="csY6" fmla="*/ 3509215 h 3511799"/>
                <a:gd name="csX0" fmla="*/ 1352 w 4094215"/>
                <a:gd name="csY0" fmla="*/ 4103738 h 4105568"/>
                <a:gd name="csX1" fmla="*/ 2123874 w 4094215"/>
                <a:gd name="csY1" fmla="*/ 1703861 h 4105568"/>
                <a:gd name="csX2" fmla="*/ 2639689 w 4094215"/>
                <a:gd name="csY2" fmla="*/ 226753 h 4105568"/>
                <a:gd name="csX3" fmla="*/ 3987843 w 4094215"/>
                <a:gd name="csY3" fmla="*/ 144692 h 4105568"/>
                <a:gd name="csX4" fmla="*/ 3835443 w 4094215"/>
                <a:gd name="csY4" fmla="*/ 1586630 h 4105568"/>
                <a:gd name="csX5" fmla="*/ 2463843 w 4094215"/>
                <a:gd name="csY5" fmla="*/ 2090723 h 4105568"/>
                <a:gd name="csX6" fmla="*/ 1352 w 4094215"/>
                <a:gd name="csY6" fmla="*/ 4103738 h 4105568"/>
                <a:gd name="csX0" fmla="*/ 1978 w 4094841"/>
                <a:gd name="csY0" fmla="*/ 4101966 h 4104114"/>
                <a:gd name="csX1" fmla="*/ 2058783 w 4094841"/>
                <a:gd name="csY1" fmla="*/ 1668597 h 4104114"/>
                <a:gd name="csX2" fmla="*/ 2640315 w 4094841"/>
                <a:gd name="csY2" fmla="*/ 224981 h 4104114"/>
                <a:gd name="csX3" fmla="*/ 3988469 w 4094841"/>
                <a:gd name="csY3" fmla="*/ 142920 h 4104114"/>
                <a:gd name="csX4" fmla="*/ 3836069 w 4094841"/>
                <a:gd name="csY4" fmla="*/ 1584858 h 4104114"/>
                <a:gd name="csX5" fmla="*/ 2464469 w 4094841"/>
                <a:gd name="csY5" fmla="*/ 2088951 h 4104114"/>
                <a:gd name="csX6" fmla="*/ 1978 w 4094841"/>
                <a:gd name="csY6" fmla="*/ 4101966 h 4104114"/>
                <a:gd name="csX0" fmla="*/ 1943 w 4132359"/>
                <a:gd name="csY0" fmla="*/ 3750277 h 3752868"/>
                <a:gd name="csX1" fmla="*/ 2096301 w 4132359"/>
                <a:gd name="csY1" fmla="*/ 1668597 h 3752868"/>
                <a:gd name="csX2" fmla="*/ 2677833 w 4132359"/>
                <a:gd name="csY2" fmla="*/ 224981 h 3752868"/>
                <a:gd name="csX3" fmla="*/ 4025987 w 4132359"/>
                <a:gd name="csY3" fmla="*/ 142920 h 3752868"/>
                <a:gd name="csX4" fmla="*/ 3873587 w 4132359"/>
                <a:gd name="csY4" fmla="*/ 1584858 h 3752868"/>
                <a:gd name="csX5" fmla="*/ 2501987 w 4132359"/>
                <a:gd name="csY5" fmla="*/ 2088951 h 3752868"/>
                <a:gd name="csX6" fmla="*/ 1943 w 4132359"/>
                <a:gd name="csY6" fmla="*/ 3750277 h 3752868"/>
                <a:gd name="csX0" fmla="*/ 7123 w 4137539"/>
                <a:gd name="csY0" fmla="*/ 3776554 h 3776601"/>
                <a:gd name="csX1" fmla="*/ 1782278 w 4137539"/>
                <a:gd name="csY1" fmla="*/ 2163796 h 3776601"/>
                <a:gd name="csX2" fmla="*/ 2683013 w 4137539"/>
                <a:gd name="csY2" fmla="*/ 251258 h 3776601"/>
                <a:gd name="csX3" fmla="*/ 4031167 w 4137539"/>
                <a:gd name="csY3" fmla="*/ 169197 h 3776601"/>
                <a:gd name="csX4" fmla="*/ 3878767 w 4137539"/>
                <a:gd name="csY4" fmla="*/ 1611135 h 3776601"/>
                <a:gd name="csX5" fmla="*/ 2507167 w 4137539"/>
                <a:gd name="csY5" fmla="*/ 2115228 h 3776601"/>
                <a:gd name="csX6" fmla="*/ 7123 w 4137539"/>
                <a:gd name="csY6" fmla="*/ 3776554 h 3776601"/>
                <a:gd name="csX0" fmla="*/ 25 w 4130441"/>
                <a:gd name="csY0" fmla="*/ 3776554 h 3776586"/>
                <a:gd name="csX1" fmla="*/ 1775180 w 4130441"/>
                <a:gd name="csY1" fmla="*/ 2163796 h 3776586"/>
                <a:gd name="csX2" fmla="*/ 2675915 w 4130441"/>
                <a:gd name="csY2" fmla="*/ 251258 h 3776586"/>
                <a:gd name="csX3" fmla="*/ 4024069 w 4130441"/>
                <a:gd name="csY3" fmla="*/ 169197 h 3776586"/>
                <a:gd name="csX4" fmla="*/ 3871669 w 4130441"/>
                <a:gd name="csY4" fmla="*/ 1611135 h 3776586"/>
                <a:gd name="csX5" fmla="*/ 1814719 w 4130441"/>
                <a:gd name="csY5" fmla="*/ 2207339 h 3776586"/>
                <a:gd name="csX6" fmla="*/ 25 w 4130441"/>
                <a:gd name="csY6" fmla="*/ 3776554 h 3776586"/>
                <a:gd name="csX0" fmla="*/ 25 w 4130441"/>
                <a:gd name="csY0" fmla="*/ 3776554 h 3776589"/>
                <a:gd name="csX1" fmla="*/ 1775180 w 4130441"/>
                <a:gd name="csY1" fmla="*/ 2163796 h 3776589"/>
                <a:gd name="csX2" fmla="*/ 2675915 w 4130441"/>
                <a:gd name="csY2" fmla="*/ 251258 h 3776589"/>
                <a:gd name="csX3" fmla="*/ 4024069 w 4130441"/>
                <a:gd name="csY3" fmla="*/ 169197 h 3776589"/>
                <a:gd name="csX4" fmla="*/ 3871669 w 4130441"/>
                <a:gd name="csY4" fmla="*/ 1611135 h 3776589"/>
                <a:gd name="csX5" fmla="*/ 1814719 w 4130441"/>
                <a:gd name="csY5" fmla="*/ 2207339 h 3776589"/>
                <a:gd name="csX6" fmla="*/ 25 w 4130441"/>
                <a:gd name="csY6" fmla="*/ 3776554 h 3776589"/>
                <a:gd name="csX0" fmla="*/ 25 w 3957457"/>
                <a:gd name="csY0" fmla="*/ 3611866 h 3611901"/>
                <a:gd name="csX1" fmla="*/ 1775180 w 3957457"/>
                <a:gd name="csY1" fmla="*/ 1999108 h 3611901"/>
                <a:gd name="csX2" fmla="*/ 2675915 w 3957457"/>
                <a:gd name="csY2" fmla="*/ 86570 h 3611901"/>
                <a:gd name="csX3" fmla="*/ 3554650 w 3957457"/>
                <a:gd name="csY3" fmla="*/ 439934 h 3611901"/>
                <a:gd name="csX4" fmla="*/ 3871669 w 3957457"/>
                <a:gd name="csY4" fmla="*/ 1446447 h 3611901"/>
                <a:gd name="csX5" fmla="*/ 1814719 w 3957457"/>
                <a:gd name="csY5" fmla="*/ 2042651 h 3611901"/>
                <a:gd name="csX6" fmla="*/ 25 w 3957457"/>
                <a:gd name="csY6" fmla="*/ 3611866 h 3611901"/>
                <a:gd name="csX0" fmla="*/ 25 w 3957253"/>
                <a:gd name="csY0" fmla="*/ 3368639 h 3368674"/>
                <a:gd name="csX1" fmla="*/ 1775180 w 3957253"/>
                <a:gd name="csY1" fmla="*/ 1755881 h 3368674"/>
                <a:gd name="csX2" fmla="*/ 2685304 w 3957253"/>
                <a:gd name="csY2" fmla="*/ 144791 h 3368674"/>
                <a:gd name="csX3" fmla="*/ 3554650 w 3957253"/>
                <a:gd name="csY3" fmla="*/ 196707 h 3368674"/>
                <a:gd name="csX4" fmla="*/ 3871669 w 3957253"/>
                <a:gd name="csY4" fmla="*/ 1203220 h 3368674"/>
                <a:gd name="csX5" fmla="*/ 1814719 w 3957253"/>
                <a:gd name="csY5" fmla="*/ 1799424 h 3368674"/>
                <a:gd name="csX6" fmla="*/ 25 w 3957253"/>
                <a:gd name="csY6" fmla="*/ 3368639 h 3368674"/>
                <a:gd name="csX0" fmla="*/ 25 w 3705517"/>
                <a:gd name="csY0" fmla="*/ 3358570 h 3358603"/>
                <a:gd name="csX1" fmla="*/ 1775180 w 3705517"/>
                <a:gd name="csY1" fmla="*/ 1745812 h 3358603"/>
                <a:gd name="csX2" fmla="*/ 2685304 w 3705517"/>
                <a:gd name="csY2" fmla="*/ 134722 h 3358603"/>
                <a:gd name="csX3" fmla="*/ 3554650 w 3705517"/>
                <a:gd name="csY3" fmla="*/ 186638 h 3358603"/>
                <a:gd name="csX4" fmla="*/ 3552464 w 3705517"/>
                <a:gd name="csY4" fmla="*/ 975438 h 3358603"/>
                <a:gd name="csX5" fmla="*/ 1814719 w 3705517"/>
                <a:gd name="csY5" fmla="*/ 1789355 h 3358603"/>
                <a:gd name="csX6" fmla="*/ 25 w 3705517"/>
                <a:gd name="csY6" fmla="*/ 3358570 h 3358603"/>
                <a:gd name="csX0" fmla="*/ 2290 w 3707782"/>
                <a:gd name="csY0" fmla="*/ 3305196 h 3314287"/>
                <a:gd name="csX1" fmla="*/ 2199921 w 3707782"/>
                <a:gd name="csY1" fmla="*/ 955568 h 3314287"/>
                <a:gd name="csX2" fmla="*/ 2687569 w 3707782"/>
                <a:gd name="csY2" fmla="*/ 81348 h 3314287"/>
                <a:gd name="csX3" fmla="*/ 3556915 w 3707782"/>
                <a:gd name="csY3" fmla="*/ 133264 h 3314287"/>
                <a:gd name="csX4" fmla="*/ 3554729 w 3707782"/>
                <a:gd name="csY4" fmla="*/ 922064 h 3314287"/>
                <a:gd name="csX5" fmla="*/ 1816984 w 3707782"/>
                <a:gd name="csY5" fmla="*/ 1735981 h 3314287"/>
                <a:gd name="csX6" fmla="*/ 2290 w 3707782"/>
                <a:gd name="csY6" fmla="*/ 3305196 h 3314287"/>
                <a:gd name="csX0" fmla="*/ 377 w 3705869"/>
                <a:gd name="csY0" fmla="*/ 3305196 h 3313168"/>
                <a:gd name="csX1" fmla="*/ 2198008 w 3705869"/>
                <a:gd name="csY1" fmla="*/ 955568 h 3313168"/>
                <a:gd name="csX2" fmla="*/ 2685656 w 3705869"/>
                <a:gd name="csY2" fmla="*/ 81348 h 3313168"/>
                <a:gd name="csX3" fmla="*/ 3555002 w 3705869"/>
                <a:gd name="csY3" fmla="*/ 133264 h 3313168"/>
                <a:gd name="csX4" fmla="*/ 3552816 w 3705869"/>
                <a:gd name="csY4" fmla="*/ 922064 h 3313168"/>
                <a:gd name="csX5" fmla="*/ 2378375 w 3705869"/>
                <a:gd name="csY5" fmla="*/ 1694113 h 3313168"/>
                <a:gd name="csX6" fmla="*/ 377 w 3705869"/>
                <a:gd name="csY6" fmla="*/ 3305196 h 3313168"/>
                <a:gd name="csX0" fmla="*/ 377 w 3705869"/>
                <a:gd name="csY0" fmla="*/ 3305196 h 3311216"/>
                <a:gd name="csX1" fmla="*/ 2198008 w 3705869"/>
                <a:gd name="csY1" fmla="*/ 955568 h 3311216"/>
                <a:gd name="csX2" fmla="*/ 2685656 w 3705869"/>
                <a:gd name="csY2" fmla="*/ 81348 h 3311216"/>
                <a:gd name="csX3" fmla="*/ 3555002 w 3705869"/>
                <a:gd name="csY3" fmla="*/ 133264 h 3311216"/>
                <a:gd name="csX4" fmla="*/ 3552816 w 3705869"/>
                <a:gd name="csY4" fmla="*/ 922064 h 3311216"/>
                <a:gd name="csX5" fmla="*/ 2378375 w 3705869"/>
                <a:gd name="csY5" fmla="*/ 1694113 h 3311216"/>
                <a:gd name="csX6" fmla="*/ 377 w 3705869"/>
                <a:gd name="csY6" fmla="*/ 3305196 h 3311216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31250"/>
                <a:gd name="csY0" fmla="*/ 3306034 h 3313991"/>
                <a:gd name="csX1" fmla="*/ 2198008 w 4431250"/>
                <a:gd name="csY1" fmla="*/ 956406 h 3313991"/>
                <a:gd name="csX2" fmla="*/ 2685656 w 4431250"/>
                <a:gd name="csY2" fmla="*/ 82186 h 3313991"/>
                <a:gd name="csX3" fmla="*/ 3555002 w 4431250"/>
                <a:gd name="csY3" fmla="*/ 134102 h 3313991"/>
                <a:gd name="csX4" fmla="*/ 4425936 w 4431250"/>
                <a:gd name="csY4" fmla="*/ 939649 h 3313991"/>
                <a:gd name="csX5" fmla="*/ 2378375 w 4431250"/>
                <a:gd name="csY5" fmla="*/ 1694951 h 3313991"/>
                <a:gd name="csX6" fmla="*/ 377 w 4431250"/>
                <a:gd name="csY6" fmla="*/ 3306034 h 3313991"/>
                <a:gd name="csX0" fmla="*/ 377 w 4425936"/>
                <a:gd name="csY0" fmla="*/ 3306034 h 3313991"/>
                <a:gd name="csX1" fmla="*/ 2198008 w 4425936"/>
                <a:gd name="csY1" fmla="*/ 956406 h 3313991"/>
                <a:gd name="csX2" fmla="*/ 2685656 w 4425936"/>
                <a:gd name="csY2" fmla="*/ 82186 h 3313991"/>
                <a:gd name="csX3" fmla="*/ 3555002 w 4425936"/>
                <a:gd name="csY3" fmla="*/ 134102 h 3313991"/>
                <a:gd name="csX4" fmla="*/ 4425936 w 4425936"/>
                <a:gd name="csY4" fmla="*/ 939649 h 3313991"/>
                <a:gd name="csX5" fmla="*/ 2378375 w 4425936"/>
                <a:gd name="csY5" fmla="*/ 1694951 h 3313991"/>
                <a:gd name="csX6" fmla="*/ 377 w 4425936"/>
                <a:gd name="csY6" fmla="*/ 3306034 h 3313991"/>
                <a:gd name="csX0" fmla="*/ 377 w 4472878"/>
                <a:gd name="csY0" fmla="*/ 3303952 h 3311947"/>
                <a:gd name="csX1" fmla="*/ 2198008 w 4472878"/>
                <a:gd name="csY1" fmla="*/ 954324 h 3311947"/>
                <a:gd name="csX2" fmla="*/ 2685656 w 4472878"/>
                <a:gd name="csY2" fmla="*/ 80104 h 3311947"/>
                <a:gd name="csX3" fmla="*/ 3555002 w 4472878"/>
                <a:gd name="csY3" fmla="*/ 132020 h 3311947"/>
                <a:gd name="csX4" fmla="*/ 4472878 w 4472878"/>
                <a:gd name="csY4" fmla="*/ 895700 h 3311947"/>
                <a:gd name="csX5" fmla="*/ 2378375 w 4472878"/>
                <a:gd name="csY5" fmla="*/ 1692869 h 3311947"/>
                <a:gd name="csX6" fmla="*/ 377 w 4472878"/>
                <a:gd name="csY6" fmla="*/ 3303952 h 3311947"/>
                <a:gd name="csX0" fmla="*/ 377 w 4472878"/>
                <a:gd name="csY0" fmla="*/ 3489034 h 3497029"/>
                <a:gd name="csX1" fmla="*/ 2198008 w 4472878"/>
                <a:gd name="csY1" fmla="*/ 1139406 h 3497029"/>
                <a:gd name="csX2" fmla="*/ 2685656 w 4472878"/>
                <a:gd name="csY2" fmla="*/ 265186 h 3497029"/>
                <a:gd name="csX3" fmla="*/ 3742770 w 4472878"/>
                <a:gd name="csY3" fmla="*/ 49148 h 3497029"/>
                <a:gd name="csX4" fmla="*/ 4472878 w 4472878"/>
                <a:gd name="csY4" fmla="*/ 1080782 h 3497029"/>
                <a:gd name="csX5" fmla="*/ 2378375 w 4472878"/>
                <a:gd name="csY5" fmla="*/ 1877951 h 3497029"/>
                <a:gd name="csX6" fmla="*/ 377 w 4472878"/>
                <a:gd name="csY6" fmla="*/ 3489034 h 3497029"/>
                <a:gd name="csX0" fmla="*/ 377 w 4482266"/>
                <a:gd name="csY0" fmla="*/ 3489034 h 3497029"/>
                <a:gd name="csX1" fmla="*/ 2198008 w 4482266"/>
                <a:gd name="csY1" fmla="*/ 1139406 h 3497029"/>
                <a:gd name="csX2" fmla="*/ 2685656 w 4482266"/>
                <a:gd name="csY2" fmla="*/ 265186 h 3497029"/>
                <a:gd name="csX3" fmla="*/ 3742770 w 4482266"/>
                <a:gd name="csY3" fmla="*/ 49148 h 3497029"/>
                <a:gd name="csX4" fmla="*/ 4482266 w 4482266"/>
                <a:gd name="csY4" fmla="*/ 1080782 h 3497029"/>
                <a:gd name="csX5" fmla="*/ 2378375 w 4482266"/>
                <a:gd name="csY5" fmla="*/ 1877951 h 3497029"/>
                <a:gd name="csX6" fmla="*/ 377 w 4482266"/>
                <a:gd name="csY6" fmla="*/ 3489034 h 3497029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10188 w 4492077"/>
                <a:gd name="csY0" fmla="*/ 3488052 h 3497366"/>
                <a:gd name="csX1" fmla="*/ 1804118 w 4492077"/>
                <a:gd name="csY1" fmla="*/ 1096559 h 3497366"/>
                <a:gd name="csX2" fmla="*/ 2695467 w 4492077"/>
                <a:gd name="csY2" fmla="*/ 264204 h 3497366"/>
                <a:gd name="csX3" fmla="*/ 3752581 w 4492077"/>
                <a:gd name="csY3" fmla="*/ 48166 h 3497366"/>
                <a:gd name="csX4" fmla="*/ 4492077 w 4492077"/>
                <a:gd name="csY4" fmla="*/ 1079800 h 3497366"/>
                <a:gd name="csX5" fmla="*/ 2688616 w 4492077"/>
                <a:gd name="csY5" fmla="*/ 1893718 h 3497366"/>
                <a:gd name="csX6" fmla="*/ 10188 w 4492077"/>
                <a:gd name="csY6" fmla="*/ 3488052 h 3497366"/>
                <a:gd name="csX0" fmla="*/ 10188 w 4492077"/>
                <a:gd name="csY0" fmla="*/ 3488052 h 3500595"/>
                <a:gd name="csX1" fmla="*/ 1804118 w 4492077"/>
                <a:gd name="csY1" fmla="*/ 1096559 h 3500595"/>
                <a:gd name="csX2" fmla="*/ 2695467 w 4492077"/>
                <a:gd name="csY2" fmla="*/ 264204 h 3500595"/>
                <a:gd name="csX3" fmla="*/ 3752581 w 4492077"/>
                <a:gd name="csY3" fmla="*/ 48166 h 3500595"/>
                <a:gd name="csX4" fmla="*/ 4492077 w 4492077"/>
                <a:gd name="csY4" fmla="*/ 1079800 h 3500595"/>
                <a:gd name="csX5" fmla="*/ 2688616 w 4492077"/>
                <a:gd name="csY5" fmla="*/ 1893718 h 3500595"/>
                <a:gd name="csX6" fmla="*/ 10188 w 4492077"/>
                <a:gd name="csY6" fmla="*/ 3488052 h 3500595"/>
                <a:gd name="csX0" fmla="*/ 10188 w 4492077"/>
                <a:gd name="csY0" fmla="*/ 3488052 h 3500888"/>
                <a:gd name="csX1" fmla="*/ 1804118 w 4492077"/>
                <a:gd name="csY1" fmla="*/ 1096559 h 3500888"/>
                <a:gd name="csX2" fmla="*/ 2695467 w 4492077"/>
                <a:gd name="csY2" fmla="*/ 264204 h 3500888"/>
                <a:gd name="csX3" fmla="*/ 3752581 w 4492077"/>
                <a:gd name="csY3" fmla="*/ 48166 h 3500888"/>
                <a:gd name="csX4" fmla="*/ 4492077 w 4492077"/>
                <a:gd name="csY4" fmla="*/ 1079800 h 3500888"/>
                <a:gd name="csX5" fmla="*/ 2688616 w 4492077"/>
                <a:gd name="csY5" fmla="*/ 1893718 h 3500888"/>
                <a:gd name="csX6" fmla="*/ 10188 w 4492077"/>
                <a:gd name="csY6" fmla="*/ 3488052 h 3500888"/>
                <a:gd name="csX0" fmla="*/ 27731 w 3289130"/>
                <a:gd name="csY0" fmla="*/ 2449732 h 2473361"/>
                <a:gd name="csX1" fmla="*/ 601171 w 3289130"/>
                <a:gd name="csY1" fmla="*/ 1096559 h 2473361"/>
                <a:gd name="csX2" fmla="*/ 1492520 w 3289130"/>
                <a:gd name="csY2" fmla="*/ 264204 h 2473361"/>
                <a:gd name="csX3" fmla="*/ 2549634 w 3289130"/>
                <a:gd name="csY3" fmla="*/ 48166 h 2473361"/>
                <a:gd name="csX4" fmla="*/ 3289130 w 3289130"/>
                <a:gd name="csY4" fmla="*/ 1079800 h 2473361"/>
                <a:gd name="csX5" fmla="*/ 1485669 w 3289130"/>
                <a:gd name="csY5" fmla="*/ 1893718 h 2473361"/>
                <a:gd name="csX6" fmla="*/ 27731 w 3289130"/>
                <a:gd name="csY6" fmla="*/ 2449732 h 2473361"/>
                <a:gd name="csX0" fmla="*/ 367 w 3261766"/>
                <a:gd name="csY0" fmla="*/ 2449732 h 2449966"/>
                <a:gd name="csX1" fmla="*/ 573807 w 3261766"/>
                <a:gd name="csY1" fmla="*/ 1096559 h 2449966"/>
                <a:gd name="csX2" fmla="*/ 1465156 w 3261766"/>
                <a:gd name="csY2" fmla="*/ 264204 h 2449966"/>
                <a:gd name="csX3" fmla="*/ 2522270 w 3261766"/>
                <a:gd name="csY3" fmla="*/ 48166 h 2449966"/>
                <a:gd name="csX4" fmla="*/ 3261766 w 3261766"/>
                <a:gd name="csY4" fmla="*/ 1079800 h 2449966"/>
                <a:gd name="csX5" fmla="*/ 1458305 w 3261766"/>
                <a:gd name="csY5" fmla="*/ 1893718 h 2449966"/>
                <a:gd name="csX6" fmla="*/ 367 w 3261766"/>
                <a:gd name="csY6" fmla="*/ 2449732 h 2449966"/>
                <a:gd name="csX0" fmla="*/ 62959 w 3324358"/>
                <a:gd name="csY0" fmla="*/ 2449732 h 2487147"/>
                <a:gd name="csX1" fmla="*/ 636399 w 3324358"/>
                <a:gd name="csY1" fmla="*/ 1096559 h 2487147"/>
                <a:gd name="csX2" fmla="*/ 1527748 w 3324358"/>
                <a:gd name="csY2" fmla="*/ 264204 h 2487147"/>
                <a:gd name="csX3" fmla="*/ 2584862 w 3324358"/>
                <a:gd name="csY3" fmla="*/ 48166 h 2487147"/>
                <a:gd name="csX4" fmla="*/ 3324358 w 3324358"/>
                <a:gd name="csY4" fmla="*/ 1079800 h 2487147"/>
                <a:gd name="csX5" fmla="*/ 1520897 w 3324358"/>
                <a:gd name="csY5" fmla="*/ 1893718 h 2487147"/>
                <a:gd name="csX6" fmla="*/ 62959 w 3324358"/>
                <a:gd name="csY6" fmla="*/ 2449732 h 2487147"/>
                <a:gd name="csX0" fmla="*/ 38478 w 4482813"/>
                <a:gd name="csY0" fmla="*/ 3496425 h 3519813"/>
                <a:gd name="csX1" fmla="*/ 1794854 w 4482813"/>
                <a:gd name="csY1" fmla="*/ 1096559 h 3519813"/>
                <a:gd name="csX2" fmla="*/ 2686203 w 4482813"/>
                <a:gd name="csY2" fmla="*/ 264204 h 3519813"/>
                <a:gd name="csX3" fmla="*/ 3743317 w 4482813"/>
                <a:gd name="csY3" fmla="*/ 48166 h 3519813"/>
                <a:gd name="csX4" fmla="*/ 4482813 w 4482813"/>
                <a:gd name="csY4" fmla="*/ 1079800 h 3519813"/>
                <a:gd name="csX5" fmla="*/ 2679352 w 4482813"/>
                <a:gd name="csY5" fmla="*/ 1893718 h 3519813"/>
                <a:gd name="csX6" fmla="*/ 38478 w 4482813"/>
                <a:gd name="csY6" fmla="*/ 3496425 h 3519813"/>
                <a:gd name="csX0" fmla="*/ 9071 w 4453406"/>
                <a:gd name="csY0" fmla="*/ 3496425 h 3510301"/>
                <a:gd name="csX1" fmla="*/ 1765447 w 4453406"/>
                <a:gd name="csY1" fmla="*/ 1096559 h 3510301"/>
                <a:gd name="csX2" fmla="*/ 2656796 w 4453406"/>
                <a:gd name="csY2" fmla="*/ 264204 h 3510301"/>
                <a:gd name="csX3" fmla="*/ 3713910 w 4453406"/>
                <a:gd name="csY3" fmla="*/ 48166 h 3510301"/>
                <a:gd name="csX4" fmla="*/ 4453406 w 4453406"/>
                <a:gd name="csY4" fmla="*/ 1079800 h 3510301"/>
                <a:gd name="csX5" fmla="*/ 2649945 w 4453406"/>
                <a:gd name="csY5" fmla="*/ 1893718 h 3510301"/>
                <a:gd name="csX6" fmla="*/ 9071 w 4453406"/>
                <a:gd name="csY6" fmla="*/ 3496425 h 3510301"/>
                <a:gd name="csX0" fmla="*/ 9071 w 4453406"/>
                <a:gd name="csY0" fmla="*/ 3496425 h 3512169"/>
                <a:gd name="csX1" fmla="*/ 1765447 w 4453406"/>
                <a:gd name="csY1" fmla="*/ 1096559 h 3512169"/>
                <a:gd name="csX2" fmla="*/ 2656796 w 4453406"/>
                <a:gd name="csY2" fmla="*/ 264204 h 3512169"/>
                <a:gd name="csX3" fmla="*/ 3713910 w 4453406"/>
                <a:gd name="csY3" fmla="*/ 48166 h 3512169"/>
                <a:gd name="csX4" fmla="*/ 4453406 w 4453406"/>
                <a:gd name="csY4" fmla="*/ 1079800 h 3512169"/>
                <a:gd name="csX5" fmla="*/ 2649945 w 4453406"/>
                <a:gd name="csY5" fmla="*/ 1893718 h 3512169"/>
                <a:gd name="csX6" fmla="*/ 9071 w 4453406"/>
                <a:gd name="csY6" fmla="*/ 3496425 h 3512169"/>
                <a:gd name="csX0" fmla="*/ 9640 w 4453975"/>
                <a:gd name="csY0" fmla="*/ 3496425 h 3512169"/>
                <a:gd name="csX1" fmla="*/ 1766016 w 4453975"/>
                <a:gd name="csY1" fmla="*/ 1096559 h 3512169"/>
                <a:gd name="csX2" fmla="*/ 2657365 w 4453975"/>
                <a:gd name="csY2" fmla="*/ 264204 h 3512169"/>
                <a:gd name="csX3" fmla="*/ 3714479 w 4453975"/>
                <a:gd name="csY3" fmla="*/ 48166 h 3512169"/>
                <a:gd name="csX4" fmla="*/ 4453975 w 4453975"/>
                <a:gd name="csY4" fmla="*/ 1079800 h 3512169"/>
                <a:gd name="csX5" fmla="*/ 2650514 w 4453975"/>
                <a:gd name="csY5" fmla="*/ 1893718 h 3512169"/>
                <a:gd name="csX6" fmla="*/ 9640 w 4453975"/>
                <a:gd name="csY6" fmla="*/ 3496425 h 3512169"/>
                <a:gd name="csX0" fmla="*/ 9640 w 4453975"/>
                <a:gd name="csY0" fmla="*/ 3993467 h 4008123"/>
                <a:gd name="csX1" fmla="*/ 1766016 w 4453975"/>
                <a:gd name="csY1" fmla="*/ 1593601 h 4008123"/>
                <a:gd name="csX2" fmla="*/ 2601034 w 4453975"/>
                <a:gd name="csY2" fmla="*/ 41122 h 4008123"/>
                <a:gd name="csX3" fmla="*/ 3714479 w 4453975"/>
                <a:gd name="csY3" fmla="*/ 545208 h 4008123"/>
                <a:gd name="csX4" fmla="*/ 4453975 w 4453975"/>
                <a:gd name="csY4" fmla="*/ 1576842 h 4008123"/>
                <a:gd name="csX5" fmla="*/ 2650514 w 4453975"/>
                <a:gd name="csY5" fmla="*/ 2390760 h 4008123"/>
                <a:gd name="csX6" fmla="*/ 9640 w 4453975"/>
                <a:gd name="csY6" fmla="*/ 3993467 h 4008123"/>
                <a:gd name="csX0" fmla="*/ 9640 w 4453975"/>
                <a:gd name="csY0" fmla="*/ 3952894 h 3967550"/>
                <a:gd name="csX1" fmla="*/ 1766016 w 4453975"/>
                <a:gd name="csY1" fmla="*/ 1553028 h 3967550"/>
                <a:gd name="csX2" fmla="*/ 2601034 w 4453975"/>
                <a:gd name="csY2" fmla="*/ 549 h 3967550"/>
                <a:gd name="csX3" fmla="*/ 3714479 w 4453975"/>
                <a:gd name="csY3" fmla="*/ 504635 h 3967550"/>
                <a:gd name="csX4" fmla="*/ 4453975 w 4453975"/>
                <a:gd name="csY4" fmla="*/ 1536269 h 3967550"/>
                <a:gd name="csX5" fmla="*/ 2650514 w 4453975"/>
                <a:gd name="csY5" fmla="*/ 2350187 h 3967550"/>
                <a:gd name="csX6" fmla="*/ 9640 w 4453975"/>
                <a:gd name="csY6" fmla="*/ 3952894 h 3967550"/>
                <a:gd name="csX0" fmla="*/ 9640 w 4453975"/>
                <a:gd name="csY0" fmla="*/ 3952971 h 3968477"/>
                <a:gd name="csX1" fmla="*/ 1766016 w 4453975"/>
                <a:gd name="csY1" fmla="*/ 1553105 h 3968477"/>
                <a:gd name="csX2" fmla="*/ 2601034 w 4453975"/>
                <a:gd name="csY2" fmla="*/ 626 h 3968477"/>
                <a:gd name="csX3" fmla="*/ 3714479 w 4453975"/>
                <a:gd name="csY3" fmla="*/ 504712 h 3968477"/>
                <a:gd name="csX4" fmla="*/ 4453975 w 4453975"/>
                <a:gd name="csY4" fmla="*/ 1536346 h 3968477"/>
                <a:gd name="csX5" fmla="*/ 2650514 w 4453975"/>
                <a:gd name="csY5" fmla="*/ 2350264 h 3968477"/>
                <a:gd name="csX6" fmla="*/ 9640 w 4453975"/>
                <a:gd name="csY6" fmla="*/ 3952971 h 3968477"/>
                <a:gd name="csX0" fmla="*/ 9640 w 4517542"/>
                <a:gd name="csY0" fmla="*/ 4153948 h 4169453"/>
                <a:gd name="csX1" fmla="*/ 1766016 w 4517542"/>
                <a:gd name="csY1" fmla="*/ 1754082 h 4169453"/>
                <a:gd name="csX2" fmla="*/ 2601034 w 4517542"/>
                <a:gd name="csY2" fmla="*/ 201603 h 4169453"/>
                <a:gd name="csX3" fmla="*/ 4390442 w 4517542"/>
                <a:gd name="csY3" fmla="*/ 186529 h 4169453"/>
                <a:gd name="csX4" fmla="*/ 4453975 w 4517542"/>
                <a:gd name="csY4" fmla="*/ 1737323 h 4169453"/>
                <a:gd name="csX5" fmla="*/ 2650514 w 4517542"/>
                <a:gd name="csY5" fmla="*/ 2551241 h 4169453"/>
                <a:gd name="csX6" fmla="*/ 9640 w 4517542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719798"/>
                <a:gd name="csY0" fmla="*/ 4153948 h 4169453"/>
                <a:gd name="csX1" fmla="*/ 1766016 w 4719798"/>
                <a:gd name="csY1" fmla="*/ 1754082 h 4169453"/>
                <a:gd name="csX2" fmla="*/ 2601034 w 4719798"/>
                <a:gd name="csY2" fmla="*/ 201603 h 4169453"/>
                <a:gd name="csX3" fmla="*/ 4390442 w 4719798"/>
                <a:gd name="csY3" fmla="*/ 186529 h 4169453"/>
                <a:gd name="csX4" fmla="*/ 4453975 w 4719798"/>
                <a:gd name="csY4" fmla="*/ 1737323 h 4169453"/>
                <a:gd name="csX5" fmla="*/ 2650514 w 4719798"/>
                <a:gd name="csY5" fmla="*/ 2551241 h 4169453"/>
                <a:gd name="csX6" fmla="*/ 9640 w 4719798"/>
                <a:gd name="csY6" fmla="*/ 4153948 h 4169453"/>
                <a:gd name="csX0" fmla="*/ 9640 w 4684091"/>
                <a:gd name="csY0" fmla="*/ 4153948 h 4169453"/>
                <a:gd name="csX1" fmla="*/ 1766016 w 4684091"/>
                <a:gd name="csY1" fmla="*/ 1754082 h 4169453"/>
                <a:gd name="csX2" fmla="*/ 2601034 w 4684091"/>
                <a:gd name="csY2" fmla="*/ 201603 h 4169453"/>
                <a:gd name="csX3" fmla="*/ 4390442 w 4684091"/>
                <a:gd name="csY3" fmla="*/ 186529 h 4169453"/>
                <a:gd name="csX4" fmla="*/ 4453975 w 4684091"/>
                <a:gd name="csY4" fmla="*/ 1737323 h 4169453"/>
                <a:gd name="csX5" fmla="*/ 2650514 w 4684091"/>
                <a:gd name="csY5" fmla="*/ 2551241 h 4169453"/>
                <a:gd name="csX6" fmla="*/ 9640 w 4684091"/>
                <a:gd name="csY6" fmla="*/ 4153948 h 4169453"/>
                <a:gd name="csX0" fmla="*/ 9640 w 4747938"/>
                <a:gd name="csY0" fmla="*/ 4153948 h 4169453"/>
                <a:gd name="csX1" fmla="*/ 1766016 w 4747938"/>
                <a:gd name="csY1" fmla="*/ 1754082 h 4169453"/>
                <a:gd name="csX2" fmla="*/ 2601034 w 4747938"/>
                <a:gd name="csY2" fmla="*/ 201603 h 4169453"/>
                <a:gd name="csX3" fmla="*/ 4390442 w 4747938"/>
                <a:gd name="csY3" fmla="*/ 186529 h 4169453"/>
                <a:gd name="csX4" fmla="*/ 4453975 w 4747938"/>
                <a:gd name="csY4" fmla="*/ 1737323 h 4169453"/>
                <a:gd name="csX5" fmla="*/ 2650514 w 4747938"/>
                <a:gd name="csY5" fmla="*/ 2551241 h 4169453"/>
                <a:gd name="csX6" fmla="*/ 9640 w 4747938"/>
                <a:gd name="csY6" fmla="*/ 4153948 h 4169453"/>
                <a:gd name="csX0" fmla="*/ 9640 w 4747938"/>
                <a:gd name="csY0" fmla="*/ 4205765 h 4221270"/>
                <a:gd name="csX1" fmla="*/ 1766016 w 4747938"/>
                <a:gd name="csY1" fmla="*/ 1805899 h 4221270"/>
                <a:gd name="csX2" fmla="*/ 2601034 w 4747938"/>
                <a:gd name="csY2" fmla="*/ 253420 h 4221270"/>
                <a:gd name="csX3" fmla="*/ 4390442 w 4747938"/>
                <a:gd name="csY3" fmla="*/ 238346 h 4221270"/>
                <a:gd name="csX4" fmla="*/ 4453975 w 4747938"/>
                <a:gd name="csY4" fmla="*/ 1789140 h 4221270"/>
                <a:gd name="csX5" fmla="*/ 2650514 w 4747938"/>
                <a:gd name="csY5" fmla="*/ 2603058 h 4221270"/>
                <a:gd name="csX6" fmla="*/ 9640 w 4747938"/>
                <a:gd name="csY6" fmla="*/ 4205765 h 4221270"/>
                <a:gd name="csX0" fmla="*/ 9640 w 4769359"/>
                <a:gd name="csY0" fmla="*/ 4189897 h 4205402"/>
                <a:gd name="csX1" fmla="*/ 1766016 w 4769359"/>
                <a:gd name="csY1" fmla="*/ 1790031 h 4205402"/>
                <a:gd name="csX2" fmla="*/ 2601034 w 4769359"/>
                <a:gd name="csY2" fmla="*/ 237552 h 4205402"/>
                <a:gd name="csX3" fmla="*/ 4446772 w 4769359"/>
                <a:gd name="csY3" fmla="*/ 163863 h 4205402"/>
                <a:gd name="csX4" fmla="*/ 4453975 w 4769359"/>
                <a:gd name="csY4" fmla="*/ 1773272 h 4205402"/>
                <a:gd name="csX5" fmla="*/ 2650514 w 4769359"/>
                <a:gd name="csY5" fmla="*/ 2587190 h 4205402"/>
                <a:gd name="csX6" fmla="*/ 9640 w 4769359"/>
                <a:gd name="csY6" fmla="*/ 4189897 h 4205402"/>
                <a:gd name="csX0" fmla="*/ 9640 w 4747938"/>
                <a:gd name="csY0" fmla="*/ 4212142 h 4227647"/>
                <a:gd name="csX1" fmla="*/ 1766016 w 4747938"/>
                <a:gd name="csY1" fmla="*/ 1812276 h 4227647"/>
                <a:gd name="csX2" fmla="*/ 2601034 w 4747938"/>
                <a:gd name="csY2" fmla="*/ 259797 h 4227647"/>
                <a:gd name="csX3" fmla="*/ 4390441 w 4747938"/>
                <a:gd name="csY3" fmla="*/ 152614 h 4227647"/>
                <a:gd name="csX4" fmla="*/ 4453975 w 4747938"/>
                <a:gd name="csY4" fmla="*/ 1795517 h 4227647"/>
                <a:gd name="csX5" fmla="*/ 2650514 w 4747938"/>
                <a:gd name="csY5" fmla="*/ 2609435 h 4227647"/>
                <a:gd name="csX6" fmla="*/ 9640 w 4747938"/>
                <a:gd name="csY6" fmla="*/ 4212142 h 4227647"/>
                <a:gd name="csX0" fmla="*/ 8567 w 4746865"/>
                <a:gd name="csY0" fmla="*/ 4212143 h 4219435"/>
                <a:gd name="csX1" fmla="*/ 1745271 w 4746865"/>
                <a:gd name="csY1" fmla="*/ 1812279 h 4219435"/>
                <a:gd name="csX2" fmla="*/ 2599961 w 4746865"/>
                <a:gd name="csY2" fmla="*/ 259798 h 4219435"/>
                <a:gd name="csX3" fmla="*/ 4389368 w 4746865"/>
                <a:gd name="csY3" fmla="*/ 152615 h 4219435"/>
                <a:gd name="csX4" fmla="*/ 4452902 w 4746865"/>
                <a:gd name="csY4" fmla="*/ 1795518 h 4219435"/>
                <a:gd name="csX5" fmla="*/ 2649441 w 4746865"/>
                <a:gd name="csY5" fmla="*/ 2609436 h 4219435"/>
                <a:gd name="csX6" fmla="*/ 8567 w 4746865"/>
                <a:gd name="csY6" fmla="*/ 4212143 h 4219435"/>
                <a:gd name="csX0" fmla="*/ 8451 w 4746749"/>
                <a:gd name="csY0" fmla="*/ 4212143 h 4219813"/>
                <a:gd name="csX1" fmla="*/ 1745155 w 4746749"/>
                <a:gd name="csY1" fmla="*/ 1812279 h 4219813"/>
                <a:gd name="csX2" fmla="*/ 2599845 w 4746749"/>
                <a:gd name="csY2" fmla="*/ 259798 h 4219813"/>
                <a:gd name="csX3" fmla="*/ 4389252 w 4746749"/>
                <a:gd name="csY3" fmla="*/ 152615 h 4219813"/>
                <a:gd name="csX4" fmla="*/ 4452786 w 4746749"/>
                <a:gd name="csY4" fmla="*/ 1795518 h 4219813"/>
                <a:gd name="csX5" fmla="*/ 2642769 w 4746749"/>
                <a:gd name="csY5" fmla="*/ 2626986 h 4219813"/>
                <a:gd name="csX6" fmla="*/ 8451 w 4746749"/>
                <a:gd name="csY6" fmla="*/ 4212143 h 4219813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594 w 4746892"/>
                <a:gd name="csY0" fmla="*/ 4213311 h 4220527"/>
                <a:gd name="csX1" fmla="*/ 1738740 w 4746892"/>
                <a:gd name="csY1" fmla="*/ 1836843 h 4220527"/>
                <a:gd name="csX2" fmla="*/ 2599988 w 4746892"/>
                <a:gd name="csY2" fmla="*/ 260966 h 4220527"/>
                <a:gd name="csX3" fmla="*/ 4389395 w 4746892"/>
                <a:gd name="csY3" fmla="*/ 153783 h 4220527"/>
                <a:gd name="csX4" fmla="*/ 4452929 w 4746892"/>
                <a:gd name="csY4" fmla="*/ 1796686 h 4220527"/>
                <a:gd name="csX5" fmla="*/ 2642912 w 4746892"/>
                <a:gd name="csY5" fmla="*/ 2628154 h 4220527"/>
                <a:gd name="csX6" fmla="*/ 8594 w 4746892"/>
                <a:gd name="csY6" fmla="*/ 4213311 h 4220527"/>
                <a:gd name="csX0" fmla="*/ 8594 w 4693867"/>
                <a:gd name="csY0" fmla="*/ 4136922 h 4144138"/>
                <a:gd name="csX1" fmla="*/ 1738740 w 4693867"/>
                <a:gd name="csY1" fmla="*/ 1760454 h 4144138"/>
                <a:gd name="csX2" fmla="*/ 2599988 w 4693867"/>
                <a:gd name="csY2" fmla="*/ 184577 h 4144138"/>
                <a:gd name="csX3" fmla="*/ 4389395 w 4693867"/>
                <a:gd name="csY3" fmla="*/ 77394 h 4144138"/>
                <a:gd name="csX4" fmla="*/ 4452929 w 4693867"/>
                <a:gd name="csY4" fmla="*/ 1720297 h 4144138"/>
                <a:gd name="csX5" fmla="*/ 2642912 w 4693867"/>
                <a:gd name="csY5" fmla="*/ 2551765 h 4144138"/>
                <a:gd name="csX6" fmla="*/ 8594 w 4693867"/>
                <a:gd name="csY6" fmla="*/ 4136922 h 4144138"/>
                <a:gd name="csX0" fmla="*/ 8594 w 4699247"/>
                <a:gd name="csY0" fmla="*/ 4098901 h 4106117"/>
                <a:gd name="csX1" fmla="*/ 1738740 w 4699247"/>
                <a:gd name="csY1" fmla="*/ 1722433 h 4106117"/>
                <a:gd name="csX2" fmla="*/ 2599988 w 4699247"/>
                <a:gd name="csY2" fmla="*/ 146556 h 4106117"/>
                <a:gd name="csX3" fmla="*/ 4409070 w 4699247"/>
                <a:gd name="csY3" fmla="*/ 115412 h 4106117"/>
                <a:gd name="csX4" fmla="*/ 4452929 w 4699247"/>
                <a:gd name="csY4" fmla="*/ 1682276 h 4106117"/>
                <a:gd name="csX5" fmla="*/ 2642912 w 4699247"/>
                <a:gd name="csY5" fmla="*/ 2513744 h 4106117"/>
                <a:gd name="csX6" fmla="*/ 8594 w 4699247"/>
                <a:gd name="csY6" fmla="*/ 4098901 h 4106117"/>
                <a:gd name="csX0" fmla="*/ 8594 w 4703971"/>
                <a:gd name="csY0" fmla="*/ 4107920 h 4115136"/>
                <a:gd name="csX1" fmla="*/ 1738740 w 4703971"/>
                <a:gd name="csY1" fmla="*/ 1731452 h 4115136"/>
                <a:gd name="csX2" fmla="*/ 2599988 w 4703971"/>
                <a:gd name="csY2" fmla="*/ 155575 h 4115136"/>
                <a:gd name="csX3" fmla="*/ 4409070 w 4703971"/>
                <a:gd name="csY3" fmla="*/ 124431 h 4115136"/>
                <a:gd name="csX4" fmla="*/ 4452929 w 4703971"/>
                <a:gd name="csY4" fmla="*/ 1691295 h 4115136"/>
                <a:gd name="csX5" fmla="*/ 2642912 w 4703971"/>
                <a:gd name="csY5" fmla="*/ 2522763 h 4115136"/>
                <a:gd name="csX6" fmla="*/ 8594 w 4703971"/>
                <a:gd name="csY6" fmla="*/ 4107920 h 4115136"/>
                <a:gd name="csX0" fmla="*/ 8594 w 4703971"/>
                <a:gd name="csY0" fmla="*/ 4195888 h 4203104"/>
                <a:gd name="csX1" fmla="*/ 1738740 w 4703971"/>
                <a:gd name="csY1" fmla="*/ 1819420 h 4203104"/>
                <a:gd name="csX2" fmla="*/ 2599988 w 4703971"/>
                <a:gd name="csY2" fmla="*/ 243543 h 4203104"/>
                <a:gd name="csX3" fmla="*/ 4409070 w 4703971"/>
                <a:gd name="csY3" fmla="*/ 212399 h 4203104"/>
                <a:gd name="csX4" fmla="*/ 4452929 w 4703971"/>
                <a:gd name="csY4" fmla="*/ 1779263 h 4203104"/>
                <a:gd name="csX5" fmla="*/ 2642912 w 4703971"/>
                <a:gd name="csY5" fmla="*/ 2610731 h 4203104"/>
                <a:gd name="csX6" fmla="*/ 8594 w 4703971"/>
                <a:gd name="csY6" fmla="*/ 4195888 h 4203104"/>
                <a:gd name="csX0" fmla="*/ 8594 w 4703971"/>
                <a:gd name="csY0" fmla="*/ 4213778 h 4220994"/>
                <a:gd name="csX1" fmla="*/ 1738740 w 4703971"/>
                <a:gd name="csY1" fmla="*/ 1837310 h 4220994"/>
                <a:gd name="csX2" fmla="*/ 2599988 w 4703971"/>
                <a:gd name="csY2" fmla="*/ 261433 h 4220994"/>
                <a:gd name="csX3" fmla="*/ 4409070 w 4703971"/>
                <a:gd name="csY3" fmla="*/ 230289 h 4220994"/>
                <a:gd name="csX4" fmla="*/ 4452929 w 4703971"/>
                <a:gd name="csY4" fmla="*/ 1797153 h 4220994"/>
                <a:gd name="csX5" fmla="*/ 2642912 w 4703971"/>
                <a:gd name="csY5" fmla="*/ 2628621 h 4220994"/>
                <a:gd name="csX6" fmla="*/ 8594 w 4703971"/>
                <a:gd name="csY6" fmla="*/ 4213778 h 4220994"/>
                <a:gd name="csX0" fmla="*/ 8594 w 4855548"/>
                <a:gd name="csY0" fmla="*/ 4390510 h 4397726"/>
                <a:gd name="csX1" fmla="*/ 1738740 w 4855548"/>
                <a:gd name="csY1" fmla="*/ 2014042 h 4397726"/>
                <a:gd name="csX2" fmla="*/ 2599988 w 4855548"/>
                <a:gd name="csY2" fmla="*/ 438165 h 4397726"/>
                <a:gd name="csX3" fmla="*/ 4756647 w 4855548"/>
                <a:gd name="csY3" fmla="*/ 26825 h 4397726"/>
                <a:gd name="csX4" fmla="*/ 4452929 w 4855548"/>
                <a:gd name="csY4" fmla="*/ 1973885 h 4397726"/>
                <a:gd name="csX5" fmla="*/ 2642912 w 4855548"/>
                <a:gd name="csY5" fmla="*/ 2805353 h 4397726"/>
                <a:gd name="csX6" fmla="*/ 8594 w 4855548"/>
                <a:gd name="csY6" fmla="*/ 4390510 h 4397726"/>
                <a:gd name="csX0" fmla="*/ 8594 w 5018748"/>
                <a:gd name="csY0" fmla="*/ 4545598 h 4552814"/>
                <a:gd name="csX1" fmla="*/ 1738740 w 5018748"/>
                <a:gd name="csY1" fmla="*/ 2169130 h 4552814"/>
                <a:gd name="csX2" fmla="*/ 2599988 w 5018748"/>
                <a:gd name="csY2" fmla="*/ 593253 h 4552814"/>
                <a:gd name="csX3" fmla="*/ 4973062 w 5018748"/>
                <a:gd name="csY3" fmla="*/ 18136 h 4552814"/>
                <a:gd name="csX4" fmla="*/ 4452929 w 5018748"/>
                <a:gd name="csY4" fmla="*/ 2128973 h 4552814"/>
                <a:gd name="csX5" fmla="*/ 2642912 w 5018748"/>
                <a:gd name="csY5" fmla="*/ 2960441 h 4552814"/>
                <a:gd name="csX6" fmla="*/ 8594 w 5018748"/>
                <a:gd name="csY6" fmla="*/ 4545598 h 4552814"/>
                <a:gd name="csX0" fmla="*/ 8594 w 5002691"/>
                <a:gd name="csY0" fmla="*/ 4537753 h 4544969"/>
                <a:gd name="csX1" fmla="*/ 1738740 w 5002691"/>
                <a:gd name="csY1" fmla="*/ 2161285 h 4544969"/>
                <a:gd name="csX2" fmla="*/ 2599988 w 5002691"/>
                <a:gd name="csY2" fmla="*/ 585408 h 4544969"/>
                <a:gd name="csX3" fmla="*/ 4973062 w 5002691"/>
                <a:gd name="csY3" fmla="*/ 10291 h 4544969"/>
                <a:gd name="csX4" fmla="*/ 4452929 w 5002691"/>
                <a:gd name="csY4" fmla="*/ 2121128 h 4544969"/>
                <a:gd name="csX5" fmla="*/ 2642912 w 5002691"/>
                <a:gd name="csY5" fmla="*/ 2952596 h 4544969"/>
                <a:gd name="csX6" fmla="*/ 8594 w 5002691"/>
                <a:gd name="csY6" fmla="*/ 4537753 h 4544969"/>
                <a:gd name="csX0" fmla="*/ 8594 w 4705059"/>
                <a:gd name="csY0" fmla="*/ 4122711 h 4129927"/>
                <a:gd name="csX1" fmla="*/ 1738740 w 4705059"/>
                <a:gd name="csY1" fmla="*/ 1746243 h 4129927"/>
                <a:gd name="csX2" fmla="*/ 2599988 w 4705059"/>
                <a:gd name="csY2" fmla="*/ 170366 h 4129927"/>
                <a:gd name="csX3" fmla="*/ 4446032 w 4705059"/>
                <a:gd name="csY3" fmla="*/ 89415 h 4129927"/>
                <a:gd name="csX4" fmla="*/ 4452929 w 4705059"/>
                <a:gd name="csY4" fmla="*/ 1706086 h 4129927"/>
                <a:gd name="csX5" fmla="*/ 2642912 w 4705059"/>
                <a:gd name="csY5" fmla="*/ 2537554 h 4129927"/>
                <a:gd name="csX6" fmla="*/ 8594 w 4705059"/>
                <a:gd name="csY6" fmla="*/ 4122711 h 4129927"/>
                <a:gd name="csX0" fmla="*/ 8594 w 4596663"/>
                <a:gd name="csY0" fmla="*/ 4215533 h 4224499"/>
                <a:gd name="csX1" fmla="*/ 1738740 w 4596663"/>
                <a:gd name="csY1" fmla="*/ 1839065 h 4224499"/>
                <a:gd name="csX2" fmla="*/ 2599988 w 4596663"/>
                <a:gd name="csY2" fmla="*/ 263188 h 4224499"/>
                <a:gd name="csX3" fmla="*/ 4446032 w 4596663"/>
                <a:gd name="csY3" fmla="*/ 182237 h 4224499"/>
                <a:gd name="csX4" fmla="*/ 4129398 w 4596663"/>
                <a:gd name="csY4" fmla="*/ 2079669 h 4224499"/>
                <a:gd name="csX5" fmla="*/ 2642912 w 4596663"/>
                <a:gd name="csY5" fmla="*/ 2630376 h 4224499"/>
                <a:gd name="csX6" fmla="*/ 8594 w 4596663"/>
                <a:gd name="csY6" fmla="*/ 4215533 h 4224499"/>
                <a:gd name="csX0" fmla="*/ 10635 w 4618520"/>
                <a:gd name="csY0" fmla="*/ 4140860 h 4149826"/>
                <a:gd name="csX1" fmla="*/ 1740781 w 4618520"/>
                <a:gd name="csY1" fmla="*/ 1764392 h 4149826"/>
                <a:gd name="csX2" fmla="*/ 2330962 w 4618520"/>
                <a:gd name="csY2" fmla="*/ 399085 h 4149826"/>
                <a:gd name="csX3" fmla="*/ 4448073 w 4618520"/>
                <a:gd name="csY3" fmla="*/ 107564 h 4149826"/>
                <a:gd name="csX4" fmla="*/ 4131439 w 4618520"/>
                <a:gd name="csY4" fmla="*/ 2004996 h 4149826"/>
                <a:gd name="csX5" fmla="*/ 2644953 w 4618520"/>
                <a:gd name="csY5" fmla="*/ 2555703 h 4149826"/>
                <a:gd name="csX6" fmla="*/ 10635 w 4618520"/>
                <a:gd name="csY6" fmla="*/ 4140860 h 4149826"/>
                <a:gd name="csX0" fmla="*/ 2473 w 4610358"/>
                <a:gd name="csY0" fmla="*/ 4148168 h 4152706"/>
                <a:gd name="csX1" fmla="*/ 2161081 w 4610358"/>
                <a:gd name="csY1" fmla="*/ 2013468 h 4152706"/>
                <a:gd name="csX2" fmla="*/ 2322800 w 4610358"/>
                <a:gd name="csY2" fmla="*/ 406393 h 4152706"/>
                <a:gd name="csX3" fmla="*/ 4439911 w 4610358"/>
                <a:gd name="csY3" fmla="*/ 114872 h 4152706"/>
                <a:gd name="csX4" fmla="*/ 4123277 w 4610358"/>
                <a:gd name="csY4" fmla="*/ 2012304 h 4152706"/>
                <a:gd name="csX5" fmla="*/ 2636791 w 4610358"/>
                <a:gd name="csY5" fmla="*/ 2563011 h 4152706"/>
                <a:gd name="csX6" fmla="*/ 2473 w 4610358"/>
                <a:gd name="csY6" fmla="*/ 4148168 h 4152706"/>
                <a:gd name="csX0" fmla="*/ 400 w 4608285"/>
                <a:gd name="csY0" fmla="*/ 4148168 h 4148397"/>
                <a:gd name="csX1" fmla="*/ 2159008 w 4608285"/>
                <a:gd name="csY1" fmla="*/ 2013468 h 4148397"/>
                <a:gd name="csX2" fmla="*/ 2320727 w 4608285"/>
                <a:gd name="csY2" fmla="*/ 406393 h 4148397"/>
                <a:gd name="csX3" fmla="*/ 4437838 w 4608285"/>
                <a:gd name="csY3" fmla="*/ 114872 h 4148397"/>
                <a:gd name="csX4" fmla="*/ 4121204 w 4608285"/>
                <a:gd name="csY4" fmla="*/ 2012304 h 4148397"/>
                <a:gd name="csX5" fmla="*/ 2346163 w 4608285"/>
                <a:gd name="csY5" fmla="*/ 2149669 h 4148397"/>
                <a:gd name="csX6" fmla="*/ 400 w 4608285"/>
                <a:gd name="csY6" fmla="*/ 4148168 h 4148397"/>
                <a:gd name="csX0" fmla="*/ 400 w 4547161"/>
                <a:gd name="csY0" fmla="*/ 4069645 h 4069874"/>
                <a:gd name="csX1" fmla="*/ 2159008 w 4547161"/>
                <a:gd name="csY1" fmla="*/ 1934945 h 4069874"/>
                <a:gd name="csX2" fmla="*/ 2320727 w 4547161"/>
                <a:gd name="csY2" fmla="*/ 327870 h 4069874"/>
                <a:gd name="csX3" fmla="*/ 4437838 w 4547161"/>
                <a:gd name="csY3" fmla="*/ 36349 h 4069874"/>
                <a:gd name="csX4" fmla="*/ 4121204 w 4547161"/>
                <a:gd name="csY4" fmla="*/ 1933781 h 4069874"/>
                <a:gd name="csX5" fmla="*/ 2346163 w 4547161"/>
                <a:gd name="csY5" fmla="*/ 2071146 h 4069874"/>
                <a:gd name="csX6" fmla="*/ 400 w 4547161"/>
                <a:gd name="csY6" fmla="*/ 4069645 h 4069874"/>
                <a:gd name="csX0" fmla="*/ 536 w 3991476"/>
                <a:gd name="csY0" fmla="*/ 3539321 h 3539632"/>
                <a:gd name="csX1" fmla="*/ 1603323 w 3991476"/>
                <a:gd name="csY1" fmla="*/ 1934945 h 3539632"/>
                <a:gd name="csX2" fmla="*/ 1765042 w 3991476"/>
                <a:gd name="csY2" fmla="*/ 327870 h 3539632"/>
                <a:gd name="csX3" fmla="*/ 3882153 w 3991476"/>
                <a:gd name="csY3" fmla="*/ 36349 h 3539632"/>
                <a:gd name="csX4" fmla="*/ 3565519 w 3991476"/>
                <a:gd name="csY4" fmla="*/ 1933781 h 3539632"/>
                <a:gd name="csX5" fmla="*/ 1790478 w 3991476"/>
                <a:gd name="csY5" fmla="*/ 2071146 h 3539632"/>
                <a:gd name="csX6" fmla="*/ 536 w 3991476"/>
                <a:gd name="csY6" fmla="*/ 3539321 h 3539632"/>
                <a:gd name="csX0" fmla="*/ 527 w 4017318"/>
                <a:gd name="csY0" fmla="*/ 3573908 h 3574212"/>
                <a:gd name="csX1" fmla="*/ 1629165 w 4017318"/>
                <a:gd name="csY1" fmla="*/ 1934945 h 3574212"/>
                <a:gd name="csX2" fmla="*/ 1790884 w 4017318"/>
                <a:gd name="csY2" fmla="*/ 327870 h 3574212"/>
                <a:gd name="csX3" fmla="*/ 3907995 w 4017318"/>
                <a:gd name="csY3" fmla="*/ 36349 h 3574212"/>
                <a:gd name="csX4" fmla="*/ 3591361 w 4017318"/>
                <a:gd name="csY4" fmla="*/ 1933781 h 3574212"/>
                <a:gd name="csX5" fmla="*/ 1816320 w 4017318"/>
                <a:gd name="csY5" fmla="*/ 2071146 h 3574212"/>
                <a:gd name="csX6" fmla="*/ 527 w 4017318"/>
                <a:gd name="csY6" fmla="*/ 3573908 h 3574212"/>
                <a:gd name="csX0" fmla="*/ 3641 w 4020432"/>
                <a:gd name="csY0" fmla="*/ 3573908 h 3577567"/>
                <a:gd name="csX1" fmla="*/ 1632279 w 4020432"/>
                <a:gd name="csY1" fmla="*/ 1934945 h 3577567"/>
                <a:gd name="csX2" fmla="*/ 1793998 w 4020432"/>
                <a:gd name="csY2" fmla="*/ 327870 h 3577567"/>
                <a:gd name="csX3" fmla="*/ 3911109 w 4020432"/>
                <a:gd name="csY3" fmla="*/ 36349 h 3577567"/>
                <a:gd name="csX4" fmla="*/ 3594475 w 4020432"/>
                <a:gd name="csY4" fmla="*/ 1933781 h 3577567"/>
                <a:gd name="csX5" fmla="*/ 1819434 w 4020432"/>
                <a:gd name="csY5" fmla="*/ 2071146 h 3577567"/>
                <a:gd name="csX6" fmla="*/ 3641 w 4020432"/>
                <a:gd name="csY6" fmla="*/ 3573908 h 3577567"/>
                <a:gd name="csX0" fmla="*/ 11923 w 4028714"/>
                <a:gd name="csY0" fmla="*/ 3573908 h 3583559"/>
                <a:gd name="csX1" fmla="*/ 1640561 w 4028714"/>
                <a:gd name="csY1" fmla="*/ 1934945 h 3583559"/>
                <a:gd name="csX2" fmla="*/ 1802280 w 4028714"/>
                <a:gd name="csY2" fmla="*/ 327870 h 3583559"/>
                <a:gd name="csX3" fmla="*/ 3919391 w 4028714"/>
                <a:gd name="csY3" fmla="*/ 36349 h 3583559"/>
                <a:gd name="csX4" fmla="*/ 3602757 w 4028714"/>
                <a:gd name="csY4" fmla="*/ 1933781 h 3583559"/>
                <a:gd name="csX5" fmla="*/ 1827716 w 4028714"/>
                <a:gd name="csY5" fmla="*/ 2071146 h 3583559"/>
                <a:gd name="csX6" fmla="*/ 11923 w 4028714"/>
                <a:gd name="csY6" fmla="*/ 3573908 h 3583559"/>
                <a:gd name="csX0" fmla="*/ 1130 w 4017921"/>
                <a:gd name="csY0" fmla="*/ 3573908 h 3577714"/>
                <a:gd name="csX1" fmla="*/ 1629768 w 4017921"/>
                <a:gd name="csY1" fmla="*/ 1934945 h 3577714"/>
                <a:gd name="csX2" fmla="*/ 1791487 w 4017921"/>
                <a:gd name="csY2" fmla="*/ 327870 h 3577714"/>
                <a:gd name="csX3" fmla="*/ 3908598 w 4017921"/>
                <a:gd name="csY3" fmla="*/ 36349 h 3577714"/>
                <a:gd name="csX4" fmla="*/ 3591964 w 4017921"/>
                <a:gd name="csY4" fmla="*/ 1933781 h 3577714"/>
                <a:gd name="csX5" fmla="*/ 1906115 w 4017921"/>
                <a:gd name="csY5" fmla="*/ 2373434 h 3577714"/>
                <a:gd name="csX6" fmla="*/ 1130 w 4017921"/>
                <a:gd name="csY6" fmla="*/ 3573908 h 3577714"/>
                <a:gd name="csX0" fmla="*/ 434 w 4017225"/>
                <a:gd name="csY0" fmla="*/ 3573908 h 3574428"/>
                <a:gd name="csX1" fmla="*/ 1629072 w 4017225"/>
                <a:gd name="csY1" fmla="*/ 1934945 h 3574428"/>
                <a:gd name="csX2" fmla="*/ 1790791 w 4017225"/>
                <a:gd name="csY2" fmla="*/ 327870 h 3574428"/>
                <a:gd name="csX3" fmla="*/ 3907902 w 4017225"/>
                <a:gd name="csY3" fmla="*/ 36349 h 3574428"/>
                <a:gd name="csX4" fmla="*/ 3591268 w 4017225"/>
                <a:gd name="csY4" fmla="*/ 1933781 h 3574428"/>
                <a:gd name="csX5" fmla="*/ 1798394 w 4017225"/>
                <a:gd name="csY5" fmla="*/ 2110926 h 3574428"/>
                <a:gd name="csX6" fmla="*/ 434 w 4017225"/>
                <a:gd name="csY6" fmla="*/ 3573908 h 3574428"/>
                <a:gd name="csX0" fmla="*/ 434 w 4017225"/>
                <a:gd name="csY0" fmla="*/ 3573908 h 3574310"/>
                <a:gd name="csX1" fmla="*/ 1629072 w 4017225"/>
                <a:gd name="csY1" fmla="*/ 1934945 h 3574310"/>
                <a:gd name="csX2" fmla="*/ 1790791 w 4017225"/>
                <a:gd name="csY2" fmla="*/ 327870 h 3574310"/>
                <a:gd name="csX3" fmla="*/ 3907902 w 4017225"/>
                <a:gd name="csY3" fmla="*/ 36349 h 3574310"/>
                <a:gd name="csX4" fmla="*/ 3591268 w 4017225"/>
                <a:gd name="csY4" fmla="*/ 1933781 h 3574310"/>
                <a:gd name="csX5" fmla="*/ 1798394 w 4017225"/>
                <a:gd name="csY5" fmla="*/ 2110926 h 3574310"/>
                <a:gd name="csX6" fmla="*/ 434 w 4017225"/>
                <a:gd name="csY6" fmla="*/ 3573908 h 3574310"/>
                <a:gd name="csX0" fmla="*/ 434 w 4017225"/>
                <a:gd name="csY0" fmla="*/ 3573908 h 3576627"/>
                <a:gd name="csX1" fmla="*/ 1629072 w 4017225"/>
                <a:gd name="csY1" fmla="*/ 1934945 h 3576627"/>
                <a:gd name="csX2" fmla="*/ 1790791 w 4017225"/>
                <a:gd name="csY2" fmla="*/ 327870 h 3576627"/>
                <a:gd name="csX3" fmla="*/ 3907902 w 4017225"/>
                <a:gd name="csY3" fmla="*/ 36349 h 3576627"/>
                <a:gd name="csX4" fmla="*/ 3591268 w 4017225"/>
                <a:gd name="csY4" fmla="*/ 1933781 h 3576627"/>
                <a:gd name="csX5" fmla="*/ 1798395 w 4017225"/>
                <a:gd name="csY5" fmla="*/ 2365482 h 3576627"/>
                <a:gd name="csX6" fmla="*/ 434 w 4017225"/>
                <a:gd name="csY6" fmla="*/ 3573908 h 3576627"/>
                <a:gd name="csX0" fmla="*/ 434 w 4017225"/>
                <a:gd name="csY0" fmla="*/ 3573908 h 3576355"/>
                <a:gd name="csX1" fmla="*/ 1629072 w 4017225"/>
                <a:gd name="csY1" fmla="*/ 1934945 h 3576355"/>
                <a:gd name="csX2" fmla="*/ 1790791 w 4017225"/>
                <a:gd name="csY2" fmla="*/ 327870 h 3576355"/>
                <a:gd name="csX3" fmla="*/ 3907902 w 4017225"/>
                <a:gd name="csY3" fmla="*/ 36349 h 3576355"/>
                <a:gd name="csX4" fmla="*/ 3591268 w 4017225"/>
                <a:gd name="csY4" fmla="*/ 1933781 h 3576355"/>
                <a:gd name="csX5" fmla="*/ 1798395 w 4017225"/>
                <a:gd name="csY5" fmla="*/ 2365482 h 3576355"/>
                <a:gd name="csX6" fmla="*/ 434 w 4017225"/>
                <a:gd name="csY6" fmla="*/ 3573908 h 3576355"/>
                <a:gd name="csX0" fmla="*/ 434 w 4017225"/>
                <a:gd name="csY0" fmla="*/ 3573908 h 3583502"/>
                <a:gd name="csX1" fmla="*/ 1629072 w 4017225"/>
                <a:gd name="csY1" fmla="*/ 1934945 h 3583502"/>
                <a:gd name="csX2" fmla="*/ 1790791 w 4017225"/>
                <a:gd name="csY2" fmla="*/ 327870 h 3583502"/>
                <a:gd name="csX3" fmla="*/ 3907902 w 4017225"/>
                <a:gd name="csY3" fmla="*/ 36349 h 3583502"/>
                <a:gd name="csX4" fmla="*/ 3591268 w 4017225"/>
                <a:gd name="csY4" fmla="*/ 1933781 h 3583502"/>
                <a:gd name="csX5" fmla="*/ 1798396 w 4017225"/>
                <a:gd name="csY5" fmla="*/ 2715497 h 3583502"/>
                <a:gd name="csX6" fmla="*/ 434 w 4017225"/>
                <a:gd name="csY6" fmla="*/ 3573908 h 3583502"/>
                <a:gd name="csX0" fmla="*/ 20204 w 4036995"/>
                <a:gd name="csY0" fmla="*/ 3574326 h 3583563"/>
                <a:gd name="csX1" fmla="*/ 908564 w 4036995"/>
                <a:gd name="csY1" fmla="*/ 1951275 h 3583563"/>
                <a:gd name="csX2" fmla="*/ 1810561 w 4036995"/>
                <a:gd name="csY2" fmla="*/ 328288 h 3583563"/>
                <a:gd name="csX3" fmla="*/ 3927672 w 4036995"/>
                <a:gd name="csY3" fmla="*/ 36767 h 3583563"/>
                <a:gd name="csX4" fmla="*/ 3611038 w 4036995"/>
                <a:gd name="csY4" fmla="*/ 1934199 h 3583563"/>
                <a:gd name="csX5" fmla="*/ 1818166 w 4036995"/>
                <a:gd name="csY5" fmla="*/ 2715915 h 3583563"/>
                <a:gd name="csX6" fmla="*/ 20204 w 4036995"/>
                <a:gd name="csY6" fmla="*/ 3574326 h 3583563"/>
                <a:gd name="csX0" fmla="*/ 12549 w 4029340"/>
                <a:gd name="csY0" fmla="*/ 3574326 h 3583563"/>
                <a:gd name="csX1" fmla="*/ 900909 w 4029340"/>
                <a:gd name="csY1" fmla="*/ 1951275 h 3583563"/>
                <a:gd name="csX2" fmla="*/ 1802906 w 4029340"/>
                <a:gd name="csY2" fmla="*/ 328288 h 3583563"/>
                <a:gd name="csX3" fmla="*/ 3920017 w 4029340"/>
                <a:gd name="csY3" fmla="*/ 36767 h 3583563"/>
                <a:gd name="csX4" fmla="*/ 3603383 w 4029340"/>
                <a:gd name="csY4" fmla="*/ 1934199 h 3583563"/>
                <a:gd name="csX5" fmla="*/ 1810511 w 4029340"/>
                <a:gd name="csY5" fmla="*/ 2715915 h 3583563"/>
                <a:gd name="csX6" fmla="*/ 12549 w 4029340"/>
                <a:gd name="csY6" fmla="*/ 3574326 h 3583563"/>
                <a:gd name="csX0" fmla="*/ 2018 w 4018809"/>
                <a:gd name="csY0" fmla="*/ 3573908 h 3583502"/>
                <a:gd name="csX1" fmla="*/ 1389840 w 4018809"/>
                <a:gd name="csY1" fmla="*/ 1934947 h 3583502"/>
                <a:gd name="csX2" fmla="*/ 1792375 w 4018809"/>
                <a:gd name="csY2" fmla="*/ 327870 h 3583502"/>
                <a:gd name="csX3" fmla="*/ 3909486 w 4018809"/>
                <a:gd name="csY3" fmla="*/ 36349 h 3583502"/>
                <a:gd name="csX4" fmla="*/ 3592852 w 4018809"/>
                <a:gd name="csY4" fmla="*/ 1933781 h 3583502"/>
                <a:gd name="csX5" fmla="*/ 1799980 w 4018809"/>
                <a:gd name="csY5" fmla="*/ 2715497 h 3583502"/>
                <a:gd name="csX6" fmla="*/ 2018 w 4018809"/>
                <a:gd name="csY6" fmla="*/ 3573908 h 3583502"/>
                <a:gd name="csX0" fmla="*/ 2018 w 4018809"/>
                <a:gd name="csY0" fmla="*/ 3573908 h 3575401"/>
                <a:gd name="csX1" fmla="*/ 1389840 w 4018809"/>
                <a:gd name="csY1" fmla="*/ 1934947 h 3575401"/>
                <a:gd name="csX2" fmla="*/ 1792375 w 4018809"/>
                <a:gd name="csY2" fmla="*/ 327870 h 3575401"/>
                <a:gd name="csX3" fmla="*/ 3909486 w 4018809"/>
                <a:gd name="csY3" fmla="*/ 36349 h 3575401"/>
                <a:gd name="csX4" fmla="*/ 3592852 w 4018809"/>
                <a:gd name="csY4" fmla="*/ 1933781 h 3575401"/>
                <a:gd name="csX5" fmla="*/ 1799983 w 4018809"/>
                <a:gd name="csY5" fmla="*/ 2277981 h 3575401"/>
                <a:gd name="csX6" fmla="*/ 2018 w 4018809"/>
                <a:gd name="csY6" fmla="*/ 3573908 h 3575401"/>
                <a:gd name="csX0" fmla="*/ 2279 w 4019070"/>
                <a:gd name="csY0" fmla="*/ 3573908 h 3576883"/>
                <a:gd name="csX1" fmla="*/ 1390101 w 4019070"/>
                <a:gd name="csY1" fmla="*/ 1934947 h 3576883"/>
                <a:gd name="csX2" fmla="*/ 1792636 w 4019070"/>
                <a:gd name="csY2" fmla="*/ 327870 h 3576883"/>
                <a:gd name="csX3" fmla="*/ 3909747 w 4019070"/>
                <a:gd name="csY3" fmla="*/ 36349 h 3576883"/>
                <a:gd name="csX4" fmla="*/ 3593113 w 4019070"/>
                <a:gd name="csY4" fmla="*/ 1933781 h 3576883"/>
                <a:gd name="csX5" fmla="*/ 1827004 w 4019070"/>
                <a:gd name="csY5" fmla="*/ 2405261 h 3576883"/>
                <a:gd name="csX6" fmla="*/ 2279 w 4019070"/>
                <a:gd name="csY6" fmla="*/ 3573908 h 3576883"/>
                <a:gd name="csX0" fmla="*/ 3304 w 4020095"/>
                <a:gd name="csY0" fmla="*/ 3573700 h 3576772"/>
                <a:gd name="csX1" fmla="*/ 1310858 w 4020095"/>
                <a:gd name="csY1" fmla="*/ 1926786 h 3576772"/>
                <a:gd name="csX2" fmla="*/ 1793661 w 4020095"/>
                <a:gd name="csY2" fmla="*/ 327662 h 3576772"/>
                <a:gd name="csX3" fmla="*/ 3910772 w 4020095"/>
                <a:gd name="csY3" fmla="*/ 36141 h 3576772"/>
                <a:gd name="csX4" fmla="*/ 3594138 w 4020095"/>
                <a:gd name="csY4" fmla="*/ 1933573 h 3576772"/>
                <a:gd name="csX5" fmla="*/ 1828029 w 4020095"/>
                <a:gd name="csY5" fmla="*/ 2405053 h 3576772"/>
                <a:gd name="csX6" fmla="*/ 3304 w 4020095"/>
                <a:gd name="csY6" fmla="*/ 3573700 h 3576772"/>
                <a:gd name="csX0" fmla="*/ 3254 w 4020045"/>
                <a:gd name="csY0" fmla="*/ 3573700 h 3576772"/>
                <a:gd name="csX1" fmla="*/ 1310808 w 4020045"/>
                <a:gd name="csY1" fmla="*/ 1926786 h 3576772"/>
                <a:gd name="csX2" fmla="*/ 1793611 w 4020045"/>
                <a:gd name="csY2" fmla="*/ 327662 h 3576772"/>
                <a:gd name="csX3" fmla="*/ 3910722 w 4020045"/>
                <a:gd name="csY3" fmla="*/ 36141 h 3576772"/>
                <a:gd name="csX4" fmla="*/ 3594088 w 4020045"/>
                <a:gd name="csY4" fmla="*/ 1933573 h 3576772"/>
                <a:gd name="csX5" fmla="*/ 1827979 w 4020045"/>
                <a:gd name="csY5" fmla="*/ 2405053 h 3576772"/>
                <a:gd name="csX6" fmla="*/ 3254 w 4020045"/>
                <a:gd name="csY6" fmla="*/ 3573700 h 35767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020045" h="3576772">
                  <a:moveTo>
                    <a:pt x="3254" y="3573700"/>
                  </a:moveTo>
                  <a:cubicBezTo>
                    <a:pt x="-82941" y="3493989"/>
                    <a:pt x="1574310" y="2340515"/>
                    <a:pt x="1310808" y="1926786"/>
                  </a:cubicBezTo>
                  <a:cubicBezTo>
                    <a:pt x="1047306" y="1513057"/>
                    <a:pt x="1360292" y="642769"/>
                    <a:pt x="1793611" y="327662"/>
                  </a:cubicBezTo>
                  <a:cubicBezTo>
                    <a:pt x="2226930" y="12555"/>
                    <a:pt x="3750548" y="-52136"/>
                    <a:pt x="3910722" y="36141"/>
                  </a:cubicBezTo>
                  <a:cubicBezTo>
                    <a:pt x="4070896" y="124418"/>
                    <a:pt x="4120351" y="1358027"/>
                    <a:pt x="3594088" y="1933573"/>
                  </a:cubicBezTo>
                  <a:cubicBezTo>
                    <a:pt x="3171099" y="2391895"/>
                    <a:pt x="2301583" y="2656718"/>
                    <a:pt x="1827979" y="2405053"/>
                  </a:cubicBezTo>
                  <a:cubicBezTo>
                    <a:pt x="1354375" y="2153388"/>
                    <a:pt x="89449" y="3653411"/>
                    <a:pt x="3254" y="3573700"/>
                  </a:cubicBez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8" name="Freeform 1037">
              <a:extLst>
                <a:ext uri="{FF2B5EF4-FFF2-40B4-BE49-F238E27FC236}">
                  <a16:creationId xmlns:a16="http://schemas.microsoft.com/office/drawing/2014/main" id="{E19F70BC-AFAE-01D7-086F-BF7F7B0F99FF}"/>
                </a:ext>
              </a:extLst>
            </p:cNvPr>
            <p:cNvSpPr/>
            <p:nvPr userDrawn="1"/>
          </p:nvSpPr>
          <p:spPr>
            <a:xfrm rot="16200000">
              <a:off x="7724494" y="2778188"/>
              <a:ext cx="2615866" cy="2682273"/>
            </a:xfrm>
            <a:custGeom>
              <a:avLst/>
              <a:gdLst>
                <a:gd name="csX0" fmla="*/ 1893 w 3484511"/>
                <a:gd name="csY0" fmla="*/ 3509215 h 3511799"/>
                <a:gd name="csX1" fmla="*/ 1514170 w 3484511"/>
                <a:gd name="csY1" fmla="*/ 1703861 h 3511799"/>
                <a:gd name="csX2" fmla="*/ 2029985 w 3484511"/>
                <a:gd name="csY2" fmla="*/ 226753 h 3511799"/>
                <a:gd name="csX3" fmla="*/ 3378139 w 3484511"/>
                <a:gd name="csY3" fmla="*/ 144692 h 3511799"/>
                <a:gd name="csX4" fmla="*/ 3225739 w 3484511"/>
                <a:gd name="csY4" fmla="*/ 1586630 h 3511799"/>
                <a:gd name="csX5" fmla="*/ 1854139 w 3484511"/>
                <a:gd name="csY5" fmla="*/ 2090723 h 3511799"/>
                <a:gd name="csX6" fmla="*/ 1893 w 3484511"/>
                <a:gd name="csY6" fmla="*/ 3509215 h 3511799"/>
                <a:gd name="csX0" fmla="*/ 1352 w 4094215"/>
                <a:gd name="csY0" fmla="*/ 4103738 h 4105568"/>
                <a:gd name="csX1" fmla="*/ 2123874 w 4094215"/>
                <a:gd name="csY1" fmla="*/ 1703861 h 4105568"/>
                <a:gd name="csX2" fmla="*/ 2639689 w 4094215"/>
                <a:gd name="csY2" fmla="*/ 226753 h 4105568"/>
                <a:gd name="csX3" fmla="*/ 3987843 w 4094215"/>
                <a:gd name="csY3" fmla="*/ 144692 h 4105568"/>
                <a:gd name="csX4" fmla="*/ 3835443 w 4094215"/>
                <a:gd name="csY4" fmla="*/ 1586630 h 4105568"/>
                <a:gd name="csX5" fmla="*/ 2463843 w 4094215"/>
                <a:gd name="csY5" fmla="*/ 2090723 h 4105568"/>
                <a:gd name="csX6" fmla="*/ 1352 w 4094215"/>
                <a:gd name="csY6" fmla="*/ 4103738 h 4105568"/>
                <a:gd name="csX0" fmla="*/ 1978 w 4094841"/>
                <a:gd name="csY0" fmla="*/ 4101966 h 4104114"/>
                <a:gd name="csX1" fmla="*/ 2058783 w 4094841"/>
                <a:gd name="csY1" fmla="*/ 1668597 h 4104114"/>
                <a:gd name="csX2" fmla="*/ 2640315 w 4094841"/>
                <a:gd name="csY2" fmla="*/ 224981 h 4104114"/>
                <a:gd name="csX3" fmla="*/ 3988469 w 4094841"/>
                <a:gd name="csY3" fmla="*/ 142920 h 4104114"/>
                <a:gd name="csX4" fmla="*/ 3836069 w 4094841"/>
                <a:gd name="csY4" fmla="*/ 1584858 h 4104114"/>
                <a:gd name="csX5" fmla="*/ 2464469 w 4094841"/>
                <a:gd name="csY5" fmla="*/ 2088951 h 4104114"/>
                <a:gd name="csX6" fmla="*/ 1978 w 4094841"/>
                <a:gd name="csY6" fmla="*/ 4101966 h 4104114"/>
                <a:gd name="csX0" fmla="*/ 1943 w 4132359"/>
                <a:gd name="csY0" fmla="*/ 3750277 h 3752868"/>
                <a:gd name="csX1" fmla="*/ 2096301 w 4132359"/>
                <a:gd name="csY1" fmla="*/ 1668597 h 3752868"/>
                <a:gd name="csX2" fmla="*/ 2677833 w 4132359"/>
                <a:gd name="csY2" fmla="*/ 224981 h 3752868"/>
                <a:gd name="csX3" fmla="*/ 4025987 w 4132359"/>
                <a:gd name="csY3" fmla="*/ 142920 h 3752868"/>
                <a:gd name="csX4" fmla="*/ 3873587 w 4132359"/>
                <a:gd name="csY4" fmla="*/ 1584858 h 3752868"/>
                <a:gd name="csX5" fmla="*/ 2501987 w 4132359"/>
                <a:gd name="csY5" fmla="*/ 2088951 h 3752868"/>
                <a:gd name="csX6" fmla="*/ 1943 w 4132359"/>
                <a:gd name="csY6" fmla="*/ 3750277 h 3752868"/>
                <a:gd name="csX0" fmla="*/ 7123 w 4137539"/>
                <a:gd name="csY0" fmla="*/ 3776554 h 3776601"/>
                <a:gd name="csX1" fmla="*/ 1782278 w 4137539"/>
                <a:gd name="csY1" fmla="*/ 2163796 h 3776601"/>
                <a:gd name="csX2" fmla="*/ 2683013 w 4137539"/>
                <a:gd name="csY2" fmla="*/ 251258 h 3776601"/>
                <a:gd name="csX3" fmla="*/ 4031167 w 4137539"/>
                <a:gd name="csY3" fmla="*/ 169197 h 3776601"/>
                <a:gd name="csX4" fmla="*/ 3878767 w 4137539"/>
                <a:gd name="csY4" fmla="*/ 1611135 h 3776601"/>
                <a:gd name="csX5" fmla="*/ 2507167 w 4137539"/>
                <a:gd name="csY5" fmla="*/ 2115228 h 3776601"/>
                <a:gd name="csX6" fmla="*/ 7123 w 4137539"/>
                <a:gd name="csY6" fmla="*/ 3776554 h 3776601"/>
                <a:gd name="csX0" fmla="*/ 25 w 4130441"/>
                <a:gd name="csY0" fmla="*/ 3776554 h 3776586"/>
                <a:gd name="csX1" fmla="*/ 1775180 w 4130441"/>
                <a:gd name="csY1" fmla="*/ 2163796 h 3776586"/>
                <a:gd name="csX2" fmla="*/ 2675915 w 4130441"/>
                <a:gd name="csY2" fmla="*/ 251258 h 3776586"/>
                <a:gd name="csX3" fmla="*/ 4024069 w 4130441"/>
                <a:gd name="csY3" fmla="*/ 169197 h 3776586"/>
                <a:gd name="csX4" fmla="*/ 3871669 w 4130441"/>
                <a:gd name="csY4" fmla="*/ 1611135 h 3776586"/>
                <a:gd name="csX5" fmla="*/ 1814719 w 4130441"/>
                <a:gd name="csY5" fmla="*/ 2207339 h 3776586"/>
                <a:gd name="csX6" fmla="*/ 25 w 4130441"/>
                <a:gd name="csY6" fmla="*/ 3776554 h 3776586"/>
                <a:gd name="csX0" fmla="*/ 25 w 4130441"/>
                <a:gd name="csY0" fmla="*/ 3776554 h 3776589"/>
                <a:gd name="csX1" fmla="*/ 1775180 w 4130441"/>
                <a:gd name="csY1" fmla="*/ 2163796 h 3776589"/>
                <a:gd name="csX2" fmla="*/ 2675915 w 4130441"/>
                <a:gd name="csY2" fmla="*/ 251258 h 3776589"/>
                <a:gd name="csX3" fmla="*/ 4024069 w 4130441"/>
                <a:gd name="csY3" fmla="*/ 169197 h 3776589"/>
                <a:gd name="csX4" fmla="*/ 3871669 w 4130441"/>
                <a:gd name="csY4" fmla="*/ 1611135 h 3776589"/>
                <a:gd name="csX5" fmla="*/ 1814719 w 4130441"/>
                <a:gd name="csY5" fmla="*/ 2207339 h 3776589"/>
                <a:gd name="csX6" fmla="*/ 25 w 4130441"/>
                <a:gd name="csY6" fmla="*/ 3776554 h 3776589"/>
                <a:gd name="csX0" fmla="*/ 25 w 3957457"/>
                <a:gd name="csY0" fmla="*/ 3611866 h 3611901"/>
                <a:gd name="csX1" fmla="*/ 1775180 w 3957457"/>
                <a:gd name="csY1" fmla="*/ 1999108 h 3611901"/>
                <a:gd name="csX2" fmla="*/ 2675915 w 3957457"/>
                <a:gd name="csY2" fmla="*/ 86570 h 3611901"/>
                <a:gd name="csX3" fmla="*/ 3554650 w 3957457"/>
                <a:gd name="csY3" fmla="*/ 439934 h 3611901"/>
                <a:gd name="csX4" fmla="*/ 3871669 w 3957457"/>
                <a:gd name="csY4" fmla="*/ 1446447 h 3611901"/>
                <a:gd name="csX5" fmla="*/ 1814719 w 3957457"/>
                <a:gd name="csY5" fmla="*/ 2042651 h 3611901"/>
                <a:gd name="csX6" fmla="*/ 25 w 3957457"/>
                <a:gd name="csY6" fmla="*/ 3611866 h 3611901"/>
                <a:gd name="csX0" fmla="*/ 25 w 3957253"/>
                <a:gd name="csY0" fmla="*/ 3368639 h 3368674"/>
                <a:gd name="csX1" fmla="*/ 1775180 w 3957253"/>
                <a:gd name="csY1" fmla="*/ 1755881 h 3368674"/>
                <a:gd name="csX2" fmla="*/ 2685304 w 3957253"/>
                <a:gd name="csY2" fmla="*/ 144791 h 3368674"/>
                <a:gd name="csX3" fmla="*/ 3554650 w 3957253"/>
                <a:gd name="csY3" fmla="*/ 196707 h 3368674"/>
                <a:gd name="csX4" fmla="*/ 3871669 w 3957253"/>
                <a:gd name="csY4" fmla="*/ 1203220 h 3368674"/>
                <a:gd name="csX5" fmla="*/ 1814719 w 3957253"/>
                <a:gd name="csY5" fmla="*/ 1799424 h 3368674"/>
                <a:gd name="csX6" fmla="*/ 25 w 3957253"/>
                <a:gd name="csY6" fmla="*/ 3368639 h 3368674"/>
                <a:gd name="csX0" fmla="*/ 25 w 3705517"/>
                <a:gd name="csY0" fmla="*/ 3358570 h 3358603"/>
                <a:gd name="csX1" fmla="*/ 1775180 w 3705517"/>
                <a:gd name="csY1" fmla="*/ 1745812 h 3358603"/>
                <a:gd name="csX2" fmla="*/ 2685304 w 3705517"/>
                <a:gd name="csY2" fmla="*/ 134722 h 3358603"/>
                <a:gd name="csX3" fmla="*/ 3554650 w 3705517"/>
                <a:gd name="csY3" fmla="*/ 186638 h 3358603"/>
                <a:gd name="csX4" fmla="*/ 3552464 w 3705517"/>
                <a:gd name="csY4" fmla="*/ 975438 h 3358603"/>
                <a:gd name="csX5" fmla="*/ 1814719 w 3705517"/>
                <a:gd name="csY5" fmla="*/ 1789355 h 3358603"/>
                <a:gd name="csX6" fmla="*/ 25 w 3705517"/>
                <a:gd name="csY6" fmla="*/ 3358570 h 3358603"/>
                <a:gd name="csX0" fmla="*/ 2290 w 3707782"/>
                <a:gd name="csY0" fmla="*/ 3305196 h 3314287"/>
                <a:gd name="csX1" fmla="*/ 2199921 w 3707782"/>
                <a:gd name="csY1" fmla="*/ 955568 h 3314287"/>
                <a:gd name="csX2" fmla="*/ 2687569 w 3707782"/>
                <a:gd name="csY2" fmla="*/ 81348 h 3314287"/>
                <a:gd name="csX3" fmla="*/ 3556915 w 3707782"/>
                <a:gd name="csY3" fmla="*/ 133264 h 3314287"/>
                <a:gd name="csX4" fmla="*/ 3554729 w 3707782"/>
                <a:gd name="csY4" fmla="*/ 922064 h 3314287"/>
                <a:gd name="csX5" fmla="*/ 1816984 w 3707782"/>
                <a:gd name="csY5" fmla="*/ 1735981 h 3314287"/>
                <a:gd name="csX6" fmla="*/ 2290 w 3707782"/>
                <a:gd name="csY6" fmla="*/ 3305196 h 3314287"/>
                <a:gd name="csX0" fmla="*/ 377 w 3705869"/>
                <a:gd name="csY0" fmla="*/ 3305196 h 3313168"/>
                <a:gd name="csX1" fmla="*/ 2198008 w 3705869"/>
                <a:gd name="csY1" fmla="*/ 955568 h 3313168"/>
                <a:gd name="csX2" fmla="*/ 2685656 w 3705869"/>
                <a:gd name="csY2" fmla="*/ 81348 h 3313168"/>
                <a:gd name="csX3" fmla="*/ 3555002 w 3705869"/>
                <a:gd name="csY3" fmla="*/ 133264 h 3313168"/>
                <a:gd name="csX4" fmla="*/ 3552816 w 3705869"/>
                <a:gd name="csY4" fmla="*/ 922064 h 3313168"/>
                <a:gd name="csX5" fmla="*/ 2378375 w 3705869"/>
                <a:gd name="csY5" fmla="*/ 1694113 h 3313168"/>
                <a:gd name="csX6" fmla="*/ 377 w 3705869"/>
                <a:gd name="csY6" fmla="*/ 3305196 h 3313168"/>
                <a:gd name="csX0" fmla="*/ 377 w 3705869"/>
                <a:gd name="csY0" fmla="*/ 3305196 h 3311216"/>
                <a:gd name="csX1" fmla="*/ 2198008 w 3705869"/>
                <a:gd name="csY1" fmla="*/ 955568 h 3311216"/>
                <a:gd name="csX2" fmla="*/ 2685656 w 3705869"/>
                <a:gd name="csY2" fmla="*/ 81348 h 3311216"/>
                <a:gd name="csX3" fmla="*/ 3555002 w 3705869"/>
                <a:gd name="csY3" fmla="*/ 133264 h 3311216"/>
                <a:gd name="csX4" fmla="*/ 3552816 w 3705869"/>
                <a:gd name="csY4" fmla="*/ 922064 h 3311216"/>
                <a:gd name="csX5" fmla="*/ 2378375 w 3705869"/>
                <a:gd name="csY5" fmla="*/ 1694113 h 3311216"/>
                <a:gd name="csX6" fmla="*/ 377 w 3705869"/>
                <a:gd name="csY6" fmla="*/ 3305196 h 3311216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31250"/>
                <a:gd name="csY0" fmla="*/ 3306034 h 3313991"/>
                <a:gd name="csX1" fmla="*/ 2198008 w 4431250"/>
                <a:gd name="csY1" fmla="*/ 956406 h 3313991"/>
                <a:gd name="csX2" fmla="*/ 2685656 w 4431250"/>
                <a:gd name="csY2" fmla="*/ 82186 h 3313991"/>
                <a:gd name="csX3" fmla="*/ 3555002 w 4431250"/>
                <a:gd name="csY3" fmla="*/ 134102 h 3313991"/>
                <a:gd name="csX4" fmla="*/ 4425936 w 4431250"/>
                <a:gd name="csY4" fmla="*/ 939649 h 3313991"/>
                <a:gd name="csX5" fmla="*/ 2378375 w 4431250"/>
                <a:gd name="csY5" fmla="*/ 1694951 h 3313991"/>
                <a:gd name="csX6" fmla="*/ 377 w 4431250"/>
                <a:gd name="csY6" fmla="*/ 3306034 h 3313991"/>
                <a:gd name="csX0" fmla="*/ 377 w 4425936"/>
                <a:gd name="csY0" fmla="*/ 3306034 h 3313991"/>
                <a:gd name="csX1" fmla="*/ 2198008 w 4425936"/>
                <a:gd name="csY1" fmla="*/ 956406 h 3313991"/>
                <a:gd name="csX2" fmla="*/ 2685656 w 4425936"/>
                <a:gd name="csY2" fmla="*/ 82186 h 3313991"/>
                <a:gd name="csX3" fmla="*/ 3555002 w 4425936"/>
                <a:gd name="csY3" fmla="*/ 134102 h 3313991"/>
                <a:gd name="csX4" fmla="*/ 4425936 w 4425936"/>
                <a:gd name="csY4" fmla="*/ 939649 h 3313991"/>
                <a:gd name="csX5" fmla="*/ 2378375 w 4425936"/>
                <a:gd name="csY5" fmla="*/ 1694951 h 3313991"/>
                <a:gd name="csX6" fmla="*/ 377 w 4425936"/>
                <a:gd name="csY6" fmla="*/ 3306034 h 3313991"/>
                <a:gd name="csX0" fmla="*/ 377 w 4472878"/>
                <a:gd name="csY0" fmla="*/ 3303952 h 3311947"/>
                <a:gd name="csX1" fmla="*/ 2198008 w 4472878"/>
                <a:gd name="csY1" fmla="*/ 954324 h 3311947"/>
                <a:gd name="csX2" fmla="*/ 2685656 w 4472878"/>
                <a:gd name="csY2" fmla="*/ 80104 h 3311947"/>
                <a:gd name="csX3" fmla="*/ 3555002 w 4472878"/>
                <a:gd name="csY3" fmla="*/ 132020 h 3311947"/>
                <a:gd name="csX4" fmla="*/ 4472878 w 4472878"/>
                <a:gd name="csY4" fmla="*/ 895700 h 3311947"/>
                <a:gd name="csX5" fmla="*/ 2378375 w 4472878"/>
                <a:gd name="csY5" fmla="*/ 1692869 h 3311947"/>
                <a:gd name="csX6" fmla="*/ 377 w 4472878"/>
                <a:gd name="csY6" fmla="*/ 3303952 h 3311947"/>
                <a:gd name="csX0" fmla="*/ 377 w 4472878"/>
                <a:gd name="csY0" fmla="*/ 3489034 h 3497029"/>
                <a:gd name="csX1" fmla="*/ 2198008 w 4472878"/>
                <a:gd name="csY1" fmla="*/ 1139406 h 3497029"/>
                <a:gd name="csX2" fmla="*/ 2685656 w 4472878"/>
                <a:gd name="csY2" fmla="*/ 265186 h 3497029"/>
                <a:gd name="csX3" fmla="*/ 3742770 w 4472878"/>
                <a:gd name="csY3" fmla="*/ 49148 h 3497029"/>
                <a:gd name="csX4" fmla="*/ 4472878 w 4472878"/>
                <a:gd name="csY4" fmla="*/ 1080782 h 3497029"/>
                <a:gd name="csX5" fmla="*/ 2378375 w 4472878"/>
                <a:gd name="csY5" fmla="*/ 1877951 h 3497029"/>
                <a:gd name="csX6" fmla="*/ 377 w 4472878"/>
                <a:gd name="csY6" fmla="*/ 3489034 h 3497029"/>
                <a:gd name="csX0" fmla="*/ 377 w 4482266"/>
                <a:gd name="csY0" fmla="*/ 3489034 h 3497029"/>
                <a:gd name="csX1" fmla="*/ 2198008 w 4482266"/>
                <a:gd name="csY1" fmla="*/ 1139406 h 3497029"/>
                <a:gd name="csX2" fmla="*/ 2685656 w 4482266"/>
                <a:gd name="csY2" fmla="*/ 265186 h 3497029"/>
                <a:gd name="csX3" fmla="*/ 3742770 w 4482266"/>
                <a:gd name="csY3" fmla="*/ 49148 h 3497029"/>
                <a:gd name="csX4" fmla="*/ 4482266 w 4482266"/>
                <a:gd name="csY4" fmla="*/ 1080782 h 3497029"/>
                <a:gd name="csX5" fmla="*/ 2378375 w 4482266"/>
                <a:gd name="csY5" fmla="*/ 1877951 h 3497029"/>
                <a:gd name="csX6" fmla="*/ 377 w 4482266"/>
                <a:gd name="csY6" fmla="*/ 3489034 h 3497029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10188 w 4492077"/>
                <a:gd name="csY0" fmla="*/ 3488052 h 3497366"/>
                <a:gd name="csX1" fmla="*/ 1804118 w 4492077"/>
                <a:gd name="csY1" fmla="*/ 1096559 h 3497366"/>
                <a:gd name="csX2" fmla="*/ 2695467 w 4492077"/>
                <a:gd name="csY2" fmla="*/ 264204 h 3497366"/>
                <a:gd name="csX3" fmla="*/ 3752581 w 4492077"/>
                <a:gd name="csY3" fmla="*/ 48166 h 3497366"/>
                <a:gd name="csX4" fmla="*/ 4492077 w 4492077"/>
                <a:gd name="csY4" fmla="*/ 1079800 h 3497366"/>
                <a:gd name="csX5" fmla="*/ 2688616 w 4492077"/>
                <a:gd name="csY5" fmla="*/ 1893718 h 3497366"/>
                <a:gd name="csX6" fmla="*/ 10188 w 4492077"/>
                <a:gd name="csY6" fmla="*/ 3488052 h 3497366"/>
                <a:gd name="csX0" fmla="*/ 10188 w 4492077"/>
                <a:gd name="csY0" fmla="*/ 3488052 h 3500595"/>
                <a:gd name="csX1" fmla="*/ 1804118 w 4492077"/>
                <a:gd name="csY1" fmla="*/ 1096559 h 3500595"/>
                <a:gd name="csX2" fmla="*/ 2695467 w 4492077"/>
                <a:gd name="csY2" fmla="*/ 264204 h 3500595"/>
                <a:gd name="csX3" fmla="*/ 3752581 w 4492077"/>
                <a:gd name="csY3" fmla="*/ 48166 h 3500595"/>
                <a:gd name="csX4" fmla="*/ 4492077 w 4492077"/>
                <a:gd name="csY4" fmla="*/ 1079800 h 3500595"/>
                <a:gd name="csX5" fmla="*/ 2688616 w 4492077"/>
                <a:gd name="csY5" fmla="*/ 1893718 h 3500595"/>
                <a:gd name="csX6" fmla="*/ 10188 w 4492077"/>
                <a:gd name="csY6" fmla="*/ 3488052 h 3500595"/>
                <a:gd name="csX0" fmla="*/ 10188 w 4492077"/>
                <a:gd name="csY0" fmla="*/ 3488052 h 3500888"/>
                <a:gd name="csX1" fmla="*/ 1804118 w 4492077"/>
                <a:gd name="csY1" fmla="*/ 1096559 h 3500888"/>
                <a:gd name="csX2" fmla="*/ 2695467 w 4492077"/>
                <a:gd name="csY2" fmla="*/ 264204 h 3500888"/>
                <a:gd name="csX3" fmla="*/ 3752581 w 4492077"/>
                <a:gd name="csY3" fmla="*/ 48166 h 3500888"/>
                <a:gd name="csX4" fmla="*/ 4492077 w 4492077"/>
                <a:gd name="csY4" fmla="*/ 1079800 h 3500888"/>
                <a:gd name="csX5" fmla="*/ 2688616 w 4492077"/>
                <a:gd name="csY5" fmla="*/ 1893718 h 3500888"/>
                <a:gd name="csX6" fmla="*/ 10188 w 4492077"/>
                <a:gd name="csY6" fmla="*/ 3488052 h 3500888"/>
                <a:gd name="csX0" fmla="*/ 27731 w 3289130"/>
                <a:gd name="csY0" fmla="*/ 2449732 h 2473361"/>
                <a:gd name="csX1" fmla="*/ 601171 w 3289130"/>
                <a:gd name="csY1" fmla="*/ 1096559 h 2473361"/>
                <a:gd name="csX2" fmla="*/ 1492520 w 3289130"/>
                <a:gd name="csY2" fmla="*/ 264204 h 2473361"/>
                <a:gd name="csX3" fmla="*/ 2549634 w 3289130"/>
                <a:gd name="csY3" fmla="*/ 48166 h 2473361"/>
                <a:gd name="csX4" fmla="*/ 3289130 w 3289130"/>
                <a:gd name="csY4" fmla="*/ 1079800 h 2473361"/>
                <a:gd name="csX5" fmla="*/ 1485669 w 3289130"/>
                <a:gd name="csY5" fmla="*/ 1893718 h 2473361"/>
                <a:gd name="csX6" fmla="*/ 27731 w 3289130"/>
                <a:gd name="csY6" fmla="*/ 2449732 h 2473361"/>
                <a:gd name="csX0" fmla="*/ 367 w 3261766"/>
                <a:gd name="csY0" fmla="*/ 2449732 h 2449966"/>
                <a:gd name="csX1" fmla="*/ 573807 w 3261766"/>
                <a:gd name="csY1" fmla="*/ 1096559 h 2449966"/>
                <a:gd name="csX2" fmla="*/ 1465156 w 3261766"/>
                <a:gd name="csY2" fmla="*/ 264204 h 2449966"/>
                <a:gd name="csX3" fmla="*/ 2522270 w 3261766"/>
                <a:gd name="csY3" fmla="*/ 48166 h 2449966"/>
                <a:gd name="csX4" fmla="*/ 3261766 w 3261766"/>
                <a:gd name="csY4" fmla="*/ 1079800 h 2449966"/>
                <a:gd name="csX5" fmla="*/ 1458305 w 3261766"/>
                <a:gd name="csY5" fmla="*/ 1893718 h 2449966"/>
                <a:gd name="csX6" fmla="*/ 367 w 3261766"/>
                <a:gd name="csY6" fmla="*/ 2449732 h 2449966"/>
                <a:gd name="csX0" fmla="*/ 62959 w 3324358"/>
                <a:gd name="csY0" fmla="*/ 2449732 h 2487147"/>
                <a:gd name="csX1" fmla="*/ 636399 w 3324358"/>
                <a:gd name="csY1" fmla="*/ 1096559 h 2487147"/>
                <a:gd name="csX2" fmla="*/ 1527748 w 3324358"/>
                <a:gd name="csY2" fmla="*/ 264204 h 2487147"/>
                <a:gd name="csX3" fmla="*/ 2584862 w 3324358"/>
                <a:gd name="csY3" fmla="*/ 48166 h 2487147"/>
                <a:gd name="csX4" fmla="*/ 3324358 w 3324358"/>
                <a:gd name="csY4" fmla="*/ 1079800 h 2487147"/>
                <a:gd name="csX5" fmla="*/ 1520897 w 3324358"/>
                <a:gd name="csY5" fmla="*/ 1893718 h 2487147"/>
                <a:gd name="csX6" fmla="*/ 62959 w 3324358"/>
                <a:gd name="csY6" fmla="*/ 2449732 h 2487147"/>
                <a:gd name="csX0" fmla="*/ 38478 w 4482813"/>
                <a:gd name="csY0" fmla="*/ 3496425 h 3519813"/>
                <a:gd name="csX1" fmla="*/ 1794854 w 4482813"/>
                <a:gd name="csY1" fmla="*/ 1096559 h 3519813"/>
                <a:gd name="csX2" fmla="*/ 2686203 w 4482813"/>
                <a:gd name="csY2" fmla="*/ 264204 h 3519813"/>
                <a:gd name="csX3" fmla="*/ 3743317 w 4482813"/>
                <a:gd name="csY3" fmla="*/ 48166 h 3519813"/>
                <a:gd name="csX4" fmla="*/ 4482813 w 4482813"/>
                <a:gd name="csY4" fmla="*/ 1079800 h 3519813"/>
                <a:gd name="csX5" fmla="*/ 2679352 w 4482813"/>
                <a:gd name="csY5" fmla="*/ 1893718 h 3519813"/>
                <a:gd name="csX6" fmla="*/ 38478 w 4482813"/>
                <a:gd name="csY6" fmla="*/ 3496425 h 3519813"/>
                <a:gd name="csX0" fmla="*/ 9071 w 4453406"/>
                <a:gd name="csY0" fmla="*/ 3496425 h 3510301"/>
                <a:gd name="csX1" fmla="*/ 1765447 w 4453406"/>
                <a:gd name="csY1" fmla="*/ 1096559 h 3510301"/>
                <a:gd name="csX2" fmla="*/ 2656796 w 4453406"/>
                <a:gd name="csY2" fmla="*/ 264204 h 3510301"/>
                <a:gd name="csX3" fmla="*/ 3713910 w 4453406"/>
                <a:gd name="csY3" fmla="*/ 48166 h 3510301"/>
                <a:gd name="csX4" fmla="*/ 4453406 w 4453406"/>
                <a:gd name="csY4" fmla="*/ 1079800 h 3510301"/>
                <a:gd name="csX5" fmla="*/ 2649945 w 4453406"/>
                <a:gd name="csY5" fmla="*/ 1893718 h 3510301"/>
                <a:gd name="csX6" fmla="*/ 9071 w 4453406"/>
                <a:gd name="csY6" fmla="*/ 3496425 h 3510301"/>
                <a:gd name="csX0" fmla="*/ 9071 w 4453406"/>
                <a:gd name="csY0" fmla="*/ 3496425 h 3512169"/>
                <a:gd name="csX1" fmla="*/ 1765447 w 4453406"/>
                <a:gd name="csY1" fmla="*/ 1096559 h 3512169"/>
                <a:gd name="csX2" fmla="*/ 2656796 w 4453406"/>
                <a:gd name="csY2" fmla="*/ 264204 h 3512169"/>
                <a:gd name="csX3" fmla="*/ 3713910 w 4453406"/>
                <a:gd name="csY3" fmla="*/ 48166 h 3512169"/>
                <a:gd name="csX4" fmla="*/ 4453406 w 4453406"/>
                <a:gd name="csY4" fmla="*/ 1079800 h 3512169"/>
                <a:gd name="csX5" fmla="*/ 2649945 w 4453406"/>
                <a:gd name="csY5" fmla="*/ 1893718 h 3512169"/>
                <a:gd name="csX6" fmla="*/ 9071 w 4453406"/>
                <a:gd name="csY6" fmla="*/ 3496425 h 3512169"/>
                <a:gd name="csX0" fmla="*/ 9640 w 4453975"/>
                <a:gd name="csY0" fmla="*/ 3496425 h 3512169"/>
                <a:gd name="csX1" fmla="*/ 1766016 w 4453975"/>
                <a:gd name="csY1" fmla="*/ 1096559 h 3512169"/>
                <a:gd name="csX2" fmla="*/ 2657365 w 4453975"/>
                <a:gd name="csY2" fmla="*/ 264204 h 3512169"/>
                <a:gd name="csX3" fmla="*/ 3714479 w 4453975"/>
                <a:gd name="csY3" fmla="*/ 48166 h 3512169"/>
                <a:gd name="csX4" fmla="*/ 4453975 w 4453975"/>
                <a:gd name="csY4" fmla="*/ 1079800 h 3512169"/>
                <a:gd name="csX5" fmla="*/ 2650514 w 4453975"/>
                <a:gd name="csY5" fmla="*/ 1893718 h 3512169"/>
                <a:gd name="csX6" fmla="*/ 9640 w 4453975"/>
                <a:gd name="csY6" fmla="*/ 3496425 h 3512169"/>
                <a:gd name="csX0" fmla="*/ 9640 w 4453975"/>
                <a:gd name="csY0" fmla="*/ 3993467 h 4008123"/>
                <a:gd name="csX1" fmla="*/ 1766016 w 4453975"/>
                <a:gd name="csY1" fmla="*/ 1593601 h 4008123"/>
                <a:gd name="csX2" fmla="*/ 2601034 w 4453975"/>
                <a:gd name="csY2" fmla="*/ 41122 h 4008123"/>
                <a:gd name="csX3" fmla="*/ 3714479 w 4453975"/>
                <a:gd name="csY3" fmla="*/ 545208 h 4008123"/>
                <a:gd name="csX4" fmla="*/ 4453975 w 4453975"/>
                <a:gd name="csY4" fmla="*/ 1576842 h 4008123"/>
                <a:gd name="csX5" fmla="*/ 2650514 w 4453975"/>
                <a:gd name="csY5" fmla="*/ 2390760 h 4008123"/>
                <a:gd name="csX6" fmla="*/ 9640 w 4453975"/>
                <a:gd name="csY6" fmla="*/ 3993467 h 4008123"/>
                <a:gd name="csX0" fmla="*/ 9640 w 4453975"/>
                <a:gd name="csY0" fmla="*/ 3952894 h 3967550"/>
                <a:gd name="csX1" fmla="*/ 1766016 w 4453975"/>
                <a:gd name="csY1" fmla="*/ 1553028 h 3967550"/>
                <a:gd name="csX2" fmla="*/ 2601034 w 4453975"/>
                <a:gd name="csY2" fmla="*/ 549 h 3967550"/>
                <a:gd name="csX3" fmla="*/ 3714479 w 4453975"/>
                <a:gd name="csY3" fmla="*/ 504635 h 3967550"/>
                <a:gd name="csX4" fmla="*/ 4453975 w 4453975"/>
                <a:gd name="csY4" fmla="*/ 1536269 h 3967550"/>
                <a:gd name="csX5" fmla="*/ 2650514 w 4453975"/>
                <a:gd name="csY5" fmla="*/ 2350187 h 3967550"/>
                <a:gd name="csX6" fmla="*/ 9640 w 4453975"/>
                <a:gd name="csY6" fmla="*/ 3952894 h 3967550"/>
                <a:gd name="csX0" fmla="*/ 9640 w 4453975"/>
                <a:gd name="csY0" fmla="*/ 3952971 h 3968477"/>
                <a:gd name="csX1" fmla="*/ 1766016 w 4453975"/>
                <a:gd name="csY1" fmla="*/ 1553105 h 3968477"/>
                <a:gd name="csX2" fmla="*/ 2601034 w 4453975"/>
                <a:gd name="csY2" fmla="*/ 626 h 3968477"/>
                <a:gd name="csX3" fmla="*/ 3714479 w 4453975"/>
                <a:gd name="csY3" fmla="*/ 504712 h 3968477"/>
                <a:gd name="csX4" fmla="*/ 4453975 w 4453975"/>
                <a:gd name="csY4" fmla="*/ 1536346 h 3968477"/>
                <a:gd name="csX5" fmla="*/ 2650514 w 4453975"/>
                <a:gd name="csY5" fmla="*/ 2350264 h 3968477"/>
                <a:gd name="csX6" fmla="*/ 9640 w 4453975"/>
                <a:gd name="csY6" fmla="*/ 3952971 h 3968477"/>
                <a:gd name="csX0" fmla="*/ 9640 w 4517542"/>
                <a:gd name="csY0" fmla="*/ 4153948 h 4169453"/>
                <a:gd name="csX1" fmla="*/ 1766016 w 4517542"/>
                <a:gd name="csY1" fmla="*/ 1754082 h 4169453"/>
                <a:gd name="csX2" fmla="*/ 2601034 w 4517542"/>
                <a:gd name="csY2" fmla="*/ 201603 h 4169453"/>
                <a:gd name="csX3" fmla="*/ 4390442 w 4517542"/>
                <a:gd name="csY3" fmla="*/ 186529 h 4169453"/>
                <a:gd name="csX4" fmla="*/ 4453975 w 4517542"/>
                <a:gd name="csY4" fmla="*/ 1737323 h 4169453"/>
                <a:gd name="csX5" fmla="*/ 2650514 w 4517542"/>
                <a:gd name="csY5" fmla="*/ 2551241 h 4169453"/>
                <a:gd name="csX6" fmla="*/ 9640 w 4517542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719798"/>
                <a:gd name="csY0" fmla="*/ 4153948 h 4169453"/>
                <a:gd name="csX1" fmla="*/ 1766016 w 4719798"/>
                <a:gd name="csY1" fmla="*/ 1754082 h 4169453"/>
                <a:gd name="csX2" fmla="*/ 2601034 w 4719798"/>
                <a:gd name="csY2" fmla="*/ 201603 h 4169453"/>
                <a:gd name="csX3" fmla="*/ 4390442 w 4719798"/>
                <a:gd name="csY3" fmla="*/ 186529 h 4169453"/>
                <a:gd name="csX4" fmla="*/ 4453975 w 4719798"/>
                <a:gd name="csY4" fmla="*/ 1737323 h 4169453"/>
                <a:gd name="csX5" fmla="*/ 2650514 w 4719798"/>
                <a:gd name="csY5" fmla="*/ 2551241 h 4169453"/>
                <a:gd name="csX6" fmla="*/ 9640 w 4719798"/>
                <a:gd name="csY6" fmla="*/ 4153948 h 4169453"/>
                <a:gd name="csX0" fmla="*/ 9640 w 4684091"/>
                <a:gd name="csY0" fmla="*/ 4153948 h 4169453"/>
                <a:gd name="csX1" fmla="*/ 1766016 w 4684091"/>
                <a:gd name="csY1" fmla="*/ 1754082 h 4169453"/>
                <a:gd name="csX2" fmla="*/ 2601034 w 4684091"/>
                <a:gd name="csY2" fmla="*/ 201603 h 4169453"/>
                <a:gd name="csX3" fmla="*/ 4390442 w 4684091"/>
                <a:gd name="csY3" fmla="*/ 186529 h 4169453"/>
                <a:gd name="csX4" fmla="*/ 4453975 w 4684091"/>
                <a:gd name="csY4" fmla="*/ 1737323 h 4169453"/>
                <a:gd name="csX5" fmla="*/ 2650514 w 4684091"/>
                <a:gd name="csY5" fmla="*/ 2551241 h 4169453"/>
                <a:gd name="csX6" fmla="*/ 9640 w 4684091"/>
                <a:gd name="csY6" fmla="*/ 4153948 h 4169453"/>
                <a:gd name="csX0" fmla="*/ 9640 w 4747938"/>
                <a:gd name="csY0" fmla="*/ 4153948 h 4169453"/>
                <a:gd name="csX1" fmla="*/ 1766016 w 4747938"/>
                <a:gd name="csY1" fmla="*/ 1754082 h 4169453"/>
                <a:gd name="csX2" fmla="*/ 2601034 w 4747938"/>
                <a:gd name="csY2" fmla="*/ 201603 h 4169453"/>
                <a:gd name="csX3" fmla="*/ 4390442 w 4747938"/>
                <a:gd name="csY3" fmla="*/ 186529 h 4169453"/>
                <a:gd name="csX4" fmla="*/ 4453975 w 4747938"/>
                <a:gd name="csY4" fmla="*/ 1737323 h 4169453"/>
                <a:gd name="csX5" fmla="*/ 2650514 w 4747938"/>
                <a:gd name="csY5" fmla="*/ 2551241 h 4169453"/>
                <a:gd name="csX6" fmla="*/ 9640 w 4747938"/>
                <a:gd name="csY6" fmla="*/ 4153948 h 4169453"/>
                <a:gd name="csX0" fmla="*/ 9640 w 4747938"/>
                <a:gd name="csY0" fmla="*/ 4205765 h 4221270"/>
                <a:gd name="csX1" fmla="*/ 1766016 w 4747938"/>
                <a:gd name="csY1" fmla="*/ 1805899 h 4221270"/>
                <a:gd name="csX2" fmla="*/ 2601034 w 4747938"/>
                <a:gd name="csY2" fmla="*/ 253420 h 4221270"/>
                <a:gd name="csX3" fmla="*/ 4390442 w 4747938"/>
                <a:gd name="csY3" fmla="*/ 238346 h 4221270"/>
                <a:gd name="csX4" fmla="*/ 4453975 w 4747938"/>
                <a:gd name="csY4" fmla="*/ 1789140 h 4221270"/>
                <a:gd name="csX5" fmla="*/ 2650514 w 4747938"/>
                <a:gd name="csY5" fmla="*/ 2603058 h 4221270"/>
                <a:gd name="csX6" fmla="*/ 9640 w 4747938"/>
                <a:gd name="csY6" fmla="*/ 4205765 h 4221270"/>
                <a:gd name="csX0" fmla="*/ 9640 w 4769359"/>
                <a:gd name="csY0" fmla="*/ 4189897 h 4205402"/>
                <a:gd name="csX1" fmla="*/ 1766016 w 4769359"/>
                <a:gd name="csY1" fmla="*/ 1790031 h 4205402"/>
                <a:gd name="csX2" fmla="*/ 2601034 w 4769359"/>
                <a:gd name="csY2" fmla="*/ 237552 h 4205402"/>
                <a:gd name="csX3" fmla="*/ 4446772 w 4769359"/>
                <a:gd name="csY3" fmla="*/ 163863 h 4205402"/>
                <a:gd name="csX4" fmla="*/ 4453975 w 4769359"/>
                <a:gd name="csY4" fmla="*/ 1773272 h 4205402"/>
                <a:gd name="csX5" fmla="*/ 2650514 w 4769359"/>
                <a:gd name="csY5" fmla="*/ 2587190 h 4205402"/>
                <a:gd name="csX6" fmla="*/ 9640 w 4769359"/>
                <a:gd name="csY6" fmla="*/ 4189897 h 4205402"/>
                <a:gd name="csX0" fmla="*/ 9640 w 4747938"/>
                <a:gd name="csY0" fmla="*/ 4212142 h 4227647"/>
                <a:gd name="csX1" fmla="*/ 1766016 w 4747938"/>
                <a:gd name="csY1" fmla="*/ 1812276 h 4227647"/>
                <a:gd name="csX2" fmla="*/ 2601034 w 4747938"/>
                <a:gd name="csY2" fmla="*/ 259797 h 4227647"/>
                <a:gd name="csX3" fmla="*/ 4390441 w 4747938"/>
                <a:gd name="csY3" fmla="*/ 152614 h 4227647"/>
                <a:gd name="csX4" fmla="*/ 4453975 w 4747938"/>
                <a:gd name="csY4" fmla="*/ 1795517 h 4227647"/>
                <a:gd name="csX5" fmla="*/ 2650514 w 4747938"/>
                <a:gd name="csY5" fmla="*/ 2609435 h 4227647"/>
                <a:gd name="csX6" fmla="*/ 9640 w 4747938"/>
                <a:gd name="csY6" fmla="*/ 4212142 h 4227647"/>
                <a:gd name="csX0" fmla="*/ 8567 w 4746865"/>
                <a:gd name="csY0" fmla="*/ 4212143 h 4219435"/>
                <a:gd name="csX1" fmla="*/ 1745271 w 4746865"/>
                <a:gd name="csY1" fmla="*/ 1812279 h 4219435"/>
                <a:gd name="csX2" fmla="*/ 2599961 w 4746865"/>
                <a:gd name="csY2" fmla="*/ 259798 h 4219435"/>
                <a:gd name="csX3" fmla="*/ 4389368 w 4746865"/>
                <a:gd name="csY3" fmla="*/ 152615 h 4219435"/>
                <a:gd name="csX4" fmla="*/ 4452902 w 4746865"/>
                <a:gd name="csY4" fmla="*/ 1795518 h 4219435"/>
                <a:gd name="csX5" fmla="*/ 2649441 w 4746865"/>
                <a:gd name="csY5" fmla="*/ 2609436 h 4219435"/>
                <a:gd name="csX6" fmla="*/ 8567 w 4746865"/>
                <a:gd name="csY6" fmla="*/ 4212143 h 4219435"/>
                <a:gd name="csX0" fmla="*/ 8451 w 4746749"/>
                <a:gd name="csY0" fmla="*/ 4212143 h 4219813"/>
                <a:gd name="csX1" fmla="*/ 1745155 w 4746749"/>
                <a:gd name="csY1" fmla="*/ 1812279 h 4219813"/>
                <a:gd name="csX2" fmla="*/ 2599845 w 4746749"/>
                <a:gd name="csY2" fmla="*/ 259798 h 4219813"/>
                <a:gd name="csX3" fmla="*/ 4389252 w 4746749"/>
                <a:gd name="csY3" fmla="*/ 152615 h 4219813"/>
                <a:gd name="csX4" fmla="*/ 4452786 w 4746749"/>
                <a:gd name="csY4" fmla="*/ 1795518 h 4219813"/>
                <a:gd name="csX5" fmla="*/ 2642769 w 4746749"/>
                <a:gd name="csY5" fmla="*/ 2626986 h 4219813"/>
                <a:gd name="csX6" fmla="*/ 8451 w 4746749"/>
                <a:gd name="csY6" fmla="*/ 4212143 h 4219813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594 w 4746892"/>
                <a:gd name="csY0" fmla="*/ 4213311 h 4220527"/>
                <a:gd name="csX1" fmla="*/ 1738740 w 4746892"/>
                <a:gd name="csY1" fmla="*/ 1836843 h 4220527"/>
                <a:gd name="csX2" fmla="*/ 2599988 w 4746892"/>
                <a:gd name="csY2" fmla="*/ 260966 h 4220527"/>
                <a:gd name="csX3" fmla="*/ 4389395 w 4746892"/>
                <a:gd name="csY3" fmla="*/ 153783 h 4220527"/>
                <a:gd name="csX4" fmla="*/ 4452929 w 4746892"/>
                <a:gd name="csY4" fmla="*/ 1796686 h 4220527"/>
                <a:gd name="csX5" fmla="*/ 2642912 w 4746892"/>
                <a:gd name="csY5" fmla="*/ 2628154 h 4220527"/>
                <a:gd name="csX6" fmla="*/ 8594 w 4746892"/>
                <a:gd name="csY6" fmla="*/ 4213311 h 4220527"/>
                <a:gd name="csX0" fmla="*/ 8594 w 4693867"/>
                <a:gd name="csY0" fmla="*/ 4136922 h 4144138"/>
                <a:gd name="csX1" fmla="*/ 1738740 w 4693867"/>
                <a:gd name="csY1" fmla="*/ 1760454 h 4144138"/>
                <a:gd name="csX2" fmla="*/ 2599988 w 4693867"/>
                <a:gd name="csY2" fmla="*/ 184577 h 4144138"/>
                <a:gd name="csX3" fmla="*/ 4389395 w 4693867"/>
                <a:gd name="csY3" fmla="*/ 77394 h 4144138"/>
                <a:gd name="csX4" fmla="*/ 4452929 w 4693867"/>
                <a:gd name="csY4" fmla="*/ 1720297 h 4144138"/>
                <a:gd name="csX5" fmla="*/ 2642912 w 4693867"/>
                <a:gd name="csY5" fmla="*/ 2551765 h 4144138"/>
                <a:gd name="csX6" fmla="*/ 8594 w 4693867"/>
                <a:gd name="csY6" fmla="*/ 4136922 h 4144138"/>
                <a:gd name="csX0" fmla="*/ 8594 w 4699247"/>
                <a:gd name="csY0" fmla="*/ 4098901 h 4106117"/>
                <a:gd name="csX1" fmla="*/ 1738740 w 4699247"/>
                <a:gd name="csY1" fmla="*/ 1722433 h 4106117"/>
                <a:gd name="csX2" fmla="*/ 2599988 w 4699247"/>
                <a:gd name="csY2" fmla="*/ 146556 h 4106117"/>
                <a:gd name="csX3" fmla="*/ 4409070 w 4699247"/>
                <a:gd name="csY3" fmla="*/ 115412 h 4106117"/>
                <a:gd name="csX4" fmla="*/ 4452929 w 4699247"/>
                <a:gd name="csY4" fmla="*/ 1682276 h 4106117"/>
                <a:gd name="csX5" fmla="*/ 2642912 w 4699247"/>
                <a:gd name="csY5" fmla="*/ 2513744 h 4106117"/>
                <a:gd name="csX6" fmla="*/ 8594 w 4699247"/>
                <a:gd name="csY6" fmla="*/ 4098901 h 4106117"/>
                <a:gd name="csX0" fmla="*/ 8594 w 4703971"/>
                <a:gd name="csY0" fmla="*/ 4107920 h 4115136"/>
                <a:gd name="csX1" fmla="*/ 1738740 w 4703971"/>
                <a:gd name="csY1" fmla="*/ 1731452 h 4115136"/>
                <a:gd name="csX2" fmla="*/ 2599988 w 4703971"/>
                <a:gd name="csY2" fmla="*/ 155575 h 4115136"/>
                <a:gd name="csX3" fmla="*/ 4409070 w 4703971"/>
                <a:gd name="csY3" fmla="*/ 124431 h 4115136"/>
                <a:gd name="csX4" fmla="*/ 4452929 w 4703971"/>
                <a:gd name="csY4" fmla="*/ 1691295 h 4115136"/>
                <a:gd name="csX5" fmla="*/ 2642912 w 4703971"/>
                <a:gd name="csY5" fmla="*/ 2522763 h 4115136"/>
                <a:gd name="csX6" fmla="*/ 8594 w 4703971"/>
                <a:gd name="csY6" fmla="*/ 4107920 h 4115136"/>
                <a:gd name="csX0" fmla="*/ 8594 w 4703971"/>
                <a:gd name="csY0" fmla="*/ 4195888 h 4203104"/>
                <a:gd name="csX1" fmla="*/ 1738740 w 4703971"/>
                <a:gd name="csY1" fmla="*/ 1819420 h 4203104"/>
                <a:gd name="csX2" fmla="*/ 2599988 w 4703971"/>
                <a:gd name="csY2" fmla="*/ 243543 h 4203104"/>
                <a:gd name="csX3" fmla="*/ 4409070 w 4703971"/>
                <a:gd name="csY3" fmla="*/ 212399 h 4203104"/>
                <a:gd name="csX4" fmla="*/ 4452929 w 4703971"/>
                <a:gd name="csY4" fmla="*/ 1779263 h 4203104"/>
                <a:gd name="csX5" fmla="*/ 2642912 w 4703971"/>
                <a:gd name="csY5" fmla="*/ 2610731 h 4203104"/>
                <a:gd name="csX6" fmla="*/ 8594 w 4703971"/>
                <a:gd name="csY6" fmla="*/ 4195888 h 4203104"/>
                <a:gd name="csX0" fmla="*/ 8594 w 4703971"/>
                <a:gd name="csY0" fmla="*/ 4213778 h 4220994"/>
                <a:gd name="csX1" fmla="*/ 1738740 w 4703971"/>
                <a:gd name="csY1" fmla="*/ 1837310 h 4220994"/>
                <a:gd name="csX2" fmla="*/ 2599988 w 4703971"/>
                <a:gd name="csY2" fmla="*/ 261433 h 4220994"/>
                <a:gd name="csX3" fmla="*/ 4409070 w 4703971"/>
                <a:gd name="csY3" fmla="*/ 230289 h 4220994"/>
                <a:gd name="csX4" fmla="*/ 4452929 w 4703971"/>
                <a:gd name="csY4" fmla="*/ 1797153 h 4220994"/>
                <a:gd name="csX5" fmla="*/ 2642912 w 4703971"/>
                <a:gd name="csY5" fmla="*/ 2628621 h 4220994"/>
                <a:gd name="csX6" fmla="*/ 8594 w 4703971"/>
                <a:gd name="csY6" fmla="*/ 4213778 h 4220994"/>
                <a:gd name="csX0" fmla="*/ 8594 w 4855548"/>
                <a:gd name="csY0" fmla="*/ 4390510 h 4397726"/>
                <a:gd name="csX1" fmla="*/ 1738740 w 4855548"/>
                <a:gd name="csY1" fmla="*/ 2014042 h 4397726"/>
                <a:gd name="csX2" fmla="*/ 2599988 w 4855548"/>
                <a:gd name="csY2" fmla="*/ 438165 h 4397726"/>
                <a:gd name="csX3" fmla="*/ 4756647 w 4855548"/>
                <a:gd name="csY3" fmla="*/ 26825 h 4397726"/>
                <a:gd name="csX4" fmla="*/ 4452929 w 4855548"/>
                <a:gd name="csY4" fmla="*/ 1973885 h 4397726"/>
                <a:gd name="csX5" fmla="*/ 2642912 w 4855548"/>
                <a:gd name="csY5" fmla="*/ 2805353 h 4397726"/>
                <a:gd name="csX6" fmla="*/ 8594 w 4855548"/>
                <a:gd name="csY6" fmla="*/ 4390510 h 4397726"/>
                <a:gd name="csX0" fmla="*/ 8594 w 5018748"/>
                <a:gd name="csY0" fmla="*/ 4545598 h 4552814"/>
                <a:gd name="csX1" fmla="*/ 1738740 w 5018748"/>
                <a:gd name="csY1" fmla="*/ 2169130 h 4552814"/>
                <a:gd name="csX2" fmla="*/ 2599988 w 5018748"/>
                <a:gd name="csY2" fmla="*/ 593253 h 4552814"/>
                <a:gd name="csX3" fmla="*/ 4973062 w 5018748"/>
                <a:gd name="csY3" fmla="*/ 18136 h 4552814"/>
                <a:gd name="csX4" fmla="*/ 4452929 w 5018748"/>
                <a:gd name="csY4" fmla="*/ 2128973 h 4552814"/>
                <a:gd name="csX5" fmla="*/ 2642912 w 5018748"/>
                <a:gd name="csY5" fmla="*/ 2960441 h 4552814"/>
                <a:gd name="csX6" fmla="*/ 8594 w 5018748"/>
                <a:gd name="csY6" fmla="*/ 4545598 h 4552814"/>
                <a:gd name="csX0" fmla="*/ 8594 w 5002691"/>
                <a:gd name="csY0" fmla="*/ 4537753 h 4544969"/>
                <a:gd name="csX1" fmla="*/ 1738740 w 5002691"/>
                <a:gd name="csY1" fmla="*/ 2161285 h 4544969"/>
                <a:gd name="csX2" fmla="*/ 2599988 w 5002691"/>
                <a:gd name="csY2" fmla="*/ 585408 h 4544969"/>
                <a:gd name="csX3" fmla="*/ 4973062 w 5002691"/>
                <a:gd name="csY3" fmla="*/ 10291 h 4544969"/>
                <a:gd name="csX4" fmla="*/ 4452929 w 5002691"/>
                <a:gd name="csY4" fmla="*/ 2121128 h 4544969"/>
                <a:gd name="csX5" fmla="*/ 2642912 w 5002691"/>
                <a:gd name="csY5" fmla="*/ 2952596 h 4544969"/>
                <a:gd name="csX6" fmla="*/ 8594 w 5002691"/>
                <a:gd name="csY6" fmla="*/ 4537753 h 4544969"/>
                <a:gd name="csX0" fmla="*/ 8594 w 4705059"/>
                <a:gd name="csY0" fmla="*/ 4122711 h 4129927"/>
                <a:gd name="csX1" fmla="*/ 1738740 w 4705059"/>
                <a:gd name="csY1" fmla="*/ 1746243 h 4129927"/>
                <a:gd name="csX2" fmla="*/ 2599988 w 4705059"/>
                <a:gd name="csY2" fmla="*/ 170366 h 4129927"/>
                <a:gd name="csX3" fmla="*/ 4446032 w 4705059"/>
                <a:gd name="csY3" fmla="*/ 89415 h 4129927"/>
                <a:gd name="csX4" fmla="*/ 4452929 w 4705059"/>
                <a:gd name="csY4" fmla="*/ 1706086 h 4129927"/>
                <a:gd name="csX5" fmla="*/ 2642912 w 4705059"/>
                <a:gd name="csY5" fmla="*/ 2537554 h 4129927"/>
                <a:gd name="csX6" fmla="*/ 8594 w 4705059"/>
                <a:gd name="csY6" fmla="*/ 4122711 h 4129927"/>
                <a:gd name="csX0" fmla="*/ 8594 w 4596663"/>
                <a:gd name="csY0" fmla="*/ 4215533 h 4224499"/>
                <a:gd name="csX1" fmla="*/ 1738740 w 4596663"/>
                <a:gd name="csY1" fmla="*/ 1839065 h 4224499"/>
                <a:gd name="csX2" fmla="*/ 2599988 w 4596663"/>
                <a:gd name="csY2" fmla="*/ 263188 h 4224499"/>
                <a:gd name="csX3" fmla="*/ 4446032 w 4596663"/>
                <a:gd name="csY3" fmla="*/ 182237 h 4224499"/>
                <a:gd name="csX4" fmla="*/ 4129398 w 4596663"/>
                <a:gd name="csY4" fmla="*/ 2079669 h 4224499"/>
                <a:gd name="csX5" fmla="*/ 2642912 w 4596663"/>
                <a:gd name="csY5" fmla="*/ 2630376 h 4224499"/>
                <a:gd name="csX6" fmla="*/ 8594 w 4596663"/>
                <a:gd name="csY6" fmla="*/ 4215533 h 4224499"/>
                <a:gd name="csX0" fmla="*/ 10635 w 4618520"/>
                <a:gd name="csY0" fmla="*/ 4140860 h 4149826"/>
                <a:gd name="csX1" fmla="*/ 1740781 w 4618520"/>
                <a:gd name="csY1" fmla="*/ 1764392 h 4149826"/>
                <a:gd name="csX2" fmla="*/ 2330962 w 4618520"/>
                <a:gd name="csY2" fmla="*/ 399085 h 4149826"/>
                <a:gd name="csX3" fmla="*/ 4448073 w 4618520"/>
                <a:gd name="csY3" fmla="*/ 107564 h 4149826"/>
                <a:gd name="csX4" fmla="*/ 4131439 w 4618520"/>
                <a:gd name="csY4" fmla="*/ 2004996 h 4149826"/>
                <a:gd name="csX5" fmla="*/ 2644953 w 4618520"/>
                <a:gd name="csY5" fmla="*/ 2555703 h 4149826"/>
                <a:gd name="csX6" fmla="*/ 10635 w 4618520"/>
                <a:gd name="csY6" fmla="*/ 4140860 h 4149826"/>
                <a:gd name="csX0" fmla="*/ 2473 w 4610358"/>
                <a:gd name="csY0" fmla="*/ 4148168 h 4152706"/>
                <a:gd name="csX1" fmla="*/ 2161081 w 4610358"/>
                <a:gd name="csY1" fmla="*/ 2013468 h 4152706"/>
                <a:gd name="csX2" fmla="*/ 2322800 w 4610358"/>
                <a:gd name="csY2" fmla="*/ 406393 h 4152706"/>
                <a:gd name="csX3" fmla="*/ 4439911 w 4610358"/>
                <a:gd name="csY3" fmla="*/ 114872 h 4152706"/>
                <a:gd name="csX4" fmla="*/ 4123277 w 4610358"/>
                <a:gd name="csY4" fmla="*/ 2012304 h 4152706"/>
                <a:gd name="csX5" fmla="*/ 2636791 w 4610358"/>
                <a:gd name="csY5" fmla="*/ 2563011 h 4152706"/>
                <a:gd name="csX6" fmla="*/ 2473 w 4610358"/>
                <a:gd name="csY6" fmla="*/ 4148168 h 4152706"/>
                <a:gd name="csX0" fmla="*/ 400 w 4608285"/>
                <a:gd name="csY0" fmla="*/ 4148168 h 4148397"/>
                <a:gd name="csX1" fmla="*/ 2159008 w 4608285"/>
                <a:gd name="csY1" fmla="*/ 2013468 h 4148397"/>
                <a:gd name="csX2" fmla="*/ 2320727 w 4608285"/>
                <a:gd name="csY2" fmla="*/ 406393 h 4148397"/>
                <a:gd name="csX3" fmla="*/ 4437838 w 4608285"/>
                <a:gd name="csY3" fmla="*/ 114872 h 4148397"/>
                <a:gd name="csX4" fmla="*/ 4121204 w 4608285"/>
                <a:gd name="csY4" fmla="*/ 2012304 h 4148397"/>
                <a:gd name="csX5" fmla="*/ 2346163 w 4608285"/>
                <a:gd name="csY5" fmla="*/ 2149669 h 4148397"/>
                <a:gd name="csX6" fmla="*/ 400 w 4608285"/>
                <a:gd name="csY6" fmla="*/ 4148168 h 4148397"/>
                <a:gd name="csX0" fmla="*/ 400 w 4547161"/>
                <a:gd name="csY0" fmla="*/ 4069645 h 4069874"/>
                <a:gd name="csX1" fmla="*/ 2159008 w 4547161"/>
                <a:gd name="csY1" fmla="*/ 1934945 h 4069874"/>
                <a:gd name="csX2" fmla="*/ 2320727 w 4547161"/>
                <a:gd name="csY2" fmla="*/ 327870 h 4069874"/>
                <a:gd name="csX3" fmla="*/ 4437838 w 4547161"/>
                <a:gd name="csY3" fmla="*/ 36349 h 4069874"/>
                <a:gd name="csX4" fmla="*/ 4121204 w 4547161"/>
                <a:gd name="csY4" fmla="*/ 1933781 h 4069874"/>
                <a:gd name="csX5" fmla="*/ 2346163 w 4547161"/>
                <a:gd name="csY5" fmla="*/ 2071146 h 4069874"/>
                <a:gd name="csX6" fmla="*/ 400 w 4547161"/>
                <a:gd name="csY6" fmla="*/ 4069645 h 4069874"/>
                <a:gd name="csX0" fmla="*/ 536 w 3991476"/>
                <a:gd name="csY0" fmla="*/ 3539321 h 3539632"/>
                <a:gd name="csX1" fmla="*/ 1603323 w 3991476"/>
                <a:gd name="csY1" fmla="*/ 1934945 h 3539632"/>
                <a:gd name="csX2" fmla="*/ 1765042 w 3991476"/>
                <a:gd name="csY2" fmla="*/ 327870 h 3539632"/>
                <a:gd name="csX3" fmla="*/ 3882153 w 3991476"/>
                <a:gd name="csY3" fmla="*/ 36349 h 3539632"/>
                <a:gd name="csX4" fmla="*/ 3565519 w 3991476"/>
                <a:gd name="csY4" fmla="*/ 1933781 h 3539632"/>
                <a:gd name="csX5" fmla="*/ 1790478 w 3991476"/>
                <a:gd name="csY5" fmla="*/ 2071146 h 3539632"/>
                <a:gd name="csX6" fmla="*/ 536 w 3991476"/>
                <a:gd name="csY6" fmla="*/ 3539321 h 3539632"/>
                <a:gd name="csX0" fmla="*/ 527 w 4017318"/>
                <a:gd name="csY0" fmla="*/ 3573908 h 3574212"/>
                <a:gd name="csX1" fmla="*/ 1629165 w 4017318"/>
                <a:gd name="csY1" fmla="*/ 1934945 h 3574212"/>
                <a:gd name="csX2" fmla="*/ 1790884 w 4017318"/>
                <a:gd name="csY2" fmla="*/ 327870 h 3574212"/>
                <a:gd name="csX3" fmla="*/ 3907995 w 4017318"/>
                <a:gd name="csY3" fmla="*/ 36349 h 3574212"/>
                <a:gd name="csX4" fmla="*/ 3591361 w 4017318"/>
                <a:gd name="csY4" fmla="*/ 1933781 h 3574212"/>
                <a:gd name="csX5" fmla="*/ 1816320 w 4017318"/>
                <a:gd name="csY5" fmla="*/ 2071146 h 3574212"/>
                <a:gd name="csX6" fmla="*/ 527 w 4017318"/>
                <a:gd name="csY6" fmla="*/ 3573908 h 3574212"/>
                <a:gd name="csX0" fmla="*/ 3641 w 4020432"/>
                <a:gd name="csY0" fmla="*/ 3573908 h 3577567"/>
                <a:gd name="csX1" fmla="*/ 1632279 w 4020432"/>
                <a:gd name="csY1" fmla="*/ 1934945 h 3577567"/>
                <a:gd name="csX2" fmla="*/ 1793998 w 4020432"/>
                <a:gd name="csY2" fmla="*/ 327870 h 3577567"/>
                <a:gd name="csX3" fmla="*/ 3911109 w 4020432"/>
                <a:gd name="csY3" fmla="*/ 36349 h 3577567"/>
                <a:gd name="csX4" fmla="*/ 3594475 w 4020432"/>
                <a:gd name="csY4" fmla="*/ 1933781 h 3577567"/>
                <a:gd name="csX5" fmla="*/ 1819434 w 4020432"/>
                <a:gd name="csY5" fmla="*/ 2071146 h 3577567"/>
                <a:gd name="csX6" fmla="*/ 3641 w 4020432"/>
                <a:gd name="csY6" fmla="*/ 3573908 h 3577567"/>
                <a:gd name="csX0" fmla="*/ 11923 w 4028714"/>
                <a:gd name="csY0" fmla="*/ 3573908 h 3583559"/>
                <a:gd name="csX1" fmla="*/ 1640561 w 4028714"/>
                <a:gd name="csY1" fmla="*/ 1934945 h 3583559"/>
                <a:gd name="csX2" fmla="*/ 1802280 w 4028714"/>
                <a:gd name="csY2" fmla="*/ 327870 h 3583559"/>
                <a:gd name="csX3" fmla="*/ 3919391 w 4028714"/>
                <a:gd name="csY3" fmla="*/ 36349 h 3583559"/>
                <a:gd name="csX4" fmla="*/ 3602757 w 4028714"/>
                <a:gd name="csY4" fmla="*/ 1933781 h 3583559"/>
                <a:gd name="csX5" fmla="*/ 1827716 w 4028714"/>
                <a:gd name="csY5" fmla="*/ 2071146 h 3583559"/>
                <a:gd name="csX6" fmla="*/ 11923 w 4028714"/>
                <a:gd name="csY6" fmla="*/ 3573908 h 3583559"/>
                <a:gd name="csX0" fmla="*/ 1130 w 4017921"/>
                <a:gd name="csY0" fmla="*/ 3573908 h 3577714"/>
                <a:gd name="csX1" fmla="*/ 1629768 w 4017921"/>
                <a:gd name="csY1" fmla="*/ 1934945 h 3577714"/>
                <a:gd name="csX2" fmla="*/ 1791487 w 4017921"/>
                <a:gd name="csY2" fmla="*/ 327870 h 3577714"/>
                <a:gd name="csX3" fmla="*/ 3908598 w 4017921"/>
                <a:gd name="csY3" fmla="*/ 36349 h 3577714"/>
                <a:gd name="csX4" fmla="*/ 3591964 w 4017921"/>
                <a:gd name="csY4" fmla="*/ 1933781 h 3577714"/>
                <a:gd name="csX5" fmla="*/ 1906115 w 4017921"/>
                <a:gd name="csY5" fmla="*/ 2373434 h 3577714"/>
                <a:gd name="csX6" fmla="*/ 1130 w 4017921"/>
                <a:gd name="csY6" fmla="*/ 3573908 h 3577714"/>
                <a:gd name="csX0" fmla="*/ 434 w 4017225"/>
                <a:gd name="csY0" fmla="*/ 3573908 h 3574428"/>
                <a:gd name="csX1" fmla="*/ 1629072 w 4017225"/>
                <a:gd name="csY1" fmla="*/ 1934945 h 3574428"/>
                <a:gd name="csX2" fmla="*/ 1790791 w 4017225"/>
                <a:gd name="csY2" fmla="*/ 327870 h 3574428"/>
                <a:gd name="csX3" fmla="*/ 3907902 w 4017225"/>
                <a:gd name="csY3" fmla="*/ 36349 h 3574428"/>
                <a:gd name="csX4" fmla="*/ 3591268 w 4017225"/>
                <a:gd name="csY4" fmla="*/ 1933781 h 3574428"/>
                <a:gd name="csX5" fmla="*/ 1798394 w 4017225"/>
                <a:gd name="csY5" fmla="*/ 2110926 h 3574428"/>
                <a:gd name="csX6" fmla="*/ 434 w 4017225"/>
                <a:gd name="csY6" fmla="*/ 3573908 h 3574428"/>
                <a:gd name="csX0" fmla="*/ 434 w 4017225"/>
                <a:gd name="csY0" fmla="*/ 3573908 h 3574310"/>
                <a:gd name="csX1" fmla="*/ 1629072 w 4017225"/>
                <a:gd name="csY1" fmla="*/ 1934945 h 3574310"/>
                <a:gd name="csX2" fmla="*/ 1790791 w 4017225"/>
                <a:gd name="csY2" fmla="*/ 327870 h 3574310"/>
                <a:gd name="csX3" fmla="*/ 3907902 w 4017225"/>
                <a:gd name="csY3" fmla="*/ 36349 h 3574310"/>
                <a:gd name="csX4" fmla="*/ 3591268 w 4017225"/>
                <a:gd name="csY4" fmla="*/ 1933781 h 3574310"/>
                <a:gd name="csX5" fmla="*/ 1798394 w 4017225"/>
                <a:gd name="csY5" fmla="*/ 2110926 h 3574310"/>
                <a:gd name="csX6" fmla="*/ 434 w 4017225"/>
                <a:gd name="csY6" fmla="*/ 3573908 h 3574310"/>
                <a:gd name="csX0" fmla="*/ 434 w 4017225"/>
                <a:gd name="csY0" fmla="*/ 3573908 h 3576627"/>
                <a:gd name="csX1" fmla="*/ 1629072 w 4017225"/>
                <a:gd name="csY1" fmla="*/ 1934945 h 3576627"/>
                <a:gd name="csX2" fmla="*/ 1790791 w 4017225"/>
                <a:gd name="csY2" fmla="*/ 327870 h 3576627"/>
                <a:gd name="csX3" fmla="*/ 3907902 w 4017225"/>
                <a:gd name="csY3" fmla="*/ 36349 h 3576627"/>
                <a:gd name="csX4" fmla="*/ 3591268 w 4017225"/>
                <a:gd name="csY4" fmla="*/ 1933781 h 3576627"/>
                <a:gd name="csX5" fmla="*/ 1798395 w 4017225"/>
                <a:gd name="csY5" fmla="*/ 2365482 h 3576627"/>
                <a:gd name="csX6" fmla="*/ 434 w 4017225"/>
                <a:gd name="csY6" fmla="*/ 3573908 h 3576627"/>
                <a:gd name="csX0" fmla="*/ 434 w 4017225"/>
                <a:gd name="csY0" fmla="*/ 3573908 h 3576355"/>
                <a:gd name="csX1" fmla="*/ 1629072 w 4017225"/>
                <a:gd name="csY1" fmla="*/ 1934945 h 3576355"/>
                <a:gd name="csX2" fmla="*/ 1790791 w 4017225"/>
                <a:gd name="csY2" fmla="*/ 327870 h 3576355"/>
                <a:gd name="csX3" fmla="*/ 3907902 w 4017225"/>
                <a:gd name="csY3" fmla="*/ 36349 h 3576355"/>
                <a:gd name="csX4" fmla="*/ 3591268 w 4017225"/>
                <a:gd name="csY4" fmla="*/ 1933781 h 3576355"/>
                <a:gd name="csX5" fmla="*/ 1798395 w 4017225"/>
                <a:gd name="csY5" fmla="*/ 2365482 h 3576355"/>
                <a:gd name="csX6" fmla="*/ 434 w 4017225"/>
                <a:gd name="csY6" fmla="*/ 3573908 h 3576355"/>
                <a:gd name="csX0" fmla="*/ 434 w 4017225"/>
                <a:gd name="csY0" fmla="*/ 3573908 h 3583502"/>
                <a:gd name="csX1" fmla="*/ 1629072 w 4017225"/>
                <a:gd name="csY1" fmla="*/ 1934945 h 3583502"/>
                <a:gd name="csX2" fmla="*/ 1790791 w 4017225"/>
                <a:gd name="csY2" fmla="*/ 327870 h 3583502"/>
                <a:gd name="csX3" fmla="*/ 3907902 w 4017225"/>
                <a:gd name="csY3" fmla="*/ 36349 h 3583502"/>
                <a:gd name="csX4" fmla="*/ 3591268 w 4017225"/>
                <a:gd name="csY4" fmla="*/ 1933781 h 3583502"/>
                <a:gd name="csX5" fmla="*/ 1798396 w 4017225"/>
                <a:gd name="csY5" fmla="*/ 2715497 h 3583502"/>
                <a:gd name="csX6" fmla="*/ 434 w 4017225"/>
                <a:gd name="csY6" fmla="*/ 3573908 h 3583502"/>
                <a:gd name="csX0" fmla="*/ 20204 w 4036995"/>
                <a:gd name="csY0" fmla="*/ 3574326 h 3583563"/>
                <a:gd name="csX1" fmla="*/ 908564 w 4036995"/>
                <a:gd name="csY1" fmla="*/ 1951275 h 3583563"/>
                <a:gd name="csX2" fmla="*/ 1810561 w 4036995"/>
                <a:gd name="csY2" fmla="*/ 328288 h 3583563"/>
                <a:gd name="csX3" fmla="*/ 3927672 w 4036995"/>
                <a:gd name="csY3" fmla="*/ 36767 h 3583563"/>
                <a:gd name="csX4" fmla="*/ 3611038 w 4036995"/>
                <a:gd name="csY4" fmla="*/ 1934199 h 3583563"/>
                <a:gd name="csX5" fmla="*/ 1818166 w 4036995"/>
                <a:gd name="csY5" fmla="*/ 2715915 h 3583563"/>
                <a:gd name="csX6" fmla="*/ 20204 w 4036995"/>
                <a:gd name="csY6" fmla="*/ 3574326 h 3583563"/>
                <a:gd name="csX0" fmla="*/ 12549 w 4029340"/>
                <a:gd name="csY0" fmla="*/ 3574326 h 3583563"/>
                <a:gd name="csX1" fmla="*/ 900909 w 4029340"/>
                <a:gd name="csY1" fmla="*/ 1951275 h 3583563"/>
                <a:gd name="csX2" fmla="*/ 1802906 w 4029340"/>
                <a:gd name="csY2" fmla="*/ 328288 h 3583563"/>
                <a:gd name="csX3" fmla="*/ 3920017 w 4029340"/>
                <a:gd name="csY3" fmla="*/ 36767 h 3583563"/>
                <a:gd name="csX4" fmla="*/ 3603383 w 4029340"/>
                <a:gd name="csY4" fmla="*/ 1934199 h 3583563"/>
                <a:gd name="csX5" fmla="*/ 1810511 w 4029340"/>
                <a:gd name="csY5" fmla="*/ 2715915 h 3583563"/>
                <a:gd name="csX6" fmla="*/ 12549 w 4029340"/>
                <a:gd name="csY6" fmla="*/ 3574326 h 3583563"/>
                <a:gd name="csX0" fmla="*/ 2018 w 4018809"/>
                <a:gd name="csY0" fmla="*/ 3573908 h 3583502"/>
                <a:gd name="csX1" fmla="*/ 1389840 w 4018809"/>
                <a:gd name="csY1" fmla="*/ 1934947 h 3583502"/>
                <a:gd name="csX2" fmla="*/ 1792375 w 4018809"/>
                <a:gd name="csY2" fmla="*/ 327870 h 3583502"/>
                <a:gd name="csX3" fmla="*/ 3909486 w 4018809"/>
                <a:gd name="csY3" fmla="*/ 36349 h 3583502"/>
                <a:gd name="csX4" fmla="*/ 3592852 w 4018809"/>
                <a:gd name="csY4" fmla="*/ 1933781 h 3583502"/>
                <a:gd name="csX5" fmla="*/ 1799980 w 4018809"/>
                <a:gd name="csY5" fmla="*/ 2715497 h 3583502"/>
                <a:gd name="csX6" fmla="*/ 2018 w 4018809"/>
                <a:gd name="csY6" fmla="*/ 3573908 h 3583502"/>
                <a:gd name="csX0" fmla="*/ 2018 w 4018809"/>
                <a:gd name="csY0" fmla="*/ 3573908 h 3575401"/>
                <a:gd name="csX1" fmla="*/ 1389840 w 4018809"/>
                <a:gd name="csY1" fmla="*/ 1934947 h 3575401"/>
                <a:gd name="csX2" fmla="*/ 1792375 w 4018809"/>
                <a:gd name="csY2" fmla="*/ 327870 h 3575401"/>
                <a:gd name="csX3" fmla="*/ 3909486 w 4018809"/>
                <a:gd name="csY3" fmla="*/ 36349 h 3575401"/>
                <a:gd name="csX4" fmla="*/ 3592852 w 4018809"/>
                <a:gd name="csY4" fmla="*/ 1933781 h 3575401"/>
                <a:gd name="csX5" fmla="*/ 1799983 w 4018809"/>
                <a:gd name="csY5" fmla="*/ 2277981 h 3575401"/>
                <a:gd name="csX6" fmla="*/ 2018 w 4018809"/>
                <a:gd name="csY6" fmla="*/ 3573908 h 3575401"/>
                <a:gd name="csX0" fmla="*/ 2279 w 4019070"/>
                <a:gd name="csY0" fmla="*/ 3573908 h 3576883"/>
                <a:gd name="csX1" fmla="*/ 1390101 w 4019070"/>
                <a:gd name="csY1" fmla="*/ 1934947 h 3576883"/>
                <a:gd name="csX2" fmla="*/ 1792636 w 4019070"/>
                <a:gd name="csY2" fmla="*/ 327870 h 3576883"/>
                <a:gd name="csX3" fmla="*/ 3909747 w 4019070"/>
                <a:gd name="csY3" fmla="*/ 36349 h 3576883"/>
                <a:gd name="csX4" fmla="*/ 3593113 w 4019070"/>
                <a:gd name="csY4" fmla="*/ 1933781 h 3576883"/>
                <a:gd name="csX5" fmla="*/ 1827004 w 4019070"/>
                <a:gd name="csY5" fmla="*/ 2405261 h 3576883"/>
                <a:gd name="csX6" fmla="*/ 2279 w 4019070"/>
                <a:gd name="csY6" fmla="*/ 3573908 h 3576883"/>
                <a:gd name="csX0" fmla="*/ 3304 w 4020095"/>
                <a:gd name="csY0" fmla="*/ 3573700 h 3576772"/>
                <a:gd name="csX1" fmla="*/ 1310858 w 4020095"/>
                <a:gd name="csY1" fmla="*/ 1926786 h 3576772"/>
                <a:gd name="csX2" fmla="*/ 1793661 w 4020095"/>
                <a:gd name="csY2" fmla="*/ 327662 h 3576772"/>
                <a:gd name="csX3" fmla="*/ 3910772 w 4020095"/>
                <a:gd name="csY3" fmla="*/ 36141 h 3576772"/>
                <a:gd name="csX4" fmla="*/ 3594138 w 4020095"/>
                <a:gd name="csY4" fmla="*/ 1933573 h 3576772"/>
                <a:gd name="csX5" fmla="*/ 1828029 w 4020095"/>
                <a:gd name="csY5" fmla="*/ 2405053 h 3576772"/>
                <a:gd name="csX6" fmla="*/ 3304 w 4020095"/>
                <a:gd name="csY6" fmla="*/ 3573700 h 3576772"/>
                <a:gd name="csX0" fmla="*/ 3254 w 4020045"/>
                <a:gd name="csY0" fmla="*/ 3573700 h 3576772"/>
                <a:gd name="csX1" fmla="*/ 1310808 w 4020045"/>
                <a:gd name="csY1" fmla="*/ 1926786 h 3576772"/>
                <a:gd name="csX2" fmla="*/ 1793611 w 4020045"/>
                <a:gd name="csY2" fmla="*/ 327662 h 3576772"/>
                <a:gd name="csX3" fmla="*/ 3910722 w 4020045"/>
                <a:gd name="csY3" fmla="*/ 36141 h 3576772"/>
                <a:gd name="csX4" fmla="*/ 3594088 w 4020045"/>
                <a:gd name="csY4" fmla="*/ 1933573 h 3576772"/>
                <a:gd name="csX5" fmla="*/ 1827979 w 4020045"/>
                <a:gd name="csY5" fmla="*/ 2405053 h 3576772"/>
                <a:gd name="csX6" fmla="*/ 3254 w 4020045"/>
                <a:gd name="csY6" fmla="*/ 3573700 h 35767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020045" h="3576772">
                  <a:moveTo>
                    <a:pt x="3254" y="3573700"/>
                  </a:moveTo>
                  <a:cubicBezTo>
                    <a:pt x="-82941" y="3493989"/>
                    <a:pt x="1574310" y="2340515"/>
                    <a:pt x="1310808" y="1926786"/>
                  </a:cubicBezTo>
                  <a:cubicBezTo>
                    <a:pt x="1047306" y="1513057"/>
                    <a:pt x="1360292" y="642769"/>
                    <a:pt x="1793611" y="327662"/>
                  </a:cubicBezTo>
                  <a:cubicBezTo>
                    <a:pt x="2226930" y="12555"/>
                    <a:pt x="3750548" y="-52136"/>
                    <a:pt x="3910722" y="36141"/>
                  </a:cubicBezTo>
                  <a:cubicBezTo>
                    <a:pt x="4070896" y="124418"/>
                    <a:pt x="4120351" y="1358027"/>
                    <a:pt x="3594088" y="1933573"/>
                  </a:cubicBezTo>
                  <a:cubicBezTo>
                    <a:pt x="3171099" y="2391895"/>
                    <a:pt x="2301583" y="2656718"/>
                    <a:pt x="1827979" y="2405053"/>
                  </a:cubicBezTo>
                  <a:cubicBezTo>
                    <a:pt x="1354375" y="2153388"/>
                    <a:pt x="89449" y="3653411"/>
                    <a:pt x="3254" y="3573700"/>
                  </a:cubicBez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31413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64378-F5C1-9386-69CF-BC27215241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1671096"/>
            <a:ext cx="4572000" cy="2283221"/>
          </a:xfrm>
        </p:spPr>
        <p:txBody>
          <a:bodyPr anchor="ctr">
            <a:noAutofit/>
          </a:bodyPr>
          <a:lstStyle>
            <a:lvl1pPr algn="l">
              <a:defRPr sz="4800" b="1" i="0">
                <a:solidFill>
                  <a:schemeClr val="tx1"/>
                </a:solidFill>
                <a:latin typeface="Baskerville SemiBold" panose="02020502070401020303" pitchFamily="18" charset="0"/>
                <a:ea typeface="Baskerville SemiBold" panose="02020502070401020303" pitchFamily="18" charset="0"/>
              </a:defRPr>
            </a:lvl1pPr>
          </a:lstStyle>
          <a:p>
            <a:r>
              <a:rPr lang="en-US" dirty="0"/>
              <a:t>For Content to Be Shared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1E6273-49AD-8EEE-F276-ACA8830E56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4026730"/>
            <a:ext cx="4572000" cy="1160173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tx1"/>
                </a:solidFill>
                <a:latin typeface="Helvetica Neue UltraLight" panose="02000206000000020004" pitchFamily="2" charset="0"/>
                <a:ea typeface="Helvetica Neue UltraLight" panose="02000206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2FEF1122-E22D-AA6B-99C9-49180480D4C7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609600" y="5259315"/>
            <a:ext cx="4572000" cy="365125"/>
          </a:xfrm>
          <a:prstGeom prst="rect">
            <a:avLst/>
          </a:prstGeom>
        </p:spPr>
        <p:txBody>
          <a:bodyPr/>
          <a:lstStyle>
            <a:lvl1pPr>
              <a:defRPr sz="2000" b="0" i="1">
                <a:solidFill>
                  <a:schemeClr val="tx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</a:lstStyle>
          <a:p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040" name="Group 1039">
            <a:extLst>
              <a:ext uri="{FF2B5EF4-FFF2-40B4-BE49-F238E27FC236}">
                <a16:creationId xmlns:a16="http://schemas.microsoft.com/office/drawing/2014/main" id="{9EFFBEDF-F15C-A60B-3B5E-03D9EB2BC1DC}"/>
              </a:ext>
            </a:extLst>
          </p:cNvPr>
          <p:cNvGrpSpPr/>
          <p:nvPr userDrawn="1"/>
        </p:nvGrpSpPr>
        <p:grpSpPr>
          <a:xfrm rot="5400000">
            <a:off x="4991100" y="-1562100"/>
            <a:ext cx="8763000" cy="8382000"/>
            <a:chOff x="5404362" y="509310"/>
            <a:chExt cx="4969201" cy="4917948"/>
          </a:xfrm>
        </p:grpSpPr>
        <p:sp>
          <p:nvSpPr>
            <p:cNvPr id="924" name="Freeform 923">
              <a:extLst>
                <a:ext uri="{FF2B5EF4-FFF2-40B4-BE49-F238E27FC236}">
                  <a16:creationId xmlns:a16="http://schemas.microsoft.com/office/drawing/2014/main" id="{7A3F3D6D-9553-F134-25C4-ED90DB069FA6}"/>
                </a:ext>
              </a:extLst>
            </p:cNvPr>
            <p:cNvSpPr/>
            <p:nvPr userDrawn="1"/>
          </p:nvSpPr>
          <p:spPr>
            <a:xfrm rot="16200000">
              <a:off x="5437563" y="476109"/>
              <a:ext cx="2615867" cy="2682270"/>
            </a:xfrm>
            <a:custGeom>
              <a:avLst/>
              <a:gdLst>
                <a:gd name="csX0" fmla="*/ 1893 w 3484511"/>
                <a:gd name="csY0" fmla="*/ 3509215 h 3511799"/>
                <a:gd name="csX1" fmla="*/ 1514170 w 3484511"/>
                <a:gd name="csY1" fmla="*/ 1703861 h 3511799"/>
                <a:gd name="csX2" fmla="*/ 2029985 w 3484511"/>
                <a:gd name="csY2" fmla="*/ 226753 h 3511799"/>
                <a:gd name="csX3" fmla="*/ 3378139 w 3484511"/>
                <a:gd name="csY3" fmla="*/ 144692 h 3511799"/>
                <a:gd name="csX4" fmla="*/ 3225739 w 3484511"/>
                <a:gd name="csY4" fmla="*/ 1586630 h 3511799"/>
                <a:gd name="csX5" fmla="*/ 1854139 w 3484511"/>
                <a:gd name="csY5" fmla="*/ 2090723 h 3511799"/>
                <a:gd name="csX6" fmla="*/ 1893 w 3484511"/>
                <a:gd name="csY6" fmla="*/ 3509215 h 3511799"/>
                <a:gd name="csX0" fmla="*/ 1352 w 4094215"/>
                <a:gd name="csY0" fmla="*/ 4103738 h 4105568"/>
                <a:gd name="csX1" fmla="*/ 2123874 w 4094215"/>
                <a:gd name="csY1" fmla="*/ 1703861 h 4105568"/>
                <a:gd name="csX2" fmla="*/ 2639689 w 4094215"/>
                <a:gd name="csY2" fmla="*/ 226753 h 4105568"/>
                <a:gd name="csX3" fmla="*/ 3987843 w 4094215"/>
                <a:gd name="csY3" fmla="*/ 144692 h 4105568"/>
                <a:gd name="csX4" fmla="*/ 3835443 w 4094215"/>
                <a:gd name="csY4" fmla="*/ 1586630 h 4105568"/>
                <a:gd name="csX5" fmla="*/ 2463843 w 4094215"/>
                <a:gd name="csY5" fmla="*/ 2090723 h 4105568"/>
                <a:gd name="csX6" fmla="*/ 1352 w 4094215"/>
                <a:gd name="csY6" fmla="*/ 4103738 h 4105568"/>
                <a:gd name="csX0" fmla="*/ 1978 w 4094841"/>
                <a:gd name="csY0" fmla="*/ 4101966 h 4104114"/>
                <a:gd name="csX1" fmla="*/ 2058783 w 4094841"/>
                <a:gd name="csY1" fmla="*/ 1668597 h 4104114"/>
                <a:gd name="csX2" fmla="*/ 2640315 w 4094841"/>
                <a:gd name="csY2" fmla="*/ 224981 h 4104114"/>
                <a:gd name="csX3" fmla="*/ 3988469 w 4094841"/>
                <a:gd name="csY3" fmla="*/ 142920 h 4104114"/>
                <a:gd name="csX4" fmla="*/ 3836069 w 4094841"/>
                <a:gd name="csY4" fmla="*/ 1584858 h 4104114"/>
                <a:gd name="csX5" fmla="*/ 2464469 w 4094841"/>
                <a:gd name="csY5" fmla="*/ 2088951 h 4104114"/>
                <a:gd name="csX6" fmla="*/ 1978 w 4094841"/>
                <a:gd name="csY6" fmla="*/ 4101966 h 4104114"/>
                <a:gd name="csX0" fmla="*/ 1943 w 4132359"/>
                <a:gd name="csY0" fmla="*/ 3750277 h 3752868"/>
                <a:gd name="csX1" fmla="*/ 2096301 w 4132359"/>
                <a:gd name="csY1" fmla="*/ 1668597 h 3752868"/>
                <a:gd name="csX2" fmla="*/ 2677833 w 4132359"/>
                <a:gd name="csY2" fmla="*/ 224981 h 3752868"/>
                <a:gd name="csX3" fmla="*/ 4025987 w 4132359"/>
                <a:gd name="csY3" fmla="*/ 142920 h 3752868"/>
                <a:gd name="csX4" fmla="*/ 3873587 w 4132359"/>
                <a:gd name="csY4" fmla="*/ 1584858 h 3752868"/>
                <a:gd name="csX5" fmla="*/ 2501987 w 4132359"/>
                <a:gd name="csY5" fmla="*/ 2088951 h 3752868"/>
                <a:gd name="csX6" fmla="*/ 1943 w 4132359"/>
                <a:gd name="csY6" fmla="*/ 3750277 h 3752868"/>
                <a:gd name="csX0" fmla="*/ 7123 w 4137539"/>
                <a:gd name="csY0" fmla="*/ 3776554 h 3776601"/>
                <a:gd name="csX1" fmla="*/ 1782278 w 4137539"/>
                <a:gd name="csY1" fmla="*/ 2163796 h 3776601"/>
                <a:gd name="csX2" fmla="*/ 2683013 w 4137539"/>
                <a:gd name="csY2" fmla="*/ 251258 h 3776601"/>
                <a:gd name="csX3" fmla="*/ 4031167 w 4137539"/>
                <a:gd name="csY3" fmla="*/ 169197 h 3776601"/>
                <a:gd name="csX4" fmla="*/ 3878767 w 4137539"/>
                <a:gd name="csY4" fmla="*/ 1611135 h 3776601"/>
                <a:gd name="csX5" fmla="*/ 2507167 w 4137539"/>
                <a:gd name="csY5" fmla="*/ 2115228 h 3776601"/>
                <a:gd name="csX6" fmla="*/ 7123 w 4137539"/>
                <a:gd name="csY6" fmla="*/ 3776554 h 3776601"/>
                <a:gd name="csX0" fmla="*/ 25 w 4130441"/>
                <a:gd name="csY0" fmla="*/ 3776554 h 3776586"/>
                <a:gd name="csX1" fmla="*/ 1775180 w 4130441"/>
                <a:gd name="csY1" fmla="*/ 2163796 h 3776586"/>
                <a:gd name="csX2" fmla="*/ 2675915 w 4130441"/>
                <a:gd name="csY2" fmla="*/ 251258 h 3776586"/>
                <a:gd name="csX3" fmla="*/ 4024069 w 4130441"/>
                <a:gd name="csY3" fmla="*/ 169197 h 3776586"/>
                <a:gd name="csX4" fmla="*/ 3871669 w 4130441"/>
                <a:gd name="csY4" fmla="*/ 1611135 h 3776586"/>
                <a:gd name="csX5" fmla="*/ 1814719 w 4130441"/>
                <a:gd name="csY5" fmla="*/ 2207339 h 3776586"/>
                <a:gd name="csX6" fmla="*/ 25 w 4130441"/>
                <a:gd name="csY6" fmla="*/ 3776554 h 3776586"/>
                <a:gd name="csX0" fmla="*/ 25 w 4130441"/>
                <a:gd name="csY0" fmla="*/ 3776554 h 3776589"/>
                <a:gd name="csX1" fmla="*/ 1775180 w 4130441"/>
                <a:gd name="csY1" fmla="*/ 2163796 h 3776589"/>
                <a:gd name="csX2" fmla="*/ 2675915 w 4130441"/>
                <a:gd name="csY2" fmla="*/ 251258 h 3776589"/>
                <a:gd name="csX3" fmla="*/ 4024069 w 4130441"/>
                <a:gd name="csY3" fmla="*/ 169197 h 3776589"/>
                <a:gd name="csX4" fmla="*/ 3871669 w 4130441"/>
                <a:gd name="csY4" fmla="*/ 1611135 h 3776589"/>
                <a:gd name="csX5" fmla="*/ 1814719 w 4130441"/>
                <a:gd name="csY5" fmla="*/ 2207339 h 3776589"/>
                <a:gd name="csX6" fmla="*/ 25 w 4130441"/>
                <a:gd name="csY6" fmla="*/ 3776554 h 3776589"/>
                <a:gd name="csX0" fmla="*/ 25 w 3957457"/>
                <a:gd name="csY0" fmla="*/ 3611866 h 3611901"/>
                <a:gd name="csX1" fmla="*/ 1775180 w 3957457"/>
                <a:gd name="csY1" fmla="*/ 1999108 h 3611901"/>
                <a:gd name="csX2" fmla="*/ 2675915 w 3957457"/>
                <a:gd name="csY2" fmla="*/ 86570 h 3611901"/>
                <a:gd name="csX3" fmla="*/ 3554650 w 3957457"/>
                <a:gd name="csY3" fmla="*/ 439934 h 3611901"/>
                <a:gd name="csX4" fmla="*/ 3871669 w 3957457"/>
                <a:gd name="csY4" fmla="*/ 1446447 h 3611901"/>
                <a:gd name="csX5" fmla="*/ 1814719 w 3957457"/>
                <a:gd name="csY5" fmla="*/ 2042651 h 3611901"/>
                <a:gd name="csX6" fmla="*/ 25 w 3957457"/>
                <a:gd name="csY6" fmla="*/ 3611866 h 3611901"/>
                <a:gd name="csX0" fmla="*/ 25 w 3957253"/>
                <a:gd name="csY0" fmla="*/ 3368639 h 3368674"/>
                <a:gd name="csX1" fmla="*/ 1775180 w 3957253"/>
                <a:gd name="csY1" fmla="*/ 1755881 h 3368674"/>
                <a:gd name="csX2" fmla="*/ 2685304 w 3957253"/>
                <a:gd name="csY2" fmla="*/ 144791 h 3368674"/>
                <a:gd name="csX3" fmla="*/ 3554650 w 3957253"/>
                <a:gd name="csY3" fmla="*/ 196707 h 3368674"/>
                <a:gd name="csX4" fmla="*/ 3871669 w 3957253"/>
                <a:gd name="csY4" fmla="*/ 1203220 h 3368674"/>
                <a:gd name="csX5" fmla="*/ 1814719 w 3957253"/>
                <a:gd name="csY5" fmla="*/ 1799424 h 3368674"/>
                <a:gd name="csX6" fmla="*/ 25 w 3957253"/>
                <a:gd name="csY6" fmla="*/ 3368639 h 3368674"/>
                <a:gd name="csX0" fmla="*/ 25 w 3705517"/>
                <a:gd name="csY0" fmla="*/ 3358570 h 3358603"/>
                <a:gd name="csX1" fmla="*/ 1775180 w 3705517"/>
                <a:gd name="csY1" fmla="*/ 1745812 h 3358603"/>
                <a:gd name="csX2" fmla="*/ 2685304 w 3705517"/>
                <a:gd name="csY2" fmla="*/ 134722 h 3358603"/>
                <a:gd name="csX3" fmla="*/ 3554650 w 3705517"/>
                <a:gd name="csY3" fmla="*/ 186638 h 3358603"/>
                <a:gd name="csX4" fmla="*/ 3552464 w 3705517"/>
                <a:gd name="csY4" fmla="*/ 975438 h 3358603"/>
                <a:gd name="csX5" fmla="*/ 1814719 w 3705517"/>
                <a:gd name="csY5" fmla="*/ 1789355 h 3358603"/>
                <a:gd name="csX6" fmla="*/ 25 w 3705517"/>
                <a:gd name="csY6" fmla="*/ 3358570 h 3358603"/>
                <a:gd name="csX0" fmla="*/ 2290 w 3707782"/>
                <a:gd name="csY0" fmla="*/ 3305196 h 3314287"/>
                <a:gd name="csX1" fmla="*/ 2199921 w 3707782"/>
                <a:gd name="csY1" fmla="*/ 955568 h 3314287"/>
                <a:gd name="csX2" fmla="*/ 2687569 w 3707782"/>
                <a:gd name="csY2" fmla="*/ 81348 h 3314287"/>
                <a:gd name="csX3" fmla="*/ 3556915 w 3707782"/>
                <a:gd name="csY3" fmla="*/ 133264 h 3314287"/>
                <a:gd name="csX4" fmla="*/ 3554729 w 3707782"/>
                <a:gd name="csY4" fmla="*/ 922064 h 3314287"/>
                <a:gd name="csX5" fmla="*/ 1816984 w 3707782"/>
                <a:gd name="csY5" fmla="*/ 1735981 h 3314287"/>
                <a:gd name="csX6" fmla="*/ 2290 w 3707782"/>
                <a:gd name="csY6" fmla="*/ 3305196 h 3314287"/>
                <a:gd name="csX0" fmla="*/ 377 w 3705869"/>
                <a:gd name="csY0" fmla="*/ 3305196 h 3313168"/>
                <a:gd name="csX1" fmla="*/ 2198008 w 3705869"/>
                <a:gd name="csY1" fmla="*/ 955568 h 3313168"/>
                <a:gd name="csX2" fmla="*/ 2685656 w 3705869"/>
                <a:gd name="csY2" fmla="*/ 81348 h 3313168"/>
                <a:gd name="csX3" fmla="*/ 3555002 w 3705869"/>
                <a:gd name="csY3" fmla="*/ 133264 h 3313168"/>
                <a:gd name="csX4" fmla="*/ 3552816 w 3705869"/>
                <a:gd name="csY4" fmla="*/ 922064 h 3313168"/>
                <a:gd name="csX5" fmla="*/ 2378375 w 3705869"/>
                <a:gd name="csY5" fmla="*/ 1694113 h 3313168"/>
                <a:gd name="csX6" fmla="*/ 377 w 3705869"/>
                <a:gd name="csY6" fmla="*/ 3305196 h 3313168"/>
                <a:gd name="csX0" fmla="*/ 377 w 3705869"/>
                <a:gd name="csY0" fmla="*/ 3305196 h 3311216"/>
                <a:gd name="csX1" fmla="*/ 2198008 w 3705869"/>
                <a:gd name="csY1" fmla="*/ 955568 h 3311216"/>
                <a:gd name="csX2" fmla="*/ 2685656 w 3705869"/>
                <a:gd name="csY2" fmla="*/ 81348 h 3311216"/>
                <a:gd name="csX3" fmla="*/ 3555002 w 3705869"/>
                <a:gd name="csY3" fmla="*/ 133264 h 3311216"/>
                <a:gd name="csX4" fmla="*/ 3552816 w 3705869"/>
                <a:gd name="csY4" fmla="*/ 922064 h 3311216"/>
                <a:gd name="csX5" fmla="*/ 2378375 w 3705869"/>
                <a:gd name="csY5" fmla="*/ 1694113 h 3311216"/>
                <a:gd name="csX6" fmla="*/ 377 w 3705869"/>
                <a:gd name="csY6" fmla="*/ 3305196 h 3311216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31250"/>
                <a:gd name="csY0" fmla="*/ 3306034 h 3313991"/>
                <a:gd name="csX1" fmla="*/ 2198008 w 4431250"/>
                <a:gd name="csY1" fmla="*/ 956406 h 3313991"/>
                <a:gd name="csX2" fmla="*/ 2685656 w 4431250"/>
                <a:gd name="csY2" fmla="*/ 82186 h 3313991"/>
                <a:gd name="csX3" fmla="*/ 3555002 w 4431250"/>
                <a:gd name="csY3" fmla="*/ 134102 h 3313991"/>
                <a:gd name="csX4" fmla="*/ 4425936 w 4431250"/>
                <a:gd name="csY4" fmla="*/ 939649 h 3313991"/>
                <a:gd name="csX5" fmla="*/ 2378375 w 4431250"/>
                <a:gd name="csY5" fmla="*/ 1694951 h 3313991"/>
                <a:gd name="csX6" fmla="*/ 377 w 4431250"/>
                <a:gd name="csY6" fmla="*/ 3306034 h 3313991"/>
                <a:gd name="csX0" fmla="*/ 377 w 4425936"/>
                <a:gd name="csY0" fmla="*/ 3306034 h 3313991"/>
                <a:gd name="csX1" fmla="*/ 2198008 w 4425936"/>
                <a:gd name="csY1" fmla="*/ 956406 h 3313991"/>
                <a:gd name="csX2" fmla="*/ 2685656 w 4425936"/>
                <a:gd name="csY2" fmla="*/ 82186 h 3313991"/>
                <a:gd name="csX3" fmla="*/ 3555002 w 4425936"/>
                <a:gd name="csY3" fmla="*/ 134102 h 3313991"/>
                <a:gd name="csX4" fmla="*/ 4425936 w 4425936"/>
                <a:gd name="csY4" fmla="*/ 939649 h 3313991"/>
                <a:gd name="csX5" fmla="*/ 2378375 w 4425936"/>
                <a:gd name="csY5" fmla="*/ 1694951 h 3313991"/>
                <a:gd name="csX6" fmla="*/ 377 w 4425936"/>
                <a:gd name="csY6" fmla="*/ 3306034 h 3313991"/>
                <a:gd name="csX0" fmla="*/ 377 w 4472878"/>
                <a:gd name="csY0" fmla="*/ 3303952 h 3311947"/>
                <a:gd name="csX1" fmla="*/ 2198008 w 4472878"/>
                <a:gd name="csY1" fmla="*/ 954324 h 3311947"/>
                <a:gd name="csX2" fmla="*/ 2685656 w 4472878"/>
                <a:gd name="csY2" fmla="*/ 80104 h 3311947"/>
                <a:gd name="csX3" fmla="*/ 3555002 w 4472878"/>
                <a:gd name="csY3" fmla="*/ 132020 h 3311947"/>
                <a:gd name="csX4" fmla="*/ 4472878 w 4472878"/>
                <a:gd name="csY4" fmla="*/ 895700 h 3311947"/>
                <a:gd name="csX5" fmla="*/ 2378375 w 4472878"/>
                <a:gd name="csY5" fmla="*/ 1692869 h 3311947"/>
                <a:gd name="csX6" fmla="*/ 377 w 4472878"/>
                <a:gd name="csY6" fmla="*/ 3303952 h 3311947"/>
                <a:gd name="csX0" fmla="*/ 377 w 4472878"/>
                <a:gd name="csY0" fmla="*/ 3489034 h 3497029"/>
                <a:gd name="csX1" fmla="*/ 2198008 w 4472878"/>
                <a:gd name="csY1" fmla="*/ 1139406 h 3497029"/>
                <a:gd name="csX2" fmla="*/ 2685656 w 4472878"/>
                <a:gd name="csY2" fmla="*/ 265186 h 3497029"/>
                <a:gd name="csX3" fmla="*/ 3742770 w 4472878"/>
                <a:gd name="csY3" fmla="*/ 49148 h 3497029"/>
                <a:gd name="csX4" fmla="*/ 4472878 w 4472878"/>
                <a:gd name="csY4" fmla="*/ 1080782 h 3497029"/>
                <a:gd name="csX5" fmla="*/ 2378375 w 4472878"/>
                <a:gd name="csY5" fmla="*/ 1877951 h 3497029"/>
                <a:gd name="csX6" fmla="*/ 377 w 4472878"/>
                <a:gd name="csY6" fmla="*/ 3489034 h 3497029"/>
                <a:gd name="csX0" fmla="*/ 377 w 4482266"/>
                <a:gd name="csY0" fmla="*/ 3489034 h 3497029"/>
                <a:gd name="csX1" fmla="*/ 2198008 w 4482266"/>
                <a:gd name="csY1" fmla="*/ 1139406 h 3497029"/>
                <a:gd name="csX2" fmla="*/ 2685656 w 4482266"/>
                <a:gd name="csY2" fmla="*/ 265186 h 3497029"/>
                <a:gd name="csX3" fmla="*/ 3742770 w 4482266"/>
                <a:gd name="csY3" fmla="*/ 49148 h 3497029"/>
                <a:gd name="csX4" fmla="*/ 4482266 w 4482266"/>
                <a:gd name="csY4" fmla="*/ 1080782 h 3497029"/>
                <a:gd name="csX5" fmla="*/ 2378375 w 4482266"/>
                <a:gd name="csY5" fmla="*/ 1877951 h 3497029"/>
                <a:gd name="csX6" fmla="*/ 377 w 4482266"/>
                <a:gd name="csY6" fmla="*/ 3489034 h 3497029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10188 w 4492077"/>
                <a:gd name="csY0" fmla="*/ 3488052 h 3497366"/>
                <a:gd name="csX1" fmla="*/ 1804118 w 4492077"/>
                <a:gd name="csY1" fmla="*/ 1096559 h 3497366"/>
                <a:gd name="csX2" fmla="*/ 2695467 w 4492077"/>
                <a:gd name="csY2" fmla="*/ 264204 h 3497366"/>
                <a:gd name="csX3" fmla="*/ 3752581 w 4492077"/>
                <a:gd name="csY3" fmla="*/ 48166 h 3497366"/>
                <a:gd name="csX4" fmla="*/ 4492077 w 4492077"/>
                <a:gd name="csY4" fmla="*/ 1079800 h 3497366"/>
                <a:gd name="csX5" fmla="*/ 2688616 w 4492077"/>
                <a:gd name="csY5" fmla="*/ 1893718 h 3497366"/>
                <a:gd name="csX6" fmla="*/ 10188 w 4492077"/>
                <a:gd name="csY6" fmla="*/ 3488052 h 3497366"/>
                <a:gd name="csX0" fmla="*/ 10188 w 4492077"/>
                <a:gd name="csY0" fmla="*/ 3488052 h 3500595"/>
                <a:gd name="csX1" fmla="*/ 1804118 w 4492077"/>
                <a:gd name="csY1" fmla="*/ 1096559 h 3500595"/>
                <a:gd name="csX2" fmla="*/ 2695467 w 4492077"/>
                <a:gd name="csY2" fmla="*/ 264204 h 3500595"/>
                <a:gd name="csX3" fmla="*/ 3752581 w 4492077"/>
                <a:gd name="csY3" fmla="*/ 48166 h 3500595"/>
                <a:gd name="csX4" fmla="*/ 4492077 w 4492077"/>
                <a:gd name="csY4" fmla="*/ 1079800 h 3500595"/>
                <a:gd name="csX5" fmla="*/ 2688616 w 4492077"/>
                <a:gd name="csY5" fmla="*/ 1893718 h 3500595"/>
                <a:gd name="csX6" fmla="*/ 10188 w 4492077"/>
                <a:gd name="csY6" fmla="*/ 3488052 h 3500595"/>
                <a:gd name="csX0" fmla="*/ 10188 w 4492077"/>
                <a:gd name="csY0" fmla="*/ 3488052 h 3500888"/>
                <a:gd name="csX1" fmla="*/ 1804118 w 4492077"/>
                <a:gd name="csY1" fmla="*/ 1096559 h 3500888"/>
                <a:gd name="csX2" fmla="*/ 2695467 w 4492077"/>
                <a:gd name="csY2" fmla="*/ 264204 h 3500888"/>
                <a:gd name="csX3" fmla="*/ 3752581 w 4492077"/>
                <a:gd name="csY3" fmla="*/ 48166 h 3500888"/>
                <a:gd name="csX4" fmla="*/ 4492077 w 4492077"/>
                <a:gd name="csY4" fmla="*/ 1079800 h 3500888"/>
                <a:gd name="csX5" fmla="*/ 2688616 w 4492077"/>
                <a:gd name="csY5" fmla="*/ 1893718 h 3500888"/>
                <a:gd name="csX6" fmla="*/ 10188 w 4492077"/>
                <a:gd name="csY6" fmla="*/ 3488052 h 3500888"/>
                <a:gd name="csX0" fmla="*/ 27731 w 3289130"/>
                <a:gd name="csY0" fmla="*/ 2449732 h 2473361"/>
                <a:gd name="csX1" fmla="*/ 601171 w 3289130"/>
                <a:gd name="csY1" fmla="*/ 1096559 h 2473361"/>
                <a:gd name="csX2" fmla="*/ 1492520 w 3289130"/>
                <a:gd name="csY2" fmla="*/ 264204 h 2473361"/>
                <a:gd name="csX3" fmla="*/ 2549634 w 3289130"/>
                <a:gd name="csY3" fmla="*/ 48166 h 2473361"/>
                <a:gd name="csX4" fmla="*/ 3289130 w 3289130"/>
                <a:gd name="csY4" fmla="*/ 1079800 h 2473361"/>
                <a:gd name="csX5" fmla="*/ 1485669 w 3289130"/>
                <a:gd name="csY5" fmla="*/ 1893718 h 2473361"/>
                <a:gd name="csX6" fmla="*/ 27731 w 3289130"/>
                <a:gd name="csY6" fmla="*/ 2449732 h 2473361"/>
                <a:gd name="csX0" fmla="*/ 367 w 3261766"/>
                <a:gd name="csY0" fmla="*/ 2449732 h 2449966"/>
                <a:gd name="csX1" fmla="*/ 573807 w 3261766"/>
                <a:gd name="csY1" fmla="*/ 1096559 h 2449966"/>
                <a:gd name="csX2" fmla="*/ 1465156 w 3261766"/>
                <a:gd name="csY2" fmla="*/ 264204 h 2449966"/>
                <a:gd name="csX3" fmla="*/ 2522270 w 3261766"/>
                <a:gd name="csY3" fmla="*/ 48166 h 2449966"/>
                <a:gd name="csX4" fmla="*/ 3261766 w 3261766"/>
                <a:gd name="csY4" fmla="*/ 1079800 h 2449966"/>
                <a:gd name="csX5" fmla="*/ 1458305 w 3261766"/>
                <a:gd name="csY5" fmla="*/ 1893718 h 2449966"/>
                <a:gd name="csX6" fmla="*/ 367 w 3261766"/>
                <a:gd name="csY6" fmla="*/ 2449732 h 2449966"/>
                <a:gd name="csX0" fmla="*/ 62959 w 3324358"/>
                <a:gd name="csY0" fmla="*/ 2449732 h 2487147"/>
                <a:gd name="csX1" fmla="*/ 636399 w 3324358"/>
                <a:gd name="csY1" fmla="*/ 1096559 h 2487147"/>
                <a:gd name="csX2" fmla="*/ 1527748 w 3324358"/>
                <a:gd name="csY2" fmla="*/ 264204 h 2487147"/>
                <a:gd name="csX3" fmla="*/ 2584862 w 3324358"/>
                <a:gd name="csY3" fmla="*/ 48166 h 2487147"/>
                <a:gd name="csX4" fmla="*/ 3324358 w 3324358"/>
                <a:gd name="csY4" fmla="*/ 1079800 h 2487147"/>
                <a:gd name="csX5" fmla="*/ 1520897 w 3324358"/>
                <a:gd name="csY5" fmla="*/ 1893718 h 2487147"/>
                <a:gd name="csX6" fmla="*/ 62959 w 3324358"/>
                <a:gd name="csY6" fmla="*/ 2449732 h 2487147"/>
                <a:gd name="csX0" fmla="*/ 38478 w 4482813"/>
                <a:gd name="csY0" fmla="*/ 3496425 h 3519813"/>
                <a:gd name="csX1" fmla="*/ 1794854 w 4482813"/>
                <a:gd name="csY1" fmla="*/ 1096559 h 3519813"/>
                <a:gd name="csX2" fmla="*/ 2686203 w 4482813"/>
                <a:gd name="csY2" fmla="*/ 264204 h 3519813"/>
                <a:gd name="csX3" fmla="*/ 3743317 w 4482813"/>
                <a:gd name="csY3" fmla="*/ 48166 h 3519813"/>
                <a:gd name="csX4" fmla="*/ 4482813 w 4482813"/>
                <a:gd name="csY4" fmla="*/ 1079800 h 3519813"/>
                <a:gd name="csX5" fmla="*/ 2679352 w 4482813"/>
                <a:gd name="csY5" fmla="*/ 1893718 h 3519813"/>
                <a:gd name="csX6" fmla="*/ 38478 w 4482813"/>
                <a:gd name="csY6" fmla="*/ 3496425 h 3519813"/>
                <a:gd name="csX0" fmla="*/ 9071 w 4453406"/>
                <a:gd name="csY0" fmla="*/ 3496425 h 3510301"/>
                <a:gd name="csX1" fmla="*/ 1765447 w 4453406"/>
                <a:gd name="csY1" fmla="*/ 1096559 h 3510301"/>
                <a:gd name="csX2" fmla="*/ 2656796 w 4453406"/>
                <a:gd name="csY2" fmla="*/ 264204 h 3510301"/>
                <a:gd name="csX3" fmla="*/ 3713910 w 4453406"/>
                <a:gd name="csY3" fmla="*/ 48166 h 3510301"/>
                <a:gd name="csX4" fmla="*/ 4453406 w 4453406"/>
                <a:gd name="csY4" fmla="*/ 1079800 h 3510301"/>
                <a:gd name="csX5" fmla="*/ 2649945 w 4453406"/>
                <a:gd name="csY5" fmla="*/ 1893718 h 3510301"/>
                <a:gd name="csX6" fmla="*/ 9071 w 4453406"/>
                <a:gd name="csY6" fmla="*/ 3496425 h 3510301"/>
                <a:gd name="csX0" fmla="*/ 9071 w 4453406"/>
                <a:gd name="csY0" fmla="*/ 3496425 h 3512169"/>
                <a:gd name="csX1" fmla="*/ 1765447 w 4453406"/>
                <a:gd name="csY1" fmla="*/ 1096559 h 3512169"/>
                <a:gd name="csX2" fmla="*/ 2656796 w 4453406"/>
                <a:gd name="csY2" fmla="*/ 264204 h 3512169"/>
                <a:gd name="csX3" fmla="*/ 3713910 w 4453406"/>
                <a:gd name="csY3" fmla="*/ 48166 h 3512169"/>
                <a:gd name="csX4" fmla="*/ 4453406 w 4453406"/>
                <a:gd name="csY4" fmla="*/ 1079800 h 3512169"/>
                <a:gd name="csX5" fmla="*/ 2649945 w 4453406"/>
                <a:gd name="csY5" fmla="*/ 1893718 h 3512169"/>
                <a:gd name="csX6" fmla="*/ 9071 w 4453406"/>
                <a:gd name="csY6" fmla="*/ 3496425 h 3512169"/>
                <a:gd name="csX0" fmla="*/ 9640 w 4453975"/>
                <a:gd name="csY0" fmla="*/ 3496425 h 3512169"/>
                <a:gd name="csX1" fmla="*/ 1766016 w 4453975"/>
                <a:gd name="csY1" fmla="*/ 1096559 h 3512169"/>
                <a:gd name="csX2" fmla="*/ 2657365 w 4453975"/>
                <a:gd name="csY2" fmla="*/ 264204 h 3512169"/>
                <a:gd name="csX3" fmla="*/ 3714479 w 4453975"/>
                <a:gd name="csY3" fmla="*/ 48166 h 3512169"/>
                <a:gd name="csX4" fmla="*/ 4453975 w 4453975"/>
                <a:gd name="csY4" fmla="*/ 1079800 h 3512169"/>
                <a:gd name="csX5" fmla="*/ 2650514 w 4453975"/>
                <a:gd name="csY5" fmla="*/ 1893718 h 3512169"/>
                <a:gd name="csX6" fmla="*/ 9640 w 4453975"/>
                <a:gd name="csY6" fmla="*/ 3496425 h 3512169"/>
                <a:gd name="csX0" fmla="*/ 9640 w 4453975"/>
                <a:gd name="csY0" fmla="*/ 3993467 h 4008123"/>
                <a:gd name="csX1" fmla="*/ 1766016 w 4453975"/>
                <a:gd name="csY1" fmla="*/ 1593601 h 4008123"/>
                <a:gd name="csX2" fmla="*/ 2601034 w 4453975"/>
                <a:gd name="csY2" fmla="*/ 41122 h 4008123"/>
                <a:gd name="csX3" fmla="*/ 3714479 w 4453975"/>
                <a:gd name="csY3" fmla="*/ 545208 h 4008123"/>
                <a:gd name="csX4" fmla="*/ 4453975 w 4453975"/>
                <a:gd name="csY4" fmla="*/ 1576842 h 4008123"/>
                <a:gd name="csX5" fmla="*/ 2650514 w 4453975"/>
                <a:gd name="csY5" fmla="*/ 2390760 h 4008123"/>
                <a:gd name="csX6" fmla="*/ 9640 w 4453975"/>
                <a:gd name="csY6" fmla="*/ 3993467 h 4008123"/>
                <a:gd name="csX0" fmla="*/ 9640 w 4453975"/>
                <a:gd name="csY0" fmla="*/ 3952894 h 3967550"/>
                <a:gd name="csX1" fmla="*/ 1766016 w 4453975"/>
                <a:gd name="csY1" fmla="*/ 1553028 h 3967550"/>
                <a:gd name="csX2" fmla="*/ 2601034 w 4453975"/>
                <a:gd name="csY2" fmla="*/ 549 h 3967550"/>
                <a:gd name="csX3" fmla="*/ 3714479 w 4453975"/>
                <a:gd name="csY3" fmla="*/ 504635 h 3967550"/>
                <a:gd name="csX4" fmla="*/ 4453975 w 4453975"/>
                <a:gd name="csY4" fmla="*/ 1536269 h 3967550"/>
                <a:gd name="csX5" fmla="*/ 2650514 w 4453975"/>
                <a:gd name="csY5" fmla="*/ 2350187 h 3967550"/>
                <a:gd name="csX6" fmla="*/ 9640 w 4453975"/>
                <a:gd name="csY6" fmla="*/ 3952894 h 3967550"/>
                <a:gd name="csX0" fmla="*/ 9640 w 4453975"/>
                <a:gd name="csY0" fmla="*/ 3952971 h 3968477"/>
                <a:gd name="csX1" fmla="*/ 1766016 w 4453975"/>
                <a:gd name="csY1" fmla="*/ 1553105 h 3968477"/>
                <a:gd name="csX2" fmla="*/ 2601034 w 4453975"/>
                <a:gd name="csY2" fmla="*/ 626 h 3968477"/>
                <a:gd name="csX3" fmla="*/ 3714479 w 4453975"/>
                <a:gd name="csY3" fmla="*/ 504712 h 3968477"/>
                <a:gd name="csX4" fmla="*/ 4453975 w 4453975"/>
                <a:gd name="csY4" fmla="*/ 1536346 h 3968477"/>
                <a:gd name="csX5" fmla="*/ 2650514 w 4453975"/>
                <a:gd name="csY5" fmla="*/ 2350264 h 3968477"/>
                <a:gd name="csX6" fmla="*/ 9640 w 4453975"/>
                <a:gd name="csY6" fmla="*/ 3952971 h 3968477"/>
                <a:gd name="csX0" fmla="*/ 9640 w 4517542"/>
                <a:gd name="csY0" fmla="*/ 4153948 h 4169453"/>
                <a:gd name="csX1" fmla="*/ 1766016 w 4517542"/>
                <a:gd name="csY1" fmla="*/ 1754082 h 4169453"/>
                <a:gd name="csX2" fmla="*/ 2601034 w 4517542"/>
                <a:gd name="csY2" fmla="*/ 201603 h 4169453"/>
                <a:gd name="csX3" fmla="*/ 4390442 w 4517542"/>
                <a:gd name="csY3" fmla="*/ 186529 h 4169453"/>
                <a:gd name="csX4" fmla="*/ 4453975 w 4517542"/>
                <a:gd name="csY4" fmla="*/ 1737323 h 4169453"/>
                <a:gd name="csX5" fmla="*/ 2650514 w 4517542"/>
                <a:gd name="csY5" fmla="*/ 2551241 h 4169453"/>
                <a:gd name="csX6" fmla="*/ 9640 w 4517542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719798"/>
                <a:gd name="csY0" fmla="*/ 4153948 h 4169453"/>
                <a:gd name="csX1" fmla="*/ 1766016 w 4719798"/>
                <a:gd name="csY1" fmla="*/ 1754082 h 4169453"/>
                <a:gd name="csX2" fmla="*/ 2601034 w 4719798"/>
                <a:gd name="csY2" fmla="*/ 201603 h 4169453"/>
                <a:gd name="csX3" fmla="*/ 4390442 w 4719798"/>
                <a:gd name="csY3" fmla="*/ 186529 h 4169453"/>
                <a:gd name="csX4" fmla="*/ 4453975 w 4719798"/>
                <a:gd name="csY4" fmla="*/ 1737323 h 4169453"/>
                <a:gd name="csX5" fmla="*/ 2650514 w 4719798"/>
                <a:gd name="csY5" fmla="*/ 2551241 h 4169453"/>
                <a:gd name="csX6" fmla="*/ 9640 w 4719798"/>
                <a:gd name="csY6" fmla="*/ 4153948 h 4169453"/>
                <a:gd name="csX0" fmla="*/ 9640 w 4684091"/>
                <a:gd name="csY0" fmla="*/ 4153948 h 4169453"/>
                <a:gd name="csX1" fmla="*/ 1766016 w 4684091"/>
                <a:gd name="csY1" fmla="*/ 1754082 h 4169453"/>
                <a:gd name="csX2" fmla="*/ 2601034 w 4684091"/>
                <a:gd name="csY2" fmla="*/ 201603 h 4169453"/>
                <a:gd name="csX3" fmla="*/ 4390442 w 4684091"/>
                <a:gd name="csY3" fmla="*/ 186529 h 4169453"/>
                <a:gd name="csX4" fmla="*/ 4453975 w 4684091"/>
                <a:gd name="csY4" fmla="*/ 1737323 h 4169453"/>
                <a:gd name="csX5" fmla="*/ 2650514 w 4684091"/>
                <a:gd name="csY5" fmla="*/ 2551241 h 4169453"/>
                <a:gd name="csX6" fmla="*/ 9640 w 4684091"/>
                <a:gd name="csY6" fmla="*/ 4153948 h 4169453"/>
                <a:gd name="csX0" fmla="*/ 9640 w 4747938"/>
                <a:gd name="csY0" fmla="*/ 4153948 h 4169453"/>
                <a:gd name="csX1" fmla="*/ 1766016 w 4747938"/>
                <a:gd name="csY1" fmla="*/ 1754082 h 4169453"/>
                <a:gd name="csX2" fmla="*/ 2601034 w 4747938"/>
                <a:gd name="csY2" fmla="*/ 201603 h 4169453"/>
                <a:gd name="csX3" fmla="*/ 4390442 w 4747938"/>
                <a:gd name="csY3" fmla="*/ 186529 h 4169453"/>
                <a:gd name="csX4" fmla="*/ 4453975 w 4747938"/>
                <a:gd name="csY4" fmla="*/ 1737323 h 4169453"/>
                <a:gd name="csX5" fmla="*/ 2650514 w 4747938"/>
                <a:gd name="csY5" fmla="*/ 2551241 h 4169453"/>
                <a:gd name="csX6" fmla="*/ 9640 w 4747938"/>
                <a:gd name="csY6" fmla="*/ 4153948 h 4169453"/>
                <a:gd name="csX0" fmla="*/ 9640 w 4747938"/>
                <a:gd name="csY0" fmla="*/ 4205765 h 4221270"/>
                <a:gd name="csX1" fmla="*/ 1766016 w 4747938"/>
                <a:gd name="csY1" fmla="*/ 1805899 h 4221270"/>
                <a:gd name="csX2" fmla="*/ 2601034 w 4747938"/>
                <a:gd name="csY2" fmla="*/ 253420 h 4221270"/>
                <a:gd name="csX3" fmla="*/ 4390442 w 4747938"/>
                <a:gd name="csY3" fmla="*/ 238346 h 4221270"/>
                <a:gd name="csX4" fmla="*/ 4453975 w 4747938"/>
                <a:gd name="csY4" fmla="*/ 1789140 h 4221270"/>
                <a:gd name="csX5" fmla="*/ 2650514 w 4747938"/>
                <a:gd name="csY5" fmla="*/ 2603058 h 4221270"/>
                <a:gd name="csX6" fmla="*/ 9640 w 4747938"/>
                <a:gd name="csY6" fmla="*/ 4205765 h 4221270"/>
                <a:gd name="csX0" fmla="*/ 9640 w 4769359"/>
                <a:gd name="csY0" fmla="*/ 4189897 h 4205402"/>
                <a:gd name="csX1" fmla="*/ 1766016 w 4769359"/>
                <a:gd name="csY1" fmla="*/ 1790031 h 4205402"/>
                <a:gd name="csX2" fmla="*/ 2601034 w 4769359"/>
                <a:gd name="csY2" fmla="*/ 237552 h 4205402"/>
                <a:gd name="csX3" fmla="*/ 4446772 w 4769359"/>
                <a:gd name="csY3" fmla="*/ 163863 h 4205402"/>
                <a:gd name="csX4" fmla="*/ 4453975 w 4769359"/>
                <a:gd name="csY4" fmla="*/ 1773272 h 4205402"/>
                <a:gd name="csX5" fmla="*/ 2650514 w 4769359"/>
                <a:gd name="csY5" fmla="*/ 2587190 h 4205402"/>
                <a:gd name="csX6" fmla="*/ 9640 w 4769359"/>
                <a:gd name="csY6" fmla="*/ 4189897 h 4205402"/>
                <a:gd name="csX0" fmla="*/ 9640 w 4747938"/>
                <a:gd name="csY0" fmla="*/ 4212142 h 4227647"/>
                <a:gd name="csX1" fmla="*/ 1766016 w 4747938"/>
                <a:gd name="csY1" fmla="*/ 1812276 h 4227647"/>
                <a:gd name="csX2" fmla="*/ 2601034 w 4747938"/>
                <a:gd name="csY2" fmla="*/ 259797 h 4227647"/>
                <a:gd name="csX3" fmla="*/ 4390441 w 4747938"/>
                <a:gd name="csY3" fmla="*/ 152614 h 4227647"/>
                <a:gd name="csX4" fmla="*/ 4453975 w 4747938"/>
                <a:gd name="csY4" fmla="*/ 1795517 h 4227647"/>
                <a:gd name="csX5" fmla="*/ 2650514 w 4747938"/>
                <a:gd name="csY5" fmla="*/ 2609435 h 4227647"/>
                <a:gd name="csX6" fmla="*/ 9640 w 4747938"/>
                <a:gd name="csY6" fmla="*/ 4212142 h 4227647"/>
                <a:gd name="csX0" fmla="*/ 8567 w 4746865"/>
                <a:gd name="csY0" fmla="*/ 4212143 h 4219435"/>
                <a:gd name="csX1" fmla="*/ 1745271 w 4746865"/>
                <a:gd name="csY1" fmla="*/ 1812279 h 4219435"/>
                <a:gd name="csX2" fmla="*/ 2599961 w 4746865"/>
                <a:gd name="csY2" fmla="*/ 259798 h 4219435"/>
                <a:gd name="csX3" fmla="*/ 4389368 w 4746865"/>
                <a:gd name="csY3" fmla="*/ 152615 h 4219435"/>
                <a:gd name="csX4" fmla="*/ 4452902 w 4746865"/>
                <a:gd name="csY4" fmla="*/ 1795518 h 4219435"/>
                <a:gd name="csX5" fmla="*/ 2649441 w 4746865"/>
                <a:gd name="csY5" fmla="*/ 2609436 h 4219435"/>
                <a:gd name="csX6" fmla="*/ 8567 w 4746865"/>
                <a:gd name="csY6" fmla="*/ 4212143 h 4219435"/>
                <a:gd name="csX0" fmla="*/ 8451 w 4746749"/>
                <a:gd name="csY0" fmla="*/ 4212143 h 4219813"/>
                <a:gd name="csX1" fmla="*/ 1745155 w 4746749"/>
                <a:gd name="csY1" fmla="*/ 1812279 h 4219813"/>
                <a:gd name="csX2" fmla="*/ 2599845 w 4746749"/>
                <a:gd name="csY2" fmla="*/ 259798 h 4219813"/>
                <a:gd name="csX3" fmla="*/ 4389252 w 4746749"/>
                <a:gd name="csY3" fmla="*/ 152615 h 4219813"/>
                <a:gd name="csX4" fmla="*/ 4452786 w 4746749"/>
                <a:gd name="csY4" fmla="*/ 1795518 h 4219813"/>
                <a:gd name="csX5" fmla="*/ 2642769 w 4746749"/>
                <a:gd name="csY5" fmla="*/ 2626986 h 4219813"/>
                <a:gd name="csX6" fmla="*/ 8451 w 4746749"/>
                <a:gd name="csY6" fmla="*/ 4212143 h 4219813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594 w 4746892"/>
                <a:gd name="csY0" fmla="*/ 4213311 h 4220527"/>
                <a:gd name="csX1" fmla="*/ 1738740 w 4746892"/>
                <a:gd name="csY1" fmla="*/ 1836843 h 4220527"/>
                <a:gd name="csX2" fmla="*/ 2599988 w 4746892"/>
                <a:gd name="csY2" fmla="*/ 260966 h 4220527"/>
                <a:gd name="csX3" fmla="*/ 4389395 w 4746892"/>
                <a:gd name="csY3" fmla="*/ 153783 h 4220527"/>
                <a:gd name="csX4" fmla="*/ 4452929 w 4746892"/>
                <a:gd name="csY4" fmla="*/ 1796686 h 4220527"/>
                <a:gd name="csX5" fmla="*/ 2642912 w 4746892"/>
                <a:gd name="csY5" fmla="*/ 2628154 h 4220527"/>
                <a:gd name="csX6" fmla="*/ 8594 w 4746892"/>
                <a:gd name="csY6" fmla="*/ 4213311 h 4220527"/>
                <a:gd name="csX0" fmla="*/ 8594 w 4693867"/>
                <a:gd name="csY0" fmla="*/ 4136922 h 4144138"/>
                <a:gd name="csX1" fmla="*/ 1738740 w 4693867"/>
                <a:gd name="csY1" fmla="*/ 1760454 h 4144138"/>
                <a:gd name="csX2" fmla="*/ 2599988 w 4693867"/>
                <a:gd name="csY2" fmla="*/ 184577 h 4144138"/>
                <a:gd name="csX3" fmla="*/ 4389395 w 4693867"/>
                <a:gd name="csY3" fmla="*/ 77394 h 4144138"/>
                <a:gd name="csX4" fmla="*/ 4452929 w 4693867"/>
                <a:gd name="csY4" fmla="*/ 1720297 h 4144138"/>
                <a:gd name="csX5" fmla="*/ 2642912 w 4693867"/>
                <a:gd name="csY5" fmla="*/ 2551765 h 4144138"/>
                <a:gd name="csX6" fmla="*/ 8594 w 4693867"/>
                <a:gd name="csY6" fmla="*/ 4136922 h 4144138"/>
                <a:gd name="csX0" fmla="*/ 8594 w 4699247"/>
                <a:gd name="csY0" fmla="*/ 4098901 h 4106117"/>
                <a:gd name="csX1" fmla="*/ 1738740 w 4699247"/>
                <a:gd name="csY1" fmla="*/ 1722433 h 4106117"/>
                <a:gd name="csX2" fmla="*/ 2599988 w 4699247"/>
                <a:gd name="csY2" fmla="*/ 146556 h 4106117"/>
                <a:gd name="csX3" fmla="*/ 4409070 w 4699247"/>
                <a:gd name="csY3" fmla="*/ 115412 h 4106117"/>
                <a:gd name="csX4" fmla="*/ 4452929 w 4699247"/>
                <a:gd name="csY4" fmla="*/ 1682276 h 4106117"/>
                <a:gd name="csX5" fmla="*/ 2642912 w 4699247"/>
                <a:gd name="csY5" fmla="*/ 2513744 h 4106117"/>
                <a:gd name="csX6" fmla="*/ 8594 w 4699247"/>
                <a:gd name="csY6" fmla="*/ 4098901 h 4106117"/>
                <a:gd name="csX0" fmla="*/ 8594 w 4703971"/>
                <a:gd name="csY0" fmla="*/ 4107920 h 4115136"/>
                <a:gd name="csX1" fmla="*/ 1738740 w 4703971"/>
                <a:gd name="csY1" fmla="*/ 1731452 h 4115136"/>
                <a:gd name="csX2" fmla="*/ 2599988 w 4703971"/>
                <a:gd name="csY2" fmla="*/ 155575 h 4115136"/>
                <a:gd name="csX3" fmla="*/ 4409070 w 4703971"/>
                <a:gd name="csY3" fmla="*/ 124431 h 4115136"/>
                <a:gd name="csX4" fmla="*/ 4452929 w 4703971"/>
                <a:gd name="csY4" fmla="*/ 1691295 h 4115136"/>
                <a:gd name="csX5" fmla="*/ 2642912 w 4703971"/>
                <a:gd name="csY5" fmla="*/ 2522763 h 4115136"/>
                <a:gd name="csX6" fmla="*/ 8594 w 4703971"/>
                <a:gd name="csY6" fmla="*/ 4107920 h 4115136"/>
                <a:gd name="csX0" fmla="*/ 8594 w 4703971"/>
                <a:gd name="csY0" fmla="*/ 4195888 h 4203104"/>
                <a:gd name="csX1" fmla="*/ 1738740 w 4703971"/>
                <a:gd name="csY1" fmla="*/ 1819420 h 4203104"/>
                <a:gd name="csX2" fmla="*/ 2599988 w 4703971"/>
                <a:gd name="csY2" fmla="*/ 243543 h 4203104"/>
                <a:gd name="csX3" fmla="*/ 4409070 w 4703971"/>
                <a:gd name="csY3" fmla="*/ 212399 h 4203104"/>
                <a:gd name="csX4" fmla="*/ 4452929 w 4703971"/>
                <a:gd name="csY4" fmla="*/ 1779263 h 4203104"/>
                <a:gd name="csX5" fmla="*/ 2642912 w 4703971"/>
                <a:gd name="csY5" fmla="*/ 2610731 h 4203104"/>
                <a:gd name="csX6" fmla="*/ 8594 w 4703971"/>
                <a:gd name="csY6" fmla="*/ 4195888 h 4203104"/>
                <a:gd name="csX0" fmla="*/ 8594 w 4703971"/>
                <a:gd name="csY0" fmla="*/ 4213778 h 4220994"/>
                <a:gd name="csX1" fmla="*/ 1738740 w 4703971"/>
                <a:gd name="csY1" fmla="*/ 1837310 h 4220994"/>
                <a:gd name="csX2" fmla="*/ 2599988 w 4703971"/>
                <a:gd name="csY2" fmla="*/ 261433 h 4220994"/>
                <a:gd name="csX3" fmla="*/ 4409070 w 4703971"/>
                <a:gd name="csY3" fmla="*/ 230289 h 4220994"/>
                <a:gd name="csX4" fmla="*/ 4452929 w 4703971"/>
                <a:gd name="csY4" fmla="*/ 1797153 h 4220994"/>
                <a:gd name="csX5" fmla="*/ 2642912 w 4703971"/>
                <a:gd name="csY5" fmla="*/ 2628621 h 4220994"/>
                <a:gd name="csX6" fmla="*/ 8594 w 4703971"/>
                <a:gd name="csY6" fmla="*/ 4213778 h 4220994"/>
                <a:gd name="csX0" fmla="*/ 8594 w 4855548"/>
                <a:gd name="csY0" fmla="*/ 4390510 h 4397726"/>
                <a:gd name="csX1" fmla="*/ 1738740 w 4855548"/>
                <a:gd name="csY1" fmla="*/ 2014042 h 4397726"/>
                <a:gd name="csX2" fmla="*/ 2599988 w 4855548"/>
                <a:gd name="csY2" fmla="*/ 438165 h 4397726"/>
                <a:gd name="csX3" fmla="*/ 4756647 w 4855548"/>
                <a:gd name="csY3" fmla="*/ 26825 h 4397726"/>
                <a:gd name="csX4" fmla="*/ 4452929 w 4855548"/>
                <a:gd name="csY4" fmla="*/ 1973885 h 4397726"/>
                <a:gd name="csX5" fmla="*/ 2642912 w 4855548"/>
                <a:gd name="csY5" fmla="*/ 2805353 h 4397726"/>
                <a:gd name="csX6" fmla="*/ 8594 w 4855548"/>
                <a:gd name="csY6" fmla="*/ 4390510 h 4397726"/>
                <a:gd name="csX0" fmla="*/ 8594 w 5018748"/>
                <a:gd name="csY0" fmla="*/ 4545598 h 4552814"/>
                <a:gd name="csX1" fmla="*/ 1738740 w 5018748"/>
                <a:gd name="csY1" fmla="*/ 2169130 h 4552814"/>
                <a:gd name="csX2" fmla="*/ 2599988 w 5018748"/>
                <a:gd name="csY2" fmla="*/ 593253 h 4552814"/>
                <a:gd name="csX3" fmla="*/ 4973062 w 5018748"/>
                <a:gd name="csY3" fmla="*/ 18136 h 4552814"/>
                <a:gd name="csX4" fmla="*/ 4452929 w 5018748"/>
                <a:gd name="csY4" fmla="*/ 2128973 h 4552814"/>
                <a:gd name="csX5" fmla="*/ 2642912 w 5018748"/>
                <a:gd name="csY5" fmla="*/ 2960441 h 4552814"/>
                <a:gd name="csX6" fmla="*/ 8594 w 5018748"/>
                <a:gd name="csY6" fmla="*/ 4545598 h 4552814"/>
                <a:gd name="csX0" fmla="*/ 8594 w 5002691"/>
                <a:gd name="csY0" fmla="*/ 4537753 h 4544969"/>
                <a:gd name="csX1" fmla="*/ 1738740 w 5002691"/>
                <a:gd name="csY1" fmla="*/ 2161285 h 4544969"/>
                <a:gd name="csX2" fmla="*/ 2599988 w 5002691"/>
                <a:gd name="csY2" fmla="*/ 585408 h 4544969"/>
                <a:gd name="csX3" fmla="*/ 4973062 w 5002691"/>
                <a:gd name="csY3" fmla="*/ 10291 h 4544969"/>
                <a:gd name="csX4" fmla="*/ 4452929 w 5002691"/>
                <a:gd name="csY4" fmla="*/ 2121128 h 4544969"/>
                <a:gd name="csX5" fmla="*/ 2642912 w 5002691"/>
                <a:gd name="csY5" fmla="*/ 2952596 h 4544969"/>
                <a:gd name="csX6" fmla="*/ 8594 w 5002691"/>
                <a:gd name="csY6" fmla="*/ 4537753 h 4544969"/>
                <a:gd name="csX0" fmla="*/ 8594 w 4705059"/>
                <a:gd name="csY0" fmla="*/ 4122711 h 4129927"/>
                <a:gd name="csX1" fmla="*/ 1738740 w 4705059"/>
                <a:gd name="csY1" fmla="*/ 1746243 h 4129927"/>
                <a:gd name="csX2" fmla="*/ 2599988 w 4705059"/>
                <a:gd name="csY2" fmla="*/ 170366 h 4129927"/>
                <a:gd name="csX3" fmla="*/ 4446032 w 4705059"/>
                <a:gd name="csY3" fmla="*/ 89415 h 4129927"/>
                <a:gd name="csX4" fmla="*/ 4452929 w 4705059"/>
                <a:gd name="csY4" fmla="*/ 1706086 h 4129927"/>
                <a:gd name="csX5" fmla="*/ 2642912 w 4705059"/>
                <a:gd name="csY5" fmla="*/ 2537554 h 4129927"/>
                <a:gd name="csX6" fmla="*/ 8594 w 4705059"/>
                <a:gd name="csY6" fmla="*/ 4122711 h 4129927"/>
                <a:gd name="csX0" fmla="*/ 8594 w 4596663"/>
                <a:gd name="csY0" fmla="*/ 4215533 h 4224499"/>
                <a:gd name="csX1" fmla="*/ 1738740 w 4596663"/>
                <a:gd name="csY1" fmla="*/ 1839065 h 4224499"/>
                <a:gd name="csX2" fmla="*/ 2599988 w 4596663"/>
                <a:gd name="csY2" fmla="*/ 263188 h 4224499"/>
                <a:gd name="csX3" fmla="*/ 4446032 w 4596663"/>
                <a:gd name="csY3" fmla="*/ 182237 h 4224499"/>
                <a:gd name="csX4" fmla="*/ 4129398 w 4596663"/>
                <a:gd name="csY4" fmla="*/ 2079669 h 4224499"/>
                <a:gd name="csX5" fmla="*/ 2642912 w 4596663"/>
                <a:gd name="csY5" fmla="*/ 2630376 h 4224499"/>
                <a:gd name="csX6" fmla="*/ 8594 w 4596663"/>
                <a:gd name="csY6" fmla="*/ 4215533 h 4224499"/>
                <a:gd name="csX0" fmla="*/ 10635 w 4618520"/>
                <a:gd name="csY0" fmla="*/ 4140860 h 4149826"/>
                <a:gd name="csX1" fmla="*/ 1740781 w 4618520"/>
                <a:gd name="csY1" fmla="*/ 1764392 h 4149826"/>
                <a:gd name="csX2" fmla="*/ 2330962 w 4618520"/>
                <a:gd name="csY2" fmla="*/ 399085 h 4149826"/>
                <a:gd name="csX3" fmla="*/ 4448073 w 4618520"/>
                <a:gd name="csY3" fmla="*/ 107564 h 4149826"/>
                <a:gd name="csX4" fmla="*/ 4131439 w 4618520"/>
                <a:gd name="csY4" fmla="*/ 2004996 h 4149826"/>
                <a:gd name="csX5" fmla="*/ 2644953 w 4618520"/>
                <a:gd name="csY5" fmla="*/ 2555703 h 4149826"/>
                <a:gd name="csX6" fmla="*/ 10635 w 4618520"/>
                <a:gd name="csY6" fmla="*/ 4140860 h 4149826"/>
                <a:gd name="csX0" fmla="*/ 2473 w 4610358"/>
                <a:gd name="csY0" fmla="*/ 4148168 h 4152706"/>
                <a:gd name="csX1" fmla="*/ 2161081 w 4610358"/>
                <a:gd name="csY1" fmla="*/ 2013468 h 4152706"/>
                <a:gd name="csX2" fmla="*/ 2322800 w 4610358"/>
                <a:gd name="csY2" fmla="*/ 406393 h 4152706"/>
                <a:gd name="csX3" fmla="*/ 4439911 w 4610358"/>
                <a:gd name="csY3" fmla="*/ 114872 h 4152706"/>
                <a:gd name="csX4" fmla="*/ 4123277 w 4610358"/>
                <a:gd name="csY4" fmla="*/ 2012304 h 4152706"/>
                <a:gd name="csX5" fmla="*/ 2636791 w 4610358"/>
                <a:gd name="csY5" fmla="*/ 2563011 h 4152706"/>
                <a:gd name="csX6" fmla="*/ 2473 w 4610358"/>
                <a:gd name="csY6" fmla="*/ 4148168 h 4152706"/>
                <a:gd name="csX0" fmla="*/ 400 w 4608285"/>
                <a:gd name="csY0" fmla="*/ 4148168 h 4148397"/>
                <a:gd name="csX1" fmla="*/ 2159008 w 4608285"/>
                <a:gd name="csY1" fmla="*/ 2013468 h 4148397"/>
                <a:gd name="csX2" fmla="*/ 2320727 w 4608285"/>
                <a:gd name="csY2" fmla="*/ 406393 h 4148397"/>
                <a:gd name="csX3" fmla="*/ 4437838 w 4608285"/>
                <a:gd name="csY3" fmla="*/ 114872 h 4148397"/>
                <a:gd name="csX4" fmla="*/ 4121204 w 4608285"/>
                <a:gd name="csY4" fmla="*/ 2012304 h 4148397"/>
                <a:gd name="csX5" fmla="*/ 2346163 w 4608285"/>
                <a:gd name="csY5" fmla="*/ 2149669 h 4148397"/>
                <a:gd name="csX6" fmla="*/ 400 w 4608285"/>
                <a:gd name="csY6" fmla="*/ 4148168 h 4148397"/>
                <a:gd name="csX0" fmla="*/ 400 w 4547161"/>
                <a:gd name="csY0" fmla="*/ 4069645 h 4069874"/>
                <a:gd name="csX1" fmla="*/ 2159008 w 4547161"/>
                <a:gd name="csY1" fmla="*/ 1934945 h 4069874"/>
                <a:gd name="csX2" fmla="*/ 2320727 w 4547161"/>
                <a:gd name="csY2" fmla="*/ 327870 h 4069874"/>
                <a:gd name="csX3" fmla="*/ 4437838 w 4547161"/>
                <a:gd name="csY3" fmla="*/ 36349 h 4069874"/>
                <a:gd name="csX4" fmla="*/ 4121204 w 4547161"/>
                <a:gd name="csY4" fmla="*/ 1933781 h 4069874"/>
                <a:gd name="csX5" fmla="*/ 2346163 w 4547161"/>
                <a:gd name="csY5" fmla="*/ 2071146 h 4069874"/>
                <a:gd name="csX6" fmla="*/ 400 w 4547161"/>
                <a:gd name="csY6" fmla="*/ 4069645 h 4069874"/>
                <a:gd name="csX0" fmla="*/ 536 w 3991476"/>
                <a:gd name="csY0" fmla="*/ 3539321 h 3539632"/>
                <a:gd name="csX1" fmla="*/ 1603323 w 3991476"/>
                <a:gd name="csY1" fmla="*/ 1934945 h 3539632"/>
                <a:gd name="csX2" fmla="*/ 1765042 w 3991476"/>
                <a:gd name="csY2" fmla="*/ 327870 h 3539632"/>
                <a:gd name="csX3" fmla="*/ 3882153 w 3991476"/>
                <a:gd name="csY3" fmla="*/ 36349 h 3539632"/>
                <a:gd name="csX4" fmla="*/ 3565519 w 3991476"/>
                <a:gd name="csY4" fmla="*/ 1933781 h 3539632"/>
                <a:gd name="csX5" fmla="*/ 1790478 w 3991476"/>
                <a:gd name="csY5" fmla="*/ 2071146 h 3539632"/>
                <a:gd name="csX6" fmla="*/ 536 w 3991476"/>
                <a:gd name="csY6" fmla="*/ 3539321 h 3539632"/>
                <a:gd name="csX0" fmla="*/ 527 w 4017318"/>
                <a:gd name="csY0" fmla="*/ 3573908 h 3574212"/>
                <a:gd name="csX1" fmla="*/ 1629165 w 4017318"/>
                <a:gd name="csY1" fmla="*/ 1934945 h 3574212"/>
                <a:gd name="csX2" fmla="*/ 1790884 w 4017318"/>
                <a:gd name="csY2" fmla="*/ 327870 h 3574212"/>
                <a:gd name="csX3" fmla="*/ 3907995 w 4017318"/>
                <a:gd name="csY3" fmla="*/ 36349 h 3574212"/>
                <a:gd name="csX4" fmla="*/ 3591361 w 4017318"/>
                <a:gd name="csY4" fmla="*/ 1933781 h 3574212"/>
                <a:gd name="csX5" fmla="*/ 1816320 w 4017318"/>
                <a:gd name="csY5" fmla="*/ 2071146 h 3574212"/>
                <a:gd name="csX6" fmla="*/ 527 w 4017318"/>
                <a:gd name="csY6" fmla="*/ 3573908 h 3574212"/>
                <a:gd name="csX0" fmla="*/ 3641 w 4020432"/>
                <a:gd name="csY0" fmla="*/ 3573908 h 3577567"/>
                <a:gd name="csX1" fmla="*/ 1632279 w 4020432"/>
                <a:gd name="csY1" fmla="*/ 1934945 h 3577567"/>
                <a:gd name="csX2" fmla="*/ 1793998 w 4020432"/>
                <a:gd name="csY2" fmla="*/ 327870 h 3577567"/>
                <a:gd name="csX3" fmla="*/ 3911109 w 4020432"/>
                <a:gd name="csY3" fmla="*/ 36349 h 3577567"/>
                <a:gd name="csX4" fmla="*/ 3594475 w 4020432"/>
                <a:gd name="csY4" fmla="*/ 1933781 h 3577567"/>
                <a:gd name="csX5" fmla="*/ 1819434 w 4020432"/>
                <a:gd name="csY5" fmla="*/ 2071146 h 3577567"/>
                <a:gd name="csX6" fmla="*/ 3641 w 4020432"/>
                <a:gd name="csY6" fmla="*/ 3573908 h 3577567"/>
                <a:gd name="csX0" fmla="*/ 11923 w 4028714"/>
                <a:gd name="csY0" fmla="*/ 3573908 h 3583559"/>
                <a:gd name="csX1" fmla="*/ 1640561 w 4028714"/>
                <a:gd name="csY1" fmla="*/ 1934945 h 3583559"/>
                <a:gd name="csX2" fmla="*/ 1802280 w 4028714"/>
                <a:gd name="csY2" fmla="*/ 327870 h 3583559"/>
                <a:gd name="csX3" fmla="*/ 3919391 w 4028714"/>
                <a:gd name="csY3" fmla="*/ 36349 h 3583559"/>
                <a:gd name="csX4" fmla="*/ 3602757 w 4028714"/>
                <a:gd name="csY4" fmla="*/ 1933781 h 3583559"/>
                <a:gd name="csX5" fmla="*/ 1827716 w 4028714"/>
                <a:gd name="csY5" fmla="*/ 2071146 h 3583559"/>
                <a:gd name="csX6" fmla="*/ 11923 w 4028714"/>
                <a:gd name="csY6" fmla="*/ 3573908 h 3583559"/>
                <a:gd name="csX0" fmla="*/ 1130 w 4017921"/>
                <a:gd name="csY0" fmla="*/ 3573908 h 3577714"/>
                <a:gd name="csX1" fmla="*/ 1629768 w 4017921"/>
                <a:gd name="csY1" fmla="*/ 1934945 h 3577714"/>
                <a:gd name="csX2" fmla="*/ 1791487 w 4017921"/>
                <a:gd name="csY2" fmla="*/ 327870 h 3577714"/>
                <a:gd name="csX3" fmla="*/ 3908598 w 4017921"/>
                <a:gd name="csY3" fmla="*/ 36349 h 3577714"/>
                <a:gd name="csX4" fmla="*/ 3591964 w 4017921"/>
                <a:gd name="csY4" fmla="*/ 1933781 h 3577714"/>
                <a:gd name="csX5" fmla="*/ 1906115 w 4017921"/>
                <a:gd name="csY5" fmla="*/ 2373434 h 3577714"/>
                <a:gd name="csX6" fmla="*/ 1130 w 4017921"/>
                <a:gd name="csY6" fmla="*/ 3573908 h 3577714"/>
                <a:gd name="csX0" fmla="*/ 434 w 4017225"/>
                <a:gd name="csY0" fmla="*/ 3573908 h 3574428"/>
                <a:gd name="csX1" fmla="*/ 1629072 w 4017225"/>
                <a:gd name="csY1" fmla="*/ 1934945 h 3574428"/>
                <a:gd name="csX2" fmla="*/ 1790791 w 4017225"/>
                <a:gd name="csY2" fmla="*/ 327870 h 3574428"/>
                <a:gd name="csX3" fmla="*/ 3907902 w 4017225"/>
                <a:gd name="csY3" fmla="*/ 36349 h 3574428"/>
                <a:gd name="csX4" fmla="*/ 3591268 w 4017225"/>
                <a:gd name="csY4" fmla="*/ 1933781 h 3574428"/>
                <a:gd name="csX5" fmla="*/ 1798394 w 4017225"/>
                <a:gd name="csY5" fmla="*/ 2110926 h 3574428"/>
                <a:gd name="csX6" fmla="*/ 434 w 4017225"/>
                <a:gd name="csY6" fmla="*/ 3573908 h 3574428"/>
                <a:gd name="csX0" fmla="*/ 434 w 4017225"/>
                <a:gd name="csY0" fmla="*/ 3573908 h 3574310"/>
                <a:gd name="csX1" fmla="*/ 1629072 w 4017225"/>
                <a:gd name="csY1" fmla="*/ 1934945 h 3574310"/>
                <a:gd name="csX2" fmla="*/ 1790791 w 4017225"/>
                <a:gd name="csY2" fmla="*/ 327870 h 3574310"/>
                <a:gd name="csX3" fmla="*/ 3907902 w 4017225"/>
                <a:gd name="csY3" fmla="*/ 36349 h 3574310"/>
                <a:gd name="csX4" fmla="*/ 3591268 w 4017225"/>
                <a:gd name="csY4" fmla="*/ 1933781 h 3574310"/>
                <a:gd name="csX5" fmla="*/ 1798394 w 4017225"/>
                <a:gd name="csY5" fmla="*/ 2110926 h 3574310"/>
                <a:gd name="csX6" fmla="*/ 434 w 4017225"/>
                <a:gd name="csY6" fmla="*/ 3573908 h 3574310"/>
                <a:gd name="csX0" fmla="*/ 434 w 4017225"/>
                <a:gd name="csY0" fmla="*/ 3573908 h 3576627"/>
                <a:gd name="csX1" fmla="*/ 1629072 w 4017225"/>
                <a:gd name="csY1" fmla="*/ 1934945 h 3576627"/>
                <a:gd name="csX2" fmla="*/ 1790791 w 4017225"/>
                <a:gd name="csY2" fmla="*/ 327870 h 3576627"/>
                <a:gd name="csX3" fmla="*/ 3907902 w 4017225"/>
                <a:gd name="csY3" fmla="*/ 36349 h 3576627"/>
                <a:gd name="csX4" fmla="*/ 3591268 w 4017225"/>
                <a:gd name="csY4" fmla="*/ 1933781 h 3576627"/>
                <a:gd name="csX5" fmla="*/ 1798395 w 4017225"/>
                <a:gd name="csY5" fmla="*/ 2365482 h 3576627"/>
                <a:gd name="csX6" fmla="*/ 434 w 4017225"/>
                <a:gd name="csY6" fmla="*/ 3573908 h 3576627"/>
                <a:gd name="csX0" fmla="*/ 434 w 4017225"/>
                <a:gd name="csY0" fmla="*/ 3573908 h 3576355"/>
                <a:gd name="csX1" fmla="*/ 1629072 w 4017225"/>
                <a:gd name="csY1" fmla="*/ 1934945 h 3576355"/>
                <a:gd name="csX2" fmla="*/ 1790791 w 4017225"/>
                <a:gd name="csY2" fmla="*/ 327870 h 3576355"/>
                <a:gd name="csX3" fmla="*/ 3907902 w 4017225"/>
                <a:gd name="csY3" fmla="*/ 36349 h 3576355"/>
                <a:gd name="csX4" fmla="*/ 3591268 w 4017225"/>
                <a:gd name="csY4" fmla="*/ 1933781 h 3576355"/>
                <a:gd name="csX5" fmla="*/ 1798395 w 4017225"/>
                <a:gd name="csY5" fmla="*/ 2365482 h 3576355"/>
                <a:gd name="csX6" fmla="*/ 434 w 4017225"/>
                <a:gd name="csY6" fmla="*/ 3573908 h 3576355"/>
                <a:gd name="csX0" fmla="*/ 434 w 4017225"/>
                <a:gd name="csY0" fmla="*/ 3573908 h 3583502"/>
                <a:gd name="csX1" fmla="*/ 1629072 w 4017225"/>
                <a:gd name="csY1" fmla="*/ 1934945 h 3583502"/>
                <a:gd name="csX2" fmla="*/ 1790791 w 4017225"/>
                <a:gd name="csY2" fmla="*/ 327870 h 3583502"/>
                <a:gd name="csX3" fmla="*/ 3907902 w 4017225"/>
                <a:gd name="csY3" fmla="*/ 36349 h 3583502"/>
                <a:gd name="csX4" fmla="*/ 3591268 w 4017225"/>
                <a:gd name="csY4" fmla="*/ 1933781 h 3583502"/>
                <a:gd name="csX5" fmla="*/ 1798396 w 4017225"/>
                <a:gd name="csY5" fmla="*/ 2715497 h 3583502"/>
                <a:gd name="csX6" fmla="*/ 434 w 4017225"/>
                <a:gd name="csY6" fmla="*/ 3573908 h 3583502"/>
                <a:gd name="csX0" fmla="*/ 20204 w 4036995"/>
                <a:gd name="csY0" fmla="*/ 3574326 h 3583563"/>
                <a:gd name="csX1" fmla="*/ 908564 w 4036995"/>
                <a:gd name="csY1" fmla="*/ 1951275 h 3583563"/>
                <a:gd name="csX2" fmla="*/ 1810561 w 4036995"/>
                <a:gd name="csY2" fmla="*/ 328288 h 3583563"/>
                <a:gd name="csX3" fmla="*/ 3927672 w 4036995"/>
                <a:gd name="csY3" fmla="*/ 36767 h 3583563"/>
                <a:gd name="csX4" fmla="*/ 3611038 w 4036995"/>
                <a:gd name="csY4" fmla="*/ 1934199 h 3583563"/>
                <a:gd name="csX5" fmla="*/ 1818166 w 4036995"/>
                <a:gd name="csY5" fmla="*/ 2715915 h 3583563"/>
                <a:gd name="csX6" fmla="*/ 20204 w 4036995"/>
                <a:gd name="csY6" fmla="*/ 3574326 h 3583563"/>
                <a:gd name="csX0" fmla="*/ 12549 w 4029340"/>
                <a:gd name="csY0" fmla="*/ 3574326 h 3583563"/>
                <a:gd name="csX1" fmla="*/ 900909 w 4029340"/>
                <a:gd name="csY1" fmla="*/ 1951275 h 3583563"/>
                <a:gd name="csX2" fmla="*/ 1802906 w 4029340"/>
                <a:gd name="csY2" fmla="*/ 328288 h 3583563"/>
                <a:gd name="csX3" fmla="*/ 3920017 w 4029340"/>
                <a:gd name="csY3" fmla="*/ 36767 h 3583563"/>
                <a:gd name="csX4" fmla="*/ 3603383 w 4029340"/>
                <a:gd name="csY4" fmla="*/ 1934199 h 3583563"/>
                <a:gd name="csX5" fmla="*/ 1810511 w 4029340"/>
                <a:gd name="csY5" fmla="*/ 2715915 h 3583563"/>
                <a:gd name="csX6" fmla="*/ 12549 w 4029340"/>
                <a:gd name="csY6" fmla="*/ 3574326 h 3583563"/>
                <a:gd name="csX0" fmla="*/ 2018 w 4018809"/>
                <a:gd name="csY0" fmla="*/ 3573908 h 3583502"/>
                <a:gd name="csX1" fmla="*/ 1389840 w 4018809"/>
                <a:gd name="csY1" fmla="*/ 1934947 h 3583502"/>
                <a:gd name="csX2" fmla="*/ 1792375 w 4018809"/>
                <a:gd name="csY2" fmla="*/ 327870 h 3583502"/>
                <a:gd name="csX3" fmla="*/ 3909486 w 4018809"/>
                <a:gd name="csY3" fmla="*/ 36349 h 3583502"/>
                <a:gd name="csX4" fmla="*/ 3592852 w 4018809"/>
                <a:gd name="csY4" fmla="*/ 1933781 h 3583502"/>
                <a:gd name="csX5" fmla="*/ 1799980 w 4018809"/>
                <a:gd name="csY5" fmla="*/ 2715497 h 3583502"/>
                <a:gd name="csX6" fmla="*/ 2018 w 4018809"/>
                <a:gd name="csY6" fmla="*/ 3573908 h 3583502"/>
                <a:gd name="csX0" fmla="*/ 2018 w 4018809"/>
                <a:gd name="csY0" fmla="*/ 3573908 h 3575401"/>
                <a:gd name="csX1" fmla="*/ 1389840 w 4018809"/>
                <a:gd name="csY1" fmla="*/ 1934947 h 3575401"/>
                <a:gd name="csX2" fmla="*/ 1792375 w 4018809"/>
                <a:gd name="csY2" fmla="*/ 327870 h 3575401"/>
                <a:gd name="csX3" fmla="*/ 3909486 w 4018809"/>
                <a:gd name="csY3" fmla="*/ 36349 h 3575401"/>
                <a:gd name="csX4" fmla="*/ 3592852 w 4018809"/>
                <a:gd name="csY4" fmla="*/ 1933781 h 3575401"/>
                <a:gd name="csX5" fmla="*/ 1799983 w 4018809"/>
                <a:gd name="csY5" fmla="*/ 2277981 h 3575401"/>
                <a:gd name="csX6" fmla="*/ 2018 w 4018809"/>
                <a:gd name="csY6" fmla="*/ 3573908 h 3575401"/>
                <a:gd name="csX0" fmla="*/ 2279 w 4019070"/>
                <a:gd name="csY0" fmla="*/ 3573908 h 3576883"/>
                <a:gd name="csX1" fmla="*/ 1390101 w 4019070"/>
                <a:gd name="csY1" fmla="*/ 1934947 h 3576883"/>
                <a:gd name="csX2" fmla="*/ 1792636 w 4019070"/>
                <a:gd name="csY2" fmla="*/ 327870 h 3576883"/>
                <a:gd name="csX3" fmla="*/ 3909747 w 4019070"/>
                <a:gd name="csY3" fmla="*/ 36349 h 3576883"/>
                <a:gd name="csX4" fmla="*/ 3593113 w 4019070"/>
                <a:gd name="csY4" fmla="*/ 1933781 h 3576883"/>
                <a:gd name="csX5" fmla="*/ 1827004 w 4019070"/>
                <a:gd name="csY5" fmla="*/ 2405261 h 3576883"/>
                <a:gd name="csX6" fmla="*/ 2279 w 4019070"/>
                <a:gd name="csY6" fmla="*/ 3573908 h 3576883"/>
                <a:gd name="csX0" fmla="*/ 3304 w 4020095"/>
                <a:gd name="csY0" fmla="*/ 3573700 h 3576772"/>
                <a:gd name="csX1" fmla="*/ 1310858 w 4020095"/>
                <a:gd name="csY1" fmla="*/ 1926786 h 3576772"/>
                <a:gd name="csX2" fmla="*/ 1793661 w 4020095"/>
                <a:gd name="csY2" fmla="*/ 327662 h 3576772"/>
                <a:gd name="csX3" fmla="*/ 3910772 w 4020095"/>
                <a:gd name="csY3" fmla="*/ 36141 h 3576772"/>
                <a:gd name="csX4" fmla="*/ 3594138 w 4020095"/>
                <a:gd name="csY4" fmla="*/ 1933573 h 3576772"/>
                <a:gd name="csX5" fmla="*/ 1828029 w 4020095"/>
                <a:gd name="csY5" fmla="*/ 2405053 h 3576772"/>
                <a:gd name="csX6" fmla="*/ 3304 w 4020095"/>
                <a:gd name="csY6" fmla="*/ 3573700 h 3576772"/>
                <a:gd name="csX0" fmla="*/ 3254 w 4020045"/>
                <a:gd name="csY0" fmla="*/ 3573700 h 3576772"/>
                <a:gd name="csX1" fmla="*/ 1310808 w 4020045"/>
                <a:gd name="csY1" fmla="*/ 1926786 h 3576772"/>
                <a:gd name="csX2" fmla="*/ 1793611 w 4020045"/>
                <a:gd name="csY2" fmla="*/ 327662 h 3576772"/>
                <a:gd name="csX3" fmla="*/ 3910722 w 4020045"/>
                <a:gd name="csY3" fmla="*/ 36141 h 3576772"/>
                <a:gd name="csX4" fmla="*/ 3594088 w 4020045"/>
                <a:gd name="csY4" fmla="*/ 1933573 h 3576772"/>
                <a:gd name="csX5" fmla="*/ 1827979 w 4020045"/>
                <a:gd name="csY5" fmla="*/ 2405053 h 3576772"/>
                <a:gd name="csX6" fmla="*/ 3254 w 4020045"/>
                <a:gd name="csY6" fmla="*/ 3573700 h 35767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020045" h="3576772">
                  <a:moveTo>
                    <a:pt x="3254" y="3573700"/>
                  </a:moveTo>
                  <a:cubicBezTo>
                    <a:pt x="-82941" y="3493989"/>
                    <a:pt x="1574310" y="2340515"/>
                    <a:pt x="1310808" y="1926786"/>
                  </a:cubicBezTo>
                  <a:cubicBezTo>
                    <a:pt x="1047306" y="1513057"/>
                    <a:pt x="1360292" y="642769"/>
                    <a:pt x="1793611" y="327662"/>
                  </a:cubicBezTo>
                  <a:cubicBezTo>
                    <a:pt x="2226930" y="12555"/>
                    <a:pt x="3750548" y="-52136"/>
                    <a:pt x="3910722" y="36141"/>
                  </a:cubicBezTo>
                  <a:cubicBezTo>
                    <a:pt x="4070896" y="124418"/>
                    <a:pt x="4120351" y="1358027"/>
                    <a:pt x="3594088" y="1933573"/>
                  </a:cubicBezTo>
                  <a:cubicBezTo>
                    <a:pt x="3171099" y="2391895"/>
                    <a:pt x="2301583" y="2656718"/>
                    <a:pt x="1827979" y="2405053"/>
                  </a:cubicBezTo>
                  <a:cubicBezTo>
                    <a:pt x="1354375" y="2153388"/>
                    <a:pt x="89449" y="3653411"/>
                    <a:pt x="3254" y="3573700"/>
                  </a:cubicBezTo>
                  <a:close/>
                </a:path>
              </a:pathLst>
            </a:custGeom>
            <a:noFill/>
            <a:ln>
              <a:solidFill>
                <a:srgbClr val="0C26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2" name="Freeform 1011">
              <a:extLst>
                <a:ext uri="{FF2B5EF4-FFF2-40B4-BE49-F238E27FC236}">
                  <a16:creationId xmlns:a16="http://schemas.microsoft.com/office/drawing/2014/main" id="{4AD4376D-2128-7CA8-167B-3E5054F8B518}"/>
                </a:ext>
              </a:extLst>
            </p:cNvPr>
            <p:cNvSpPr/>
            <p:nvPr userDrawn="1"/>
          </p:nvSpPr>
          <p:spPr>
            <a:xfrm rot="16200000">
              <a:off x="5522264" y="561371"/>
              <a:ext cx="2615867" cy="2682270"/>
            </a:xfrm>
            <a:custGeom>
              <a:avLst/>
              <a:gdLst>
                <a:gd name="csX0" fmla="*/ 1893 w 3484511"/>
                <a:gd name="csY0" fmla="*/ 3509215 h 3511799"/>
                <a:gd name="csX1" fmla="*/ 1514170 w 3484511"/>
                <a:gd name="csY1" fmla="*/ 1703861 h 3511799"/>
                <a:gd name="csX2" fmla="*/ 2029985 w 3484511"/>
                <a:gd name="csY2" fmla="*/ 226753 h 3511799"/>
                <a:gd name="csX3" fmla="*/ 3378139 w 3484511"/>
                <a:gd name="csY3" fmla="*/ 144692 h 3511799"/>
                <a:gd name="csX4" fmla="*/ 3225739 w 3484511"/>
                <a:gd name="csY4" fmla="*/ 1586630 h 3511799"/>
                <a:gd name="csX5" fmla="*/ 1854139 w 3484511"/>
                <a:gd name="csY5" fmla="*/ 2090723 h 3511799"/>
                <a:gd name="csX6" fmla="*/ 1893 w 3484511"/>
                <a:gd name="csY6" fmla="*/ 3509215 h 3511799"/>
                <a:gd name="csX0" fmla="*/ 1352 w 4094215"/>
                <a:gd name="csY0" fmla="*/ 4103738 h 4105568"/>
                <a:gd name="csX1" fmla="*/ 2123874 w 4094215"/>
                <a:gd name="csY1" fmla="*/ 1703861 h 4105568"/>
                <a:gd name="csX2" fmla="*/ 2639689 w 4094215"/>
                <a:gd name="csY2" fmla="*/ 226753 h 4105568"/>
                <a:gd name="csX3" fmla="*/ 3987843 w 4094215"/>
                <a:gd name="csY3" fmla="*/ 144692 h 4105568"/>
                <a:gd name="csX4" fmla="*/ 3835443 w 4094215"/>
                <a:gd name="csY4" fmla="*/ 1586630 h 4105568"/>
                <a:gd name="csX5" fmla="*/ 2463843 w 4094215"/>
                <a:gd name="csY5" fmla="*/ 2090723 h 4105568"/>
                <a:gd name="csX6" fmla="*/ 1352 w 4094215"/>
                <a:gd name="csY6" fmla="*/ 4103738 h 4105568"/>
                <a:gd name="csX0" fmla="*/ 1978 w 4094841"/>
                <a:gd name="csY0" fmla="*/ 4101966 h 4104114"/>
                <a:gd name="csX1" fmla="*/ 2058783 w 4094841"/>
                <a:gd name="csY1" fmla="*/ 1668597 h 4104114"/>
                <a:gd name="csX2" fmla="*/ 2640315 w 4094841"/>
                <a:gd name="csY2" fmla="*/ 224981 h 4104114"/>
                <a:gd name="csX3" fmla="*/ 3988469 w 4094841"/>
                <a:gd name="csY3" fmla="*/ 142920 h 4104114"/>
                <a:gd name="csX4" fmla="*/ 3836069 w 4094841"/>
                <a:gd name="csY4" fmla="*/ 1584858 h 4104114"/>
                <a:gd name="csX5" fmla="*/ 2464469 w 4094841"/>
                <a:gd name="csY5" fmla="*/ 2088951 h 4104114"/>
                <a:gd name="csX6" fmla="*/ 1978 w 4094841"/>
                <a:gd name="csY6" fmla="*/ 4101966 h 4104114"/>
                <a:gd name="csX0" fmla="*/ 1943 w 4132359"/>
                <a:gd name="csY0" fmla="*/ 3750277 h 3752868"/>
                <a:gd name="csX1" fmla="*/ 2096301 w 4132359"/>
                <a:gd name="csY1" fmla="*/ 1668597 h 3752868"/>
                <a:gd name="csX2" fmla="*/ 2677833 w 4132359"/>
                <a:gd name="csY2" fmla="*/ 224981 h 3752868"/>
                <a:gd name="csX3" fmla="*/ 4025987 w 4132359"/>
                <a:gd name="csY3" fmla="*/ 142920 h 3752868"/>
                <a:gd name="csX4" fmla="*/ 3873587 w 4132359"/>
                <a:gd name="csY4" fmla="*/ 1584858 h 3752868"/>
                <a:gd name="csX5" fmla="*/ 2501987 w 4132359"/>
                <a:gd name="csY5" fmla="*/ 2088951 h 3752868"/>
                <a:gd name="csX6" fmla="*/ 1943 w 4132359"/>
                <a:gd name="csY6" fmla="*/ 3750277 h 3752868"/>
                <a:gd name="csX0" fmla="*/ 7123 w 4137539"/>
                <a:gd name="csY0" fmla="*/ 3776554 h 3776601"/>
                <a:gd name="csX1" fmla="*/ 1782278 w 4137539"/>
                <a:gd name="csY1" fmla="*/ 2163796 h 3776601"/>
                <a:gd name="csX2" fmla="*/ 2683013 w 4137539"/>
                <a:gd name="csY2" fmla="*/ 251258 h 3776601"/>
                <a:gd name="csX3" fmla="*/ 4031167 w 4137539"/>
                <a:gd name="csY3" fmla="*/ 169197 h 3776601"/>
                <a:gd name="csX4" fmla="*/ 3878767 w 4137539"/>
                <a:gd name="csY4" fmla="*/ 1611135 h 3776601"/>
                <a:gd name="csX5" fmla="*/ 2507167 w 4137539"/>
                <a:gd name="csY5" fmla="*/ 2115228 h 3776601"/>
                <a:gd name="csX6" fmla="*/ 7123 w 4137539"/>
                <a:gd name="csY6" fmla="*/ 3776554 h 3776601"/>
                <a:gd name="csX0" fmla="*/ 25 w 4130441"/>
                <a:gd name="csY0" fmla="*/ 3776554 h 3776586"/>
                <a:gd name="csX1" fmla="*/ 1775180 w 4130441"/>
                <a:gd name="csY1" fmla="*/ 2163796 h 3776586"/>
                <a:gd name="csX2" fmla="*/ 2675915 w 4130441"/>
                <a:gd name="csY2" fmla="*/ 251258 h 3776586"/>
                <a:gd name="csX3" fmla="*/ 4024069 w 4130441"/>
                <a:gd name="csY3" fmla="*/ 169197 h 3776586"/>
                <a:gd name="csX4" fmla="*/ 3871669 w 4130441"/>
                <a:gd name="csY4" fmla="*/ 1611135 h 3776586"/>
                <a:gd name="csX5" fmla="*/ 1814719 w 4130441"/>
                <a:gd name="csY5" fmla="*/ 2207339 h 3776586"/>
                <a:gd name="csX6" fmla="*/ 25 w 4130441"/>
                <a:gd name="csY6" fmla="*/ 3776554 h 3776586"/>
                <a:gd name="csX0" fmla="*/ 25 w 4130441"/>
                <a:gd name="csY0" fmla="*/ 3776554 h 3776589"/>
                <a:gd name="csX1" fmla="*/ 1775180 w 4130441"/>
                <a:gd name="csY1" fmla="*/ 2163796 h 3776589"/>
                <a:gd name="csX2" fmla="*/ 2675915 w 4130441"/>
                <a:gd name="csY2" fmla="*/ 251258 h 3776589"/>
                <a:gd name="csX3" fmla="*/ 4024069 w 4130441"/>
                <a:gd name="csY3" fmla="*/ 169197 h 3776589"/>
                <a:gd name="csX4" fmla="*/ 3871669 w 4130441"/>
                <a:gd name="csY4" fmla="*/ 1611135 h 3776589"/>
                <a:gd name="csX5" fmla="*/ 1814719 w 4130441"/>
                <a:gd name="csY5" fmla="*/ 2207339 h 3776589"/>
                <a:gd name="csX6" fmla="*/ 25 w 4130441"/>
                <a:gd name="csY6" fmla="*/ 3776554 h 3776589"/>
                <a:gd name="csX0" fmla="*/ 25 w 3957457"/>
                <a:gd name="csY0" fmla="*/ 3611866 h 3611901"/>
                <a:gd name="csX1" fmla="*/ 1775180 w 3957457"/>
                <a:gd name="csY1" fmla="*/ 1999108 h 3611901"/>
                <a:gd name="csX2" fmla="*/ 2675915 w 3957457"/>
                <a:gd name="csY2" fmla="*/ 86570 h 3611901"/>
                <a:gd name="csX3" fmla="*/ 3554650 w 3957457"/>
                <a:gd name="csY3" fmla="*/ 439934 h 3611901"/>
                <a:gd name="csX4" fmla="*/ 3871669 w 3957457"/>
                <a:gd name="csY4" fmla="*/ 1446447 h 3611901"/>
                <a:gd name="csX5" fmla="*/ 1814719 w 3957457"/>
                <a:gd name="csY5" fmla="*/ 2042651 h 3611901"/>
                <a:gd name="csX6" fmla="*/ 25 w 3957457"/>
                <a:gd name="csY6" fmla="*/ 3611866 h 3611901"/>
                <a:gd name="csX0" fmla="*/ 25 w 3957253"/>
                <a:gd name="csY0" fmla="*/ 3368639 h 3368674"/>
                <a:gd name="csX1" fmla="*/ 1775180 w 3957253"/>
                <a:gd name="csY1" fmla="*/ 1755881 h 3368674"/>
                <a:gd name="csX2" fmla="*/ 2685304 w 3957253"/>
                <a:gd name="csY2" fmla="*/ 144791 h 3368674"/>
                <a:gd name="csX3" fmla="*/ 3554650 w 3957253"/>
                <a:gd name="csY3" fmla="*/ 196707 h 3368674"/>
                <a:gd name="csX4" fmla="*/ 3871669 w 3957253"/>
                <a:gd name="csY4" fmla="*/ 1203220 h 3368674"/>
                <a:gd name="csX5" fmla="*/ 1814719 w 3957253"/>
                <a:gd name="csY5" fmla="*/ 1799424 h 3368674"/>
                <a:gd name="csX6" fmla="*/ 25 w 3957253"/>
                <a:gd name="csY6" fmla="*/ 3368639 h 3368674"/>
                <a:gd name="csX0" fmla="*/ 25 w 3705517"/>
                <a:gd name="csY0" fmla="*/ 3358570 h 3358603"/>
                <a:gd name="csX1" fmla="*/ 1775180 w 3705517"/>
                <a:gd name="csY1" fmla="*/ 1745812 h 3358603"/>
                <a:gd name="csX2" fmla="*/ 2685304 w 3705517"/>
                <a:gd name="csY2" fmla="*/ 134722 h 3358603"/>
                <a:gd name="csX3" fmla="*/ 3554650 w 3705517"/>
                <a:gd name="csY3" fmla="*/ 186638 h 3358603"/>
                <a:gd name="csX4" fmla="*/ 3552464 w 3705517"/>
                <a:gd name="csY4" fmla="*/ 975438 h 3358603"/>
                <a:gd name="csX5" fmla="*/ 1814719 w 3705517"/>
                <a:gd name="csY5" fmla="*/ 1789355 h 3358603"/>
                <a:gd name="csX6" fmla="*/ 25 w 3705517"/>
                <a:gd name="csY6" fmla="*/ 3358570 h 3358603"/>
                <a:gd name="csX0" fmla="*/ 2290 w 3707782"/>
                <a:gd name="csY0" fmla="*/ 3305196 h 3314287"/>
                <a:gd name="csX1" fmla="*/ 2199921 w 3707782"/>
                <a:gd name="csY1" fmla="*/ 955568 h 3314287"/>
                <a:gd name="csX2" fmla="*/ 2687569 w 3707782"/>
                <a:gd name="csY2" fmla="*/ 81348 h 3314287"/>
                <a:gd name="csX3" fmla="*/ 3556915 w 3707782"/>
                <a:gd name="csY3" fmla="*/ 133264 h 3314287"/>
                <a:gd name="csX4" fmla="*/ 3554729 w 3707782"/>
                <a:gd name="csY4" fmla="*/ 922064 h 3314287"/>
                <a:gd name="csX5" fmla="*/ 1816984 w 3707782"/>
                <a:gd name="csY5" fmla="*/ 1735981 h 3314287"/>
                <a:gd name="csX6" fmla="*/ 2290 w 3707782"/>
                <a:gd name="csY6" fmla="*/ 3305196 h 3314287"/>
                <a:gd name="csX0" fmla="*/ 377 w 3705869"/>
                <a:gd name="csY0" fmla="*/ 3305196 h 3313168"/>
                <a:gd name="csX1" fmla="*/ 2198008 w 3705869"/>
                <a:gd name="csY1" fmla="*/ 955568 h 3313168"/>
                <a:gd name="csX2" fmla="*/ 2685656 w 3705869"/>
                <a:gd name="csY2" fmla="*/ 81348 h 3313168"/>
                <a:gd name="csX3" fmla="*/ 3555002 w 3705869"/>
                <a:gd name="csY3" fmla="*/ 133264 h 3313168"/>
                <a:gd name="csX4" fmla="*/ 3552816 w 3705869"/>
                <a:gd name="csY4" fmla="*/ 922064 h 3313168"/>
                <a:gd name="csX5" fmla="*/ 2378375 w 3705869"/>
                <a:gd name="csY5" fmla="*/ 1694113 h 3313168"/>
                <a:gd name="csX6" fmla="*/ 377 w 3705869"/>
                <a:gd name="csY6" fmla="*/ 3305196 h 3313168"/>
                <a:gd name="csX0" fmla="*/ 377 w 3705869"/>
                <a:gd name="csY0" fmla="*/ 3305196 h 3311216"/>
                <a:gd name="csX1" fmla="*/ 2198008 w 3705869"/>
                <a:gd name="csY1" fmla="*/ 955568 h 3311216"/>
                <a:gd name="csX2" fmla="*/ 2685656 w 3705869"/>
                <a:gd name="csY2" fmla="*/ 81348 h 3311216"/>
                <a:gd name="csX3" fmla="*/ 3555002 w 3705869"/>
                <a:gd name="csY3" fmla="*/ 133264 h 3311216"/>
                <a:gd name="csX4" fmla="*/ 3552816 w 3705869"/>
                <a:gd name="csY4" fmla="*/ 922064 h 3311216"/>
                <a:gd name="csX5" fmla="*/ 2378375 w 3705869"/>
                <a:gd name="csY5" fmla="*/ 1694113 h 3311216"/>
                <a:gd name="csX6" fmla="*/ 377 w 3705869"/>
                <a:gd name="csY6" fmla="*/ 3305196 h 3311216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31250"/>
                <a:gd name="csY0" fmla="*/ 3306034 h 3313991"/>
                <a:gd name="csX1" fmla="*/ 2198008 w 4431250"/>
                <a:gd name="csY1" fmla="*/ 956406 h 3313991"/>
                <a:gd name="csX2" fmla="*/ 2685656 w 4431250"/>
                <a:gd name="csY2" fmla="*/ 82186 h 3313991"/>
                <a:gd name="csX3" fmla="*/ 3555002 w 4431250"/>
                <a:gd name="csY3" fmla="*/ 134102 h 3313991"/>
                <a:gd name="csX4" fmla="*/ 4425936 w 4431250"/>
                <a:gd name="csY4" fmla="*/ 939649 h 3313991"/>
                <a:gd name="csX5" fmla="*/ 2378375 w 4431250"/>
                <a:gd name="csY5" fmla="*/ 1694951 h 3313991"/>
                <a:gd name="csX6" fmla="*/ 377 w 4431250"/>
                <a:gd name="csY6" fmla="*/ 3306034 h 3313991"/>
                <a:gd name="csX0" fmla="*/ 377 w 4425936"/>
                <a:gd name="csY0" fmla="*/ 3306034 h 3313991"/>
                <a:gd name="csX1" fmla="*/ 2198008 w 4425936"/>
                <a:gd name="csY1" fmla="*/ 956406 h 3313991"/>
                <a:gd name="csX2" fmla="*/ 2685656 w 4425936"/>
                <a:gd name="csY2" fmla="*/ 82186 h 3313991"/>
                <a:gd name="csX3" fmla="*/ 3555002 w 4425936"/>
                <a:gd name="csY3" fmla="*/ 134102 h 3313991"/>
                <a:gd name="csX4" fmla="*/ 4425936 w 4425936"/>
                <a:gd name="csY4" fmla="*/ 939649 h 3313991"/>
                <a:gd name="csX5" fmla="*/ 2378375 w 4425936"/>
                <a:gd name="csY5" fmla="*/ 1694951 h 3313991"/>
                <a:gd name="csX6" fmla="*/ 377 w 4425936"/>
                <a:gd name="csY6" fmla="*/ 3306034 h 3313991"/>
                <a:gd name="csX0" fmla="*/ 377 w 4472878"/>
                <a:gd name="csY0" fmla="*/ 3303952 h 3311947"/>
                <a:gd name="csX1" fmla="*/ 2198008 w 4472878"/>
                <a:gd name="csY1" fmla="*/ 954324 h 3311947"/>
                <a:gd name="csX2" fmla="*/ 2685656 w 4472878"/>
                <a:gd name="csY2" fmla="*/ 80104 h 3311947"/>
                <a:gd name="csX3" fmla="*/ 3555002 w 4472878"/>
                <a:gd name="csY3" fmla="*/ 132020 h 3311947"/>
                <a:gd name="csX4" fmla="*/ 4472878 w 4472878"/>
                <a:gd name="csY4" fmla="*/ 895700 h 3311947"/>
                <a:gd name="csX5" fmla="*/ 2378375 w 4472878"/>
                <a:gd name="csY5" fmla="*/ 1692869 h 3311947"/>
                <a:gd name="csX6" fmla="*/ 377 w 4472878"/>
                <a:gd name="csY6" fmla="*/ 3303952 h 3311947"/>
                <a:gd name="csX0" fmla="*/ 377 w 4472878"/>
                <a:gd name="csY0" fmla="*/ 3489034 h 3497029"/>
                <a:gd name="csX1" fmla="*/ 2198008 w 4472878"/>
                <a:gd name="csY1" fmla="*/ 1139406 h 3497029"/>
                <a:gd name="csX2" fmla="*/ 2685656 w 4472878"/>
                <a:gd name="csY2" fmla="*/ 265186 h 3497029"/>
                <a:gd name="csX3" fmla="*/ 3742770 w 4472878"/>
                <a:gd name="csY3" fmla="*/ 49148 h 3497029"/>
                <a:gd name="csX4" fmla="*/ 4472878 w 4472878"/>
                <a:gd name="csY4" fmla="*/ 1080782 h 3497029"/>
                <a:gd name="csX5" fmla="*/ 2378375 w 4472878"/>
                <a:gd name="csY5" fmla="*/ 1877951 h 3497029"/>
                <a:gd name="csX6" fmla="*/ 377 w 4472878"/>
                <a:gd name="csY6" fmla="*/ 3489034 h 3497029"/>
                <a:gd name="csX0" fmla="*/ 377 w 4482266"/>
                <a:gd name="csY0" fmla="*/ 3489034 h 3497029"/>
                <a:gd name="csX1" fmla="*/ 2198008 w 4482266"/>
                <a:gd name="csY1" fmla="*/ 1139406 h 3497029"/>
                <a:gd name="csX2" fmla="*/ 2685656 w 4482266"/>
                <a:gd name="csY2" fmla="*/ 265186 h 3497029"/>
                <a:gd name="csX3" fmla="*/ 3742770 w 4482266"/>
                <a:gd name="csY3" fmla="*/ 49148 h 3497029"/>
                <a:gd name="csX4" fmla="*/ 4482266 w 4482266"/>
                <a:gd name="csY4" fmla="*/ 1080782 h 3497029"/>
                <a:gd name="csX5" fmla="*/ 2378375 w 4482266"/>
                <a:gd name="csY5" fmla="*/ 1877951 h 3497029"/>
                <a:gd name="csX6" fmla="*/ 377 w 4482266"/>
                <a:gd name="csY6" fmla="*/ 3489034 h 3497029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10188 w 4492077"/>
                <a:gd name="csY0" fmla="*/ 3488052 h 3497366"/>
                <a:gd name="csX1" fmla="*/ 1804118 w 4492077"/>
                <a:gd name="csY1" fmla="*/ 1096559 h 3497366"/>
                <a:gd name="csX2" fmla="*/ 2695467 w 4492077"/>
                <a:gd name="csY2" fmla="*/ 264204 h 3497366"/>
                <a:gd name="csX3" fmla="*/ 3752581 w 4492077"/>
                <a:gd name="csY3" fmla="*/ 48166 h 3497366"/>
                <a:gd name="csX4" fmla="*/ 4492077 w 4492077"/>
                <a:gd name="csY4" fmla="*/ 1079800 h 3497366"/>
                <a:gd name="csX5" fmla="*/ 2688616 w 4492077"/>
                <a:gd name="csY5" fmla="*/ 1893718 h 3497366"/>
                <a:gd name="csX6" fmla="*/ 10188 w 4492077"/>
                <a:gd name="csY6" fmla="*/ 3488052 h 3497366"/>
                <a:gd name="csX0" fmla="*/ 10188 w 4492077"/>
                <a:gd name="csY0" fmla="*/ 3488052 h 3500595"/>
                <a:gd name="csX1" fmla="*/ 1804118 w 4492077"/>
                <a:gd name="csY1" fmla="*/ 1096559 h 3500595"/>
                <a:gd name="csX2" fmla="*/ 2695467 w 4492077"/>
                <a:gd name="csY2" fmla="*/ 264204 h 3500595"/>
                <a:gd name="csX3" fmla="*/ 3752581 w 4492077"/>
                <a:gd name="csY3" fmla="*/ 48166 h 3500595"/>
                <a:gd name="csX4" fmla="*/ 4492077 w 4492077"/>
                <a:gd name="csY4" fmla="*/ 1079800 h 3500595"/>
                <a:gd name="csX5" fmla="*/ 2688616 w 4492077"/>
                <a:gd name="csY5" fmla="*/ 1893718 h 3500595"/>
                <a:gd name="csX6" fmla="*/ 10188 w 4492077"/>
                <a:gd name="csY6" fmla="*/ 3488052 h 3500595"/>
                <a:gd name="csX0" fmla="*/ 10188 w 4492077"/>
                <a:gd name="csY0" fmla="*/ 3488052 h 3500888"/>
                <a:gd name="csX1" fmla="*/ 1804118 w 4492077"/>
                <a:gd name="csY1" fmla="*/ 1096559 h 3500888"/>
                <a:gd name="csX2" fmla="*/ 2695467 w 4492077"/>
                <a:gd name="csY2" fmla="*/ 264204 h 3500888"/>
                <a:gd name="csX3" fmla="*/ 3752581 w 4492077"/>
                <a:gd name="csY3" fmla="*/ 48166 h 3500888"/>
                <a:gd name="csX4" fmla="*/ 4492077 w 4492077"/>
                <a:gd name="csY4" fmla="*/ 1079800 h 3500888"/>
                <a:gd name="csX5" fmla="*/ 2688616 w 4492077"/>
                <a:gd name="csY5" fmla="*/ 1893718 h 3500888"/>
                <a:gd name="csX6" fmla="*/ 10188 w 4492077"/>
                <a:gd name="csY6" fmla="*/ 3488052 h 3500888"/>
                <a:gd name="csX0" fmla="*/ 27731 w 3289130"/>
                <a:gd name="csY0" fmla="*/ 2449732 h 2473361"/>
                <a:gd name="csX1" fmla="*/ 601171 w 3289130"/>
                <a:gd name="csY1" fmla="*/ 1096559 h 2473361"/>
                <a:gd name="csX2" fmla="*/ 1492520 w 3289130"/>
                <a:gd name="csY2" fmla="*/ 264204 h 2473361"/>
                <a:gd name="csX3" fmla="*/ 2549634 w 3289130"/>
                <a:gd name="csY3" fmla="*/ 48166 h 2473361"/>
                <a:gd name="csX4" fmla="*/ 3289130 w 3289130"/>
                <a:gd name="csY4" fmla="*/ 1079800 h 2473361"/>
                <a:gd name="csX5" fmla="*/ 1485669 w 3289130"/>
                <a:gd name="csY5" fmla="*/ 1893718 h 2473361"/>
                <a:gd name="csX6" fmla="*/ 27731 w 3289130"/>
                <a:gd name="csY6" fmla="*/ 2449732 h 2473361"/>
                <a:gd name="csX0" fmla="*/ 367 w 3261766"/>
                <a:gd name="csY0" fmla="*/ 2449732 h 2449966"/>
                <a:gd name="csX1" fmla="*/ 573807 w 3261766"/>
                <a:gd name="csY1" fmla="*/ 1096559 h 2449966"/>
                <a:gd name="csX2" fmla="*/ 1465156 w 3261766"/>
                <a:gd name="csY2" fmla="*/ 264204 h 2449966"/>
                <a:gd name="csX3" fmla="*/ 2522270 w 3261766"/>
                <a:gd name="csY3" fmla="*/ 48166 h 2449966"/>
                <a:gd name="csX4" fmla="*/ 3261766 w 3261766"/>
                <a:gd name="csY4" fmla="*/ 1079800 h 2449966"/>
                <a:gd name="csX5" fmla="*/ 1458305 w 3261766"/>
                <a:gd name="csY5" fmla="*/ 1893718 h 2449966"/>
                <a:gd name="csX6" fmla="*/ 367 w 3261766"/>
                <a:gd name="csY6" fmla="*/ 2449732 h 2449966"/>
                <a:gd name="csX0" fmla="*/ 62959 w 3324358"/>
                <a:gd name="csY0" fmla="*/ 2449732 h 2487147"/>
                <a:gd name="csX1" fmla="*/ 636399 w 3324358"/>
                <a:gd name="csY1" fmla="*/ 1096559 h 2487147"/>
                <a:gd name="csX2" fmla="*/ 1527748 w 3324358"/>
                <a:gd name="csY2" fmla="*/ 264204 h 2487147"/>
                <a:gd name="csX3" fmla="*/ 2584862 w 3324358"/>
                <a:gd name="csY3" fmla="*/ 48166 h 2487147"/>
                <a:gd name="csX4" fmla="*/ 3324358 w 3324358"/>
                <a:gd name="csY4" fmla="*/ 1079800 h 2487147"/>
                <a:gd name="csX5" fmla="*/ 1520897 w 3324358"/>
                <a:gd name="csY5" fmla="*/ 1893718 h 2487147"/>
                <a:gd name="csX6" fmla="*/ 62959 w 3324358"/>
                <a:gd name="csY6" fmla="*/ 2449732 h 2487147"/>
                <a:gd name="csX0" fmla="*/ 38478 w 4482813"/>
                <a:gd name="csY0" fmla="*/ 3496425 h 3519813"/>
                <a:gd name="csX1" fmla="*/ 1794854 w 4482813"/>
                <a:gd name="csY1" fmla="*/ 1096559 h 3519813"/>
                <a:gd name="csX2" fmla="*/ 2686203 w 4482813"/>
                <a:gd name="csY2" fmla="*/ 264204 h 3519813"/>
                <a:gd name="csX3" fmla="*/ 3743317 w 4482813"/>
                <a:gd name="csY3" fmla="*/ 48166 h 3519813"/>
                <a:gd name="csX4" fmla="*/ 4482813 w 4482813"/>
                <a:gd name="csY4" fmla="*/ 1079800 h 3519813"/>
                <a:gd name="csX5" fmla="*/ 2679352 w 4482813"/>
                <a:gd name="csY5" fmla="*/ 1893718 h 3519813"/>
                <a:gd name="csX6" fmla="*/ 38478 w 4482813"/>
                <a:gd name="csY6" fmla="*/ 3496425 h 3519813"/>
                <a:gd name="csX0" fmla="*/ 9071 w 4453406"/>
                <a:gd name="csY0" fmla="*/ 3496425 h 3510301"/>
                <a:gd name="csX1" fmla="*/ 1765447 w 4453406"/>
                <a:gd name="csY1" fmla="*/ 1096559 h 3510301"/>
                <a:gd name="csX2" fmla="*/ 2656796 w 4453406"/>
                <a:gd name="csY2" fmla="*/ 264204 h 3510301"/>
                <a:gd name="csX3" fmla="*/ 3713910 w 4453406"/>
                <a:gd name="csY3" fmla="*/ 48166 h 3510301"/>
                <a:gd name="csX4" fmla="*/ 4453406 w 4453406"/>
                <a:gd name="csY4" fmla="*/ 1079800 h 3510301"/>
                <a:gd name="csX5" fmla="*/ 2649945 w 4453406"/>
                <a:gd name="csY5" fmla="*/ 1893718 h 3510301"/>
                <a:gd name="csX6" fmla="*/ 9071 w 4453406"/>
                <a:gd name="csY6" fmla="*/ 3496425 h 3510301"/>
                <a:gd name="csX0" fmla="*/ 9071 w 4453406"/>
                <a:gd name="csY0" fmla="*/ 3496425 h 3512169"/>
                <a:gd name="csX1" fmla="*/ 1765447 w 4453406"/>
                <a:gd name="csY1" fmla="*/ 1096559 h 3512169"/>
                <a:gd name="csX2" fmla="*/ 2656796 w 4453406"/>
                <a:gd name="csY2" fmla="*/ 264204 h 3512169"/>
                <a:gd name="csX3" fmla="*/ 3713910 w 4453406"/>
                <a:gd name="csY3" fmla="*/ 48166 h 3512169"/>
                <a:gd name="csX4" fmla="*/ 4453406 w 4453406"/>
                <a:gd name="csY4" fmla="*/ 1079800 h 3512169"/>
                <a:gd name="csX5" fmla="*/ 2649945 w 4453406"/>
                <a:gd name="csY5" fmla="*/ 1893718 h 3512169"/>
                <a:gd name="csX6" fmla="*/ 9071 w 4453406"/>
                <a:gd name="csY6" fmla="*/ 3496425 h 3512169"/>
                <a:gd name="csX0" fmla="*/ 9640 w 4453975"/>
                <a:gd name="csY0" fmla="*/ 3496425 h 3512169"/>
                <a:gd name="csX1" fmla="*/ 1766016 w 4453975"/>
                <a:gd name="csY1" fmla="*/ 1096559 h 3512169"/>
                <a:gd name="csX2" fmla="*/ 2657365 w 4453975"/>
                <a:gd name="csY2" fmla="*/ 264204 h 3512169"/>
                <a:gd name="csX3" fmla="*/ 3714479 w 4453975"/>
                <a:gd name="csY3" fmla="*/ 48166 h 3512169"/>
                <a:gd name="csX4" fmla="*/ 4453975 w 4453975"/>
                <a:gd name="csY4" fmla="*/ 1079800 h 3512169"/>
                <a:gd name="csX5" fmla="*/ 2650514 w 4453975"/>
                <a:gd name="csY5" fmla="*/ 1893718 h 3512169"/>
                <a:gd name="csX6" fmla="*/ 9640 w 4453975"/>
                <a:gd name="csY6" fmla="*/ 3496425 h 3512169"/>
                <a:gd name="csX0" fmla="*/ 9640 w 4453975"/>
                <a:gd name="csY0" fmla="*/ 3993467 h 4008123"/>
                <a:gd name="csX1" fmla="*/ 1766016 w 4453975"/>
                <a:gd name="csY1" fmla="*/ 1593601 h 4008123"/>
                <a:gd name="csX2" fmla="*/ 2601034 w 4453975"/>
                <a:gd name="csY2" fmla="*/ 41122 h 4008123"/>
                <a:gd name="csX3" fmla="*/ 3714479 w 4453975"/>
                <a:gd name="csY3" fmla="*/ 545208 h 4008123"/>
                <a:gd name="csX4" fmla="*/ 4453975 w 4453975"/>
                <a:gd name="csY4" fmla="*/ 1576842 h 4008123"/>
                <a:gd name="csX5" fmla="*/ 2650514 w 4453975"/>
                <a:gd name="csY5" fmla="*/ 2390760 h 4008123"/>
                <a:gd name="csX6" fmla="*/ 9640 w 4453975"/>
                <a:gd name="csY6" fmla="*/ 3993467 h 4008123"/>
                <a:gd name="csX0" fmla="*/ 9640 w 4453975"/>
                <a:gd name="csY0" fmla="*/ 3952894 h 3967550"/>
                <a:gd name="csX1" fmla="*/ 1766016 w 4453975"/>
                <a:gd name="csY1" fmla="*/ 1553028 h 3967550"/>
                <a:gd name="csX2" fmla="*/ 2601034 w 4453975"/>
                <a:gd name="csY2" fmla="*/ 549 h 3967550"/>
                <a:gd name="csX3" fmla="*/ 3714479 w 4453975"/>
                <a:gd name="csY3" fmla="*/ 504635 h 3967550"/>
                <a:gd name="csX4" fmla="*/ 4453975 w 4453975"/>
                <a:gd name="csY4" fmla="*/ 1536269 h 3967550"/>
                <a:gd name="csX5" fmla="*/ 2650514 w 4453975"/>
                <a:gd name="csY5" fmla="*/ 2350187 h 3967550"/>
                <a:gd name="csX6" fmla="*/ 9640 w 4453975"/>
                <a:gd name="csY6" fmla="*/ 3952894 h 3967550"/>
                <a:gd name="csX0" fmla="*/ 9640 w 4453975"/>
                <a:gd name="csY0" fmla="*/ 3952971 h 3968477"/>
                <a:gd name="csX1" fmla="*/ 1766016 w 4453975"/>
                <a:gd name="csY1" fmla="*/ 1553105 h 3968477"/>
                <a:gd name="csX2" fmla="*/ 2601034 w 4453975"/>
                <a:gd name="csY2" fmla="*/ 626 h 3968477"/>
                <a:gd name="csX3" fmla="*/ 3714479 w 4453975"/>
                <a:gd name="csY3" fmla="*/ 504712 h 3968477"/>
                <a:gd name="csX4" fmla="*/ 4453975 w 4453975"/>
                <a:gd name="csY4" fmla="*/ 1536346 h 3968477"/>
                <a:gd name="csX5" fmla="*/ 2650514 w 4453975"/>
                <a:gd name="csY5" fmla="*/ 2350264 h 3968477"/>
                <a:gd name="csX6" fmla="*/ 9640 w 4453975"/>
                <a:gd name="csY6" fmla="*/ 3952971 h 3968477"/>
                <a:gd name="csX0" fmla="*/ 9640 w 4517542"/>
                <a:gd name="csY0" fmla="*/ 4153948 h 4169453"/>
                <a:gd name="csX1" fmla="*/ 1766016 w 4517542"/>
                <a:gd name="csY1" fmla="*/ 1754082 h 4169453"/>
                <a:gd name="csX2" fmla="*/ 2601034 w 4517542"/>
                <a:gd name="csY2" fmla="*/ 201603 h 4169453"/>
                <a:gd name="csX3" fmla="*/ 4390442 w 4517542"/>
                <a:gd name="csY3" fmla="*/ 186529 h 4169453"/>
                <a:gd name="csX4" fmla="*/ 4453975 w 4517542"/>
                <a:gd name="csY4" fmla="*/ 1737323 h 4169453"/>
                <a:gd name="csX5" fmla="*/ 2650514 w 4517542"/>
                <a:gd name="csY5" fmla="*/ 2551241 h 4169453"/>
                <a:gd name="csX6" fmla="*/ 9640 w 4517542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719798"/>
                <a:gd name="csY0" fmla="*/ 4153948 h 4169453"/>
                <a:gd name="csX1" fmla="*/ 1766016 w 4719798"/>
                <a:gd name="csY1" fmla="*/ 1754082 h 4169453"/>
                <a:gd name="csX2" fmla="*/ 2601034 w 4719798"/>
                <a:gd name="csY2" fmla="*/ 201603 h 4169453"/>
                <a:gd name="csX3" fmla="*/ 4390442 w 4719798"/>
                <a:gd name="csY3" fmla="*/ 186529 h 4169453"/>
                <a:gd name="csX4" fmla="*/ 4453975 w 4719798"/>
                <a:gd name="csY4" fmla="*/ 1737323 h 4169453"/>
                <a:gd name="csX5" fmla="*/ 2650514 w 4719798"/>
                <a:gd name="csY5" fmla="*/ 2551241 h 4169453"/>
                <a:gd name="csX6" fmla="*/ 9640 w 4719798"/>
                <a:gd name="csY6" fmla="*/ 4153948 h 4169453"/>
                <a:gd name="csX0" fmla="*/ 9640 w 4684091"/>
                <a:gd name="csY0" fmla="*/ 4153948 h 4169453"/>
                <a:gd name="csX1" fmla="*/ 1766016 w 4684091"/>
                <a:gd name="csY1" fmla="*/ 1754082 h 4169453"/>
                <a:gd name="csX2" fmla="*/ 2601034 w 4684091"/>
                <a:gd name="csY2" fmla="*/ 201603 h 4169453"/>
                <a:gd name="csX3" fmla="*/ 4390442 w 4684091"/>
                <a:gd name="csY3" fmla="*/ 186529 h 4169453"/>
                <a:gd name="csX4" fmla="*/ 4453975 w 4684091"/>
                <a:gd name="csY4" fmla="*/ 1737323 h 4169453"/>
                <a:gd name="csX5" fmla="*/ 2650514 w 4684091"/>
                <a:gd name="csY5" fmla="*/ 2551241 h 4169453"/>
                <a:gd name="csX6" fmla="*/ 9640 w 4684091"/>
                <a:gd name="csY6" fmla="*/ 4153948 h 4169453"/>
                <a:gd name="csX0" fmla="*/ 9640 w 4747938"/>
                <a:gd name="csY0" fmla="*/ 4153948 h 4169453"/>
                <a:gd name="csX1" fmla="*/ 1766016 w 4747938"/>
                <a:gd name="csY1" fmla="*/ 1754082 h 4169453"/>
                <a:gd name="csX2" fmla="*/ 2601034 w 4747938"/>
                <a:gd name="csY2" fmla="*/ 201603 h 4169453"/>
                <a:gd name="csX3" fmla="*/ 4390442 w 4747938"/>
                <a:gd name="csY3" fmla="*/ 186529 h 4169453"/>
                <a:gd name="csX4" fmla="*/ 4453975 w 4747938"/>
                <a:gd name="csY4" fmla="*/ 1737323 h 4169453"/>
                <a:gd name="csX5" fmla="*/ 2650514 w 4747938"/>
                <a:gd name="csY5" fmla="*/ 2551241 h 4169453"/>
                <a:gd name="csX6" fmla="*/ 9640 w 4747938"/>
                <a:gd name="csY6" fmla="*/ 4153948 h 4169453"/>
                <a:gd name="csX0" fmla="*/ 9640 w 4747938"/>
                <a:gd name="csY0" fmla="*/ 4205765 h 4221270"/>
                <a:gd name="csX1" fmla="*/ 1766016 w 4747938"/>
                <a:gd name="csY1" fmla="*/ 1805899 h 4221270"/>
                <a:gd name="csX2" fmla="*/ 2601034 w 4747938"/>
                <a:gd name="csY2" fmla="*/ 253420 h 4221270"/>
                <a:gd name="csX3" fmla="*/ 4390442 w 4747938"/>
                <a:gd name="csY3" fmla="*/ 238346 h 4221270"/>
                <a:gd name="csX4" fmla="*/ 4453975 w 4747938"/>
                <a:gd name="csY4" fmla="*/ 1789140 h 4221270"/>
                <a:gd name="csX5" fmla="*/ 2650514 w 4747938"/>
                <a:gd name="csY5" fmla="*/ 2603058 h 4221270"/>
                <a:gd name="csX6" fmla="*/ 9640 w 4747938"/>
                <a:gd name="csY6" fmla="*/ 4205765 h 4221270"/>
                <a:gd name="csX0" fmla="*/ 9640 w 4769359"/>
                <a:gd name="csY0" fmla="*/ 4189897 h 4205402"/>
                <a:gd name="csX1" fmla="*/ 1766016 w 4769359"/>
                <a:gd name="csY1" fmla="*/ 1790031 h 4205402"/>
                <a:gd name="csX2" fmla="*/ 2601034 w 4769359"/>
                <a:gd name="csY2" fmla="*/ 237552 h 4205402"/>
                <a:gd name="csX3" fmla="*/ 4446772 w 4769359"/>
                <a:gd name="csY3" fmla="*/ 163863 h 4205402"/>
                <a:gd name="csX4" fmla="*/ 4453975 w 4769359"/>
                <a:gd name="csY4" fmla="*/ 1773272 h 4205402"/>
                <a:gd name="csX5" fmla="*/ 2650514 w 4769359"/>
                <a:gd name="csY5" fmla="*/ 2587190 h 4205402"/>
                <a:gd name="csX6" fmla="*/ 9640 w 4769359"/>
                <a:gd name="csY6" fmla="*/ 4189897 h 4205402"/>
                <a:gd name="csX0" fmla="*/ 9640 w 4747938"/>
                <a:gd name="csY0" fmla="*/ 4212142 h 4227647"/>
                <a:gd name="csX1" fmla="*/ 1766016 w 4747938"/>
                <a:gd name="csY1" fmla="*/ 1812276 h 4227647"/>
                <a:gd name="csX2" fmla="*/ 2601034 w 4747938"/>
                <a:gd name="csY2" fmla="*/ 259797 h 4227647"/>
                <a:gd name="csX3" fmla="*/ 4390441 w 4747938"/>
                <a:gd name="csY3" fmla="*/ 152614 h 4227647"/>
                <a:gd name="csX4" fmla="*/ 4453975 w 4747938"/>
                <a:gd name="csY4" fmla="*/ 1795517 h 4227647"/>
                <a:gd name="csX5" fmla="*/ 2650514 w 4747938"/>
                <a:gd name="csY5" fmla="*/ 2609435 h 4227647"/>
                <a:gd name="csX6" fmla="*/ 9640 w 4747938"/>
                <a:gd name="csY6" fmla="*/ 4212142 h 4227647"/>
                <a:gd name="csX0" fmla="*/ 8567 w 4746865"/>
                <a:gd name="csY0" fmla="*/ 4212143 h 4219435"/>
                <a:gd name="csX1" fmla="*/ 1745271 w 4746865"/>
                <a:gd name="csY1" fmla="*/ 1812279 h 4219435"/>
                <a:gd name="csX2" fmla="*/ 2599961 w 4746865"/>
                <a:gd name="csY2" fmla="*/ 259798 h 4219435"/>
                <a:gd name="csX3" fmla="*/ 4389368 w 4746865"/>
                <a:gd name="csY3" fmla="*/ 152615 h 4219435"/>
                <a:gd name="csX4" fmla="*/ 4452902 w 4746865"/>
                <a:gd name="csY4" fmla="*/ 1795518 h 4219435"/>
                <a:gd name="csX5" fmla="*/ 2649441 w 4746865"/>
                <a:gd name="csY5" fmla="*/ 2609436 h 4219435"/>
                <a:gd name="csX6" fmla="*/ 8567 w 4746865"/>
                <a:gd name="csY6" fmla="*/ 4212143 h 4219435"/>
                <a:gd name="csX0" fmla="*/ 8451 w 4746749"/>
                <a:gd name="csY0" fmla="*/ 4212143 h 4219813"/>
                <a:gd name="csX1" fmla="*/ 1745155 w 4746749"/>
                <a:gd name="csY1" fmla="*/ 1812279 h 4219813"/>
                <a:gd name="csX2" fmla="*/ 2599845 w 4746749"/>
                <a:gd name="csY2" fmla="*/ 259798 h 4219813"/>
                <a:gd name="csX3" fmla="*/ 4389252 w 4746749"/>
                <a:gd name="csY3" fmla="*/ 152615 h 4219813"/>
                <a:gd name="csX4" fmla="*/ 4452786 w 4746749"/>
                <a:gd name="csY4" fmla="*/ 1795518 h 4219813"/>
                <a:gd name="csX5" fmla="*/ 2642769 w 4746749"/>
                <a:gd name="csY5" fmla="*/ 2626986 h 4219813"/>
                <a:gd name="csX6" fmla="*/ 8451 w 4746749"/>
                <a:gd name="csY6" fmla="*/ 4212143 h 4219813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594 w 4746892"/>
                <a:gd name="csY0" fmla="*/ 4213311 h 4220527"/>
                <a:gd name="csX1" fmla="*/ 1738740 w 4746892"/>
                <a:gd name="csY1" fmla="*/ 1836843 h 4220527"/>
                <a:gd name="csX2" fmla="*/ 2599988 w 4746892"/>
                <a:gd name="csY2" fmla="*/ 260966 h 4220527"/>
                <a:gd name="csX3" fmla="*/ 4389395 w 4746892"/>
                <a:gd name="csY3" fmla="*/ 153783 h 4220527"/>
                <a:gd name="csX4" fmla="*/ 4452929 w 4746892"/>
                <a:gd name="csY4" fmla="*/ 1796686 h 4220527"/>
                <a:gd name="csX5" fmla="*/ 2642912 w 4746892"/>
                <a:gd name="csY5" fmla="*/ 2628154 h 4220527"/>
                <a:gd name="csX6" fmla="*/ 8594 w 4746892"/>
                <a:gd name="csY6" fmla="*/ 4213311 h 4220527"/>
                <a:gd name="csX0" fmla="*/ 8594 w 4693867"/>
                <a:gd name="csY0" fmla="*/ 4136922 h 4144138"/>
                <a:gd name="csX1" fmla="*/ 1738740 w 4693867"/>
                <a:gd name="csY1" fmla="*/ 1760454 h 4144138"/>
                <a:gd name="csX2" fmla="*/ 2599988 w 4693867"/>
                <a:gd name="csY2" fmla="*/ 184577 h 4144138"/>
                <a:gd name="csX3" fmla="*/ 4389395 w 4693867"/>
                <a:gd name="csY3" fmla="*/ 77394 h 4144138"/>
                <a:gd name="csX4" fmla="*/ 4452929 w 4693867"/>
                <a:gd name="csY4" fmla="*/ 1720297 h 4144138"/>
                <a:gd name="csX5" fmla="*/ 2642912 w 4693867"/>
                <a:gd name="csY5" fmla="*/ 2551765 h 4144138"/>
                <a:gd name="csX6" fmla="*/ 8594 w 4693867"/>
                <a:gd name="csY6" fmla="*/ 4136922 h 4144138"/>
                <a:gd name="csX0" fmla="*/ 8594 w 4699247"/>
                <a:gd name="csY0" fmla="*/ 4098901 h 4106117"/>
                <a:gd name="csX1" fmla="*/ 1738740 w 4699247"/>
                <a:gd name="csY1" fmla="*/ 1722433 h 4106117"/>
                <a:gd name="csX2" fmla="*/ 2599988 w 4699247"/>
                <a:gd name="csY2" fmla="*/ 146556 h 4106117"/>
                <a:gd name="csX3" fmla="*/ 4409070 w 4699247"/>
                <a:gd name="csY3" fmla="*/ 115412 h 4106117"/>
                <a:gd name="csX4" fmla="*/ 4452929 w 4699247"/>
                <a:gd name="csY4" fmla="*/ 1682276 h 4106117"/>
                <a:gd name="csX5" fmla="*/ 2642912 w 4699247"/>
                <a:gd name="csY5" fmla="*/ 2513744 h 4106117"/>
                <a:gd name="csX6" fmla="*/ 8594 w 4699247"/>
                <a:gd name="csY6" fmla="*/ 4098901 h 4106117"/>
                <a:gd name="csX0" fmla="*/ 8594 w 4703971"/>
                <a:gd name="csY0" fmla="*/ 4107920 h 4115136"/>
                <a:gd name="csX1" fmla="*/ 1738740 w 4703971"/>
                <a:gd name="csY1" fmla="*/ 1731452 h 4115136"/>
                <a:gd name="csX2" fmla="*/ 2599988 w 4703971"/>
                <a:gd name="csY2" fmla="*/ 155575 h 4115136"/>
                <a:gd name="csX3" fmla="*/ 4409070 w 4703971"/>
                <a:gd name="csY3" fmla="*/ 124431 h 4115136"/>
                <a:gd name="csX4" fmla="*/ 4452929 w 4703971"/>
                <a:gd name="csY4" fmla="*/ 1691295 h 4115136"/>
                <a:gd name="csX5" fmla="*/ 2642912 w 4703971"/>
                <a:gd name="csY5" fmla="*/ 2522763 h 4115136"/>
                <a:gd name="csX6" fmla="*/ 8594 w 4703971"/>
                <a:gd name="csY6" fmla="*/ 4107920 h 4115136"/>
                <a:gd name="csX0" fmla="*/ 8594 w 4703971"/>
                <a:gd name="csY0" fmla="*/ 4195888 h 4203104"/>
                <a:gd name="csX1" fmla="*/ 1738740 w 4703971"/>
                <a:gd name="csY1" fmla="*/ 1819420 h 4203104"/>
                <a:gd name="csX2" fmla="*/ 2599988 w 4703971"/>
                <a:gd name="csY2" fmla="*/ 243543 h 4203104"/>
                <a:gd name="csX3" fmla="*/ 4409070 w 4703971"/>
                <a:gd name="csY3" fmla="*/ 212399 h 4203104"/>
                <a:gd name="csX4" fmla="*/ 4452929 w 4703971"/>
                <a:gd name="csY4" fmla="*/ 1779263 h 4203104"/>
                <a:gd name="csX5" fmla="*/ 2642912 w 4703971"/>
                <a:gd name="csY5" fmla="*/ 2610731 h 4203104"/>
                <a:gd name="csX6" fmla="*/ 8594 w 4703971"/>
                <a:gd name="csY6" fmla="*/ 4195888 h 4203104"/>
                <a:gd name="csX0" fmla="*/ 8594 w 4703971"/>
                <a:gd name="csY0" fmla="*/ 4213778 h 4220994"/>
                <a:gd name="csX1" fmla="*/ 1738740 w 4703971"/>
                <a:gd name="csY1" fmla="*/ 1837310 h 4220994"/>
                <a:gd name="csX2" fmla="*/ 2599988 w 4703971"/>
                <a:gd name="csY2" fmla="*/ 261433 h 4220994"/>
                <a:gd name="csX3" fmla="*/ 4409070 w 4703971"/>
                <a:gd name="csY3" fmla="*/ 230289 h 4220994"/>
                <a:gd name="csX4" fmla="*/ 4452929 w 4703971"/>
                <a:gd name="csY4" fmla="*/ 1797153 h 4220994"/>
                <a:gd name="csX5" fmla="*/ 2642912 w 4703971"/>
                <a:gd name="csY5" fmla="*/ 2628621 h 4220994"/>
                <a:gd name="csX6" fmla="*/ 8594 w 4703971"/>
                <a:gd name="csY6" fmla="*/ 4213778 h 4220994"/>
                <a:gd name="csX0" fmla="*/ 8594 w 4855548"/>
                <a:gd name="csY0" fmla="*/ 4390510 h 4397726"/>
                <a:gd name="csX1" fmla="*/ 1738740 w 4855548"/>
                <a:gd name="csY1" fmla="*/ 2014042 h 4397726"/>
                <a:gd name="csX2" fmla="*/ 2599988 w 4855548"/>
                <a:gd name="csY2" fmla="*/ 438165 h 4397726"/>
                <a:gd name="csX3" fmla="*/ 4756647 w 4855548"/>
                <a:gd name="csY3" fmla="*/ 26825 h 4397726"/>
                <a:gd name="csX4" fmla="*/ 4452929 w 4855548"/>
                <a:gd name="csY4" fmla="*/ 1973885 h 4397726"/>
                <a:gd name="csX5" fmla="*/ 2642912 w 4855548"/>
                <a:gd name="csY5" fmla="*/ 2805353 h 4397726"/>
                <a:gd name="csX6" fmla="*/ 8594 w 4855548"/>
                <a:gd name="csY6" fmla="*/ 4390510 h 4397726"/>
                <a:gd name="csX0" fmla="*/ 8594 w 5018748"/>
                <a:gd name="csY0" fmla="*/ 4545598 h 4552814"/>
                <a:gd name="csX1" fmla="*/ 1738740 w 5018748"/>
                <a:gd name="csY1" fmla="*/ 2169130 h 4552814"/>
                <a:gd name="csX2" fmla="*/ 2599988 w 5018748"/>
                <a:gd name="csY2" fmla="*/ 593253 h 4552814"/>
                <a:gd name="csX3" fmla="*/ 4973062 w 5018748"/>
                <a:gd name="csY3" fmla="*/ 18136 h 4552814"/>
                <a:gd name="csX4" fmla="*/ 4452929 w 5018748"/>
                <a:gd name="csY4" fmla="*/ 2128973 h 4552814"/>
                <a:gd name="csX5" fmla="*/ 2642912 w 5018748"/>
                <a:gd name="csY5" fmla="*/ 2960441 h 4552814"/>
                <a:gd name="csX6" fmla="*/ 8594 w 5018748"/>
                <a:gd name="csY6" fmla="*/ 4545598 h 4552814"/>
                <a:gd name="csX0" fmla="*/ 8594 w 5002691"/>
                <a:gd name="csY0" fmla="*/ 4537753 h 4544969"/>
                <a:gd name="csX1" fmla="*/ 1738740 w 5002691"/>
                <a:gd name="csY1" fmla="*/ 2161285 h 4544969"/>
                <a:gd name="csX2" fmla="*/ 2599988 w 5002691"/>
                <a:gd name="csY2" fmla="*/ 585408 h 4544969"/>
                <a:gd name="csX3" fmla="*/ 4973062 w 5002691"/>
                <a:gd name="csY3" fmla="*/ 10291 h 4544969"/>
                <a:gd name="csX4" fmla="*/ 4452929 w 5002691"/>
                <a:gd name="csY4" fmla="*/ 2121128 h 4544969"/>
                <a:gd name="csX5" fmla="*/ 2642912 w 5002691"/>
                <a:gd name="csY5" fmla="*/ 2952596 h 4544969"/>
                <a:gd name="csX6" fmla="*/ 8594 w 5002691"/>
                <a:gd name="csY6" fmla="*/ 4537753 h 4544969"/>
                <a:gd name="csX0" fmla="*/ 8594 w 4705059"/>
                <a:gd name="csY0" fmla="*/ 4122711 h 4129927"/>
                <a:gd name="csX1" fmla="*/ 1738740 w 4705059"/>
                <a:gd name="csY1" fmla="*/ 1746243 h 4129927"/>
                <a:gd name="csX2" fmla="*/ 2599988 w 4705059"/>
                <a:gd name="csY2" fmla="*/ 170366 h 4129927"/>
                <a:gd name="csX3" fmla="*/ 4446032 w 4705059"/>
                <a:gd name="csY3" fmla="*/ 89415 h 4129927"/>
                <a:gd name="csX4" fmla="*/ 4452929 w 4705059"/>
                <a:gd name="csY4" fmla="*/ 1706086 h 4129927"/>
                <a:gd name="csX5" fmla="*/ 2642912 w 4705059"/>
                <a:gd name="csY5" fmla="*/ 2537554 h 4129927"/>
                <a:gd name="csX6" fmla="*/ 8594 w 4705059"/>
                <a:gd name="csY6" fmla="*/ 4122711 h 4129927"/>
                <a:gd name="csX0" fmla="*/ 8594 w 4596663"/>
                <a:gd name="csY0" fmla="*/ 4215533 h 4224499"/>
                <a:gd name="csX1" fmla="*/ 1738740 w 4596663"/>
                <a:gd name="csY1" fmla="*/ 1839065 h 4224499"/>
                <a:gd name="csX2" fmla="*/ 2599988 w 4596663"/>
                <a:gd name="csY2" fmla="*/ 263188 h 4224499"/>
                <a:gd name="csX3" fmla="*/ 4446032 w 4596663"/>
                <a:gd name="csY3" fmla="*/ 182237 h 4224499"/>
                <a:gd name="csX4" fmla="*/ 4129398 w 4596663"/>
                <a:gd name="csY4" fmla="*/ 2079669 h 4224499"/>
                <a:gd name="csX5" fmla="*/ 2642912 w 4596663"/>
                <a:gd name="csY5" fmla="*/ 2630376 h 4224499"/>
                <a:gd name="csX6" fmla="*/ 8594 w 4596663"/>
                <a:gd name="csY6" fmla="*/ 4215533 h 4224499"/>
                <a:gd name="csX0" fmla="*/ 10635 w 4618520"/>
                <a:gd name="csY0" fmla="*/ 4140860 h 4149826"/>
                <a:gd name="csX1" fmla="*/ 1740781 w 4618520"/>
                <a:gd name="csY1" fmla="*/ 1764392 h 4149826"/>
                <a:gd name="csX2" fmla="*/ 2330962 w 4618520"/>
                <a:gd name="csY2" fmla="*/ 399085 h 4149826"/>
                <a:gd name="csX3" fmla="*/ 4448073 w 4618520"/>
                <a:gd name="csY3" fmla="*/ 107564 h 4149826"/>
                <a:gd name="csX4" fmla="*/ 4131439 w 4618520"/>
                <a:gd name="csY4" fmla="*/ 2004996 h 4149826"/>
                <a:gd name="csX5" fmla="*/ 2644953 w 4618520"/>
                <a:gd name="csY5" fmla="*/ 2555703 h 4149826"/>
                <a:gd name="csX6" fmla="*/ 10635 w 4618520"/>
                <a:gd name="csY6" fmla="*/ 4140860 h 4149826"/>
                <a:gd name="csX0" fmla="*/ 2473 w 4610358"/>
                <a:gd name="csY0" fmla="*/ 4148168 h 4152706"/>
                <a:gd name="csX1" fmla="*/ 2161081 w 4610358"/>
                <a:gd name="csY1" fmla="*/ 2013468 h 4152706"/>
                <a:gd name="csX2" fmla="*/ 2322800 w 4610358"/>
                <a:gd name="csY2" fmla="*/ 406393 h 4152706"/>
                <a:gd name="csX3" fmla="*/ 4439911 w 4610358"/>
                <a:gd name="csY3" fmla="*/ 114872 h 4152706"/>
                <a:gd name="csX4" fmla="*/ 4123277 w 4610358"/>
                <a:gd name="csY4" fmla="*/ 2012304 h 4152706"/>
                <a:gd name="csX5" fmla="*/ 2636791 w 4610358"/>
                <a:gd name="csY5" fmla="*/ 2563011 h 4152706"/>
                <a:gd name="csX6" fmla="*/ 2473 w 4610358"/>
                <a:gd name="csY6" fmla="*/ 4148168 h 4152706"/>
                <a:gd name="csX0" fmla="*/ 400 w 4608285"/>
                <a:gd name="csY0" fmla="*/ 4148168 h 4148397"/>
                <a:gd name="csX1" fmla="*/ 2159008 w 4608285"/>
                <a:gd name="csY1" fmla="*/ 2013468 h 4148397"/>
                <a:gd name="csX2" fmla="*/ 2320727 w 4608285"/>
                <a:gd name="csY2" fmla="*/ 406393 h 4148397"/>
                <a:gd name="csX3" fmla="*/ 4437838 w 4608285"/>
                <a:gd name="csY3" fmla="*/ 114872 h 4148397"/>
                <a:gd name="csX4" fmla="*/ 4121204 w 4608285"/>
                <a:gd name="csY4" fmla="*/ 2012304 h 4148397"/>
                <a:gd name="csX5" fmla="*/ 2346163 w 4608285"/>
                <a:gd name="csY5" fmla="*/ 2149669 h 4148397"/>
                <a:gd name="csX6" fmla="*/ 400 w 4608285"/>
                <a:gd name="csY6" fmla="*/ 4148168 h 4148397"/>
                <a:gd name="csX0" fmla="*/ 400 w 4547161"/>
                <a:gd name="csY0" fmla="*/ 4069645 h 4069874"/>
                <a:gd name="csX1" fmla="*/ 2159008 w 4547161"/>
                <a:gd name="csY1" fmla="*/ 1934945 h 4069874"/>
                <a:gd name="csX2" fmla="*/ 2320727 w 4547161"/>
                <a:gd name="csY2" fmla="*/ 327870 h 4069874"/>
                <a:gd name="csX3" fmla="*/ 4437838 w 4547161"/>
                <a:gd name="csY3" fmla="*/ 36349 h 4069874"/>
                <a:gd name="csX4" fmla="*/ 4121204 w 4547161"/>
                <a:gd name="csY4" fmla="*/ 1933781 h 4069874"/>
                <a:gd name="csX5" fmla="*/ 2346163 w 4547161"/>
                <a:gd name="csY5" fmla="*/ 2071146 h 4069874"/>
                <a:gd name="csX6" fmla="*/ 400 w 4547161"/>
                <a:gd name="csY6" fmla="*/ 4069645 h 4069874"/>
                <a:gd name="csX0" fmla="*/ 536 w 3991476"/>
                <a:gd name="csY0" fmla="*/ 3539321 h 3539632"/>
                <a:gd name="csX1" fmla="*/ 1603323 w 3991476"/>
                <a:gd name="csY1" fmla="*/ 1934945 h 3539632"/>
                <a:gd name="csX2" fmla="*/ 1765042 w 3991476"/>
                <a:gd name="csY2" fmla="*/ 327870 h 3539632"/>
                <a:gd name="csX3" fmla="*/ 3882153 w 3991476"/>
                <a:gd name="csY3" fmla="*/ 36349 h 3539632"/>
                <a:gd name="csX4" fmla="*/ 3565519 w 3991476"/>
                <a:gd name="csY4" fmla="*/ 1933781 h 3539632"/>
                <a:gd name="csX5" fmla="*/ 1790478 w 3991476"/>
                <a:gd name="csY5" fmla="*/ 2071146 h 3539632"/>
                <a:gd name="csX6" fmla="*/ 536 w 3991476"/>
                <a:gd name="csY6" fmla="*/ 3539321 h 3539632"/>
                <a:gd name="csX0" fmla="*/ 527 w 4017318"/>
                <a:gd name="csY0" fmla="*/ 3573908 h 3574212"/>
                <a:gd name="csX1" fmla="*/ 1629165 w 4017318"/>
                <a:gd name="csY1" fmla="*/ 1934945 h 3574212"/>
                <a:gd name="csX2" fmla="*/ 1790884 w 4017318"/>
                <a:gd name="csY2" fmla="*/ 327870 h 3574212"/>
                <a:gd name="csX3" fmla="*/ 3907995 w 4017318"/>
                <a:gd name="csY3" fmla="*/ 36349 h 3574212"/>
                <a:gd name="csX4" fmla="*/ 3591361 w 4017318"/>
                <a:gd name="csY4" fmla="*/ 1933781 h 3574212"/>
                <a:gd name="csX5" fmla="*/ 1816320 w 4017318"/>
                <a:gd name="csY5" fmla="*/ 2071146 h 3574212"/>
                <a:gd name="csX6" fmla="*/ 527 w 4017318"/>
                <a:gd name="csY6" fmla="*/ 3573908 h 3574212"/>
                <a:gd name="csX0" fmla="*/ 3641 w 4020432"/>
                <a:gd name="csY0" fmla="*/ 3573908 h 3577567"/>
                <a:gd name="csX1" fmla="*/ 1632279 w 4020432"/>
                <a:gd name="csY1" fmla="*/ 1934945 h 3577567"/>
                <a:gd name="csX2" fmla="*/ 1793998 w 4020432"/>
                <a:gd name="csY2" fmla="*/ 327870 h 3577567"/>
                <a:gd name="csX3" fmla="*/ 3911109 w 4020432"/>
                <a:gd name="csY3" fmla="*/ 36349 h 3577567"/>
                <a:gd name="csX4" fmla="*/ 3594475 w 4020432"/>
                <a:gd name="csY4" fmla="*/ 1933781 h 3577567"/>
                <a:gd name="csX5" fmla="*/ 1819434 w 4020432"/>
                <a:gd name="csY5" fmla="*/ 2071146 h 3577567"/>
                <a:gd name="csX6" fmla="*/ 3641 w 4020432"/>
                <a:gd name="csY6" fmla="*/ 3573908 h 3577567"/>
                <a:gd name="csX0" fmla="*/ 11923 w 4028714"/>
                <a:gd name="csY0" fmla="*/ 3573908 h 3583559"/>
                <a:gd name="csX1" fmla="*/ 1640561 w 4028714"/>
                <a:gd name="csY1" fmla="*/ 1934945 h 3583559"/>
                <a:gd name="csX2" fmla="*/ 1802280 w 4028714"/>
                <a:gd name="csY2" fmla="*/ 327870 h 3583559"/>
                <a:gd name="csX3" fmla="*/ 3919391 w 4028714"/>
                <a:gd name="csY3" fmla="*/ 36349 h 3583559"/>
                <a:gd name="csX4" fmla="*/ 3602757 w 4028714"/>
                <a:gd name="csY4" fmla="*/ 1933781 h 3583559"/>
                <a:gd name="csX5" fmla="*/ 1827716 w 4028714"/>
                <a:gd name="csY5" fmla="*/ 2071146 h 3583559"/>
                <a:gd name="csX6" fmla="*/ 11923 w 4028714"/>
                <a:gd name="csY6" fmla="*/ 3573908 h 3583559"/>
                <a:gd name="csX0" fmla="*/ 1130 w 4017921"/>
                <a:gd name="csY0" fmla="*/ 3573908 h 3577714"/>
                <a:gd name="csX1" fmla="*/ 1629768 w 4017921"/>
                <a:gd name="csY1" fmla="*/ 1934945 h 3577714"/>
                <a:gd name="csX2" fmla="*/ 1791487 w 4017921"/>
                <a:gd name="csY2" fmla="*/ 327870 h 3577714"/>
                <a:gd name="csX3" fmla="*/ 3908598 w 4017921"/>
                <a:gd name="csY3" fmla="*/ 36349 h 3577714"/>
                <a:gd name="csX4" fmla="*/ 3591964 w 4017921"/>
                <a:gd name="csY4" fmla="*/ 1933781 h 3577714"/>
                <a:gd name="csX5" fmla="*/ 1906115 w 4017921"/>
                <a:gd name="csY5" fmla="*/ 2373434 h 3577714"/>
                <a:gd name="csX6" fmla="*/ 1130 w 4017921"/>
                <a:gd name="csY6" fmla="*/ 3573908 h 3577714"/>
                <a:gd name="csX0" fmla="*/ 434 w 4017225"/>
                <a:gd name="csY0" fmla="*/ 3573908 h 3574428"/>
                <a:gd name="csX1" fmla="*/ 1629072 w 4017225"/>
                <a:gd name="csY1" fmla="*/ 1934945 h 3574428"/>
                <a:gd name="csX2" fmla="*/ 1790791 w 4017225"/>
                <a:gd name="csY2" fmla="*/ 327870 h 3574428"/>
                <a:gd name="csX3" fmla="*/ 3907902 w 4017225"/>
                <a:gd name="csY3" fmla="*/ 36349 h 3574428"/>
                <a:gd name="csX4" fmla="*/ 3591268 w 4017225"/>
                <a:gd name="csY4" fmla="*/ 1933781 h 3574428"/>
                <a:gd name="csX5" fmla="*/ 1798394 w 4017225"/>
                <a:gd name="csY5" fmla="*/ 2110926 h 3574428"/>
                <a:gd name="csX6" fmla="*/ 434 w 4017225"/>
                <a:gd name="csY6" fmla="*/ 3573908 h 3574428"/>
                <a:gd name="csX0" fmla="*/ 434 w 4017225"/>
                <a:gd name="csY0" fmla="*/ 3573908 h 3574310"/>
                <a:gd name="csX1" fmla="*/ 1629072 w 4017225"/>
                <a:gd name="csY1" fmla="*/ 1934945 h 3574310"/>
                <a:gd name="csX2" fmla="*/ 1790791 w 4017225"/>
                <a:gd name="csY2" fmla="*/ 327870 h 3574310"/>
                <a:gd name="csX3" fmla="*/ 3907902 w 4017225"/>
                <a:gd name="csY3" fmla="*/ 36349 h 3574310"/>
                <a:gd name="csX4" fmla="*/ 3591268 w 4017225"/>
                <a:gd name="csY4" fmla="*/ 1933781 h 3574310"/>
                <a:gd name="csX5" fmla="*/ 1798394 w 4017225"/>
                <a:gd name="csY5" fmla="*/ 2110926 h 3574310"/>
                <a:gd name="csX6" fmla="*/ 434 w 4017225"/>
                <a:gd name="csY6" fmla="*/ 3573908 h 3574310"/>
                <a:gd name="csX0" fmla="*/ 434 w 4017225"/>
                <a:gd name="csY0" fmla="*/ 3573908 h 3576627"/>
                <a:gd name="csX1" fmla="*/ 1629072 w 4017225"/>
                <a:gd name="csY1" fmla="*/ 1934945 h 3576627"/>
                <a:gd name="csX2" fmla="*/ 1790791 w 4017225"/>
                <a:gd name="csY2" fmla="*/ 327870 h 3576627"/>
                <a:gd name="csX3" fmla="*/ 3907902 w 4017225"/>
                <a:gd name="csY3" fmla="*/ 36349 h 3576627"/>
                <a:gd name="csX4" fmla="*/ 3591268 w 4017225"/>
                <a:gd name="csY4" fmla="*/ 1933781 h 3576627"/>
                <a:gd name="csX5" fmla="*/ 1798395 w 4017225"/>
                <a:gd name="csY5" fmla="*/ 2365482 h 3576627"/>
                <a:gd name="csX6" fmla="*/ 434 w 4017225"/>
                <a:gd name="csY6" fmla="*/ 3573908 h 3576627"/>
                <a:gd name="csX0" fmla="*/ 434 w 4017225"/>
                <a:gd name="csY0" fmla="*/ 3573908 h 3576355"/>
                <a:gd name="csX1" fmla="*/ 1629072 w 4017225"/>
                <a:gd name="csY1" fmla="*/ 1934945 h 3576355"/>
                <a:gd name="csX2" fmla="*/ 1790791 w 4017225"/>
                <a:gd name="csY2" fmla="*/ 327870 h 3576355"/>
                <a:gd name="csX3" fmla="*/ 3907902 w 4017225"/>
                <a:gd name="csY3" fmla="*/ 36349 h 3576355"/>
                <a:gd name="csX4" fmla="*/ 3591268 w 4017225"/>
                <a:gd name="csY4" fmla="*/ 1933781 h 3576355"/>
                <a:gd name="csX5" fmla="*/ 1798395 w 4017225"/>
                <a:gd name="csY5" fmla="*/ 2365482 h 3576355"/>
                <a:gd name="csX6" fmla="*/ 434 w 4017225"/>
                <a:gd name="csY6" fmla="*/ 3573908 h 3576355"/>
                <a:gd name="csX0" fmla="*/ 434 w 4017225"/>
                <a:gd name="csY0" fmla="*/ 3573908 h 3583502"/>
                <a:gd name="csX1" fmla="*/ 1629072 w 4017225"/>
                <a:gd name="csY1" fmla="*/ 1934945 h 3583502"/>
                <a:gd name="csX2" fmla="*/ 1790791 w 4017225"/>
                <a:gd name="csY2" fmla="*/ 327870 h 3583502"/>
                <a:gd name="csX3" fmla="*/ 3907902 w 4017225"/>
                <a:gd name="csY3" fmla="*/ 36349 h 3583502"/>
                <a:gd name="csX4" fmla="*/ 3591268 w 4017225"/>
                <a:gd name="csY4" fmla="*/ 1933781 h 3583502"/>
                <a:gd name="csX5" fmla="*/ 1798396 w 4017225"/>
                <a:gd name="csY5" fmla="*/ 2715497 h 3583502"/>
                <a:gd name="csX6" fmla="*/ 434 w 4017225"/>
                <a:gd name="csY6" fmla="*/ 3573908 h 3583502"/>
                <a:gd name="csX0" fmla="*/ 20204 w 4036995"/>
                <a:gd name="csY0" fmla="*/ 3574326 h 3583563"/>
                <a:gd name="csX1" fmla="*/ 908564 w 4036995"/>
                <a:gd name="csY1" fmla="*/ 1951275 h 3583563"/>
                <a:gd name="csX2" fmla="*/ 1810561 w 4036995"/>
                <a:gd name="csY2" fmla="*/ 328288 h 3583563"/>
                <a:gd name="csX3" fmla="*/ 3927672 w 4036995"/>
                <a:gd name="csY3" fmla="*/ 36767 h 3583563"/>
                <a:gd name="csX4" fmla="*/ 3611038 w 4036995"/>
                <a:gd name="csY4" fmla="*/ 1934199 h 3583563"/>
                <a:gd name="csX5" fmla="*/ 1818166 w 4036995"/>
                <a:gd name="csY5" fmla="*/ 2715915 h 3583563"/>
                <a:gd name="csX6" fmla="*/ 20204 w 4036995"/>
                <a:gd name="csY6" fmla="*/ 3574326 h 3583563"/>
                <a:gd name="csX0" fmla="*/ 12549 w 4029340"/>
                <a:gd name="csY0" fmla="*/ 3574326 h 3583563"/>
                <a:gd name="csX1" fmla="*/ 900909 w 4029340"/>
                <a:gd name="csY1" fmla="*/ 1951275 h 3583563"/>
                <a:gd name="csX2" fmla="*/ 1802906 w 4029340"/>
                <a:gd name="csY2" fmla="*/ 328288 h 3583563"/>
                <a:gd name="csX3" fmla="*/ 3920017 w 4029340"/>
                <a:gd name="csY3" fmla="*/ 36767 h 3583563"/>
                <a:gd name="csX4" fmla="*/ 3603383 w 4029340"/>
                <a:gd name="csY4" fmla="*/ 1934199 h 3583563"/>
                <a:gd name="csX5" fmla="*/ 1810511 w 4029340"/>
                <a:gd name="csY5" fmla="*/ 2715915 h 3583563"/>
                <a:gd name="csX6" fmla="*/ 12549 w 4029340"/>
                <a:gd name="csY6" fmla="*/ 3574326 h 3583563"/>
                <a:gd name="csX0" fmla="*/ 2018 w 4018809"/>
                <a:gd name="csY0" fmla="*/ 3573908 h 3583502"/>
                <a:gd name="csX1" fmla="*/ 1389840 w 4018809"/>
                <a:gd name="csY1" fmla="*/ 1934947 h 3583502"/>
                <a:gd name="csX2" fmla="*/ 1792375 w 4018809"/>
                <a:gd name="csY2" fmla="*/ 327870 h 3583502"/>
                <a:gd name="csX3" fmla="*/ 3909486 w 4018809"/>
                <a:gd name="csY3" fmla="*/ 36349 h 3583502"/>
                <a:gd name="csX4" fmla="*/ 3592852 w 4018809"/>
                <a:gd name="csY4" fmla="*/ 1933781 h 3583502"/>
                <a:gd name="csX5" fmla="*/ 1799980 w 4018809"/>
                <a:gd name="csY5" fmla="*/ 2715497 h 3583502"/>
                <a:gd name="csX6" fmla="*/ 2018 w 4018809"/>
                <a:gd name="csY6" fmla="*/ 3573908 h 3583502"/>
                <a:gd name="csX0" fmla="*/ 2018 w 4018809"/>
                <a:gd name="csY0" fmla="*/ 3573908 h 3575401"/>
                <a:gd name="csX1" fmla="*/ 1389840 w 4018809"/>
                <a:gd name="csY1" fmla="*/ 1934947 h 3575401"/>
                <a:gd name="csX2" fmla="*/ 1792375 w 4018809"/>
                <a:gd name="csY2" fmla="*/ 327870 h 3575401"/>
                <a:gd name="csX3" fmla="*/ 3909486 w 4018809"/>
                <a:gd name="csY3" fmla="*/ 36349 h 3575401"/>
                <a:gd name="csX4" fmla="*/ 3592852 w 4018809"/>
                <a:gd name="csY4" fmla="*/ 1933781 h 3575401"/>
                <a:gd name="csX5" fmla="*/ 1799983 w 4018809"/>
                <a:gd name="csY5" fmla="*/ 2277981 h 3575401"/>
                <a:gd name="csX6" fmla="*/ 2018 w 4018809"/>
                <a:gd name="csY6" fmla="*/ 3573908 h 3575401"/>
                <a:gd name="csX0" fmla="*/ 2279 w 4019070"/>
                <a:gd name="csY0" fmla="*/ 3573908 h 3576883"/>
                <a:gd name="csX1" fmla="*/ 1390101 w 4019070"/>
                <a:gd name="csY1" fmla="*/ 1934947 h 3576883"/>
                <a:gd name="csX2" fmla="*/ 1792636 w 4019070"/>
                <a:gd name="csY2" fmla="*/ 327870 h 3576883"/>
                <a:gd name="csX3" fmla="*/ 3909747 w 4019070"/>
                <a:gd name="csY3" fmla="*/ 36349 h 3576883"/>
                <a:gd name="csX4" fmla="*/ 3593113 w 4019070"/>
                <a:gd name="csY4" fmla="*/ 1933781 h 3576883"/>
                <a:gd name="csX5" fmla="*/ 1827004 w 4019070"/>
                <a:gd name="csY5" fmla="*/ 2405261 h 3576883"/>
                <a:gd name="csX6" fmla="*/ 2279 w 4019070"/>
                <a:gd name="csY6" fmla="*/ 3573908 h 3576883"/>
                <a:gd name="csX0" fmla="*/ 3304 w 4020095"/>
                <a:gd name="csY0" fmla="*/ 3573700 h 3576772"/>
                <a:gd name="csX1" fmla="*/ 1310858 w 4020095"/>
                <a:gd name="csY1" fmla="*/ 1926786 h 3576772"/>
                <a:gd name="csX2" fmla="*/ 1793661 w 4020095"/>
                <a:gd name="csY2" fmla="*/ 327662 h 3576772"/>
                <a:gd name="csX3" fmla="*/ 3910772 w 4020095"/>
                <a:gd name="csY3" fmla="*/ 36141 h 3576772"/>
                <a:gd name="csX4" fmla="*/ 3594138 w 4020095"/>
                <a:gd name="csY4" fmla="*/ 1933573 h 3576772"/>
                <a:gd name="csX5" fmla="*/ 1828029 w 4020095"/>
                <a:gd name="csY5" fmla="*/ 2405053 h 3576772"/>
                <a:gd name="csX6" fmla="*/ 3304 w 4020095"/>
                <a:gd name="csY6" fmla="*/ 3573700 h 3576772"/>
                <a:gd name="csX0" fmla="*/ 3254 w 4020045"/>
                <a:gd name="csY0" fmla="*/ 3573700 h 3576772"/>
                <a:gd name="csX1" fmla="*/ 1310808 w 4020045"/>
                <a:gd name="csY1" fmla="*/ 1926786 h 3576772"/>
                <a:gd name="csX2" fmla="*/ 1793611 w 4020045"/>
                <a:gd name="csY2" fmla="*/ 327662 h 3576772"/>
                <a:gd name="csX3" fmla="*/ 3910722 w 4020045"/>
                <a:gd name="csY3" fmla="*/ 36141 h 3576772"/>
                <a:gd name="csX4" fmla="*/ 3594088 w 4020045"/>
                <a:gd name="csY4" fmla="*/ 1933573 h 3576772"/>
                <a:gd name="csX5" fmla="*/ 1827979 w 4020045"/>
                <a:gd name="csY5" fmla="*/ 2405053 h 3576772"/>
                <a:gd name="csX6" fmla="*/ 3254 w 4020045"/>
                <a:gd name="csY6" fmla="*/ 3573700 h 35767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020045" h="3576772">
                  <a:moveTo>
                    <a:pt x="3254" y="3573700"/>
                  </a:moveTo>
                  <a:cubicBezTo>
                    <a:pt x="-82941" y="3493989"/>
                    <a:pt x="1574310" y="2340515"/>
                    <a:pt x="1310808" y="1926786"/>
                  </a:cubicBezTo>
                  <a:cubicBezTo>
                    <a:pt x="1047306" y="1513057"/>
                    <a:pt x="1360292" y="642769"/>
                    <a:pt x="1793611" y="327662"/>
                  </a:cubicBezTo>
                  <a:cubicBezTo>
                    <a:pt x="2226930" y="12555"/>
                    <a:pt x="3750548" y="-52136"/>
                    <a:pt x="3910722" y="36141"/>
                  </a:cubicBezTo>
                  <a:cubicBezTo>
                    <a:pt x="4070896" y="124418"/>
                    <a:pt x="4120351" y="1358027"/>
                    <a:pt x="3594088" y="1933573"/>
                  </a:cubicBezTo>
                  <a:cubicBezTo>
                    <a:pt x="3171099" y="2391895"/>
                    <a:pt x="2301583" y="2656718"/>
                    <a:pt x="1827979" y="2405053"/>
                  </a:cubicBezTo>
                  <a:cubicBezTo>
                    <a:pt x="1354375" y="2153388"/>
                    <a:pt x="89449" y="3653411"/>
                    <a:pt x="3254" y="3573700"/>
                  </a:cubicBezTo>
                  <a:close/>
                </a:path>
              </a:pathLst>
            </a:custGeom>
            <a:noFill/>
            <a:ln>
              <a:solidFill>
                <a:srgbClr val="0C26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3" name="Freeform 1012">
              <a:extLst>
                <a:ext uri="{FF2B5EF4-FFF2-40B4-BE49-F238E27FC236}">
                  <a16:creationId xmlns:a16="http://schemas.microsoft.com/office/drawing/2014/main" id="{B4CC8946-E120-2A54-E497-B30441E687CC}"/>
                </a:ext>
              </a:extLst>
            </p:cNvPr>
            <p:cNvSpPr/>
            <p:nvPr userDrawn="1"/>
          </p:nvSpPr>
          <p:spPr>
            <a:xfrm rot="16200000">
              <a:off x="5606965" y="646634"/>
              <a:ext cx="2615869" cy="2682270"/>
            </a:xfrm>
            <a:custGeom>
              <a:avLst/>
              <a:gdLst>
                <a:gd name="csX0" fmla="*/ 1893 w 3484511"/>
                <a:gd name="csY0" fmla="*/ 3509215 h 3511799"/>
                <a:gd name="csX1" fmla="*/ 1514170 w 3484511"/>
                <a:gd name="csY1" fmla="*/ 1703861 h 3511799"/>
                <a:gd name="csX2" fmla="*/ 2029985 w 3484511"/>
                <a:gd name="csY2" fmla="*/ 226753 h 3511799"/>
                <a:gd name="csX3" fmla="*/ 3378139 w 3484511"/>
                <a:gd name="csY3" fmla="*/ 144692 h 3511799"/>
                <a:gd name="csX4" fmla="*/ 3225739 w 3484511"/>
                <a:gd name="csY4" fmla="*/ 1586630 h 3511799"/>
                <a:gd name="csX5" fmla="*/ 1854139 w 3484511"/>
                <a:gd name="csY5" fmla="*/ 2090723 h 3511799"/>
                <a:gd name="csX6" fmla="*/ 1893 w 3484511"/>
                <a:gd name="csY6" fmla="*/ 3509215 h 3511799"/>
                <a:gd name="csX0" fmla="*/ 1352 w 4094215"/>
                <a:gd name="csY0" fmla="*/ 4103738 h 4105568"/>
                <a:gd name="csX1" fmla="*/ 2123874 w 4094215"/>
                <a:gd name="csY1" fmla="*/ 1703861 h 4105568"/>
                <a:gd name="csX2" fmla="*/ 2639689 w 4094215"/>
                <a:gd name="csY2" fmla="*/ 226753 h 4105568"/>
                <a:gd name="csX3" fmla="*/ 3987843 w 4094215"/>
                <a:gd name="csY3" fmla="*/ 144692 h 4105568"/>
                <a:gd name="csX4" fmla="*/ 3835443 w 4094215"/>
                <a:gd name="csY4" fmla="*/ 1586630 h 4105568"/>
                <a:gd name="csX5" fmla="*/ 2463843 w 4094215"/>
                <a:gd name="csY5" fmla="*/ 2090723 h 4105568"/>
                <a:gd name="csX6" fmla="*/ 1352 w 4094215"/>
                <a:gd name="csY6" fmla="*/ 4103738 h 4105568"/>
                <a:gd name="csX0" fmla="*/ 1978 w 4094841"/>
                <a:gd name="csY0" fmla="*/ 4101966 h 4104114"/>
                <a:gd name="csX1" fmla="*/ 2058783 w 4094841"/>
                <a:gd name="csY1" fmla="*/ 1668597 h 4104114"/>
                <a:gd name="csX2" fmla="*/ 2640315 w 4094841"/>
                <a:gd name="csY2" fmla="*/ 224981 h 4104114"/>
                <a:gd name="csX3" fmla="*/ 3988469 w 4094841"/>
                <a:gd name="csY3" fmla="*/ 142920 h 4104114"/>
                <a:gd name="csX4" fmla="*/ 3836069 w 4094841"/>
                <a:gd name="csY4" fmla="*/ 1584858 h 4104114"/>
                <a:gd name="csX5" fmla="*/ 2464469 w 4094841"/>
                <a:gd name="csY5" fmla="*/ 2088951 h 4104114"/>
                <a:gd name="csX6" fmla="*/ 1978 w 4094841"/>
                <a:gd name="csY6" fmla="*/ 4101966 h 4104114"/>
                <a:gd name="csX0" fmla="*/ 1943 w 4132359"/>
                <a:gd name="csY0" fmla="*/ 3750277 h 3752868"/>
                <a:gd name="csX1" fmla="*/ 2096301 w 4132359"/>
                <a:gd name="csY1" fmla="*/ 1668597 h 3752868"/>
                <a:gd name="csX2" fmla="*/ 2677833 w 4132359"/>
                <a:gd name="csY2" fmla="*/ 224981 h 3752868"/>
                <a:gd name="csX3" fmla="*/ 4025987 w 4132359"/>
                <a:gd name="csY3" fmla="*/ 142920 h 3752868"/>
                <a:gd name="csX4" fmla="*/ 3873587 w 4132359"/>
                <a:gd name="csY4" fmla="*/ 1584858 h 3752868"/>
                <a:gd name="csX5" fmla="*/ 2501987 w 4132359"/>
                <a:gd name="csY5" fmla="*/ 2088951 h 3752868"/>
                <a:gd name="csX6" fmla="*/ 1943 w 4132359"/>
                <a:gd name="csY6" fmla="*/ 3750277 h 3752868"/>
                <a:gd name="csX0" fmla="*/ 7123 w 4137539"/>
                <a:gd name="csY0" fmla="*/ 3776554 h 3776601"/>
                <a:gd name="csX1" fmla="*/ 1782278 w 4137539"/>
                <a:gd name="csY1" fmla="*/ 2163796 h 3776601"/>
                <a:gd name="csX2" fmla="*/ 2683013 w 4137539"/>
                <a:gd name="csY2" fmla="*/ 251258 h 3776601"/>
                <a:gd name="csX3" fmla="*/ 4031167 w 4137539"/>
                <a:gd name="csY3" fmla="*/ 169197 h 3776601"/>
                <a:gd name="csX4" fmla="*/ 3878767 w 4137539"/>
                <a:gd name="csY4" fmla="*/ 1611135 h 3776601"/>
                <a:gd name="csX5" fmla="*/ 2507167 w 4137539"/>
                <a:gd name="csY5" fmla="*/ 2115228 h 3776601"/>
                <a:gd name="csX6" fmla="*/ 7123 w 4137539"/>
                <a:gd name="csY6" fmla="*/ 3776554 h 3776601"/>
                <a:gd name="csX0" fmla="*/ 25 w 4130441"/>
                <a:gd name="csY0" fmla="*/ 3776554 h 3776586"/>
                <a:gd name="csX1" fmla="*/ 1775180 w 4130441"/>
                <a:gd name="csY1" fmla="*/ 2163796 h 3776586"/>
                <a:gd name="csX2" fmla="*/ 2675915 w 4130441"/>
                <a:gd name="csY2" fmla="*/ 251258 h 3776586"/>
                <a:gd name="csX3" fmla="*/ 4024069 w 4130441"/>
                <a:gd name="csY3" fmla="*/ 169197 h 3776586"/>
                <a:gd name="csX4" fmla="*/ 3871669 w 4130441"/>
                <a:gd name="csY4" fmla="*/ 1611135 h 3776586"/>
                <a:gd name="csX5" fmla="*/ 1814719 w 4130441"/>
                <a:gd name="csY5" fmla="*/ 2207339 h 3776586"/>
                <a:gd name="csX6" fmla="*/ 25 w 4130441"/>
                <a:gd name="csY6" fmla="*/ 3776554 h 3776586"/>
                <a:gd name="csX0" fmla="*/ 25 w 4130441"/>
                <a:gd name="csY0" fmla="*/ 3776554 h 3776589"/>
                <a:gd name="csX1" fmla="*/ 1775180 w 4130441"/>
                <a:gd name="csY1" fmla="*/ 2163796 h 3776589"/>
                <a:gd name="csX2" fmla="*/ 2675915 w 4130441"/>
                <a:gd name="csY2" fmla="*/ 251258 h 3776589"/>
                <a:gd name="csX3" fmla="*/ 4024069 w 4130441"/>
                <a:gd name="csY3" fmla="*/ 169197 h 3776589"/>
                <a:gd name="csX4" fmla="*/ 3871669 w 4130441"/>
                <a:gd name="csY4" fmla="*/ 1611135 h 3776589"/>
                <a:gd name="csX5" fmla="*/ 1814719 w 4130441"/>
                <a:gd name="csY5" fmla="*/ 2207339 h 3776589"/>
                <a:gd name="csX6" fmla="*/ 25 w 4130441"/>
                <a:gd name="csY6" fmla="*/ 3776554 h 3776589"/>
                <a:gd name="csX0" fmla="*/ 25 w 3957457"/>
                <a:gd name="csY0" fmla="*/ 3611866 h 3611901"/>
                <a:gd name="csX1" fmla="*/ 1775180 w 3957457"/>
                <a:gd name="csY1" fmla="*/ 1999108 h 3611901"/>
                <a:gd name="csX2" fmla="*/ 2675915 w 3957457"/>
                <a:gd name="csY2" fmla="*/ 86570 h 3611901"/>
                <a:gd name="csX3" fmla="*/ 3554650 w 3957457"/>
                <a:gd name="csY3" fmla="*/ 439934 h 3611901"/>
                <a:gd name="csX4" fmla="*/ 3871669 w 3957457"/>
                <a:gd name="csY4" fmla="*/ 1446447 h 3611901"/>
                <a:gd name="csX5" fmla="*/ 1814719 w 3957457"/>
                <a:gd name="csY5" fmla="*/ 2042651 h 3611901"/>
                <a:gd name="csX6" fmla="*/ 25 w 3957457"/>
                <a:gd name="csY6" fmla="*/ 3611866 h 3611901"/>
                <a:gd name="csX0" fmla="*/ 25 w 3957253"/>
                <a:gd name="csY0" fmla="*/ 3368639 h 3368674"/>
                <a:gd name="csX1" fmla="*/ 1775180 w 3957253"/>
                <a:gd name="csY1" fmla="*/ 1755881 h 3368674"/>
                <a:gd name="csX2" fmla="*/ 2685304 w 3957253"/>
                <a:gd name="csY2" fmla="*/ 144791 h 3368674"/>
                <a:gd name="csX3" fmla="*/ 3554650 w 3957253"/>
                <a:gd name="csY3" fmla="*/ 196707 h 3368674"/>
                <a:gd name="csX4" fmla="*/ 3871669 w 3957253"/>
                <a:gd name="csY4" fmla="*/ 1203220 h 3368674"/>
                <a:gd name="csX5" fmla="*/ 1814719 w 3957253"/>
                <a:gd name="csY5" fmla="*/ 1799424 h 3368674"/>
                <a:gd name="csX6" fmla="*/ 25 w 3957253"/>
                <a:gd name="csY6" fmla="*/ 3368639 h 3368674"/>
                <a:gd name="csX0" fmla="*/ 25 w 3705517"/>
                <a:gd name="csY0" fmla="*/ 3358570 h 3358603"/>
                <a:gd name="csX1" fmla="*/ 1775180 w 3705517"/>
                <a:gd name="csY1" fmla="*/ 1745812 h 3358603"/>
                <a:gd name="csX2" fmla="*/ 2685304 w 3705517"/>
                <a:gd name="csY2" fmla="*/ 134722 h 3358603"/>
                <a:gd name="csX3" fmla="*/ 3554650 w 3705517"/>
                <a:gd name="csY3" fmla="*/ 186638 h 3358603"/>
                <a:gd name="csX4" fmla="*/ 3552464 w 3705517"/>
                <a:gd name="csY4" fmla="*/ 975438 h 3358603"/>
                <a:gd name="csX5" fmla="*/ 1814719 w 3705517"/>
                <a:gd name="csY5" fmla="*/ 1789355 h 3358603"/>
                <a:gd name="csX6" fmla="*/ 25 w 3705517"/>
                <a:gd name="csY6" fmla="*/ 3358570 h 3358603"/>
                <a:gd name="csX0" fmla="*/ 2290 w 3707782"/>
                <a:gd name="csY0" fmla="*/ 3305196 h 3314287"/>
                <a:gd name="csX1" fmla="*/ 2199921 w 3707782"/>
                <a:gd name="csY1" fmla="*/ 955568 h 3314287"/>
                <a:gd name="csX2" fmla="*/ 2687569 w 3707782"/>
                <a:gd name="csY2" fmla="*/ 81348 h 3314287"/>
                <a:gd name="csX3" fmla="*/ 3556915 w 3707782"/>
                <a:gd name="csY3" fmla="*/ 133264 h 3314287"/>
                <a:gd name="csX4" fmla="*/ 3554729 w 3707782"/>
                <a:gd name="csY4" fmla="*/ 922064 h 3314287"/>
                <a:gd name="csX5" fmla="*/ 1816984 w 3707782"/>
                <a:gd name="csY5" fmla="*/ 1735981 h 3314287"/>
                <a:gd name="csX6" fmla="*/ 2290 w 3707782"/>
                <a:gd name="csY6" fmla="*/ 3305196 h 3314287"/>
                <a:gd name="csX0" fmla="*/ 377 w 3705869"/>
                <a:gd name="csY0" fmla="*/ 3305196 h 3313168"/>
                <a:gd name="csX1" fmla="*/ 2198008 w 3705869"/>
                <a:gd name="csY1" fmla="*/ 955568 h 3313168"/>
                <a:gd name="csX2" fmla="*/ 2685656 w 3705869"/>
                <a:gd name="csY2" fmla="*/ 81348 h 3313168"/>
                <a:gd name="csX3" fmla="*/ 3555002 w 3705869"/>
                <a:gd name="csY3" fmla="*/ 133264 h 3313168"/>
                <a:gd name="csX4" fmla="*/ 3552816 w 3705869"/>
                <a:gd name="csY4" fmla="*/ 922064 h 3313168"/>
                <a:gd name="csX5" fmla="*/ 2378375 w 3705869"/>
                <a:gd name="csY5" fmla="*/ 1694113 h 3313168"/>
                <a:gd name="csX6" fmla="*/ 377 w 3705869"/>
                <a:gd name="csY6" fmla="*/ 3305196 h 3313168"/>
                <a:gd name="csX0" fmla="*/ 377 w 3705869"/>
                <a:gd name="csY0" fmla="*/ 3305196 h 3311216"/>
                <a:gd name="csX1" fmla="*/ 2198008 w 3705869"/>
                <a:gd name="csY1" fmla="*/ 955568 h 3311216"/>
                <a:gd name="csX2" fmla="*/ 2685656 w 3705869"/>
                <a:gd name="csY2" fmla="*/ 81348 h 3311216"/>
                <a:gd name="csX3" fmla="*/ 3555002 w 3705869"/>
                <a:gd name="csY3" fmla="*/ 133264 h 3311216"/>
                <a:gd name="csX4" fmla="*/ 3552816 w 3705869"/>
                <a:gd name="csY4" fmla="*/ 922064 h 3311216"/>
                <a:gd name="csX5" fmla="*/ 2378375 w 3705869"/>
                <a:gd name="csY5" fmla="*/ 1694113 h 3311216"/>
                <a:gd name="csX6" fmla="*/ 377 w 3705869"/>
                <a:gd name="csY6" fmla="*/ 3305196 h 3311216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31250"/>
                <a:gd name="csY0" fmla="*/ 3306034 h 3313991"/>
                <a:gd name="csX1" fmla="*/ 2198008 w 4431250"/>
                <a:gd name="csY1" fmla="*/ 956406 h 3313991"/>
                <a:gd name="csX2" fmla="*/ 2685656 w 4431250"/>
                <a:gd name="csY2" fmla="*/ 82186 h 3313991"/>
                <a:gd name="csX3" fmla="*/ 3555002 w 4431250"/>
                <a:gd name="csY3" fmla="*/ 134102 h 3313991"/>
                <a:gd name="csX4" fmla="*/ 4425936 w 4431250"/>
                <a:gd name="csY4" fmla="*/ 939649 h 3313991"/>
                <a:gd name="csX5" fmla="*/ 2378375 w 4431250"/>
                <a:gd name="csY5" fmla="*/ 1694951 h 3313991"/>
                <a:gd name="csX6" fmla="*/ 377 w 4431250"/>
                <a:gd name="csY6" fmla="*/ 3306034 h 3313991"/>
                <a:gd name="csX0" fmla="*/ 377 w 4425936"/>
                <a:gd name="csY0" fmla="*/ 3306034 h 3313991"/>
                <a:gd name="csX1" fmla="*/ 2198008 w 4425936"/>
                <a:gd name="csY1" fmla="*/ 956406 h 3313991"/>
                <a:gd name="csX2" fmla="*/ 2685656 w 4425936"/>
                <a:gd name="csY2" fmla="*/ 82186 h 3313991"/>
                <a:gd name="csX3" fmla="*/ 3555002 w 4425936"/>
                <a:gd name="csY3" fmla="*/ 134102 h 3313991"/>
                <a:gd name="csX4" fmla="*/ 4425936 w 4425936"/>
                <a:gd name="csY4" fmla="*/ 939649 h 3313991"/>
                <a:gd name="csX5" fmla="*/ 2378375 w 4425936"/>
                <a:gd name="csY5" fmla="*/ 1694951 h 3313991"/>
                <a:gd name="csX6" fmla="*/ 377 w 4425936"/>
                <a:gd name="csY6" fmla="*/ 3306034 h 3313991"/>
                <a:gd name="csX0" fmla="*/ 377 w 4472878"/>
                <a:gd name="csY0" fmla="*/ 3303952 h 3311947"/>
                <a:gd name="csX1" fmla="*/ 2198008 w 4472878"/>
                <a:gd name="csY1" fmla="*/ 954324 h 3311947"/>
                <a:gd name="csX2" fmla="*/ 2685656 w 4472878"/>
                <a:gd name="csY2" fmla="*/ 80104 h 3311947"/>
                <a:gd name="csX3" fmla="*/ 3555002 w 4472878"/>
                <a:gd name="csY3" fmla="*/ 132020 h 3311947"/>
                <a:gd name="csX4" fmla="*/ 4472878 w 4472878"/>
                <a:gd name="csY4" fmla="*/ 895700 h 3311947"/>
                <a:gd name="csX5" fmla="*/ 2378375 w 4472878"/>
                <a:gd name="csY5" fmla="*/ 1692869 h 3311947"/>
                <a:gd name="csX6" fmla="*/ 377 w 4472878"/>
                <a:gd name="csY6" fmla="*/ 3303952 h 3311947"/>
                <a:gd name="csX0" fmla="*/ 377 w 4472878"/>
                <a:gd name="csY0" fmla="*/ 3489034 h 3497029"/>
                <a:gd name="csX1" fmla="*/ 2198008 w 4472878"/>
                <a:gd name="csY1" fmla="*/ 1139406 h 3497029"/>
                <a:gd name="csX2" fmla="*/ 2685656 w 4472878"/>
                <a:gd name="csY2" fmla="*/ 265186 h 3497029"/>
                <a:gd name="csX3" fmla="*/ 3742770 w 4472878"/>
                <a:gd name="csY3" fmla="*/ 49148 h 3497029"/>
                <a:gd name="csX4" fmla="*/ 4472878 w 4472878"/>
                <a:gd name="csY4" fmla="*/ 1080782 h 3497029"/>
                <a:gd name="csX5" fmla="*/ 2378375 w 4472878"/>
                <a:gd name="csY5" fmla="*/ 1877951 h 3497029"/>
                <a:gd name="csX6" fmla="*/ 377 w 4472878"/>
                <a:gd name="csY6" fmla="*/ 3489034 h 3497029"/>
                <a:gd name="csX0" fmla="*/ 377 w 4482266"/>
                <a:gd name="csY0" fmla="*/ 3489034 h 3497029"/>
                <a:gd name="csX1" fmla="*/ 2198008 w 4482266"/>
                <a:gd name="csY1" fmla="*/ 1139406 h 3497029"/>
                <a:gd name="csX2" fmla="*/ 2685656 w 4482266"/>
                <a:gd name="csY2" fmla="*/ 265186 h 3497029"/>
                <a:gd name="csX3" fmla="*/ 3742770 w 4482266"/>
                <a:gd name="csY3" fmla="*/ 49148 h 3497029"/>
                <a:gd name="csX4" fmla="*/ 4482266 w 4482266"/>
                <a:gd name="csY4" fmla="*/ 1080782 h 3497029"/>
                <a:gd name="csX5" fmla="*/ 2378375 w 4482266"/>
                <a:gd name="csY5" fmla="*/ 1877951 h 3497029"/>
                <a:gd name="csX6" fmla="*/ 377 w 4482266"/>
                <a:gd name="csY6" fmla="*/ 3489034 h 3497029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10188 w 4492077"/>
                <a:gd name="csY0" fmla="*/ 3488052 h 3497366"/>
                <a:gd name="csX1" fmla="*/ 1804118 w 4492077"/>
                <a:gd name="csY1" fmla="*/ 1096559 h 3497366"/>
                <a:gd name="csX2" fmla="*/ 2695467 w 4492077"/>
                <a:gd name="csY2" fmla="*/ 264204 h 3497366"/>
                <a:gd name="csX3" fmla="*/ 3752581 w 4492077"/>
                <a:gd name="csY3" fmla="*/ 48166 h 3497366"/>
                <a:gd name="csX4" fmla="*/ 4492077 w 4492077"/>
                <a:gd name="csY4" fmla="*/ 1079800 h 3497366"/>
                <a:gd name="csX5" fmla="*/ 2688616 w 4492077"/>
                <a:gd name="csY5" fmla="*/ 1893718 h 3497366"/>
                <a:gd name="csX6" fmla="*/ 10188 w 4492077"/>
                <a:gd name="csY6" fmla="*/ 3488052 h 3497366"/>
                <a:gd name="csX0" fmla="*/ 10188 w 4492077"/>
                <a:gd name="csY0" fmla="*/ 3488052 h 3500595"/>
                <a:gd name="csX1" fmla="*/ 1804118 w 4492077"/>
                <a:gd name="csY1" fmla="*/ 1096559 h 3500595"/>
                <a:gd name="csX2" fmla="*/ 2695467 w 4492077"/>
                <a:gd name="csY2" fmla="*/ 264204 h 3500595"/>
                <a:gd name="csX3" fmla="*/ 3752581 w 4492077"/>
                <a:gd name="csY3" fmla="*/ 48166 h 3500595"/>
                <a:gd name="csX4" fmla="*/ 4492077 w 4492077"/>
                <a:gd name="csY4" fmla="*/ 1079800 h 3500595"/>
                <a:gd name="csX5" fmla="*/ 2688616 w 4492077"/>
                <a:gd name="csY5" fmla="*/ 1893718 h 3500595"/>
                <a:gd name="csX6" fmla="*/ 10188 w 4492077"/>
                <a:gd name="csY6" fmla="*/ 3488052 h 3500595"/>
                <a:gd name="csX0" fmla="*/ 10188 w 4492077"/>
                <a:gd name="csY0" fmla="*/ 3488052 h 3500888"/>
                <a:gd name="csX1" fmla="*/ 1804118 w 4492077"/>
                <a:gd name="csY1" fmla="*/ 1096559 h 3500888"/>
                <a:gd name="csX2" fmla="*/ 2695467 w 4492077"/>
                <a:gd name="csY2" fmla="*/ 264204 h 3500888"/>
                <a:gd name="csX3" fmla="*/ 3752581 w 4492077"/>
                <a:gd name="csY3" fmla="*/ 48166 h 3500888"/>
                <a:gd name="csX4" fmla="*/ 4492077 w 4492077"/>
                <a:gd name="csY4" fmla="*/ 1079800 h 3500888"/>
                <a:gd name="csX5" fmla="*/ 2688616 w 4492077"/>
                <a:gd name="csY5" fmla="*/ 1893718 h 3500888"/>
                <a:gd name="csX6" fmla="*/ 10188 w 4492077"/>
                <a:gd name="csY6" fmla="*/ 3488052 h 3500888"/>
                <a:gd name="csX0" fmla="*/ 27731 w 3289130"/>
                <a:gd name="csY0" fmla="*/ 2449732 h 2473361"/>
                <a:gd name="csX1" fmla="*/ 601171 w 3289130"/>
                <a:gd name="csY1" fmla="*/ 1096559 h 2473361"/>
                <a:gd name="csX2" fmla="*/ 1492520 w 3289130"/>
                <a:gd name="csY2" fmla="*/ 264204 h 2473361"/>
                <a:gd name="csX3" fmla="*/ 2549634 w 3289130"/>
                <a:gd name="csY3" fmla="*/ 48166 h 2473361"/>
                <a:gd name="csX4" fmla="*/ 3289130 w 3289130"/>
                <a:gd name="csY4" fmla="*/ 1079800 h 2473361"/>
                <a:gd name="csX5" fmla="*/ 1485669 w 3289130"/>
                <a:gd name="csY5" fmla="*/ 1893718 h 2473361"/>
                <a:gd name="csX6" fmla="*/ 27731 w 3289130"/>
                <a:gd name="csY6" fmla="*/ 2449732 h 2473361"/>
                <a:gd name="csX0" fmla="*/ 367 w 3261766"/>
                <a:gd name="csY0" fmla="*/ 2449732 h 2449966"/>
                <a:gd name="csX1" fmla="*/ 573807 w 3261766"/>
                <a:gd name="csY1" fmla="*/ 1096559 h 2449966"/>
                <a:gd name="csX2" fmla="*/ 1465156 w 3261766"/>
                <a:gd name="csY2" fmla="*/ 264204 h 2449966"/>
                <a:gd name="csX3" fmla="*/ 2522270 w 3261766"/>
                <a:gd name="csY3" fmla="*/ 48166 h 2449966"/>
                <a:gd name="csX4" fmla="*/ 3261766 w 3261766"/>
                <a:gd name="csY4" fmla="*/ 1079800 h 2449966"/>
                <a:gd name="csX5" fmla="*/ 1458305 w 3261766"/>
                <a:gd name="csY5" fmla="*/ 1893718 h 2449966"/>
                <a:gd name="csX6" fmla="*/ 367 w 3261766"/>
                <a:gd name="csY6" fmla="*/ 2449732 h 2449966"/>
                <a:gd name="csX0" fmla="*/ 62959 w 3324358"/>
                <a:gd name="csY0" fmla="*/ 2449732 h 2487147"/>
                <a:gd name="csX1" fmla="*/ 636399 w 3324358"/>
                <a:gd name="csY1" fmla="*/ 1096559 h 2487147"/>
                <a:gd name="csX2" fmla="*/ 1527748 w 3324358"/>
                <a:gd name="csY2" fmla="*/ 264204 h 2487147"/>
                <a:gd name="csX3" fmla="*/ 2584862 w 3324358"/>
                <a:gd name="csY3" fmla="*/ 48166 h 2487147"/>
                <a:gd name="csX4" fmla="*/ 3324358 w 3324358"/>
                <a:gd name="csY4" fmla="*/ 1079800 h 2487147"/>
                <a:gd name="csX5" fmla="*/ 1520897 w 3324358"/>
                <a:gd name="csY5" fmla="*/ 1893718 h 2487147"/>
                <a:gd name="csX6" fmla="*/ 62959 w 3324358"/>
                <a:gd name="csY6" fmla="*/ 2449732 h 2487147"/>
                <a:gd name="csX0" fmla="*/ 38478 w 4482813"/>
                <a:gd name="csY0" fmla="*/ 3496425 h 3519813"/>
                <a:gd name="csX1" fmla="*/ 1794854 w 4482813"/>
                <a:gd name="csY1" fmla="*/ 1096559 h 3519813"/>
                <a:gd name="csX2" fmla="*/ 2686203 w 4482813"/>
                <a:gd name="csY2" fmla="*/ 264204 h 3519813"/>
                <a:gd name="csX3" fmla="*/ 3743317 w 4482813"/>
                <a:gd name="csY3" fmla="*/ 48166 h 3519813"/>
                <a:gd name="csX4" fmla="*/ 4482813 w 4482813"/>
                <a:gd name="csY4" fmla="*/ 1079800 h 3519813"/>
                <a:gd name="csX5" fmla="*/ 2679352 w 4482813"/>
                <a:gd name="csY5" fmla="*/ 1893718 h 3519813"/>
                <a:gd name="csX6" fmla="*/ 38478 w 4482813"/>
                <a:gd name="csY6" fmla="*/ 3496425 h 3519813"/>
                <a:gd name="csX0" fmla="*/ 9071 w 4453406"/>
                <a:gd name="csY0" fmla="*/ 3496425 h 3510301"/>
                <a:gd name="csX1" fmla="*/ 1765447 w 4453406"/>
                <a:gd name="csY1" fmla="*/ 1096559 h 3510301"/>
                <a:gd name="csX2" fmla="*/ 2656796 w 4453406"/>
                <a:gd name="csY2" fmla="*/ 264204 h 3510301"/>
                <a:gd name="csX3" fmla="*/ 3713910 w 4453406"/>
                <a:gd name="csY3" fmla="*/ 48166 h 3510301"/>
                <a:gd name="csX4" fmla="*/ 4453406 w 4453406"/>
                <a:gd name="csY4" fmla="*/ 1079800 h 3510301"/>
                <a:gd name="csX5" fmla="*/ 2649945 w 4453406"/>
                <a:gd name="csY5" fmla="*/ 1893718 h 3510301"/>
                <a:gd name="csX6" fmla="*/ 9071 w 4453406"/>
                <a:gd name="csY6" fmla="*/ 3496425 h 3510301"/>
                <a:gd name="csX0" fmla="*/ 9071 w 4453406"/>
                <a:gd name="csY0" fmla="*/ 3496425 h 3512169"/>
                <a:gd name="csX1" fmla="*/ 1765447 w 4453406"/>
                <a:gd name="csY1" fmla="*/ 1096559 h 3512169"/>
                <a:gd name="csX2" fmla="*/ 2656796 w 4453406"/>
                <a:gd name="csY2" fmla="*/ 264204 h 3512169"/>
                <a:gd name="csX3" fmla="*/ 3713910 w 4453406"/>
                <a:gd name="csY3" fmla="*/ 48166 h 3512169"/>
                <a:gd name="csX4" fmla="*/ 4453406 w 4453406"/>
                <a:gd name="csY4" fmla="*/ 1079800 h 3512169"/>
                <a:gd name="csX5" fmla="*/ 2649945 w 4453406"/>
                <a:gd name="csY5" fmla="*/ 1893718 h 3512169"/>
                <a:gd name="csX6" fmla="*/ 9071 w 4453406"/>
                <a:gd name="csY6" fmla="*/ 3496425 h 3512169"/>
                <a:gd name="csX0" fmla="*/ 9640 w 4453975"/>
                <a:gd name="csY0" fmla="*/ 3496425 h 3512169"/>
                <a:gd name="csX1" fmla="*/ 1766016 w 4453975"/>
                <a:gd name="csY1" fmla="*/ 1096559 h 3512169"/>
                <a:gd name="csX2" fmla="*/ 2657365 w 4453975"/>
                <a:gd name="csY2" fmla="*/ 264204 h 3512169"/>
                <a:gd name="csX3" fmla="*/ 3714479 w 4453975"/>
                <a:gd name="csY3" fmla="*/ 48166 h 3512169"/>
                <a:gd name="csX4" fmla="*/ 4453975 w 4453975"/>
                <a:gd name="csY4" fmla="*/ 1079800 h 3512169"/>
                <a:gd name="csX5" fmla="*/ 2650514 w 4453975"/>
                <a:gd name="csY5" fmla="*/ 1893718 h 3512169"/>
                <a:gd name="csX6" fmla="*/ 9640 w 4453975"/>
                <a:gd name="csY6" fmla="*/ 3496425 h 3512169"/>
                <a:gd name="csX0" fmla="*/ 9640 w 4453975"/>
                <a:gd name="csY0" fmla="*/ 3993467 h 4008123"/>
                <a:gd name="csX1" fmla="*/ 1766016 w 4453975"/>
                <a:gd name="csY1" fmla="*/ 1593601 h 4008123"/>
                <a:gd name="csX2" fmla="*/ 2601034 w 4453975"/>
                <a:gd name="csY2" fmla="*/ 41122 h 4008123"/>
                <a:gd name="csX3" fmla="*/ 3714479 w 4453975"/>
                <a:gd name="csY3" fmla="*/ 545208 h 4008123"/>
                <a:gd name="csX4" fmla="*/ 4453975 w 4453975"/>
                <a:gd name="csY4" fmla="*/ 1576842 h 4008123"/>
                <a:gd name="csX5" fmla="*/ 2650514 w 4453975"/>
                <a:gd name="csY5" fmla="*/ 2390760 h 4008123"/>
                <a:gd name="csX6" fmla="*/ 9640 w 4453975"/>
                <a:gd name="csY6" fmla="*/ 3993467 h 4008123"/>
                <a:gd name="csX0" fmla="*/ 9640 w 4453975"/>
                <a:gd name="csY0" fmla="*/ 3952894 h 3967550"/>
                <a:gd name="csX1" fmla="*/ 1766016 w 4453975"/>
                <a:gd name="csY1" fmla="*/ 1553028 h 3967550"/>
                <a:gd name="csX2" fmla="*/ 2601034 w 4453975"/>
                <a:gd name="csY2" fmla="*/ 549 h 3967550"/>
                <a:gd name="csX3" fmla="*/ 3714479 w 4453975"/>
                <a:gd name="csY3" fmla="*/ 504635 h 3967550"/>
                <a:gd name="csX4" fmla="*/ 4453975 w 4453975"/>
                <a:gd name="csY4" fmla="*/ 1536269 h 3967550"/>
                <a:gd name="csX5" fmla="*/ 2650514 w 4453975"/>
                <a:gd name="csY5" fmla="*/ 2350187 h 3967550"/>
                <a:gd name="csX6" fmla="*/ 9640 w 4453975"/>
                <a:gd name="csY6" fmla="*/ 3952894 h 3967550"/>
                <a:gd name="csX0" fmla="*/ 9640 w 4453975"/>
                <a:gd name="csY0" fmla="*/ 3952971 h 3968477"/>
                <a:gd name="csX1" fmla="*/ 1766016 w 4453975"/>
                <a:gd name="csY1" fmla="*/ 1553105 h 3968477"/>
                <a:gd name="csX2" fmla="*/ 2601034 w 4453975"/>
                <a:gd name="csY2" fmla="*/ 626 h 3968477"/>
                <a:gd name="csX3" fmla="*/ 3714479 w 4453975"/>
                <a:gd name="csY3" fmla="*/ 504712 h 3968477"/>
                <a:gd name="csX4" fmla="*/ 4453975 w 4453975"/>
                <a:gd name="csY4" fmla="*/ 1536346 h 3968477"/>
                <a:gd name="csX5" fmla="*/ 2650514 w 4453975"/>
                <a:gd name="csY5" fmla="*/ 2350264 h 3968477"/>
                <a:gd name="csX6" fmla="*/ 9640 w 4453975"/>
                <a:gd name="csY6" fmla="*/ 3952971 h 3968477"/>
                <a:gd name="csX0" fmla="*/ 9640 w 4517542"/>
                <a:gd name="csY0" fmla="*/ 4153948 h 4169453"/>
                <a:gd name="csX1" fmla="*/ 1766016 w 4517542"/>
                <a:gd name="csY1" fmla="*/ 1754082 h 4169453"/>
                <a:gd name="csX2" fmla="*/ 2601034 w 4517542"/>
                <a:gd name="csY2" fmla="*/ 201603 h 4169453"/>
                <a:gd name="csX3" fmla="*/ 4390442 w 4517542"/>
                <a:gd name="csY3" fmla="*/ 186529 h 4169453"/>
                <a:gd name="csX4" fmla="*/ 4453975 w 4517542"/>
                <a:gd name="csY4" fmla="*/ 1737323 h 4169453"/>
                <a:gd name="csX5" fmla="*/ 2650514 w 4517542"/>
                <a:gd name="csY5" fmla="*/ 2551241 h 4169453"/>
                <a:gd name="csX6" fmla="*/ 9640 w 4517542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719798"/>
                <a:gd name="csY0" fmla="*/ 4153948 h 4169453"/>
                <a:gd name="csX1" fmla="*/ 1766016 w 4719798"/>
                <a:gd name="csY1" fmla="*/ 1754082 h 4169453"/>
                <a:gd name="csX2" fmla="*/ 2601034 w 4719798"/>
                <a:gd name="csY2" fmla="*/ 201603 h 4169453"/>
                <a:gd name="csX3" fmla="*/ 4390442 w 4719798"/>
                <a:gd name="csY3" fmla="*/ 186529 h 4169453"/>
                <a:gd name="csX4" fmla="*/ 4453975 w 4719798"/>
                <a:gd name="csY4" fmla="*/ 1737323 h 4169453"/>
                <a:gd name="csX5" fmla="*/ 2650514 w 4719798"/>
                <a:gd name="csY5" fmla="*/ 2551241 h 4169453"/>
                <a:gd name="csX6" fmla="*/ 9640 w 4719798"/>
                <a:gd name="csY6" fmla="*/ 4153948 h 4169453"/>
                <a:gd name="csX0" fmla="*/ 9640 w 4684091"/>
                <a:gd name="csY0" fmla="*/ 4153948 h 4169453"/>
                <a:gd name="csX1" fmla="*/ 1766016 w 4684091"/>
                <a:gd name="csY1" fmla="*/ 1754082 h 4169453"/>
                <a:gd name="csX2" fmla="*/ 2601034 w 4684091"/>
                <a:gd name="csY2" fmla="*/ 201603 h 4169453"/>
                <a:gd name="csX3" fmla="*/ 4390442 w 4684091"/>
                <a:gd name="csY3" fmla="*/ 186529 h 4169453"/>
                <a:gd name="csX4" fmla="*/ 4453975 w 4684091"/>
                <a:gd name="csY4" fmla="*/ 1737323 h 4169453"/>
                <a:gd name="csX5" fmla="*/ 2650514 w 4684091"/>
                <a:gd name="csY5" fmla="*/ 2551241 h 4169453"/>
                <a:gd name="csX6" fmla="*/ 9640 w 4684091"/>
                <a:gd name="csY6" fmla="*/ 4153948 h 4169453"/>
                <a:gd name="csX0" fmla="*/ 9640 w 4747938"/>
                <a:gd name="csY0" fmla="*/ 4153948 h 4169453"/>
                <a:gd name="csX1" fmla="*/ 1766016 w 4747938"/>
                <a:gd name="csY1" fmla="*/ 1754082 h 4169453"/>
                <a:gd name="csX2" fmla="*/ 2601034 w 4747938"/>
                <a:gd name="csY2" fmla="*/ 201603 h 4169453"/>
                <a:gd name="csX3" fmla="*/ 4390442 w 4747938"/>
                <a:gd name="csY3" fmla="*/ 186529 h 4169453"/>
                <a:gd name="csX4" fmla="*/ 4453975 w 4747938"/>
                <a:gd name="csY4" fmla="*/ 1737323 h 4169453"/>
                <a:gd name="csX5" fmla="*/ 2650514 w 4747938"/>
                <a:gd name="csY5" fmla="*/ 2551241 h 4169453"/>
                <a:gd name="csX6" fmla="*/ 9640 w 4747938"/>
                <a:gd name="csY6" fmla="*/ 4153948 h 4169453"/>
                <a:gd name="csX0" fmla="*/ 9640 w 4747938"/>
                <a:gd name="csY0" fmla="*/ 4205765 h 4221270"/>
                <a:gd name="csX1" fmla="*/ 1766016 w 4747938"/>
                <a:gd name="csY1" fmla="*/ 1805899 h 4221270"/>
                <a:gd name="csX2" fmla="*/ 2601034 w 4747938"/>
                <a:gd name="csY2" fmla="*/ 253420 h 4221270"/>
                <a:gd name="csX3" fmla="*/ 4390442 w 4747938"/>
                <a:gd name="csY3" fmla="*/ 238346 h 4221270"/>
                <a:gd name="csX4" fmla="*/ 4453975 w 4747938"/>
                <a:gd name="csY4" fmla="*/ 1789140 h 4221270"/>
                <a:gd name="csX5" fmla="*/ 2650514 w 4747938"/>
                <a:gd name="csY5" fmla="*/ 2603058 h 4221270"/>
                <a:gd name="csX6" fmla="*/ 9640 w 4747938"/>
                <a:gd name="csY6" fmla="*/ 4205765 h 4221270"/>
                <a:gd name="csX0" fmla="*/ 9640 w 4769359"/>
                <a:gd name="csY0" fmla="*/ 4189897 h 4205402"/>
                <a:gd name="csX1" fmla="*/ 1766016 w 4769359"/>
                <a:gd name="csY1" fmla="*/ 1790031 h 4205402"/>
                <a:gd name="csX2" fmla="*/ 2601034 w 4769359"/>
                <a:gd name="csY2" fmla="*/ 237552 h 4205402"/>
                <a:gd name="csX3" fmla="*/ 4446772 w 4769359"/>
                <a:gd name="csY3" fmla="*/ 163863 h 4205402"/>
                <a:gd name="csX4" fmla="*/ 4453975 w 4769359"/>
                <a:gd name="csY4" fmla="*/ 1773272 h 4205402"/>
                <a:gd name="csX5" fmla="*/ 2650514 w 4769359"/>
                <a:gd name="csY5" fmla="*/ 2587190 h 4205402"/>
                <a:gd name="csX6" fmla="*/ 9640 w 4769359"/>
                <a:gd name="csY6" fmla="*/ 4189897 h 4205402"/>
                <a:gd name="csX0" fmla="*/ 9640 w 4747938"/>
                <a:gd name="csY0" fmla="*/ 4212142 h 4227647"/>
                <a:gd name="csX1" fmla="*/ 1766016 w 4747938"/>
                <a:gd name="csY1" fmla="*/ 1812276 h 4227647"/>
                <a:gd name="csX2" fmla="*/ 2601034 w 4747938"/>
                <a:gd name="csY2" fmla="*/ 259797 h 4227647"/>
                <a:gd name="csX3" fmla="*/ 4390441 w 4747938"/>
                <a:gd name="csY3" fmla="*/ 152614 h 4227647"/>
                <a:gd name="csX4" fmla="*/ 4453975 w 4747938"/>
                <a:gd name="csY4" fmla="*/ 1795517 h 4227647"/>
                <a:gd name="csX5" fmla="*/ 2650514 w 4747938"/>
                <a:gd name="csY5" fmla="*/ 2609435 h 4227647"/>
                <a:gd name="csX6" fmla="*/ 9640 w 4747938"/>
                <a:gd name="csY6" fmla="*/ 4212142 h 4227647"/>
                <a:gd name="csX0" fmla="*/ 8567 w 4746865"/>
                <a:gd name="csY0" fmla="*/ 4212143 h 4219435"/>
                <a:gd name="csX1" fmla="*/ 1745271 w 4746865"/>
                <a:gd name="csY1" fmla="*/ 1812279 h 4219435"/>
                <a:gd name="csX2" fmla="*/ 2599961 w 4746865"/>
                <a:gd name="csY2" fmla="*/ 259798 h 4219435"/>
                <a:gd name="csX3" fmla="*/ 4389368 w 4746865"/>
                <a:gd name="csY3" fmla="*/ 152615 h 4219435"/>
                <a:gd name="csX4" fmla="*/ 4452902 w 4746865"/>
                <a:gd name="csY4" fmla="*/ 1795518 h 4219435"/>
                <a:gd name="csX5" fmla="*/ 2649441 w 4746865"/>
                <a:gd name="csY5" fmla="*/ 2609436 h 4219435"/>
                <a:gd name="csX6" fmla="*/ 8567 w 4746865"/>
                <a:gd name="csY6" fmla="*/ 4212143 h 4219435"/>
                <a:gd name="csX0" fmla="*/ 8451 w 4746749"/>
                <a:gd name="csY0" fmla="*/ 4212143 h 4219813"/>
                <a:gd name="csX1" fmla="*/ 1745155 w 4746749"/>
                <a:gd name="csY1" fmla="*/ 1812279 h 4219813"/>
                <a:gd name="csX2" fmla="*/ 2599845 w 4746749"/>
                <a:gd name="csY2" fmla="*/ 259798 h 4219813"/>
                <a:gd name="csX3" fmla="*/ 4389252 w 4746749"/>
                <a:gd name="csY3" fmla="*/ 152615 h 4219813"/>
                <a:gd name="csX4" fmla="*/ 4452786 w 4746749"/>
                <a:gd name="csY4" fmla="*/ 1795518 h 4219813"/>
                <a:gd name="csX5" fmla="*/ 2642769 w 4746749"/>
                <a:gd name="csY5" fmla="*/ 2626986 h 4219813"/>
                <a:gd name="csX6" fmla="*/ 8451 w 4746749"/>
                <a:gd name="csY6" fmla="*/ 4212143 h 4219813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594 w 4746892"/>
                <a:gd name="csY0" fmla="*/ 4213311 h 4220527"/>
                <a:gd name="csX1" fmla="*/ 1738740 w 4746892"/>
                <a:gd name="csY1" fmla="*/ 1836843 h 4220527"/>
                <a:gd name="csX2" fmla="*/ 2599988 w 4746892"/>
                <a:gd name="csY2" fmla="*/ 260966 h 4220527"/>
                <a:gd name="csX3" fmla="*/ 4389395 w 4746892"/>
                <a:gd name="csY3" fmla="*/ 153783 h 4220527"/>
                <a:gd name="csX4" fmla="*/ 4452929 w 4746892"/>
                <a:gd name="csY4" fmla="*/ 1796686 h 4220527"/>
                <a:gd name="csX5" fmla="*/ 2642912 w 4746892"/>
                <a:gd name="csY5" fmla="*/ 2628154 h 4220527"/>
                <a:gd name="csX6" fmla="*/ 8594 w 4746892"/>
                <a:gd name="csY6" fmla="*/ 4213311 h 4220527"/>
                <a:gd name="csX0" fmla="*/ 8594 w 4693867"/>
                <a:gd name="csY0" fmla="*/ 4136922 h 4144138"/>
                <a:gd name="csX1" fmla="*/ 1738740 w 4693867"/>
                <a:gd name="csY1" fmla="*/ 1760454 h 4144138"/>
                <a:gd name="csX2" fmla="*/ 2599988 w 4693867"/>
                <a:gd name="csY2" fmla="*/ 184577 h 4144138"/>
                <a:gd name="csX3" fmla="*/ 4389395 w 4693867"/>
                <a:gd name="csY3" fmla="*/ 77394 h 4144138"/>
                <a:gd name="csX4" fmla="*/ 4452929 w 4693867"/>
                <a:gd name="csY4" fmla="*/ 1720297 h 4144138"/>
                <a:gd name="csX5" fmla="*/ 2642912 w 4693867"/>
                <a:gd name="csY5" fmla="*/ 2551765 h 4144138"/>
                <a:gd name="csX6" fmla="*/ 8594 w 4693867"/>
                <a:gd name="csY6" fmla="*/ 4136922 h 4144138"/>
                <a:gd name="csX0" fmla="*/ 8594 w 4699247"/>
                <a:gd name="csY0" fmla="*/ 4098901 h 4106117"/>
                <a:gd name="csX1" fmla="*/ 1738740 w 4699247"/>
                <a:gd name="csY1" fmla="*/ 1722433 h 4106117"/>
                <a:gd name="csX2" fmla="*/ 2599988 w 4699247"/>
                <a:gd name="csY2" fmla="*/ 146556 h 4106117"/>
                <a:gd name="csX3" fmla="*/ 4409070 w 4699247"/>
                <a:gd name="csY3" fmla="*/ 115412 h 4106117"/>
                <a:gd name="csX4" fmla="*/ 4452929 w 4699247"/>
                <a:gd name="csY4" fmla="*/ 1682276 h 4106117"/>
                <a:gd name="csX5" fmla="*/ 2642912 w 4699247"/>
                <a:gd name="csY5" fmla="*/ 2513744 h 4106117"/>
                <a:gd name="csX6" fmla="*/ 8594 w 4699247"/>
                <a:gd name="csY6" fmla="*/ 4098901 h 4106117"/>
                <a:gd name="csX0" fmla="*/ 8594 w 4703971"/>
                <a:gd name="csY0" fmla="*/ 4107920 h 4115136"/>
                <a:gd name="csX1" fmla="*/ 1738740 w 4703971"/>
                <a:gd name="csY1" fmla="*/ 1731452 h 4115136"/>
                <a:gd name="csX2" fmla="*/ 2599988 w 4703971"/>
                <a:gd name="csY2" fmla="*/ 155575 h 4115136"/>
                <a:gd name="csX3" fmla="*/ 4409070 w 4703971"/>
                <a:gd name="csY3" fmla="*/ 124431 h 4115136"/>
                <a:gd name="csX4" fmla="*/ 4452929 w 4703971"/>
                <a:gd name="csY4" fmla="*/ 1691295 h 4115136"/>
                <a:gd name="csX5" fmla="*/ 2642912 w 4703971"/>
                <a:gd name="csY5" fmla="*/ 2522763 h 4115136"/>
                <a:gd name="csX6" fmla="*/ 8594 w 4703971"/>
                <a:gd name="csY6" fmla="*/ 4107920 h 4115136"/>
                <a:gd name="csX0" fmla="*/ 8594 w 4703971"/>
                <a:gd name="csY0" fmla="*/ 4195888 h 4203104"/>
                <a:gd name="csX1" fmla="*/ 1738740 w 4703971"/>
                <a:gd name="csY1" fmla="*/ 1819420 h 4203104"/>
                <a:gd name="csX2" fmla="*/ 2599988 w 4703971"/>
                <a:gd name="csY2" fmla="*/ 243543 h 4203104"/>
                <a:gd name="csX3" fmla="*/ 4409070 w 4703971"/>
                <a:gd name="csY3" fmla="*/ 212399 h 4203104"/>
                <a:gd name="csX4" fmla="*/ 4452929 w 4703971"/>
                <a:gd name="csY4" fmla="*/ 1779263 h 4203104"/>
                <a:gd name="csX5" fmla="*/ 2642912 w 4703971"/>
                <a:gd name="csY5" fmla="*/ 2610731 h 4203104"/>
                <a:gd name="csX6" fmla="*/ 8594 w 4703971"/>
                <a:gd name="csY6" fmla="*/ 4195888 h 4203104"/>
                <a:gd name="csX0" fmla="*/ 8594 w 4703971"/>
                <a:gd name="csY0" fmla="*/ 4213778 h 4220994"/>
                <a:gd name="csX1" fmla="*/ 1738740 w 4703971"/>
                <a:gd name="csY1" fmla="*/ 1837310 h 4220994"/>
                <a:gd name="csX2" fmla="*/ 2599988 w 4703971"/>
                <a:gd name="csY2" fmla="*/ 261433 h 4220994"/>
                <a:gd name="csX3" fmla="*/ 4409070 w 4703971"/>
                <a:gd name="csY3" fmla="*/ 230289 h 4220994"/>
                <a:gd name="csX4" fmla="*/ 4452929 w 4703971"/>
                <a:gd name="csY4" fmla="*/ 1797153 h 4220994"/>
                <a:gd name="csX5" fmla="*/ 2642912 w 4703971"/>
                <a:gd name="csY5" fmla="*/ 2628621 h 4220994"/>
                <a:gd name="csX6" fmla="*/ 8594 w 4703971"/>
                <a:gd name="csY6" fmla="*/ 4213778 h 4220994"/>
                <a:gd name="csX0" fmla="*/ 8594 w 4855548"/>
                <a:gd name="csY0" fmla="*/ 4390510 h 4397726"/>
                <a:gd name="csX1" fmla="*/ 1738740 w 4855548"/>
                <a:gd name="csY1" fmla="*/ 2014042 h 4397726"/>
                <a:gd name="csX2" fmla="*/ 2599988 w 4855548"/>
                <a:gd name="csY2" fmla="*/ 438165 h 4397726"/>
                <a:gd name="csX3" fmla="*/ 4756647 w 4855548"/>
                <a:gd name="csY3" fmla="*/ 26825 h 4397726"/>
                <a:gd name="csX4" fmla="*/ 4452929 w 4855548"/>
                <a:gd name="csY4" fmla="*/ 1973885 h 4397726"/>
                <a:gd name="csX5" fmla="*/ 2642912 w 4855548"/>
                <a:gd name="csY5" fmla="*/ 2805353 h 4397726"/>
                <a:gd name="csX6" fmla="*/ 8594 w 4855548"/>
                <a:gd name="csY6" fmla="*/ 4390510 h 4397726"/>
                <a:gd name="csX0" fmla="*/ 8594 w 5018748"/>
                <a:gd name="csY0" fmla="*/ 4545598 h 4552814"/>
                <a:gd name="csX1" fmla="*/ 1738740 w 5018748"/>
                <a:gd name="csY1" fmla="*/ 2169130 h 4552814"/>
                <a:gd name="csX2" fmla="*/ 2599988 w 5018748"/>
                <a:gd name="csY2" fmla="*/ 593253 h 4552814"/>
                <a:gd name="csX3" fmla="*/ 4973062 w 5018748"/>
                <a:gd name="csY3" fmla="*/ 18136 h 4552814"/>
                <a:gd name="csX4" fmla="*/ 4452929 w 5018748"/>
                <a:gd name="csY4" fmla="*/ 2128973 h 4552814"/>
                <a:gd name="csX5" fmla="*/ 2642912 w 5018748"/>
                <a:gd name="csY5" fmla="*/ 2960441 h 4552814"/>
                <a:gd name="csX6" fmla="*/ 8594 w 5018748"/>
                <a:gd name="csY6" fmla="*/ 4545598 h 4552814"/>
                <a:gd name="csX0" fmla="*/ 8594 w 5002691"/>
                <a:gd name="csY0" fmla="*/ 4537753 h 4544969"/>
                <a:gd name="csX1" fmla="*/ 1738740 w 5002691"/>
                <a:gd name="csY1" fmla="*/ 2161285 h 4544969"/>
                <a:gd name="csX2" fmla="*/ 2599988 w 5002691"/>
                <a:gd name="csY2" fmla="*/ 585408 h 4544969"/>
                <a:gd name="csX3" fmla="*/ 4973062 w 5002691"/>
                <a:gd name="csY3" fmla="*/ 10291 h 4544969"/>
                <a:gd name="csX4" fmla="*/ 4452929 w 5002691"/>
                <a:gd name="csY4" fmla="*/ 2121128 h 4544969"/>
                <a:gd name="csX5" fmla="*/ 2642912 w 5002691"/>
                <a:gd name="csY5" fmla="*/ 2952596 h 4544969"/>
                <a:gd name="csX6" fmla="*/ 8594 w 5002691"/>
                <a:gd name="csY6" fmla="*/ 4537753 h 4544969"/>
                <a:gd name="csX0" fmla="*/ 8594 w 4705059"/>
                <a:gd name="csY0" fmla="*/ 4122711 h 4129927"/>
                <a:gd name="csX1" fmla="*/ 1738740 w 4705059"/>
                <a:gd name="csY1" fmla="*/ 1746243 h 4129927"/>
                <a:gd name="csX2" fmla="*/ 2599988 w 4705059"/>
                <a:gd name="csY2" fmla="*/ 170366 h 4129927"/>
                <a:gd name="csX3" fmla="*/ 4446032 w 4705059"/>
                <a:gd name="csY3" fmla="*/ 89415 h 4129927"/>
                <a:gd name="csX4" fmla="*/ 4452929 w 4705059"/>
                <a:gd name="csY4" fmla="*/ 1706086 h 4129927"/>
                <a:gd name="csX5" fmla="*/ 2642912 w 4705059"/>
                <a:gd name="csY5" fmla="*/ 2537554 h 4129927"/>
                <a:gd name="csX6" fmla="*/ 8594 w 4705059"/>
                <a:gd name="csY6" fmla="*/ 4122711 h 4129927"/>
                <a:gd name="csX0" fmla="*/ 8594 w 4596663"/>
                <a:gd name="csY0" fmla="*/ 4215533 h 4224499"/>
                <a:gd name="csX1" fmla="*/ 1738740 w 4596663"/>
                <a:gd name="csY1" fmla="*/ 1839065 h 4224499"/>
                <a:gd name="csX2" fmla="*/ 2599988 w 4596663"/>
                <a:gd name="csY2" fmla="*/ 263188 h 4224499"/>
                <a:gd name="csX3" fmla="*/ 4446032 w 4596663"/>
                <a:gd name="csY3" fmla="*/ 182237 h 4224499"/>
                <a:gd name="csX4" fmla="*/ 4129398 w 4596663"/>
                <a:gd name="csY4" fmla="*/ 2079669 h 4224499"/>
                <a:gd name="csX5" fmla="*/ 2642912 w 4596663"/>
                <a:gd name="csY5" fmla="*/ 2630376 h 4224499"/>
                <a:gd name="csX6" fmla="*/ 8594 w 4596663"/>
                <a:gd name="csY6" fmla="*/ 4215533 h 4224499"/>
                <a:gd name="csX0" fmla="*/ 10635 w 4618520"/>
                <a:gd name="csY0" fmla="*/ 4140860 h 4149826"/>
                <a:gd name="csX1" fmla="*/ 1740781 w 4618520"/>
                <a:gd name="csY1" fmla="*/ 1764392 h 4149826"/>
                <a:gd name="csX2" fmla="*/ 2330962 w 4618520"/>
                <a:gd name="csY2" fmla="*/ 399085 h 4149826"/>
                <a:gd name="csX3" fmla="*/ 4448073 w 4618520"/>
                <a:gd name="csY3" fmla="*/ 107564 h 4149826"/>
                <a:gd name="csX4" fmla="*/ 4131439 w 4618520"/>
                <a:gd name="csY4" fmla="*/ 2004996 h 4149826"/>
                <a:gd name="csX5" fmla="*/ 2644953 w 4618520"/>
                <a:gd name="csY5" fmla="*/ 2555703 h 4149826"/>
                <a:gd name="csX6" fmla="*/ 10635 w 4618520"/>
                <a:gd name="csY6" fmla="*/ 4140860 h 4149826"/>
                <a:gd name="csX0" fmla="*/ 2473 w 4610358"/>
                <a:gd name="csY0" fmla="*/ 4148168 h 4152706"/>
                <a:gd name="csX1" fmla="*/ 2161081 w 4610358"/>
                <a:gd name="csY1" fmla="*/ 2013468 h 4152706"/>
                <a:gd name="csX2" fmla="*/ 2322800 w 4610358"/>
                <a:gd name="csY2" fmla="*/ 406393 h 4152706"/>
                <a:gd name="csX3" fmla="*/ 4439911 w 4610358"/>
                <a:gd name="csY3" fmla="*/ 114872 h 4152706"/>
                <a:gd name="csX4" fmla="*/ 4123277 w 4610358"/>
                <a:gd name="csY4" fmla="*/ 2012304 h 4152706"/>
                <a:gd name="csX5" fmla="*/ 2636791 w 4610358"/>
                <a:gd name="csY5" fmla="*/ 2563011 h 4152706"/>
                <a:gd name="csX6" fmla="*/ 2473 w 4610358"/>
                <a:gd name="csY6" fmla="*/ 4148168 h 4152706"/>
                <a:gd name="csX0" fmla="*/ 400 w 4608285"/>
                <a:gd name="csY0" fmla="*/ 4148168 h 4148397"/>
                <a:gd name="csX1" fmla="*/ 2159008 w 4608285"/>
                <a:gd name="csY1" fmla="*/ 2013468 h 4148397"/>
                <a:gd name="csX2" fmla="*/ 2320727 w 4608285"/>
                <a:gd name="csY2" fmla="*/ 406393 h 4148397"/>
                <a:gd name="csX3" fmla="*/ 4437838 w 4608285"/>
                <a:gd name="csY3" fmla="*/ 114872 h 4148397"/>
                <a:gd name="csX4" fmla="*/ 4121204 w 4608285"/>
                <a:gd name="csY4" fmla="*/ 2012304 h 4148397"/>
                <a:gd name="csX5" fmla="*/ 2346163 w 4608285"/>
                <a:gd name="csY5" fmla="*/ 2149669 h 4148397"/>
                <a:gd name="csX6" fmla="*/ 400 w 4608285"/>
                <a:gd name="csY6" fmla="*/ 4148168 h 4148397"/>
                <a:gd name="csX0" fmla="*/ 400 w 4547161"/>
                <a:gd name="csY0" fmla="*/ 4069645 h 4069874"/>
                <a:gd name="csX1" fmla="*/ 2159008 w 4547161"/>
                <a:gd name="csY1" fmla="*/ 1934945 h 4069874"/>
                <a:gd name="csX2" fmla="*/ 2320727 w 4547161"/>
                <a:gd name="csY2" fmla="*/ 327870 h 4069874"/>
                <a:gd name="csX3" fmla="*/ 4437838 w 4547161"/>
                <a:gd name="csY3" fmla="*/ 36349 h 4069874"/>
                <a:gd name="csX4" fmla="*/ 4121204 w 4547161"/>
                <a:gd name="csY4" fmla="*/ 1933781 h 4069874"/>
                <a:gd name="csX5" fmla="*/ 2346163 w 4547161"/>
                <a:gd name="csY5" fmla="*/ 2071146 h 4069874"/>
                <a:gd name="csX6" fmla="*/ 400 w 4547161"/>
                <a:gd name="csY6" fmla="*/ 4069645 h 4069874"/>
                <a:gd name="csX0" fmla="*/ 536 w 3991476"/>
                <a:gd name="csY0" fmla="*/ 3539321 h 3539632"/>
                <a:gd name="csX1" fmla="*/ 1603323 w 3991476"/>
                <a:gd name="csY1" fmla="*/ 1934945 h 3539632"/>
                <a:gd name="csX2" fmla="*/ 1765042 w 3991476"/>
                <a:gd name="csY2" fmla="*/ 327870 h 3539632"/>
                <a:gd name="csX3" fmla="*/ 3882153 w 3991476"/>
                <a:gd name="csY3" fmla="*/ 36349 h 3539632"/>
                <a:gd name="csX4" fmla="*/ 3565519 w 3991476"/>
                <a:gd name="csY4" fmla="*/ 1933781 h 3539632"/>
                <a:gd name="csX5" fmla="*/ 1790478 w 3991476"/>
                <a:gd name="csY5" fmla="*/ 2071146 h 3539632"/>
                <a:gd name="csX6" fmla="*/ 536 w 3991476"/>
                <a:gd name="csY6" fmla="*/ 3539321 h 3539632"/>
                <a:gd name="csX0" fmla="*/ 527 w 4017318"/>
                <a:gd name="csY0" fmla="*/ 3573908 h 3574212"/>
                <a:gd name="csX1" fmla="*/ 1629165 w 4017318"/>
                <a:gd name="csY1" fmla="*/ 1934945 h 3574212"/>
                <a:gd name="csX2" fmla="*/ 1790884 w 4017318"/>
                <a:gd name="csY2" fmla="*/ 327870 h 3574212"/>
                <a:gd name="csX3" fmla="*/ 3907995 w 4017318"/>
                <a:gd name="csY3" fmla="*/ 36349 h 3574212"/>
                <a:gd name="csX4" fmla="*/ 3591361 w 4017318"/>
                <a:gd name="csY4" fmla="*/ 1933781 h 3574212"/>
                <a:gd name="csX5" fmla="*/ 1816320 w 4017318"/>
                <a:gd name="csY5" fmla="*/ 2071146 h 3574212"/>
                <a:gd name="csX6" fmla="*/ 527 w 4017318"/>
                <a:gd name="csY6" fmla="*/ 3573908 h 3574212"/>
                <a:gd name="csX0" fmla="*/ 3641 w 4020432"/>
                <a:gd name="csY0" fmla="*/ 3573908 h 3577567"/>
                <a:gd name="csX1" fmla="*/ 1632279 w 4020432"/>
                <a:gd name="csY1" fmla="*/ 1934945 h 3577567"/>
                <a:gd name="csX2" fmla="*/ 1793998 w 4020432"/>
                <a:gd name="csY2" fmla="*/ 327870 h 3577567"/>
                <a:gd name="csX3" fmla="*/ 3911109 w 4020432"/>
                <a:gd name="csY3" fmla="*/ 36349 h 3577567"/>
                <a:gd name="csX4" fmla="*/ 3594475 w 4020432"/>
                <a:gd name="csY4" fmla="*/ 1933781 h 3577567"/>
                <a:gd name="csX5" fmla="*/ 1819434 w 4020432"/>
                <a:gd name="csY5" fmla="*/ 2071146 h 3577567"/>
                <a:gd name="csX6" fmla="*/ 3641 w 4020432"/>
                <a:gd name="csY6" fmla="*/ 3573908 h 3577567"/>
                <a:gd name="csX0" fmla="*/ 11923 w 4028714"/>
                <a:gd name="csY0" fmla="*/ 3573908 h 3583559"/>
                <a:gd name="csX1" fmla="*/ 1640561 w 4028714"/>
                <a:gd name="csY1" fmla="*/ 1934945 h 3583559"/>
                <a:gd name="csX2" fmla="*/ 1802280 w 4028714"/>
                <a:gd name="csY2" fmla="*/ 327870 h 3583559"/>
                <a:gd name="csX3" fmla="*/ 3919391 w 4028714"/>
                <a:gd name="csY3" fmla="*/ 36349 h 3583559"/>
                <a:gd name="csX4" fmla="*/ 3602757 w 4028714"/>
                <a:gd name="csY4" fmla="*/ 1933781 h 3583559"/>
                <a:gd name="csX5" fmla="*/ 1827716 w 4028714"/>
                <a:gd name="csY5" fmla="*/ 2071146 h 3583559"/>
                <a:gd name="csX6" fmla="*/ 11923 w 4028714"/>
                <a:gd name="csY6" fmla="*/ 3573908 h 3583559"/>
                <a:gd name="csX0" fmla="*/ 1130 w 4017921"/>
                <a:gd name="csY0" fmla="*/ 3573908 h 3577714"/>
                <a:gd name="csX1" fmla="*/ 1629768 w 4017921"/>
                <a:gd name="csY1" fmla="*/ 1934945 h 3577714"/>
                <a:gd name="csX2" fmla="*/ 1791487 w 4017921"/>
                <a:gd name="csY2" fmla="*/ 327870 h 3577714"/>
                <a:gd name="csX3" fmla="*/ 3908598 w 4017921"/>
                <a:gd name="csY3" fmla="*/ 36349 h 3577714"/>
                <a:gd name="csX4" fmla="*/ 3591964 w 4017921"/>
                <a:gd name="csY4" fmla="*/ 1933781 h 3577714"/>
                <a:gd name="csX5" fmla="*/ 1906115 w 4017921"/>
                <a:gd name="csY5" fmla="*/ 2373434 h 3577714"/>
                <a:gd name="csX6" fmla="*/ 1130 w 4017921"/>
                <a:gd name="csY6" fmla="*/ 3573908 h 3577714"/>
                <a:gd name="csX0" fmla="*/ 434 w 4017225"/>
                <a:gd name="csY0" fmla="*/ 3573908 h 3574428"/>
                <a:gd name="csX1" fmla="*/ 1629072 w 4017225"/>
                <a:gd name="csY1" fmla="*/ 1934945 h 3574428"/>
                <a:gd name="csX2" fmla="*/ 1790791 w 4017225"/>
                <a:gd name="csY2" fmla="*/ 327870 h 3574428"/>
                <a:gd name="csX3" fmla="*/ 3907902 w 4017225"/>
                <a:gd name="csY3" fmla="*/ 36349 h 3574428"/>
                <a:gd name="csX4" fmla="*/ 3591268 w 4017225"/>
                <a:gd name="csY4" fmla="*/ 1933781 h 3574428"/>
                <a:gd name="csX5" fmla="*/ 1798394 w 4017225"/>
                <a:gd name="csY5" fmla="*/ 2110926 h 3574428"/>
                <a:gd name="csX6" fmla="*/ 434 w 4017225"/>
                <a:gd name="csY6" fmla="*/ 3573908 h 3574428"/>
                <a:gd name="csX0" fmla="*/ 434 w 4017225"/>
                <a:gd name="csY0" fmla="*/ 3573908 h 3574310"/>
                <a:gd name="csX1" fmla="*/ 1629072 w 4017225"/>
                <a:gd name="csY1" fmla="*/ 1934945 h 3574310"/>
                <a:gd name="csX2" fmla="*/ 1790791 w 4017225"/>
                <a:gd name="csY2" fmla="*/ 327870 h 3574310"/>
                <a:gd name="csX3" fmla="*/ 3907902 w 4017225"/>
                <a:gd name="csY3" fmla="*/ 36349 h 3574310"/>
                <a:gd name="csX4" fmla="*/ 3591268 w 4017225"/>
                <a:gd name="csY4" fmla="*/ 1933781 h 3574310"/>
                <a:gd name="csX5" fmla="*/ 1798394 w 4017225"/>
                <a:gd name="csY5" fmla="*/ 2110926 h 3574310"/>
                <a:gd name="csX6" fmla="*/ 434 w 4017225"/>
                <a:gd name="csY6" fmla="*/ 3573908 h 3574310"/>
                <a:gd name="csX0" fmla="*/ 434 w 4017225"/>
                <a:gd name="csY0" fmla="*/ 3573908 h 3576627"/>
                <a:gd name="csX1" fmla="*/ 1629072 w 4017225"/>
                <a:gd name="csY1" fmla="*/ 1934945 h 3576627"/>
                <a:gd name="csX2" fmla="*/ 1790791 w 4017225"/>
                <a:gd name="csY2" fmla="*/ 327870 h 3576627"/>
                <a:gd name="csX3" fmla="*/ 3907902 w 4017225"/>
                <a:gd name="csY3" fmla="*/ 36349 h 3576627"/>
                <a:gd name="csX4" fmla="*/ 3591268 w 4017225"/>
                <a:gd name="csY4" fmla="*/ 1933781 h 3576627"/>
                <a:gd name="csX5" fmla="*/ 1798395 w 4017225"/>
                <a:gd name="csY5" fmla="*/ 2365482 h 3576627"/>
                <a:gd name="csX6" fmla="*/ 434 w 4017225"/>
                <a:gd name="csY6" fmla="*/ 3573908 h 3576627"/>
                <a:gd name="csX0" fmla="*/ 434 w 4017225"/>
                <a:gd name="csY0" fmla="*/ 3573908 h 3576355"/>
                <a:gd name="csX1" fmla="*/ 1629072 w 4017225"/>
                <a:gd name="csY1" fmla="*/ 1934945 h 3576355"/>
                <a:gd name="csX2" fmla="*/ 1790791 w 4017225"/>
                <a:gd name="csY2" fmla="*/ 327870 h 3576355"/>
                <a:gd name="csX3" fmla="*/ 3907902 w 4017225"/>
                <a:gd name="csY3" fmla="*/ 36349 h 3576355"/>
                <a:gd name="csX4" fmla="*/ 3591268 w 4017225"/>
                <a:gd name="csY4" fmla="*/ 1933781 h 3576355"/>
                <a:gd name="csX5" fmla="*/ 1798395 w 4017225"/>
                <a:gd name="csY5" fmla="*/ 2365482 h 3576355"/>
                <a:gd name="csX6" fmla="*/ 434 w 4017225"/>
                <a:gd name="csY6" fmla="*/ 3573908 h 3576355"/>
                <a:gd name="csX0" fmla="*/ 434 w 4017225"/>
                <a:gd name="csY0" fmla="*/ 3573908 h 3583502"/>
                <a:gd name="csX1" fmla="*/ 1629072 w 4017225"/>
                <a:gd name="csY1" fmla="*/ 1934945 h 3583502"/>
                <a:gd name="csX2" fmla="*/ 1790791 w 4017225"/>
                <a:gd name="csY2" fmla="*/ 327870 h 3583502"/>
                <a:gd name="csX3" fmla="*/ 3907902 w 4017225"/>
                <a:gd name="csY3" fmla="*/ 36349 h 3583502"/>
                <a:gd name="csX4" fmla="*/ 3591268 w 4017225"/>
                <a:gd name="csY4" fmla="*/ 1933781 h 3583502"/>
                <a:gd name="csX5" fmla="*/ 1798396 w 4017225"/>
                <a:gd name="csY5" fmla="*/ 2715497 h 3583502"/>
                <a:gd name="csX6" fmla="*/ 434 w 4017225"/>
                <a:gd name="csY6" fmla="*/ 3573908 h 3583502"/>
                <a:gd name="csX0" fmla="*/ 20204 w 4036995"/>
                <a:gd name="csY0" fmla="*/ 3574326 h 3583563"/>
                <a:gd name="csX1" fmla="*/ 908564 w 4036995"/>
                <a:gd name="csY1" fmla="*/ 1951275 h 3583563"/>
                <a:gd name="csX2" fmla="*/ 1810561 w 4036995"/>
                <a:gd name="csY2" fmla="*/ 328288 h 3583563"/>
                <a:gd name="csX3" fmla="*/ 3927672 w 4036995"/>
                <a:gd name="csY3" fmla="*/ 36767 h 3583563"/>
                <a:gd name="csX4" fmla="*/ 3611038 w 4036995"/>
                <a:gd name="csY4" fmla="*/ 1934199 h 3583563"/>
                <a:gd name="csX5" fmla="*/ 1818166 w 4036995"/>
                <a:gd name="csY5" fmla="*/ 2715915 h 3583563"/>
                <a:gd name="csX6" fmla="*/ 20204 w 4036995"/>
                <a:gd name="csY6" fmla="*/ 3574326 h 3583563"/>
                <a:gd name="csX0" fmla="*/ 12549 w 4029340"/>
                <a:gd name="csY0" fmla="*/ 3574326 h 3583563"/>
                <a:gd name="csX1" fmla="*/ 900909 w 4029340"/>
                <a:gd name="csY1" fmla="*/ 1951275 h 3583563"/>
                <a:gd name="csX2" fmla="*/ 1802906 w 4029340"/>
                <a:gd name="csY2" fmla="*/ 328288 h 3583563"/>
                <a:gd name="csX3" fmla="*/ 3920017 w 4029340"/>
                <a:gd name="csY3" fmla="*/ 36767 h 3583563"/>
                <a:gd name="csX4" fmla="*/ 3603383 w 4029340"/>
                <a:gd name="csY4" fmla="*/ 1934199 h 3583563"/>
                <a:gd name="csX5" fmla="*/ 1810511 w 4029340"/>
                <a:gd name="csY5" fmla="*/ 2715915 h 3583563"/>
                <a:gd name="csX6" fmla="*/ 12549 w 4029340"/>
                <a:gd name="csY6" fmla="*/ 3574326 h 3583563"/>
                <a:gd name="csX0" fmla="*/ 2018 w 4018809"/>
                <a:gd name="csY0" fmla="*/ 3573908 h 3583502"/>
                <a:gd name="csX1" fmla="*/ 1389840 w 4018809"/>
                <a:gd name="csY1" fmla="*/ 1934947 h 3583502"/>
                <a:gd name="csX2" fmla="*/ 1792375 w 4018809"/>
                <a:gd name="csY2" fmla="*/ 327870 h 3583502"/>
                <a:gd name="csX3" fmla="*/ 3909486 w 4018809"/>
                <a:gd name="csY3" fmla="*/ 36349 h 3583502"/>
                <a:gd name="csX4" fmla="*/ 3592852 w 4018809"/>
                <a:gd name="csY4" fmla="*/ 1933781 h 3583502"/>
                <a:gd name="csX5" fmla="*/ 1799980 w 4018809"/>
                <a:gd name="csY5" fmla="*/ 2715497 h 3583502"/>
                <a:gd name="csX6" fmla="*/ 2018 w 4018809"/>
                <a:gd name="csY6" fmla="*/ 3573908 h 3583502"/>
                <a:gd name="csX0" fmla="*/ 2018 w 4018809"/>
                <a:gd name="csY0" fmla="*/ 3573908 h 3575401"/>
                <a:gd name="csX1" fmla="*/ 1389840 w 4018809"/>
                <a:gd name="csY1" fmla="*/ 1934947 h 3575401"/>
                <a:gd name="csX2" fmla="*/ 1792375 w 4018809"/>
                <a:gd name="csY2" fmla="*/ 327870 h 3575401"/>
                <a:gd name="csX3" fmla="*/ 3909486 w 4018809"/>
                <a:gd name="csY3" fmla="*/ 36349 h 3575401"/>
                <a:gd name="csX4" fmla="*/ 3592852 w 4018809"/>
                <a:gd name="csY4" fmla="*/ 1933781 h 3575401"/>
                <a:gd name="csX5" fmla="*/ 1799983 w 4018809"/>
                <a:gd name="csY5" fmla="*/ 2277981 h 3575401"/>
                <a:gd name="csX6" fmla="*/ 2018 w 4018809"/>
                <a:gd name="csY6" fmla="*/ 3573908 h 3575401"/>
                <a:gd name="csX0" fmla="*/ 2279 w 4019070"/>
                <a:gd name="csY0" fmla="*/ 3573908 h 3576883"/>
                <a:gd name="csX1" fmla="*/ 1390101 w 4019070"/>
                <a:gd name="csY1" fmla="*/ 1934947 h 3576883"/>
                <a:gd name="csX2" fmla="*/ 1792636 w 4019070"/>
                <a:gd name="csY2" fmla="*/ 327870 h 3576883"/>
                <a:gd name="csX3" fmla="*/ 3909747 w 4019070"/>
                <a:gd name="csY3" fmla="*/ 36349 h 3576883"/>
                <a:gd name="csX4" fmla="*/ 3593113 w 4019070"/>
                <a:gd name="csY4" fmla="*/ 1933781 h 3576883"/>
                <a:gd name="csX5" fmla="*/ 1827004 w 4019070"/>
                <a:gd name="csY5" fmla="*/ 2405261 h 3576883"/>
                <a:gd name="csX6" fmla="*/ 2279 w 4019070"/>
                <a:gd name="csY6" fmla="*/ 3573908 h 3576883"/>
                <a:gd name="csX0" fmla="*/ 3304 w 4020095"/>
                <a:gd name="csY0" fmla="*/ 3573700 h 3576772"/>
                <a:gd name="csX1" fmla="*/ 1310858 w 4020095"/>
                <a:gd name="csY1" fmla="*/ 1926786 h 3576772"/>
                <a:gd name="csX2" fmla="*/ 1793661 w 4020095"/>
                <a:gd name="csY2" fmla="*/ 327662 h 3576772"/>
                <a:gd name="csX3" fmla="*/ 3910772 w 4020095"/>
                <a:gd name="csY3" fmla="*/ 36141 h 3576772"/>
                <a:gd name="csX4" fmla="*/ 3594138 w 4020095"/>
                <a:gd name="csY4" fmla="*/ 1933573 h 3576772"/>
                <a:gd name="csX5" fmla="*/ 1828029 w 4020095"/>
                <a:gd name="csY5" fmla="*/ 2405053 h 3576772"/>
                <a:gd name="csX6" fmla="*/ 3304 w 4020095"/>
                <a:gd name="csY6" fmla="*/ 3573700 h 3576772"/>
                <a:gd name="csX0" fmla="*/ 3254 w 4020045"/>
                <a:gd name="csY0" fmla="*/ 3573700 h 3576772"/>
                <a:gd name="csX1" fmla="*/ 1310808 w 4020045"/>
                <a:gd name="csY1" fmla="*/ 1926786 h 3576772"/>
                <a:gd name="csX2" fmla="*/ 1793611 w 4020045"/>
                <a:gd name="csY2" fmla="*/ 327662 h 3576772"/>
                <a:gd name="csX3" fmla="*/ 3910722 w 4020045"/>
                <a:gd name="csY3" fmla="*/ 36141 h 3576772"/>
                <a:gd name="csX4" fmla="*/ 3594088 w 4020045"/>
                <a:gd name="csY4" fmla="*/ 1933573 h 3576772"/>
                <a:gd name="csX5" fmla="*/ 1827979 w 4020045"/>
                <a:gd name="csY5" fmla="*/ 2405053 h 3576772"/>
                <a:gd name="csX6" fmla="*/ 3254 w 4020045"/>
                <a:gd name="csY6" fmla="*/ 3573700 h 35767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020045" h="3576772">
                  <a:moveTo>
                    <a:pt x="3254" y="3573700"/>
                  </a:moveTo>
                  <a:cubicBezTo>
                    <a:pt x="-82941" y="3493989"/>
                    <a:pt x="1574310" y="2340515"/>
                    <a:pt x="1310808" y="1926786"/>
                  </a:cubicBezTo>
                  <a:cubicBezTo>
                    <a:pt x="1047306" y="1513057"/>
                    <a:pt x="1360292" y="642769"/>
                    <a:pt x="1793611" y="327662"/>
                  </a:cubicBezTo>
                  <a:cubicBezTo>
                    <a:pt x="2226930" y="12555"/>
                    <a:pt x="3750548" y="-52136"/>
                    <a:pt x="3910722" y="36141"/>
                  </a:cubicBezTo>
                  <a:cubicBezTo>
                    <a:pt x="4070896" y="124418"/>
                    <a:pt x="4120351" y="1358027"/>
                    <a:pt x="3594088" y="1933573"/>
                  </a:cubicBezTo>
                  <a:cubicBezTo>
                    <a:pt x="3171099" y="2391895"/>
                    <a:pt x="2301583" y="2656718"/>
                    <a:pt x="1827979" y="2405053"/>
                  </a:cubicBezTo>
                  <a:cubicBezTo>
                    <a:pt x="1354375" y="2153388"/>
                    <a:pt x="89449" y="3653411"/>
                    <a:pt x="3254" y="3573700"/>
                  </a:cubicBezTo>
                  <a:close/>
                </a:path>
              </a:pathLst>
            </a:custGeom>
            <a:noFill/>
            <a:ln>
              <a:solidFill>
                <a:srgbClr val="0C26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4" name="Freeform 1013">
              <a:extLst>
                <a:ext uri="{FF2B5EF4-FFF2-40B4-BE49-F238E27FC236}">
                  <a16:creationId xmlns:a16="http://schemas.microsoft.com/office/drawing/2014/main" id="{9228C8E6-C80A-6BB7-C6FD-8AEFD386FB28}"/>
                </a:ext>
              </a:extLst>
            </p:cNvPr>
            <p:cNvSpPr/>
            <p:nvPr userDrawn="1"/>
          </p:nvSpPr>
          <p:spPr>
            <a:xfrm rot="16200000">
              <a:off x="5691666" y="731896"/>
              <a:ext cx="2615869" cy="2682270"/>
            </a:xfrm>
            <a:custGeom>
              <a:avLst/>
              <a:gdLst>
                <a:gd name="csX0" fmla="*/ 1893 w 3484511"/>
                <a:gd name="csY0" fmla="*/ 3509215 h 3511799"/>
                <a:gd name="csX1" fmla="*/ 1514170 w 3484511"/>
                <a:gd name="csY1" fmla="*/ 1703861 h 3511799"/>
                <a:gd name="csX2" fmla="*/ 2029985 w 3484511"/>
                <a:gd name="csY2" fmla="*/ 226753 h 3511799"/>
                <a:gd name="csX3" fmla="*/ 3378139 w 3484511"/>
                <a:gd name="csY3" fmla="*/ 144692 h 3511799"/>
                <a:gd name="csX4" fmla="*/ 3225739 w 3484511"/>
                <a:gd name="csY4" fmla="*/ 1586630 h 3511799"/>
                <a:gd name="csX5" fmla="*/ 1854139 w 3484511"/>
                <a:gd name="csY5" fmla="*/ 2090723 h 3511799"/>
                <a:gd name="csX6" fmla="*/ 1893 w 3484511"/>
                <a:gd name="csY6" fmla="*/ 3509215 h 3511799"/>
                <a:gd name="csX0" fmla="*/ 1352 w 4094215"/>
                <a:gd name="csY0" fmla="*/ 4103738 h 4105568"/>
                <a:gd name="csX1" fmla="*/ 2123874 w 4094215"/>
                <a:gd name="csY1" fmla="*/ 1703861 h 4105568"/>
                <a:gd name="csX2" fmla="*/ 2639689 w 4094215"/>
                <a:gd name="csY2" fmla="*/ 226753 h 4105568"/>
                <a:gd name="csX3" fmla="*/ 3987843 w 4094215"/>
                <a:gd name="csY3" fmla="*/ 144692 h 4105568"/>
                <a:gd name="csX4" fmla="*/ 3835443 w 4094215"/>
                <a:gd name="csY4" fmla="*/ 1586630 h 4105568"/>
                <a:gd name="csX5" fmla="*/ 2463843 w 4094215"/>
                <a:gd name="csY5" fmla="*/ 2090723 h 4105568"/>
                <a:gd name="csX6" fmla="*/ 1352 w 4094215"/>
                <a:gd name="csY6" fmla="*/ 4103738 h 4105568"/>
                <a:gd name="csX0" fmla="*/ 1978 w 4094841"/>
                <a:gd name="csY0" fmla="*/ 4101966 h 4104114"/>
                <a:gd name="csX1" fmla="*/ 2058783 w 4094841"/>
                <a:gd name="csY1" fmla="*/ 1668597 h 4104114"/>
                <a:gd name="csX2" fmla="*/ 2640315 w 4094841"/>
                <a:gd name="csY2" fmla="*/ 224981 h 4104114"/>
                <a:gd name="csX3" fmla="*/ 3988469 w 4094841"/>
                <a:gd name="csY3" fmla="*/ 142920 h 4104114"/>
                <a:gd name="csX4" fmla="*/ 3836069 w 4094841"/>
                <a:gd name="csY4" fmla="*/ 1584858 h 4104114"/>
                <a:gd name="csX5" fmla="*/ 2464469 w 4094841"/>
                <a:gd name="csY5" fmla="*/ 2088951 h 4104114"/>
                <a:gd name="csX6" fmla="*/ 1978 w 4094841"/>
                <a:gd name="csY6" fmla="*/ 4101966 h 4104114"/>
                <a:gd name="csX0" fmla="*/ 1943 w 4132359"/>
                <a:gd name="csY0" fmla="*/ 3750277 h 3752868"/>
                <a:gd name="csX1" fmla="*/ 2096301 w 4132359"/>
                <a:gd name="csY1" fmla="*/ 1668597 h 3752868"/>
                <a:gd name="csX2" fmla="*/ 2677833 w 4132359"/>
                <a:gd name="csY2" fmla="*/ 224981 h 3752868"/>
                <a:gd name="csX3" fmla="*/ 4025987 w 4132359"/>
                <a:gd name="csY3" fmla="*/ 142920 h 3752868"/>
                <a:gd name="csX4" fmla="*/ 3873587 w 4132359"/>
                <a:gd name="csY4" fmla="*/ 1584858 h 3752868"/>
                <a:gd name="csX5" fmla="*/ 2501987 w 4132359"/>
                <a:gd name="csY5" fmla="*/ 2088951 h 3752868"/>
                <a:gd name="csX6" fmla="*/ 1943 w 4132359"/>
                <a:gd name="csY6" fmla="*/ 3750277 h 3752868"/>
                <a:gd name="csX0" fmla="*/ 7123 w 4137539"/>
                <a:gd name="csY0" fmla="*/ 3776554 h 3776601"/>
                <a:gd name="csX1" fmla="*/ 1782278 w 4137539"/>
                <a:gd name="csY1" fmla="*/ 2163796 h 3776601"/>
                <a:gd name="csX2" fmla="*/ 2683013 w 4137539"/>
                <a:gd name="csY2" fmla="*/ 251258 h 3776601"/>
                <a:gd name="csX3" fmla="*/ 4031167 w 4137539"/>
                <a:gd name="csY3" fmla="*/ 169197 h 3776601"/>
                <a:gd name="csX4" fmla="*/ 3878767 w 4137539"/>
                <a:gd name="csY4" fmla="*/ 1611135 h 3776601"/>
                <a:gd name="csX5" fmla="*/ 2507167 w 4137539"/>
                <a:gd name="csY5" fmla="*/ 2115228 h 3776601"/>
                <a:gd name="csX6" fmla="*/ 7123 w 4137539"/>
                <a:gd name="csY6" fmla="*/ 3776554 h 3776601"/>
                <a:gd name="csX0" fmla="*/ 25 w 4130441"/>
                <a:gd name="csY0" fmla="*/ 3776554 h 3776586"/>
                <a:gd name="csX1" fmla="*/ 1775180 w 4130441"/>
                <a:gd name="csY1" fmla="*/ 2163796 h 3776586"/>
                <a:gd name="csX2" fmla="*/ 2675915 w 4130441"/>
                <a:gd name="csY2" fmla="*/ 251258 h 3776586"/>
                <a:gd name="csX3" fmla="*/ 4024069 w 4130441"/>
                <a:gd name="csY3" fmla="*/ 169197 h 3776586"/>
                <a:gd name="csX4" fmla="*/ 3871669 w 4130441"/>
                <a:gd name="csY4" fmla="*/ 1611135 h 3776586"/>
                <a:gd name="csX5" fmla="*/ 1814719 w 4130441"/>
                <a:gd name="csY5" fmla="*/ 2207339 h 3776586"/>
                <a:gd name="csX6" fmla="*/ 25 w 4130441"/>
                <a:gd name="csY6" fmla="*/ 3776554 h 3776586"/>
                <a:gd name="csX0" fmla="*/ 25 w 4130441"/>
                <a:gd name="csY0" fmla="*/ 3776554 h 3776589"/>
                <a:gd name="csX1" fmla="*/ 1775180 w 4130441"/>
                <a:gd name="csY1" fmla="*/ 2163796 h 3776589"/>
                <a:gd name="csX2" fmla="*/ 2675915 w 4130441"/>
                <a:gd name="csY2" fmla="*/ 251258 h 3776589"/>
                <a:gd name="csX3" fmla="*/ 4024069 w 4130441"/>
                <a:gd name="csY3" fmla="*/ 169197 h 3776589"/>
                <a:gd name="csX4" fmla="*/ 3871669 w 4130441"/>
                <a:gd name="csY4" fmla="*/ 1611135 h 3776589"/>
                <a:gd name="csX5" fmla="*/ 1814719 w 4130441"/>
                <a:gd name="csY5" fmla="*/ 2207339 h 3776589"/>
                <a:gd name="csX6" fmla="*/ 25 w 4130441"/>
                <a:gd name="csY6" fmla="*/ 3776554 h 3776589"/>
                <a:gd name="csX0" fmla="*/ 25 w 3957457"/>
                <a:gd name="csY0" fmla="*/ 3611866 h 3611901"/>
                <a:gd name="csX1" fmla="*/ 1775180 w 3957457"/>
                <a:gd name="csY1" fmla="*/ 1999108 h 3611901"/>
                <a:gd name="csX2" fmla="*/ 2675915 w 3957457"/>
                <a:gd name="csY2" fmla="*/ 86570 h 3611901"/>
                <a:gd name="csX3" fmla="*/ 3554650 w 3957457"/>
                <a:gd name="csY3" fmla="*/ 439934 h 3611901"/>
                <a:gd name="csX4" fmla="*/ 3871669 w 3957457"/>
                <a:gd name="csY4" fmla="*/ 1446447 h 3611901"/>
                <a:gd name="csX5" fmla="*/ 1814719 w 3957457"/>
                <a:gd name="csY5" fmla="*/ 2042651 h 3611901"/>
                <a:gd name="csX6" fmla="*/ 25 w 3957457"/>
                <a:gd name="csY6" fmla="*/ 3611866 h 3611901"/>
                <a:gd name="csX0" fmla="*/ 25 w 3957253"/>
                <a:gd name="csY0" fmla="*/ 3368639 h 3368674"/>
                <a:gd name="csX1" fmla="*/ 1775180 w 3957253"/>
                <a:gd name="csY1" fmla="*/ 1755881 h 3368674"/>
                <a:gd name="csX2" fmla="*/ 2685304 w 3957253"/>
                <a:gd name="csY2" fmla="*/ 144791 h 3368674"/>
                <a:gd name="csX3" fmla="*/ 3554650 w 3957253"/>
                <a:gd name="csY3" fmla="*/ 196707 h 3368674"/>
                <a:gd name="csX4" fmla="*/ 3871669 w 3957253"/>
                <a:gd name="csY4" fmla="*/ 1203220 h 3368674"/>
                <a:gd name="csX5" fmla="*/ 1814719 w 3957253"/>
                <a:gd name="csY5" fmla="*/ 1799424 h 3368674"/>
                <a:gd name="csX6" fmla="*/ 25 w 3957253"/>
                <a:gd name="csY6" fmla="*/ 3368639 h 3368674"/>
                <a:gd name="csX0" fmla="*/ 25 w 3705517"/>
                <a:gd name="csY0" fmla="*/ 3358570 h 3358603"/>
                <a:gd name="csX1" fmla="*/ 1775180 w 3705517"/>
                <a:gd name="csY1" fmla="*/ 1745812 h 3358603"/>
                <a:gd name="csX2" fmla="*/ 2685304 w 3705517"/>
                <a:gd name="csY2" fmla="*/ 134722 h 3358603"/>
                <a:gd name="csX3" fmla="*/ 3554650 w 3705517"/>
                <a:gd name="csY3" fmla="*/ 186638 h 3358603"/>
                <a:gd name="csX4" fmla="*/ 3552464 w 3705517"/>
                <a:gd name="csY4" fmla="*/ 975438 h 3358603"/>
                <a:gd name="csX5" fmla="*/ 1814719 w 3705517"/>
                <a:gd name="csY5" fmla="*/ 1789355 h 3358603"/>
                <a:gd name="csX6" fmla="*/ 25 w 3705517"/>
                <a:gd name="csY6" fmla="*/ 3358570 h 3358603"/>
                <a:gd name="csX0" fmla="*/ 2290 w 3707782"/>
                <a:gd name="csY0" fmla="*/ 3305196 h 3314287"/>
                <a:gd name="csX1" fmla="*/ 2199921 w 3707782"/>
                <a:gd name="csY1" fmla="*/ 955568 h 3314287"/>
                <a:gd name="csX2" fmla="*/ 2687569 w 3707782"/>
                <a:gd name="csY2" fmla="*/ 81348 h 3314287"/>
                <a:gd name="csX3" fmla="*/ 3556915 w 3707782"/>
                <a:gd name="csY3" fmla="*/ 133264 h 3314287"/>
                <a:gd name="csX4" fmla="*/ 3554729 w 3707782"/>
                <a:gd name="csY4" fmla="*/ 922064 h 3314287"/>
                <a:gd name="csX5" fmla="*/ 1816984 w 3707782"/>
                <a:gd name="csY5" fmla="*/ 1735981 h 3314287"/>
                <a:gd name="csX6" fmla="*/ 2290 w 3707782"/>
                <a:gd name="csY6" fmla="*/ 3305196 h 3314287"/>
                <a:gd name="csX0" fmla="*/ 377 w 3705869"/>
                <a:gd name="csY0" fmla="*/ 3305196 h 3313168"/>
                <a:gd name="csX1" fmla="*/ 2198008 w 3705869"/>
                <a:gd name="csY1" fmla="*/ 955568 h 3313168"/>
                <a:gd name="csX2" fmla="*/ 2685656 w 3705869"/>
                <a:gd name="csY2" fmla="*/ 81348 h 3313168"/>
                <a:gd name="csX3" fmla="*/ 3555002 w 3705869"/>
                <a:gd name="csY3" fmla="*/ 133264 h 3313168"/>
                <a:gd name="csX4" fmla="*/ 3552816 w 3705869"/>
                <a:gd name="csY4" fmla="*/ 922064 h 3313168"/>
                <a:gd name="csX5" fmla="*/ 2378375 w 3705869"/>
                <a:gd name="csY5" fmla="*/ 1694113 h 3313168"/>
                <a:gd name="csX6" fmla="*/ 377 w 3705869"/>
                <a:gd name="csY6" fmla="*/ 3305196 h 3313168"/>
                <a:gd name="csX0" fmla="*/ 377 w 3705869"/>
                <a:gd name="csY0" fmla="*/ 3305196 h 3311216"/>
                <a:gd name="csX1" fmla="*/ 2198008 w 3705869"/>
                <a:gd name="csY1" fmla="*/ 955568 h 3311216"/>
                <a:gd name="csX2" fmla="*/ 2685656 w 3705869"/>
                <a:gd name="csY2" fmla="*/ 81348 h 3311216"/>
                <a:gd name="csX3" fmla="*/ 3555002 w 3705869"/>
                <a:gd name="csY3" fmla="*/ 133264 h 3311216"/>
                <a:gd name="csX4" fmla="*/ 3552816 w 3705869"/>
                <a:gd name="csY4" fmla="*/ 922064 h 3311216"/>
                <a:gd name="csX5" fmla="*/ 2378375 w 3705869"/>
                <a:gd name="csY5" fmla="*/ 1694113 h 3311216"/>
                <a:gd name="csX6" fmla="*/ 377 w 3705869"/>
                <a:gd name="csY6" fmla="*/ 3305196 h 3311216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31250"/>
                <a:gd name="csY0" fmla="*/ 3306034 h 3313991"/>
                <a:gd name="csX1" fmla="*/ 2198008 w 4431250"/>
                <a:gd name="csY1" fmla="*/ 956406 h 3313991"/>
                <a:gd name="csX2" fmla="*/ 2685656 w 4431250"/>
                <a:gd name="csY2" fmla="*/ 82186 h 3313991"/>
                <a:gd name="csX3" fmla="*/ 3555002 w 4431250"/>
                <a:gd name="csY3" fmla="*/ 134102 h 3313991"/>
                <a:gd name="csX4" fmla="*/ 4425936 w 4431250"/>
                <a:gd name="csY4" fmla="*/ 939649 h 3313991"/>
                <a:gd name="csX5" fmla="*/ 2378375 w 4431250"/>
                <a:gd name="csY5" fmla="*/ 1694951 h 3313991"/>
                <a:gd name="csX6" fmla="*/ 377 w 4431250"/>
                <a:gd name="csY6" fmla="*/ 3306034 h 3313991"/>
                <a:gd name="csX0" fmla="*/ 377 w 4425936"/>
                <a:gd name="csY0" fmla="*/ 3306034 h 3313991"/>
                <a:gd name="csX1" fmla="*/ 2198008 w 4425936"/>
                <a:gd name="csY1" fmla="*/ 956406 h 3313991"/>
                <a:gd name="csX2" fmla="*/ 2685656 w 4425936"/>
                <a:gd name="csY2" fmla="*/ 82186 h 3313991"/>
                <a:gd name="csX3" fmla="*/ 3555002 w 4425936"/>
                <a:gd name="csY3" fmla="*/ 134102 h 3313991"/>
                <a:gd name="csX4" fmla="*/ 4425936 w 4425936"/>
                <a:gd name="csY4" fmla="*/ 939649 h 3313991"/>
                <a:gd name="csX5" fmla="*/ 2378375 w 4425936"/>
                <a:gd name="csY5" fmla="*/ 1694951 h 3313991"/>
                <a:gd name="csX6" fmla="*/ 377 w 4425936"/>
                <a:gd name="csY6" fmla="*/ 3306034 h 3313991"/>
                <a:gd name="csX0" fmla="*/ 377 w 4472878"/>
                <a:gd name="csY0" fmla="*/ 3303952 h 3311947"/>
                <a:gd name="csX1" fmla="*/ 2198008 w 4472878"/>
                <a:gd name="csY1" fmla="*/ 954324 h 3311947"/>
                <a:gd name="csX2" fmla="*/ 2685656 w 4472878"/>
                <a:gd name="csY2" fmla="*/ 80104 h 3311947"/>
                <a:gd name="csX3" fmla="*/ 3555002 w 4472878"/>
                <a:gd name="csY3" fmla="*/ 132020 h 3311947"/>
                <a:gd name="csX4" fmla="*/ 4472878 w 4472878"/>
                <a:gd name="csY4" fmla="*/ 895700 h 3311947"/>
                <a:gd name="csX5" fmla="*/ 2378375 w 4472878"/>
                <a:gd name="csY5" fmla="*/ 1692869 h 3311947"/>
                <a:gd name="csX6" fmla="*/ 377 w 4472878"/>
                <a:gd name="csY6" fmla="*/ 3303952 h 3311947"/>
                <a:gd name="csX0" fmla="*/ 377 w 4472878"/>
                <a:gd name="csY0" fmla="*/ 3489034 h 3497029"/>
                <a:gd name="csX1" fmla="*/ 2198008 w 4472878"/>
                <a:gd name="csY1" fmla="*/ 1139406 h 3497029"/>
                <a:gd name="csX2" fmla="*/ 2685656 w 4472878"/>
                <a:gd name="csY2" fmla="*/ 265186 h 3497029"/>
                <a:gd name="csX3" fmla="*/ 3742770 w 4472878"/>
                <a:gd name="csY3" fmla="*/ 49148 h 3497029"/>
                <a:gd name="csX4" fmla="*/ 4472878 w 4472878"/>
                <a:gd name="csY4" fmla="*/ 1080782 h 3497029"/>
                <a:gd name="csX5" fmla="*/ 2378375 w 4472878"/>
                <a:gd name="csY5" fmla="*/ 1877951 h 3497029"/>
                <a:gd name="csX6" fmla="*/ 377 w 4472878"/>
                <a:gd name="csY6" fmla="*/ 3489034 h 3497029"/>
                <a:gd name="csX0" fmla="*/ 377 w 4482266"/>
                <a:gd name="csY0" fmla="*/ 3489034 h 3497029"/>
                <a:gd name="csX1" fmla="*/ 2198008 w 4482266"/>
                <a:gd name="csY1" fmla="*/ 1139406 h 3497029"/>
                <a:gd name="csX2" fmla="*/ 2685656 w 4482266"/>
                <a:gd name="csY2" fmla="*/ 265186 h 3497029"/>
                <a:gd name="csX3" fmla="*/ 3742770 w 4482266"/>
                <a:gd name="csY3" fmla="*/ 49148 h 3497029"/>
                <a:gd name="csX4" fmla="*/ 4482266 w 4482266"/>
                <a:gd name="csY4" fmla="*/ 1080782 h 3497029"/>
                <a:gd name="csX5" fmla="*/ 2378375 w 4482266"/>
                <a:gd name="csY5" fmla="*/ 1877951 h 3497029"/>
                <a:gd name="csX6" fmla="*/ 377 w 4482266"/>
                <a:gd name="csY6" fmla="*/ 3489034 h 3497029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10188 w 4492077"/>
                <a:gd name="csY0" fmla="*/ 3488052 h 3497366"/>
                <a:gd name="csX1" fmla="*/ 1804118 w 4492077"/>
                <a:gd name="csY1" fmla="*/ 1096559 h 3497366"/>
                <a:gd name="csX2" fmla="*/ 2695467 w 4492077"/>
                <a:gd name="csY2" fmla="*/ 264204 h 3497366"/>
                <a:gd name="csX3" fmla="*/ 3752581 w 4492077"/>
                <a:gd name="csY3" fmla="*/ 48166 h 3497366"/>
                <a:gd name="csX4" fmla="*/ 4492077 w 4492077"/>
                <a:gd name="csY4" fmla="*/ 1079800 h 3497366"/>
                <a:gd name="csX5" fmla="*/ 2688616 w 4492077"/>
                <a:gd name="csY5" fmla="*/ 1893718 h 3497366"/>
                <a:gd name="csX6" fmla="*/ 10188 w 4492077"/>
                <a:gd name="csY6" fmla="*/ 3488052 h 3497366"/>
                <a:gd name="csX0" fmla="*/ 10188 w 4492077"/>
                <a:gd name="csY0" fmla="*/ 3488052 h 3500595"/>
                <a:gd name="csX1" fmla="*/ 1804118 w 4492077"/>
                <a:gd name="csY1" fmla="*/ 1096559 h 3500595"/>
                <a:gd name="csX2" fmla="*/ 2695467 w 4492077"/>
                <a:gd name="csY2" fmla="*/ 264204 h 3500595"/>
                <a:gd name="csX3" fmla="*/ 3752581 w 4492077"/>
                <a:gd name="csY3" fmla="*/ 48166 h 3500595"/>
                <a:gd name="csX4" fmla="*/ 4492077 w 4492077"/>
                <a:gd name="csY4" fmla="*/ 1079800 h 3500595"/>
                <a:gd name="csX5" fmla="*/ 2688616 w 4492077"/>
                <a:gd name="csY5" fmla="*/ 1893718 h 3500595"/>
                <a:gd name="csX6" fmla="*/ 10188 w 4492077"/>
                <a:gd name="csY6" fmla="*/ 3488052 h 3500595"/>
                <a:gd name="csX0" fmla="*/ 10188 w 4492077"/>
                <a:gd name="csY0" fmla="*/ 3488052 h 3500888"/>
                <a:gd name="csX1" fmla="*/ 1804118 w 4492077"/>
                <a:gd name="csY1" fmla="*/ 1096559 h 3500888"/>
                <a:gd name="csX2" fmla="*/ 2695467 w 4492077"/>
                <a:gd name="csY2" fmla="*/ 264204 h 3500888"/>
                <a:gd name="csX3" fmla="*/ 3752581 w 4492077"/>
                <a:gd name="csY3" fmla="*/ 48166 h 3500888"/>
                <a:gd name="csX4" fmla="*/ 4492077 w 4492077"/>
                <a:gd name="csY4" fmla="*/ 1079800 h 3500888"/>
                <a:gd name="csX5" fmla="*/ 2688616 w 4492077"/>
                <a:gd name="csY5" fmla="*/ 1893718 h 3500888"/>
                <a:gd name="csX6" fmla="*/ 10188 w 4492077"/>
                <a:gd name="csY6" fmla="*/ 3488052 h 3500888"/>
                <a:gd name="csX0" fmla="*/ 27731 w 3289130"/>
                <a:gd name="csY0" fmla="*/ 2449732 h 2473361"/>
                <a:gd name="csX1" fmla="*/ 601171 w 3289130"/>
                <a:gd name="csY1" fmla="*/ 1096559 h 2473361"/>
                <a:gd name="csX2" fmla="*/ 1492520 w 3289130"/>
                <a:gd name="csY2" fmla="*/ 264204 h 2473361"/>
                <a:gd name="csX3" fmla="*/ 2549634 w 3289130"/>
                <a:gd name="csY3" fmla="*/ 48166 h 2473361"/>
                <a:gd name="csX4" fmla="*/ 3289130 w 3289130"/>
                <a:gd name="csY4" fmla="*/ 1079800 h 2473361"/>
                <a:gd name="csX5" fmla="*/ 1485669 w 3289130"/>
                <a:gd name="csY5" fmla="*/ 1893718 h 2473361"/>
                <a:gd name="csX6" fmla="*/ 27731 w 3289130"/>
                <a:gd name="csY6" fmla="*/ 2449732 h 2473361"/>
                <a:gd name="csX0" fmla="*/ 367 w 3261766"/>
                <a:gd name="csY0" fmla="*/ 2449732 h 2449966"/>
                <a:gd name="csX1" fmla="*/ 573807 w 3261766"/>
                <a:gd name="csY1" fmla="*/ 1096559 h 2449966"/>
                <a:gd name="csX2" fmla="*/ 1465156 w 3261766"/>
                <a:gd name="csY2" fmla="*/ 264204 h 2449966"/>
                <a:gd name="csX3" fmla="*/ 2522270 w 3261766"/>
                <a:gd name="csY3" fmla="*/ 48166 h 2449966"/>
                <a:gd name="csX4" fmla="*/ 3261766 w 3261766"/>
                <a:gd name="csY4" fmla="*/ 1079800 h 2449966"/>
                <a:gd name="csX5" fmla="*/ 1458305 w 3261766"/>
                <a:gd name="csY5" fmla="*/ 1893718 h 2449966"/>
                <a:gd name="csX6" fmla="*/ 367 w 3261766"/>
                <a:gd name="csY6" fmla="*/ 2449732 h 2449966"/>
                <a:gd name="csX0" fmla="*/ 62959 w 3324358"/>
                <a:gd name="csY0" fmla="*/ 2449732 h 2487147"/>
                <a:gd name="csX1" fmla="*/ 636399 w 3324358"/>
                <a:gd name="csY1" fmla="*/ 1096559 h 2487147"/>
                <a:gd name="csX2" fmla="*/ 1527748 w 3324358"/>
                <a:gd name="csY2" fmla="*/ 264204 h 2487147"/>
                <a:gd name="csX3" fmla="*/ 2584862 w 3324358"/>
                <a:gd name="csY3" fmla="*/ 48166 h 2487147"/>
                <a:gd name="csX4" fmla="*/ 3324358 w 3324358"/>
                <a:gd name="csY4" fmla="*/ 1079800 h 2487147"/>
                <a:gd name="csX5" fmla="*/ 1520897 w 3324358"/>
                <a:gd name="csY5" fmla="*/ 1893718 h 2487147"/>
                <a:gd name="csX6" fmla="*/ 62959 w 3324358"/>
                <a:gd name="csY6" fmla="*/ 2449732 h 2487147"/>
                <a:gd name="csX0" fmla="*/ 38478 w 4482813"/>
                <a:gd name="csY0" fmla="*/ 3496425 h 3519813"/>
                <a:gd name="csX1" fmla="*/ 1794854 w 4482813"/>
                <a:gd name="csY1" fmla="*/ 1096559 h 3519813"/>
                <a:gd name="csX2" fmla="*/ 2686203 w 4482813"/>
                <a:gd name="csY2" fmla="*/ 264204 h 3519813"/>
                <a:gd name="csX3" fmla="*/ 3743317 w 4482813"/>
                <a:gd name="csY3" fmla="*/ 48166 h 3519813"/>
                <a:gd name="csX4" fmla="*/ 4482813 w 4482813"/>
                <a:gd name="csY4" fmla="*/ 1079800 h 3519813"/>
                <a:gd name="csX5" fmla="*/ 2679352 w 4482813"/>
                <a:gd name="csY5" fmla="*/ 1893718 h 3519813"/>
                <a:gd name="csX6" fmla="*/ 38478 w 4482813"/>
                <a:gd name="csY6" fmla="*/ 3496425 h 3519813"/>
                <a:gd name="csX0" fmla="*/ 9071 w 4453406"/>
                <a:gd name="csY0" fmla="*/ 3496425 h 3510301"/>
                <a:gd name="csX1" fmla="*/ 1765447 w 4453406"/>
                <a:gd name="csY1" fmla="*/ 1096559 h 3510301"/>
                <a:gd name="csX2" fmla="*/ 2656796 w 4453406"/>
                <a:gd name="csY2" fmla="*/ 264204 h 3510301"/>
                <a:gd name="csX3" fmla="*/ 3713910 w 4453406"/>
                <a:gd name="csY3" fmla="*/ 48166 h 3510301"/>
                <a:gd name="csX4" fmla="*/ 4453406 w 4453406"/>
                <a:gd name="csY4" fmla="*/ 1079800 h 3510301"/>
                <a:gd name="csX5" fmla="*/ 2649945 w 4453406"/>
                <a:gd name="csY5" fmla="*/ 1893718 h 3510301"/>
                <a:gd name="csX6" fmla="*/ 9071 w 4453406"/>
                <a:gd name="csY6" fmla="*/ 3496425 h 3510301"/>
                <a:gd name="csX0" fmla="*/ 9071 w 4453406"/>
                <a:gd name="csY0" fmla="*/ 3496425 h 3512169"/>
                <a:gd name="csX1" fmla="*/ 1765447 w 4453406"/>
                <a:gd name="csY1" fmla="*/ 1096559 h 3512169"/>
                <a:gd name="csX2" fmla="*/ 2656796 w 4453406"/>
                <a:gd name="csY2" fmla="*/ 264204 h 3512169"/>
                <a:gd name="csX3" fmla="*/ 3713910 w 4453406"/>
                <a:gd name="csY3" fmla="*/ 48166 h 3512169"/>
                <a:gd name="csX4" fmla="*/ 4453406 w 4453406"/>
                <a:gd name="csY4" fmla="*/ 1079800 h 3512169"/>
                <a:gd name="csX5" fmla="*/ 2649945 w 4453406"/>
                <a:gd name="csY5" fmla="*/ 1893718 h 3512169"/>
                <a:gd name="csX6" fmla="*/ 9071 w 4453406"/>
                <a:gd name="csY6" fmla="*/ 3496425 h 3512169"/>
                <a:gd name="csX0" fmla="*/ 9640 w 4453975"/>
                <a:gd name="csY0" fmla="*/ 3496425 h 3512169"/>
                <a:gd name="csX1" fmla="*/ 1766016 w 4453975"/>
                <a:gd name="csY1" fmla="*/ 1096559 h 3512169"/>
                <a:gd name="csX2" fmla="*/ 2657365 w 4453975"/>
                <a:gd name="csY2" fmla="*/ 264204 h 3512169"/>
                <a:gd name="csX3" fmla="*/ 3714479 w 4453975"/>
                <a:gd name="csY3" fmla="*/ 48166 h 3512169"/>
                <a:gd name="csX4" fmla="*/ 4453975 w 4453975"/>
                <a:gd name="csY4" fmla="*/ 1079800 h 3512169"/>
                <a:gd name="csX5" fmla="*/ 2650514 w 4453975"/>
                <a:gd name="csY5" fmla="*/ 1893718 h 3512169"/>
                <a:gd name="csX6" fmla="*/ 9640 w 4453975"/>
                <a:gd name="csY6" fmla="*/ 3496425 h 3512169"/>
                <a:gd name="csX0" fmla="*/ 9640 w 4453975"/>
                <a:gd name="csY0" fmla="*/ 3993467 h 4008123"/>
                <a:gd name="csX1" fmla="*/ 1766016 w 4453975"/>
                <a:gd name="csY1" fmla="*/ 1593601 h 4008123"/>
                <a:gd name="csX2" fmla="*/ 2601034 w 4453975"/>
                <a:gd name="csY2" fmla="*/ 41122 h 4008123"/>
                <a:gd name="csX3" fmla="*/ 3714479 w 4453975"/>
                <a:gd name="csY3" fmla="*/ 545208 h 4008123"/>
                <a:gd name="csX4" fmla="*/ 4453975 w 4453975"/>
                <a:gd name="csY4" fmla="*/ 1576842 h 4008123"/>
                <a:gd name="csX5" fmla="*/ 2650514 w 4453975"/>
                <a:gd name="csY5" fmla="*/ 2390760 h 4008123"/>
                <a:gd name="csX6" fmla="*/ 9640 w 4453975"/>
                <a:gd name="csY6" fmla="*/ 3993467 h 4008123"/>
                <a:gd name="csX0" fmla="*/ 9640 w 4453975"/>
                <a:gd name="csY0" fmla="*/ 3952894 h 3967550"/>
                <a:gd name="csX1" fmla="*/ 1766016 w 4453975"/>
                <a:gd name="csY1" fmla="*/ 1553028 h 3967550"/>
                <a:gd name="csX2" fmla="*/ 2601034 w 4453975"/>
                <a:gd name="csY2" fmla="*/ 549 h 3967550"/>
                <a:gd name="csX3" fmla="*/ 3714479 w 4453975"/>
                <a:gd name="csY3" fmla="*/ 504635 h 3967550"/>
                <a:gd name="csX4" fmla="*/ 4453975 w 4453975"/>
                <a:gd name="csY4" fmla="*/ 1536269 h 3967550"/>
                <a:gd name="csX5" fmla="*/ 2650514 w 4453975"/>
                <a:gd name="csY5" fmla="*/ 2350187 h 3967550"/>
                <a:gd name="csX6" fmla="*/ 9640 w 4453975"/>
                <a:gd name="csY6" fmla="*/ 3952894 h 3967550"/>
                <a:gd name="csX0" fmla="*/ 9640 w 4453975"/>
                <a:gd name="csY0" fmla="*/ 3952971 h 3968477"/>
                <a:gd name="csX1" fmla="*/ 1766016 w 4453975"/>
                <a:gd name="csY1" fmla="*/ 1553105 h 3968477"/>
                <a:gd name="csX2" fmla="*/ 2601034 w 4453975"/>
                <a:gd name="csY2" fmla="*/ 626 h 3968477"/>
                <a:gd name="csX3" fmla="*/ 3714479 w 4453975"/>
                <a:gd name="csY3" fmla="*/ 504712 h 3968477"/>
                <a:gd name="csX4" fmla="*/ 4453975 w 4453975"/>
                <a:gd name="csY4" fmla="*/ 1536346 h 3968477"/>
                <a:gd name="csX5" fmla="*/ 2650514 w 4453975"/>
                <a:gd name="csY5" fmla="*/ 2350264 h 3968477"/>
                <a:gd name="csX6" fmla="*/ 9640 w 4453975"/>
                <a:gd name="csY6" fmla="*/ 3952971 h 3968477"/>
                <a:gd name="csX0" fmla="*/ 9640 w 4517542"/>
                <a:gd name="csY0" fmla="*/ 4153948 h 4169453"/>
                <a:gd name="csX1" fmla="*/ 1766016 w 4517542"/>
                <a:gd name="csY1" fmla="*/ 1754082 h 4169453"/>
                <a:gd name="csX2" fmla="*/ 2601034 w 4517542"/>
                <a:gd name="csY2" fmla="*/ 201603 h 4169453"/>
                <a:gd name="csX3" fmla="*/ 4390442 w 4517542"/>
                <a:gd name="csY3" fmla="*/ 186529 h 4169453"/>
                <a:gd name="csX4" fmla="*/ 4453975 w 4517542"/>
                <a:gd name="csY4" fmla="*/ 1737323 h 4169453"/>
                <a:gd name="csX5" fmla="*/ 2650514 w 4517542"/>
                <a:gd name="csY5" fmla="*/ 2551241 h 4169453"/>
                <a:gd name="csX6" fmla="*/ 9640 w 4517542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719798"/>
                <a:gd name="csY0" fmla="*/ 4153948 h 4169453"/>
                <a:gd name="csX1" fmla="*/ 1766016 w 4719798"/>
                <a:gd name="csY1" fmla="*/ 1754082 h 4169453"/>
                <a:gd name="csX2" fmla="*/ 2601034 w 4719798"/>
                <a:gd name="csY2" fmla="*/ 201603 h 4169453"/>
                <a:gd name="csX3" fmla="*/ 4390442 w 4719798"/>
                <a:gd name="csY3" fmla="*/ 186529 h 4169453"/>
                <a:gd name="csX4" fmla="*/ 4453975 w 4719798"/>
                <a:gd name="csY4" fmla="*/ 1737323 h 4169453"/>
                <a:gd name="csX5" fmla="*/ 2650514 w 4719798"/>
                <a:gd name="csY5" fmla="*/ 2551241 h 4169453"/>
                <a:gd name="csX6" fmla="*/ 9640 w 4719798"/>
                <a:gd name="csY6" fmla="*/ 4153948 h 4169453"/>
                <a:gd name="csX0" fmla="*/ 9640 w 4684091"/>
                <a:gd name="csY0" fmla="*/ 4153948 h 4169453"/>
                <a:gd name="csX1" fmla="*/ 1766016 w 4684091"/>
                <a:gd name="csY1" fmla="*/ 1754082 h 4169453"/>
                <a:gd name="csX2" fmla="*/ 2601034 w 4684091"/>
                <a:gd name="csY2" fmla="*/ 201603 h 4169453"/>
                <a:gd name="csX3" fmla="*/ 4390442 w 4684091"/>
                <a:gd name="csY3" fmla="*/ 186529 h 4169453"/>
                <a:gd name="csX4" fmla="*/ 4453975 w 4684091"/>
                <a:gd name="csY4" fmla="*/ 1737323 h 4169453"/>
                <a:gd name="csX5" fmla="*/ 2650514 w 4684091"/>
                <a:gd name="csY5" fmla="*/ 2551241 h 4169453"/>
                <a:gd name="csX6" fmla="*/ 9640 w 4684091"/>
                <a:gd name="csY6" fmla="*/ 4153948 h 4169453"/>
                <a:gd name="csX0" fmla="*/ 9640 w 4747938"/>
                <a:gd name="csY0" fmla="*/ 4153948 h 4169453"/>
                <a:gd name="csX1" fmla="*/ 1766016 w 4747938"/>
                <a:gd name="csY1" fmla="*/ 1754082 h 4169453"/>
                <a:gd name="csX2" fmla="*/ 2601034 w 4747938"/>
                <a:gd name="csY2" fmla="*/ 201603 h 4169453"/>
                <a:gd name="csX3" fmla="*/ 4390442 w 4747938"/>
                <a:gd name="csY3" fmla="*/ 186529 h 4169453"/>
                <a:gd name="csX4" fmla="*/ 4453975 w 4747938"/>
                <a:gd name="csY4" fmla="*/ 1737323 h 4169453"/>
                <a:gd name="csX5" fmla="*/ 2650514 w 4747938"/>
                <a:gd name="csY5" fmla="*/ 2551241 h 4169453"/>
                <a:gd name="csX6" fmla="*/ 9640 w 4747938"/>
                <a:gd name="csY6" fmla="*/ 4153948 h 4169453"/>
                <a:gd name="csX0" fmla="*/ 9640 w 4747938"/>
                <a:gd name="csY0" fmla="*/ 4205765 h 4221270"/>
                <a:gd name="csX1" fmla="*/ 1766016 w 4747938"/>
                <a:gd name="csY1" fmla="*/ 1805899 h 4221270"/>
                <a:gd name="csX2" fmla="*/ 2601034 w 4747938"/>
                <a:gd name="csY2" fmla="*/ 253420 h 4221270"/>
                <a:gd name="csX3" fmla="*/ 4390442 w 4747938"/>
                <a:gd name="csY3" fmla="*/ 238346 h 4221270"/>
                <a:gd name="csX4" fmla="*/ 4453975 w 4747938"/>
                <a:gd name="csY4" fmla="*/ 1789140 h 4221270"/>
                <a:gd name="csX5" fmla="*/ 2650514 w 4747938"/>
                <a:gd name="csY5" fmla="*/ 2603058 h 4221270"/>
                <a:gd name="csX6" fmla="*/ 9640 w 4747938"/>
                <a:gd name="csY6" fmla="*/ 4205765 h 4221270"/>
                <a:gd name="csX0" fmla="*/ 9640 w 4769359"/>
                <a:gd name="csY0" fmla="*/ 4189897 h 4205402"/>
                <a:gd name="csX1" fmla="*/ 1766016 w 4769359"/>
                <a:gd name="csY1" fmla="*/ 1790031 h 4205402"/>
                <a:gd name="csX2" fmla="*/ 2601034 w 4769359"/>
                <a:gd name="csY2" fmla="*/ 237552 h 4205402"/>
                <a:gd name="csX3" fmla="*/ 4446772 w 4769359"/>
                <a:gd name="csY3" fmla="*/ 163863 h 4205402"/>
                <a:gd name="csX4" fmla="*/ 4453975 w 4769359"/>
                <a:gd name="csY4" fmla="*/ 1773272 h 4205402"/>
                <a:gd name="csX5" fmla="*/ 2650514 w 4769359"/>
                <a:gd name="csY5" fmla="*/ 2587190 h 4205402"/>
                <a:gd name="csX6" fmla="*/ 9640 w 4769359"/>
                <a:gd name="csY6" fmla="*/ 4189897 h 4205402"/>
                <a:gd name="csX0" fmla="*/ 9640 w 4747938"/>
                <a:gd name="csY0" fmla="*/ 4212142 h 4227647"/>
                <a:gd name="csX1" fmla="*/ 1766016 w 4747938"/>
                <a:gd name="csY1" fmla="*/ 1812276 h 4227647"/>
                <a:gd name="csX2" fmla="*/ 2601034 w 4747938"/>
                <a:gd name="csY2" fmla="*/ 259797 h 4227647"/>
                <a:gd name="csX3" fmla="*/ 4390441 w 4747938"/>
                <a:gd name="csY3" fmla="*/ 152614 h 4227647"/>
                <a:gd name="csX4" fmla="*/ 4453975 w 4747938"/>
                <a:gd name="csY4" fmla="*/ 1795517 h 4227647"/>
                <a:gd name="csX5" fmla="*/ 2650514 w 4747938"/>
                <a:gd name="csY5" fmla="*/ 2609435 h 4227647"/>
                <a:gd name="csX6" fmla="*/ 9640 w 4747938"/>
                <a:gd name="csY6" fmla="*/ 4212142 h 4227647"/>
                <a:gd name="csX0" fmla="*/ 8567 w 4746865"/>
                <a:gd name="csY0" fmla="*/ 4212143 h 4219435"/>
                <a:gd name="csX1" fmla="*/ 1745271 w 4746865"/>
                <a:gd name="csY1" fmla="*/ 1812279 h 4219435"/>
                <a:gd name="csX2" fmla="*/ 2599961 w 4746865"/>
                <a:gd name="csY2" fmla="*/ 259798 h 4219435"/>
                <a:gd name="csX3" fmla="*/ 4389368 w 4746865"/>
                <a:gd name="csY3" fmla="*/ 152615 h 4219435"/>
                <a:gd name="csX4" fmla="*/ 4452902 w 4746865"/>
                <a:gd name="csY4" fmla="*/ 1795518 h 4219435"/>
                <a:gd name="csX5" fmla="*/ 2649441 w 4746865"/>
                <a:gd name="csY5" fmla="*/ 2609436 h 4219435"/>
                <a:gd name="csX6" fmla="*/ 8567 w 4746865"/>
                <a:gd name="csY6" fmla="*/ 4212143 h 4219435"/>
                <a:gd name="csX0" fmla="*/ 8451 w 4746749"/>
                <a:gd name="csY0" fmla="*/ 4212143 h 4219813"/>
                <a:gd name="csX1" fmla="*/ 1745155 w 4746749"/>
                <a:gd name="csY1" fmla="*/ 1812279 h 4219813"/>
                <a:gd name="csX2" fmla="*/ 2599845 w 4746749"/>
                <a:gd name="csY2" fmla="*/ 259798 h 4219813"/>
                <a:gd name="csX3" fmla="*/ 4389252 w 4746749"/>
                <a:gd name="csY3" fmla="*/ 152615 h 4219813"/>
                <a:gd name="csX4" fmla="*/ 4452786 w 4746749"/>
                <a:gd name="csY4" fmla="*/ 1795518 h 4219813"/>
                <a:gd name="csX5" fmla="*/ 2642769 w 4746749"/>
                <a:gd name="csY5" fmla="*/ 2626986 h 4219813"/>
                <a:gd name="csX6" fmla="*/ 8451 w 4746749"/>
                <a:gd name="csY6" fmla="*/ 4212143 h 4219813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594 w 4746892"/>
                <a:gd name="csY0" fmla="*/ 4213311 h 4220527"/>
                <a:gd name="csX1" fmla="*/ 1738740 w 4746892"/>
                <a:gd name="csY1" fmla="*/ 1836843 h 4220527"/>
                <a:gd name="csX2" fmla="*/ 2599988 w 4746892"/>
                <a:gd name="csY2" fmla="*/ 260966 h 4220527"/>
                <a:gd name="csX3" fmla="*/ 4389395 w 4746892"/>
                <a:gd name="csY3" fmla="*/ 153783 h 4220527"/>
                <a:gd name="csX4" fmla="*/ 4452929 w 4746892"/>
                <a:gd name="csY4" fmla="*/ 1796686 h 4220527"/>
                <a:gd name="csX5" fmla="*/ 2642912 w 4746892"/>
                <a:gd name="csY5" fmla="*/ 2628154 h 4220527"/>
                <a:gd name="csX6" fmla="*/ 8594 w 4746892"/>
                <a:gd name="csY6" fmla="*/ 4213311 h 4220527"/>
                <a:gd name="csX0" fmla="*/ 8594 w 4693867"/>
                <a:gd name="csY0" fmla="*/ 4136922 h 4144138"/>
                <a:gd name="csX1" fmla="*/ 1738740 w 4693867"/>
                <a:gd name="csY1" fmla="*/ 1760454 h 4144138"/>
                <a:gd name="csX2" fmla="*/ 2599988 w 4693867"/>
                <a:gd name="csY2" fmla="*/ 184577 h 4144138"/>
                <a:gd name="csX3" fmla="*/ 4389395 w 4693867"/>
                <a:gd name="csY3" fmla="*/ 77394 h 4144138"/>
                <a:gd name="csX4" fmla="*/ 4452929 w 4693867"/>
                <a:gd name="csY4" fmla="*/ 1720297 h 4144138"/>
                <a:gd name="csX5" fmla="*/ 2642912 w 4693867"/>
                <a:gd name="csY5" fmla="*/ 2551765 h 4144138"/>
                <a:gd name="csX6" fmla="*/ 8594 w 4693867"/>
                <a:gd name="csY6" fmla="*/ 4136922 h 4144138"/>
                <a:gd name="csX0" fmla="*/ 8594 w 4699247"/>
                <a:gd name="csY0" fmla="*/ 4098901 h 4106117"/>
                <a:gd name="csX1" fmla="*/ 1738740 w 4699247"/>
                <a:gd name="csY1" fmla="*/ 1722433 h 4106117"/>
                <a:gd name="csX2" fmla="*/ 2599988 w 4699247"/>
                <a:gd name="csY2" fmla="*/ 146556 h 4106117"/>
                <a:gd name="csX3" fmla="*/ 4409070 w 4699247"/>
                <a:gd name="csY3" fmla="*/ 115412 h 4106117"/>
                <a:gd name="csX4" fmla="*/ 4452929 w 4699247"/>
                <a:gd name="csY4" fmla="*/ 1682276 h 4106117"/>
                <a:gd name="csX5" fmla="*/ 2642912 w 4699247"/>
                <a:gd name="csY5" fmla="*/ 2513744 h 4106117"/>
                <a:gd name="csX6" fmla="*/ 8594 w 4699247"/>
                <a:gd name="csY6" fmla="*/ 4098901 h 4106117"/>
                <a:gd name="csX0" fmla="*/ 8594 w 4703971"/>
                <a:gd name="csY0" fmla="*/ 4107920 h 4115136"/>
                <a:gd name="csX1" fmla="*/ 1738740 w 4703971"/>
                <a:gd name="csY1" fmla="*/ 1731452 h 4115136"/>
                <a:gd name="csX2" fmla="*/ 2599988 w 4703971"/>
                <a:gd name="csY2" fmla="*/ 155575 h 4115136"/>
                <a:gd name="csX3" fmla="*/ 4409070 w 4703971"/>
                <a:gd name="csY3" fmla="*/ 124431 h 4115136"/>
                <a:gd name="csX4" fmla="*/ 4452929 w 4703971"/>
                <a:gd name="csY4" fmla="*/ 1691295 h 4115136"/>
                <a:gd name="csX5" fmla="*/ 2642912 w 4703971"/>
                <a:gd name="csY5" fmla="*/ 2522763 h 4115136"/>
                <a:gd name="csX6" fmla="*/ 8594 w 4703971"/>
                <a:gd name="csY6" fmla="*/ 4107920 h 4115136"/>
                <a:gd name="csX0" fmla="*/ 8594 w 4703971"/>
                <a:gd name="csY0" fmla="*/ 4195888 h 4203104"/>
                <a:gd name="csX1" fmla="*/ 1738740 w 4703971"/>
                <a:gd name="csY1" fmla="*/ 1819420 h 4203104"/>
                <a:gd name="csX2" fmla="*/ 2599988 w 4703971"/>
                <a:gd name="csY2" fmla="*/ 243543 h 4203104"/>
                <a:gd name="csX3" fmla="*/ 4409070 w 4703971"/>
                <a:gd name="csY3" fmla="*/ 212399 h 4203104"/>
                <a:gd name="csX4" fmla="*/ 4452929 w 4703971"/>
                <a:gd name="csY4" fmla="*/ 1779263 h 4203104"/>
                <a:gd name="csX5" fmla="*/ 2642912 w 4703971"/>
                <a:gd name="csY5" fmla="*/ 2610731 h 4203104"/>
                <a:gd name="csX6" fmla="*/ 8594 w 4703971"/>
                <a:gd name="csY6" fmla="*/ 4195888 h 4203104"/>
                <a:gd name="csX0" fmla="*/ 8594 w 4703971"/>
                <a:gd name="csY0" fmla="*/ 4213778 h 4220994"/>
                <a:gd name="csX1" fmla="*/ 1738740 w 4703971"/>
                <a:gd name="csY1" fmla="*/ 1837310 h 4220994"/>
                <a:gd name="csX2" fmla="*/ 2599988 w 4703971"/>
                <a:gd name="csY2" fmla="*/ 261433 h 4220994"/>
                <a:gd name="csX3" fmla="*/ 4409070 w 4703971"/>
                <a:gd name="csY3" fmla="*/ 230289 h 4220994"/>
                <a:gd name="csX4" fmla="*/ 4452929 w 4703971"/>
                <a:gd name="csY4" fmla="*/ 1797153 h 4220994"/>
                <a:gd name="csX5" fmla="*/ 2642912 w 4703971"/>
                <a:gd name="csY5" fmla="*/ 2628621 h 4220994"/>
                <a:gd name="csX6" fmla="*/ 8594 w 4703971"/>
                <a:gd name="csY6" fmla="*/ 4213778 h 4220994"/>
                <a:gd name="csX0" fmla="*/ 8594 w 4855548"/>
                <a:gd name="csY0" fmla="*/ 4390510 h 4397726"/>
                <a:gd name="csX1" fmla="*/ 1738740 w 4855548"/>
                <a:gd name="csY1" fmla="*/ 2014042 h 4397726"/>
                <a:gd name="csX2" fmla="*/ 2599988 w 4855548"/>
                <a:gd name="csY2" fmla="*/ 438165 h 4397726"/>
                <a:gd name="csX3" fmla="*/ 4756647 w 4855548"/>
                <a:gd name="csY3" fmla="*/ 26825 h 4397726"/>
                <a:gd name="csX4" fmla="*/ 4452929 w 4855548"/>
                <a:gd name="csY4" fmla="*/ 1973885 h 4397726"/>
                <a:gd name="csX5" fmla="*/ 2642912 w 4855548"/>
                <a:gd name="csY5" fmla="*/ 2805353 h 4397726"/>
                <a:gd name="csX6" fmla="*/ 8594 w 4855548"/>
                <a:gd name="csY6" fmla="*/ 4390510 h 4397726"/>
                <a:gd name="csX0" fmla="*/ 8594 w 5018748"/>
                <a:gd name="csY0" fmla="*/ 4545598 h 4552814"/>
                <a:gd name="csX1" fmla="*/ 1738740 w 5018748"/>
                <a:gd name="csY1" fmla="*/ 2169130 h 4552814"/>
                <a:gd name="csX2" fmla="*/ 2599988 w 5018748"/>
                <a:gd name="csY2" fmla="*/ 593253 h 4552814"/>
                <a:gd name="csX3" fmla="*/ 4973062 w 5018748"/>
                <a:gd name="csY3" fmla="*/ 18136 h 4552814"/>
                <a:gd name="csX4" fmla="*/ 4452929 w 5018748"/>
                <a:gd name="csY4" fmla="*/ 2128973 h 4552814"/>
                <a:gd name="csX5" fmla="*/ 2642912 w 5018748"/>
                <a:gd name="csY5" fmla="*/ 2960441 h 4552814"/>
                <a:gd name="csX6" fmla="*/ 8594 w 5018748"/>
                <a:gd name="csY6" fmla="*/ 4545598 h 4552814"/>
                <a:gd name="csX0" fmla="*/ 8594 w 5002691"/>
                <a:gd name="csY0" fmla="*/ 4537753 h 4544969"/>
                <a:gd name="csX1" fmla="*/ 1738740 w 5002691"/>
                <a:gd name="csY1" fmla="*/ 2161285 h 4544969"/>
                <a:gd name="csX2" fmla="*/ 2599988 w 5002691"/>
                <a:gd name="csY2" fmla="*/ 585408 h 4544969"/>
                <a:gd name="csX3" fmla="*/ 4973062 w 5002691"/>
                <a:gd name="csY3" fmla="*/ 10291 h 4544969"/>
                <a:gd name="csX4" fmla="*/ 4452929 w 5002691"/>
                <a:gd name="csY4" fmla="*/ 2121128 h 4544969"/>
                <a:gd name="csX5" fmla="*/ 2642912 w 5002691"/>
                <a:gd name="csY5" fmla="*/ 2952596 h 4544969"/>
                <a:gd name="csX6" fmla="*/ 8594 w 5002691"/>
                <a:gd name="csY6" fmla="*/ 4537753 h 4544969"/>
                <a:gd name="csX0" fmla="*/ 8594 w 4705059"/>
                <a:gd name="csY0" fmla="*/ 4122711 h 4129927"/>
                <a:gd name="csX1" fmla="*/ 1738740 w 4705059"/>
                <a:gd name="csY1" fmla="*/ 1746243 h 4129927"/>
                <a:gd name="csX2" fmla="*/ 2599988 w 4705059"/>
                <a:gd name="csY2" fmla="*/ 170366 h 4129927"/>
                <a:gd name="csX3" fmla="*/ 4446032 w 4705059"/>
                <a:gd name="csY3" fmla="*/ 89415 h 4129927"/>
                <a:gd name="csX4" fmla="*/ 4452929 w 4705059"/>
                <a:gd name="csY4" fmla="*/ 1706086 h 4129927"/>
                <a:gd name="csX5" fmla="*/ 2642912 w 4705059"/>
                <a:gd name="csY5" fmla="*/ 2537554 h 4129927"/>
                <a:gd name="csX6" fmla="*/ 8594 w 4705059"/>
                <a:gd name="csY6" fmla="*/ 4122711 h 4129927"/>
                <a:gd name="csX0" fmla="*/ 8594 w 4596663"/>
                <a:gd name="csY0" fmla="*/ 4215533 h 4224499"/>
                <a:gd name="csX1" fmla="*/ 1738740 w 4596663"/>
                <a:gd name="csY1" fmla="*/ 1839065 h 4224499"/>
                <a:gd name="csX2" fmla="*/ 2599988 w 4596663"/>
                <a:gd name="csY2" fmla="*/ 263188 h 4224499"/>
                <a:gd name="csX3" fmla="*/ 4446032 w 4596663"/>
                <a:gd name="csY3" fmla="*/ 182237 h 4224499"/>
                <a:gd name="csX4" fmla="*/ 4129398 w 4596663"/>
                <a:gd name="csY4" fmla="*/ 2079669 h 4224499"/>
                <a:gd name="csX5" fmla="*/ 2642912 w 4596663"/>
                <a:gd name="csY5" fmla="*/ 2630376 h 4224499"/>
                <a:gd name="csX6" fmla="*/ 8594 w 4596663"/>
                <a:gd name="csY6" fmla="*/ 4215533 h 4224499"/>
                <a:gd name="csX0" fmla="*/ 10635 w 4618520"/>
                <a:gd name="csY0" fmla="*/ 4140860 h 4149826"/>
                <a:gd name="csX1" fmla="*/ 1740781 w 4618520"/>
                <a:gd name="csY1" fmla="*/ 1764392 h 4149826"/>
                <a:gd name="csX2" fmla="*/ 2330962 w 4618520"/>
                <a:gd name="csY2" fmla="*/ 399085 h 4149826"/>
                <a:gd name="csX3" fmla="*/ 4448073 w 4618520"/>
                <a:gd name="csY3" fmla="*/ 107564 h 4149826"/>
                <a:gd name="csX4" fmla="*/ 4131439 w 4618520"/>
                <a:gd name="csY4" fmla="*/ 2004996 h 4149826"/>
                <a:gd name="csX5" fmla="*/ 2644953 w 4618520"/>
                <a:gd name="csY5" fmla="*/ 2555703 h 4149826"/>
                <a:gd name="csX6" fmla="*/ 10635 w 4618520"/>
                <a:gd name="csY6" fmla="*/ 4140860 h 4149826"/>
                <a:gd name="csX0" fmla="*/ 2473 w 4610358"/>
                <a:gd name="csY0" fmla="*/ 4148168 h 4152706"/>
                <a:gd name="csX1" fmla="*/ 2161081 w 4610358"/>
                <a:gd name="csY1" fmla="*/ 2013468 h 4152706"/>
                <a:gd name="csX2" fmla="*/ 2322800 w 4610358"/>
                <a:gd name="csY2" fmla="*/ 406393 h 4152706"/>
                <a:gd name="csX3" fmla="*/ 4439911 w 4610358"/>
                <a:gd name="csY3" fmla="*/ 114872 h 4152706"/>
                <a:gd name="csX4" fmla="*/ 4123277 w 4610358"/>
                <a:gd name="csY4" fmla="*/ 2012304 h 4152706"/>
                <a:gd name="csX5" fmla="*/ 2636791 w 4610358"/>
                <a:gd name="csY5" fmla="*/ 2563011 h 4152706"/>
                <a:gd name="csX6" fmla="*/ 2473 w 4610358"/>
                <a:gd name="csY6" fmla="*/ 4148168 h 4152706"/>
                <a:gd name="csX0" fmla="*/ 400 w 4608285"/>
                <a:gd name="csY0" fmla="*/ 4148168 h 4148397"/>
                <a:gd name="csX1" fmla="*/ 2159008 w 4608285"/>
                <a:gd name="csY1" fmla="*/ 2013468 h 4148397"/>
                <a:gd name="csX2" fmla="*/ 2320727 w 4608285"/>
                <a:gd name="csY2" fmla="*/ 406393 h 4148397"/>
                <a:gd name="csX3" fmla="*/ 4437838 w 4608285"/>
                <a:gd name="csY3" fmla="*/ 114872 h 4148397"/>
                <a:gd name="csX4" fmla="*/ 4121204 w 4608285"/>
                <a:gd name="csY4" fmla="*/ 2012304 h 4148397"/>
                <a:gd name="csX5" fmla="*/ 2346163 w 4608285"/>
                <a:gd name="csY5" fmla="*/ 2149669 h 4148397"/>
                <a:gd name="csX6" fmla="*/ 400 w 4608285"/>
                <a:gd name="csY6" fmla="*/ 4148168 h 4148397"/>
                <a:gd name="csX0" fmla="*/ 400 w 4547161"/>
                <a:gd name="csY0" fmla="*/ 4069645 h 4069874"/>
                <a:gd name="csX1" fmla="*/ 2159008 w 4547161"/>
                <a:gd name="csY1" fmla="*/ 1934945 h 4069874"/>
                <a:gd name="csX2" fmla="*/ 2320727 w 4547161"/>
                <a:gd name="csY2" fmla="*/ 327870 h 4069874"/>
                <a:gd name="csX3" fmla="*/ 4437838 w 4547161"/>
                <a:gd name="csY3" fmla="*/ 36349 h 4069874"/>
                <a:gd name="csX4" fmla="*/ 4121204 w 4547161"/>
                <a:gd name="csY4" fmla="*/ 1933781 h 4069874"/>
                <a:gd name="csX5" fmla="*/ 2346163 w 4547161"/>
                <a:gd name="csY5" fmla="*/ 2071146 h 4069874"/>
                <a:gd name="csX6" fmla="*/ 400 w 4547161"/>
                <a:gd name="csY6" fmla="*/ 4069645 h 4069874"/>
                <a:gd name="csX0" fmla="*/ 536 w 3991476"/>
                <a:gd name="csY0" fmla="*/ 3539321 h 3539632"/>
                <a:gd name="csX1" fmla="*/ 1603323 w 3991476"/>
                <a:gd name="csY1" fmla="*/ 1934945 h 3539632"/>
                <a:gd name="csX2" fmla="*/ 1765042 w 3991476"/>
                <a:gd name="csY2" fmla="*/ 327870 h 3539632"/>
                <a:gd name="csX3" fmla="*/ 3882153 w 3991476"/>
                <a:gd name="csY3" fmla="*/ 36349 h 3539632"/>
                <a:gd name="csX4" fmla="*/ 3565519 w 3991476"/>
                <a:gd name="csY4" fmla="*/ 1933781 h 3539632"/>
                <a:gd name="csX5" fmla="*/ 1790478 w 3991476"/>
                <a:gd name="csY5" fmla="*/ 2071146 h 3539632"/>
                <a:gd name="csX6" fmla="*/ 536 w 3991476"/>
                <a:gd name="csY6" fmla="*/ 3539321 h 3539632"/>
                <a:gd name="csX0" fmla="*/ 527 w 4017318"/>
                <a:gd name="csY0" fmla="*/ 3573908 h 3574212"/>
                <a:gd name="csX1" fmla="*/ 1629165 w 4017318"/>
                <a:gd name="csY1" fmla="*/ 1934945 h 3574212"/>
                <a:gd name="csX2" fmla="*/ 1790884 w 4017318"/>
                <a:gd name="csY2" fmla="*/ 327870 h 3574212"/>
                <a:gd name="csX3" fmla="*/ 3907995 w 4017318"/>
                <a:gd name="csY3" fmla="*/ 36349 h 3574212"/>
                <a:gd name="csX4" fmla="*/ 3591361 w 4017318"/>
                <a:gd name="csY4" fmla="*/ 1933781 h 3574212"/>
                <a:gd name="csX5" fmla="*/ 1816320 w 4017318"/>
                <a:gd name="csY5" fmla="*/ 2071146 h 3574212"/>
                <a:gd name="csX6" fmla="*/ 527 w 4017318"/>
                <a:gd name="csY6" fmla="*/ 3573908 h 3574212"/>
                <a:gd name="csX0" fmla="*/ 3641 w 4020432"/>
                <a:gd name="csY0" fmla="*/ 3573908 h 3577567"/>
                <a:gd name="csX1" fmla="*/ 1632279 w 4020432"/>
                <a:gd name="csY1" fmla="*/ 1934945 h 3577567"/>
                <a:gd name="csX2" fmla="*/ 1793998 w 4020432"/>
                <a:gd name="csY2" fmla="*/ 327870 h 3577567"/>
                <a:gd name="csX3" fmla="*/ 3911109 w 4020432"/>
                <a:gd name="csY3" fmla="*/ 36349 h 3577567"/>
                <a:gd name="csX4" fmla="*/ 3594475 w 4020432"/>
                <a:gd name="csY4" fmla="*/ 1933781 h 3577567"/>
                <a:gd name="csX5" fmla="*/ 1819434 w 4020432"/>
                <a:gd name="csY5" fmla="*/ 2071146 h 3577567"/>
                <a:gd name="csX6" fmla="*/ 3641 w 4020432"/>
                <a:gd name="csY6" fmla="*/ 3573908 h 3577567"/>
                <a:gd name="csX0" fmla="*/ 11923 w 4028714"/>
                <a:gd name="csY0" fmla="*/ 3573908 h 3583559"/>
                <a:gd name="csX1" fmla="*/ 1640561 w 4028714"/>
                <a:gd name="csY1" fmla="*/ 1934945 h 3583559"/>
                <a:gd name="csX2" fmla="*/ 1802280 w 4028714"/>
                <a:gd name="csY2" fmla="*/ 327870 h 3583559"/>
                <a:gd name="csX3" fmla="*/ 3919391 w 4028714"/>
                <a:gd name="csY3" fmla="*/ 36349 h 3583559"/>
                <a:gd name="csX4" fmla="*/ 3602757 w 4028714"/>
                <a:gd name="csY4" fmla="*/ 1933781 h 3583559"/>
                <a:gd name="csX5" fmla="*/ 1827716 w 4028714"/>
                <a:gd name="csY5" fmla="*/ 2071146 h 3583559"/>
                <a:gd name="csX6" fmla="*/ 11923 w 4028714"/>
                <a:gd name="csY6" fmla="*/ 3573908 h 3583559"/>
                <a:gd name="csX0" fmla="*/ 1130 w 4017921"/>
                <a:gd name="csY0" fmla="*/ 3573908 h 3577714"/>
                <a:gd name="csX1" fmla="*/ 1629768 w 4017921"/>
                <a:gd name="csY1" fmla="*/ 1934945 h 3577714"/>
                <a:gd name="csX2" fmla="*/ 1791487 w 4017921"/>
                <a:gd name="csY2" fmla="*/ 327870 h 3577714"/>
                <a:gd name="csX3" fmla="*/ 3908598 w 4017921"/>
                <a:gd name="csY3" fmla="*/ 36349 h 3577714"/>
                <a:gd name="csX4" fmla="*/ 3591964 w 4017921"/>
                <a:gd name="csY4" fmla="*/ 1933781 h 3577714"/>
                <a:gd name="csX5" fmla="*/ 1906115 w 4017921"/>
                <a:gd name="csY5" fmla="*/ 2373434 h 3577714"/>
                <a:gd name="csX6" fmla="*/ 1130 w 4017921"/>
                <a:gd name="csY6" fmla="*/ 3573908 h 3577714"/>
                <a:gd name="csX0" fmla="*/ 434 w 4017225"/>
                <a:gd name="csY0" fmla="*/ 3573908 h 3574428"/>
                <a:gd name="csX1" fmla="*/ 1629072 w 4017225"/>
                <a:gd name="csY1" fmla="*/ 1934945 h 3574428"/>
                <a:gd name="csX2" fmla="*/ 1790791 w 4017225"/>
                <a:gd name="csY2" fmla="*/ 327870 h 3574428"/>
                <a:gd name="csX3" fmla="*/ 3907902 w 4017225"/>
                <a:gd name="csY3" fmla="*/ 36349 h 3574428"/>
                <a:gd name="csX4" fmla="*/ 3591268 w 4017225"/>
                <a:gd name="csY4" fmla="*/ 1933781 h 3574428"/>
                <a:gd name="csX5" fmla="*/ 1798394 w 4017225"/>
                <a:gd name="csY5" fmla="*/ 2110926 h 3574428"/>
                <a:gd name="csX6" fmla="*/ 434 w 4017225"/>
                <a:gd name="csY6" fmla="*/ 3573908 h 3574428"/>
                <a:gd name="csX0" fmla="*/ 434 w 4017225"/>
                <a:gd name="csY0" fmla="*/ 3573908 h 3574310"/>
                <a:gd name="csX1" fmla="*/ 1629072 w 4017225"/>
                <a:gd name="csY1" fmla="*/ 1934945 h 3574310"/>
                <a:gd name="csX2" fmla="*/ 1790791 w 4017225"/>
                <a:gd name="csY2" fmla="*/ 327870 h 3574310"/>
                <a:gd name="csX3" fmla="*/ 3907902 w 4017225"/>
                <a:gd name="csY3" fmla="*/ 36349 h 3574310"/>
                <a:gd name="csX4" fmla="*/ 3591268 w 4017225"/>
                <a:gd name="csY4" fmla="*/ 1933781 h 3574310"/>
                <a:gd name="csX5" fmla="*/ 1798394 w 4017225"/>
                <a:gd name="csY5" fmla="*/ 2110926 h 3574310"/>
                <a:gd name="csX6" fmla="*/ 434 w 4017225"/>
                <a:gd name="csY6" fmla="*/ 3573908 h 3574310"/>
                <a:gd name="csX0" fmla="*/ 434 w 4017225"/>
                <a:gd name="csY0" fmla="*/ 3573908 h 3576627"/>
                <a:gd name="csX1" fmla="*/ 1629072 w 4017225"/>
                <a:gd name="csY1" fmla="*/ 1934945 h 3576627"/>
                <a:gd name="csX2" fmla="*/ 1790791 w 4017225"/>
                <a:gd name="csY2" fmla="*/ 327870 h 3576627"/>
                <a:gd name="csX3" fmla="*/ 3907902 w 4017225"/>
                <a:gd name="csY3" fmla="*/ 36349 h 3576627"/>
                <a:gd name="csX4" fmla="*/ 3591268 w 4017225"/>
                <a:gd name="csY4" fmla="*/ 1933781 h 3576627"/>
                <a:gd name="csX5" fmla="*/ 1798395 w 4017225"/>
                <a:gd name="csY5" fmla="*/ 2365482 h 3576627"/>
                <a:gd name="csX6" fmla="*/ 434 w 4017225"/>
                <a:gd name="csY6" fmla="*/ 3573908 h 3576627"/>
                <a:gd name="csX0" fmla="*/ 434 w 4017225"/>
                <a:gd name="csY0" fmla="*/ 3573908 h 3576355"/>
                <a:gd name="csX1" fmla="*/ 1629072 w 4017225"/>
                <a:gd name="csY1" fmla="*/ 1934945 h 3576355"/>
                <a:gd name="csX2" fmla="*/ 1790791 w 4017225"/>
                <a:gd name="csY2" fmla="*/ 327870 h 3576355"/>
                <a:gd name="csX3" fmla="*/ 3907902 w 4017225"/>
                <a:gd name="csY3" fmla="*/ 36349 h 3576355"/>
                <a:gd name="csX4" fmla="*/ 3591268 w 4017225"/>
                <a:gd name="csY4" fmla="*/ 1933781 h 3576355"/>
                <a:gd name="csX5" fmla="*/ 1798395 w 4017225"/>
                <a:gd name="csY5" fmla="*/ 2365482 h 3576355"/>
                <a:gd name="csX6" fmla="*/ 434 w 4017225"/>
                <a:gd name="csY6" fmla="*/ 3573908 h 3576355"/>
                <a:gd name="csX0" fmla="*/ 434 w 4017225"/>
                <a:gd name="csY0" fmla="*/ 3573908 h 3583502"/>
                <a:gd name="csX1" fmla="*/ 1629072 w 4017225"/>
                <a:gd name="csY1" fmla="*/ 1934945 h 3583502"/>
                <a:gd name="csX2" fmla="*/ 1790791 w 4017225"/>
                <a:gd name="csY2" fmla="*/ 327870 h 3583502"/>
                <a:gd name="csX3" fmla="*/ 3907902 w 4017225"/>
                <a:gd name="csY3" fmla="*/ 36349 h 3583502"/>
                <a:gd name="csX4" fmla="*/ 3591268 w 4017225"/>
                <a:gd name="csY4" fmla="*/ 1933781 h 3583502"/>
                <a:gd name="csX5" fmla="*/ 1798396 w 4017225"/>
                <a:gd name="csY5" fmla="*/ 2715497 h 3583502"/>
                <a:gd name="csX6" fmla="*/ 434 w 4017225"/>
                <a:gd name="csY6" fmla="*/ 3573908 h 3583502"/>
                <a:gd name="csX0" fmla="*/ 20204 w 4036995"/>
                <a:gd name="csY0" fmla="*/ 3574326 h 3583563"/>
                <a:gd name="csX1" fmla="*/ 908564 w 4036995"/>
                <a:gd name="csY1" fmla="*/ 1951275 h 3583563"/>
                <a:gd name="csX2" fmla="*/ 1810561 w 4036995"/>
                <a:gd name="csY2" fmla="*/ 328288 h 3583563"/>
                <a:gd name="csX3" fmla="*/ 3927672 w 4036995"/>
                <a:gd name="csY3" fmla="*/ 36767 h 3583563"/>
                <a:gd name="csX4" fmla="*/ 3611038 w 4036995"/>
                <a:gd name="csY4" fmla="*/ 1934199 h 3583563"/>
                <a:gd name="csX5" fmla="*/ 1818166 w 4036995"/>
                <a:gd name="csY5" fmla="*/ 2715915 h 3583563"/>
                <a:gd name="csX6" fmla="*/ 20204 w 4036995"/>
                <a:gd name="csY6" fmla="*/ 3574326 h 3583563"/>
                <a:gd name="csX0" fmla="*/ 12549 w 4029340"/>
                <a:gd name="csY0" fmla="*/ 3574326 h 3583563"/>
                <a:gd name="csX1" fmla="*/ 900909 w 4029340"/>
                <a:gd name="csY1" fmla="*/ 1951275 h 3583563"/>
                <a:gd name="csX2" fmla="*/ 1802906 w 4029340"/>
                <a:gd name="csY2" fmla="*/ 328288 h 3583563"/>
                <a:gd name="csX3" fmla="*/ 3920017 w 4029340"/>
                <a:gd name="csY3" fmla="*/ 36767 h 3583563"/>
                <a:gd name="csX4" fmla="*/ 3603383 w 4029340"/>
                <a:gd name="csY4" fmla="*/ 1934199 h 3583563"/>
                <a:gd name="csX5" fmla="*/ 1810511 w 4029340"/>
                <a:gd name="csY5" fmla="*/ 2715915 h 3583563"/>
                <a:gd name="csX6" fmla="*/ 12549 w 4029340"/>
                <a:gd name="csY6" fmla="*/ 3574326 h 3583563"/>
                <a:gd name="csX0" fmla="*/ 2018 w 4018809"/>
                <a:gd name="csY0" fmla="*/ 3573908 h 3583502"/>
                <a:gd name="csX1" fmla="*/ 1389840 w 4018809"/>
                <a:gd name="csY1" fmla="*/ 1934947 h 3583502"/>
                <a:gd name="csX2" fmla="*/ 1792375 w 4018809"/>
                <a:gd name="csY2" fmla="*/ 327870 h 3583502"/>
                <a:gd name="csX3" fmla="*/ 3909486 w 4018809"/>
                <a:gd name="csY3" fmla="*/ 36349 h 3583502"/>
                <a:gd name="csX4" fmla="*/ 3592852 w 4018809"/>
                <a:gd name="csY4" fmla="*/ 1933781 h 3583502"/>
                <a:gd name="csX5" fmla="*/ 1799980 w 4018809"/>
                <a:gd name="csY5" fmla="*/ 2715497 h 3583502"/>
                <a:gd name="csX6" fmla="*/ 2018 w 4018809"/>
                <a:gd name="csY6" fmla="*/ 3573908 h 3583502"/>
                <a:gd name="csX0" fmla="*/ 2018 w 4018809"/>
                <a:gd name="csY0" fmla="*/ 3573908 h 3575401"/>
                <a:gd name="csX1" fmla="*/ 1389840 w 4018809"/>
                <a:gd name="csY1" fmla="*/ 1934947 h 3575401"/>
                <a:gd name="csX2" fmla="*/ 1792375 w 4018809"/>
                <a:gd name="csY2" fmla="*/ 327870 h 3575401"/>
                <a:gd name="csX3" fmla="*/ 3909486 w 4018809"/>
                <a:gd name="csY3" fmla="*/ 36349 h 3575401"/>
                <a:gd name="csX4" fmla="*/ 3592852 w 4018809"/>
                <a:gd name="csY4" fmla="*/ 1933781 h 3575401"/>
                <a:gd name="csX5" fmla="*/ 1799983 w 4018809"/>
                <a:gd name="csY5" fmla="*/ 2277981 h 3575401"/>
                <a:gd name="csX6" fmla="*/ 2018 w 4018809"/>
                <a:gd name="csY6" fmla="*/ 3573908 h 3575401"/>
                <a:gd name="csX0" fmla="*/ 2279 w 4019070"/>
                <a:gd name="csY0" fmla="*/ 3573908 h 3576883"/>
                <a:gd name="csX1" fmla="*/ 1390101 w 4019070"/>
                <a:gd name="csY1" fmla="*/ 1934947 h 3576883"/>
                <a:gd name="csX2" fmla="*/ 1792636 w 4019070"/>
                <a:gd name="csY2" fmla="*/ 327870 h 3576883"/>
                <a:gd name="csX3" fmla="*/ 3909747 w 4019070"/>
                <a:gd name="csY3" fmla="*/ 36349 h 3576883"/>
                <a:gd name="csX4" fmla="*/ 3593113 w 4019070"/>
                <a:gd name="csY4" fmla="*/ 1933781 h 3576883"/>
                <a:gd name="csX5" fmla="*/ 1827004 w 4019070"/>
                <a:gd name="csY5" fmla="*/ 2405261 h 3576883"/>
                <a:gd name="csX6" fmla="*/ 2279 w 4019070"/>
                <a:gd name="csY6" fmla="*/ 3573908 h 3576883"/>
                <a:gd name="csX0" fmla="*/ 3304 w 4020095"/>
                <a:gd name="csY0" fmla="*/ 3573700 h 3576772"/>
                <a:gd name="csX1" fmla="*/ 1310858 w 4020095"/>
                <a:gd name="csY1" fmla="*/ 1926786 h 3576772"/>
                <a:gd name="csX2" fmla="*/ 1793661 w 4020095"/>
                <a:gd name="csY2" fmla="*/ 327662 h 3576772"/>
                <a:gd name="csX3" fmla="*/ 3910772 w 4020095"/>
                <a:gd name="csY3" fmla="*/ 36141 h 3576772"/>
                <a:gd name="csX4" fmla="*/ 3594138 w 4020095"/>
                <a:gd name="csY4" fmla="*/ 1933573 h 3576772"/>
                <a:gd name="csX5" fmla="*/ 1828029 w 4020095"/>
                <a:gd name="csY5" fmla="*/ 2405053 h 3576772"/>
                <a:gd name="csX6" fmla="*/ 3304 w 4020095"/>
                <a:gd name="csY6" fmla="*/ 3573700 h 3576772"/>
                <a:gd name="csX0" fmla="*/ 3254 w 4020045"/>
                <a:gd name="csY0" fmla="*/ 3573700 h 3576772"/>
                <a:gd name="csX1" fmla="*/ 1310808 w 4020045"/>
                <a:gd name="csY1" fmla="*/ 1926786 h 3576772"/>
                <a:gd name="csX2" fmla="*/ 1793611 w 4020045"/>
                <a:gd name="csY2" fmla="*/ 327662 h 3576772"/>
                <a:gd name="csX3" fmla="*/ 3910722 w 4020045"/>
                <a:gd name="csY3" fmla="*/ 36141 h 3576772"/>
                <a:gd name="csX4" fmla="*/ 3594088 w 4020045"/>
                <a:gd name="csY4" fmla="*/ 1933573 h 3576772"/>
                <a:gd name="csX5" fmla="*/ 1827979 w 4020045"/>
                <a:gd name="csY5" fmla="*/ 2405053 h 3576772"/>
                <a:gd name="csX6" fmla="*/ 3254 w 4020045"/>
                <a:gd name="csY6" fmla="*/ 3573700 h 35767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020045" h="3576772">
                  <a:moveTo>
                    <a:pt x="3254" y="3573700"/>
                  </a:moveTo>
                  <a:cubicBezTo>
                    <a:pt x="-82941" y="3493989"/>
                    <a:pt x="1574310" y="2340515"/>
                    <a:pt x="1310808" y="1926786"/>
                  </a:cubicBezTo>
                  <a:cubicBezTo>
                    <a:pt x="1047306" y="1513057"/>
                    <a:pt x="1360292" y="642769"/>
                    <a:pt x="1793611" y="327662"/>
                  </a:cubicBezTo>
                  <a:cubicBezTo>
                    <a:pt x="2226930" y="12555"/>
                    <a:pt x="3750548" y="-52136"/>
                    <a:pt x="3910722" y="36141"/>
                  </a:cubicBezTo>
                  <a:cubicBezTo>
                    <a:pt x="4070896" y="124418"/>
                    <a:pt x="4120351" y="1358027"/>
                    <a:pt x="3594088" y="1933573"/>
                  </a:cubicBezTo>
                  <a:cubicBezTo>
                    <a:pt x="3171099" y="2391895"/>
                    <a:pt x="2301583" y="2656718"/>
                    <a:pt x="1827979" y="2405053"/>
                  </a:cubicBezTo>
                  <a:cubicBezTo>
                    <a:pt x="1354375" y="2153388"/>
                    <a:pt x="89449" y="3653411"/>
                    <a:pt x="3254" y="3573700"/>
                  </a:cubicBezTo>
                  <a:close/>
                </a:path>
              </a:pathLst>
            </a:custGeom>
            <a:noFill/>
            <a:ln>
              <a:solidFill>
                <a:srgbClr val="0C26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5" name="Freeform 1014">
              <a:extLst>
                <a:ext uri="{FF2B5EF4-FFF2-40B4-BE49-F238E27FC236}">
                  <a16:creationId xmlns:a16="http://schemas.microsoft.com/office/drawing/2014/main" id="{7053B108-3BFA-086A-00F7-0EE3C6F3D3ED}"/>
                </a:ext>
              </a:extLst>
            </p:cNvPr>
            <p:cNvSpPr/>
            <p:nvPr userDrawn="1"/>
          </p:nvSpPr>
          <p:spPr>
            <a:xfrm rot="16200000">
              <a:off x="5776368" y="817159"/>
              <a:ext cx="2615869" cy="2682270"/>
            </a:xfrm>
            <a:custGeom>
              <a:avLst/>
              <a:gdLst>
                <a:gd name="csX0" fmla="*/ 1893 w 3484511"/>
                <a:gd name="csY0" fmla="*/ 3509215 h 3511799"/>
                <a:gd name="csX1" fmla="*/ 1514170 w 3484511"/>
                <a:gd name="csY1" fmla="*/ 1703861 h 3511799"/>
                <a:gd name="csX2" fmla="*/ 2029985 w 3484511"/>
                <a:gd name="csY2" fmla="*/ 226753 h 3511799"/>
                <a:gd name="csX3" fmla="*/ 3378139 w 3484511"/>
                <a:gd name="csY3" fmla="*/ 144692 h 3511799"/>
                <a:gd name="csX4" fmla="*/ 3225739 w 3484511"/>
                <a:gd name="csY4" fmla="*/ 1586630 h 3511799"/>
                <a:gd name="csX5" fmla="*/ 1854139 w 3484511"/>
                <a:gd name="csY5" fmla="*/ 2090723 h 3511799"/>
                <a:gd name="csX6" fmla="*/ 1893 w 3484511"/>
                <a:gd name="csY6" fmla="*/ 3509215 h 3511799"/>
                <a:gd name="csX0" fmla="*/ 1352 w 4094215"/>
                <a:gd name="csY0" fmla="*/ 4103738 h 4105568"/>
                <a:gd name="csX1" fmla="*/ 2123874 w 4094215"/>
                <a:gd name="csY1" fmla="*/ 1703861 h 4105568"/>
                <a:gd name="csX2" fmla="*/ 2639689 w 4094215"/>
                <a:gd name="csY2" fmla="*/ 226753 h 4105568"/>
                <a:gd name="csX3" fmla="*/ 3987843 w 4094215"/>
                <a:gd name="csY3" fmla="*/ 144692 h 4105568"/>
                <a:gd name="csX4" fmla="*/ 3835443 w 4094215"/>
                <a:gd name="csY4" fmla="*/ 1586630 h 4105568"/>
                <a:gd name="csX5" fmla="*/ 2463843 w 4094215"/>
                <a:gd name="csY5" fmla="*/ 2090723 h 4105568"/>
                <a:gd name="csX6" fmla="*/ 1352 w 4094215"/>
                <a:gd name="csY6" fmla="*/ 4103738 h 4105568"/>
                <a:gd name="csX0" fmla="*/ 1978 w 4094841"/>
                <a:gd name="csY0" fmla="*/ 4101966 h 4104114"/>
                <a:gd name="csX1" fmla="*/ 2058783 w 4094841"/>
                <a:gd name="csY1" fmla="*/ 1668597 h 4104114"/>
                <a:gd name="csX2" fmla="*/ 2640315 w 4094841"/>
                <a:gd name="csY2" fmla="*/ 224981 h 4104114"/>
                <a:gd name="csX3" fmla="*/ 3988469 w 4094841"/>
                <a:gd name="csY3" fmla="*/ 142920 h 4104114"/>
                <a:gd name="csX4" fmla="*/ 3836069 w 4094841"/>
                <a:gd name="csY4" fmla="*/ 1584858 h 4104114"/>
                <a:gd name="csX5" fmla="*/ 2464469 w 4094841"/>
                <a:gd name="csY5" fmla="*/ 2088951 h 4104114"/>
                <a:gd name="csX6" fmla="*/ 1978 w 4094841"/>
                <a:gd name="csY6" fmla="*/ 4101966 h 4104114"/>
                <a:gd name="csX0" fmla="*/ 1943 w 4132359"/>
                <a:gd name="csY0" fmla="*/ 3750277 h 3752868"/>
                <a:gd name="csX1" fmla="*/ 2096301 w 4132359"/>
                <a:gd name="csY1" fmla="*/ 1668597 h 3752868"/>
                <a:gd name="csX2" fmla="*/ 2677833 w 4132359"/>
                <a:gd name="csY2" fmla="*/ 224981 h 3752868"/>
                <a:gd name="csX3" fmla="*/ 4025987 w 4132359"/>
                <a:gd name="csY3" fmla="*/ 142920 h 3752868"/>
                <a:gd name="csX4" fmla="*/ 3873587 w 4132359"/>
                <a:gd name="csY4" fmla="*/ 1584858 h 3752868"/>
                <a:gd name="csX5" fmla="*/ 2501987 w 4132359"/>
                <a:gd name="csY5" fmla="*/ 2088951 h 3752868"/>
                <a:gd name="csX6" fmla="*/ 1943 w 4132359"/>
                <a:gd name="csY6" fmla="*/ 3750277 h 3752868"/>
                <a:gd name="csX0" fmla="*/ 7123 w 4137539"/>
                <a:gd name="csY0" fmla="*/ 3776554 h 3776601"/>
                <a:gd name="csX1" fmla="*/ 1782278 w 4137539"/>
                <a:gd name="csY1" fmla="*/ 2163796 h 3776601"/>
                <a:gd name="csX2" fmla="*/ 2683013 w 4137539"/>
                <a:gd name="csY2" fmla="*/ 251258 h 3776601"/>
                <a:gd name="csX3" fmla="*/ 4031167 w 4137539"/>
                <a:gd name="csY3" fmla="*/ 169197 h 3776601"/>
                <a:gd name="csX4" fmla="*/ 3878767 w 4137539"/>
                <a:gd name="csY4" fmla="*/ 1611135 h 3776601"/>
                <a:gd name="csX5" fmla="*/ 2507167 w 4137539"/>
                <a:gd name="csY5" fmla="*/ 2115228 h 3776601"/>
                <a:gd name="csX6" fmla="*/ 7123 w 4137539"/>
                <a:gd name="csY6" fmla="*/ 3776554 h 3776601"/>
                <a:gd name="csX0" fmla="*/ 25 w 4130441"/>
                <a:gd name="csY0" fmla="*/ 3776554 h 3776586"/>
                <a:gd name="csX1" fmla="*/ 1775180 w 4130441"/>
                <a:gd name="csY1" fmla="*/ 2163796 h 3776586"/>
                <a:gd name="csX2" fmla="*/ 2675915 w 4130441"/>
                <a:gd name="csY2" fmla="*/ 251258 h 3776586"/>
                <a:gd name="csX3" fmla="*/ 4024069 w 4130441"/>
                <a:gd name="csY3" fmla="*/ 169197 h 3776586"/>
                <a:gd name="csX4" fmla="*/ 3871669 w 4130441"/>
                <a:gd name="csY4" fmla="*/ 1611135 h 3776586"/>
                <a:gd name="csX5" fmla="*/ 1814719 w 4130441"/>
                <a:gd name="csY5" fmla="*/ 2207339 h 3776586"/>
                <a:gd name="csX6" fmla="*/ 25 w 4130441"/>
                <a:gd name="csY6" fmla="*/ 3776554 h 3776586"/>
                <a:gd name="csX0" fmla="*/ 25 w 4130441"/>
                <a:gd name="csY0" fmla="*/ 3776554 h 3776589"/>
                <a:gd name="csX1" fmla="*/ 1775180 w 4130441"/>
                <a:gd name="csY1" fmla="*/ 2163796 h 3776589"/>
                <a:gd name="csX2" fmla="*/ 2675915 w 4130441"/>
                <a:gd name="csY2" fmla="*/ 251258 h 3776589"/>
                <a:gd name="csX3" fmla="*/ 4024069 w 4130441"/>
                <a:gd name="csY3" fmla="*/ 169197 h 3776589"/>
                <a:gd name="csX4" fmla="*/ 3871669 w 4130441"/>
                <a:gd name="csY4" fmla="*/ 1611135 h 3776589"/>
                <a:gd name="csX5" fmla="*/ 1814719 w 4130441"/>
                <a:gd name="csY5" fmla="*/ 2207339 h 3776589"/>
                <a:gd name="csX6" fmla="*/ 25 w 4130441"/>
                <a:gd name="csY6" fmla="*/ 3776554 h 3776589"/>
                <a:gd name="csX0" fmla="*/ 25 w 3957457"/>
                <a:gd name="csY0" fmla="*/ 3611866 h 3611901"/>
                <a:gd name="csX1" fmla="*/ 1775180 w 3957457"/>
                <a:gd name="csY1" fmla="*/ 1999108 h 3611901"/>
                <a:gd name="csX2" fmla="*/ 2675915 w 3957457"/>
                <a:gd name="csY2" fmla="*/ 86570 h 3611901"/>
                <a:gd name="csX3" fmla="*/ 3554650 w 3957457"/>
                <a:gd name="csY3" fmla="*/ 439934 h 3611901"/>
                <a:gd name="csX4" fmla="*/ 3871669 w 3957457"/>
                <a:gd name="csY4" fmla="*/ 1446447 h 3611901"/>
                <a:gd name="csX5" fmla="*/ 1814719 w 3957457"/>
                <a:gd name="csY5" fmla="*/ 2042651 h 3611901"/>
                <a:gd name="csX6" fmla="*/ 25 w 3957457"/>
                <a:gd name="csY6" fmla="*/ 3611866 h 3611901"/>
                <a:gd name="csX0" fmla="*/ 25 w 3957253"/>
                <a:gd name="csY0" fmla="*/ 3368639 h 3368674"/>
                <a:gd name="csX1" fmla="*/ 1775180 w 3957253"/>
                <a:gd name="csY1" fmla="*/ 1755881 h 3368674"/>
                <a:gd name="csX2" fmla="*/ 2685304 w 3957253"/>
                <a:gd name="csY2" fmla="*/ 144791 h 3368674"/>
                <a:gd name="csX3" fmla="*/ 3554650 w 3957253"/>
                <a:gd name="csY3" fmla="*/ 196707 h 3368674"/>
                <a:gd name="csX4" fmla="*/ 3871669 w 3957253"/>
                <a:gd name="csY4" fmla="*/ 1203220 h 3368674"/>
                <a:gd name="csX5" fmla="*/ 1814719 w 3957253"/>
                <a:gd name="csY5" fmla="*/ 1799424 h 3368674"/>
                <a:gd name="csX6" fmla="*/ 25 w 3957253"/>
                <a:gd name="csY6" fmla="*/ 3368639 h 3368674"/>
                <a:gd name="csX0" fmla="*/ 25 w 3705517"/>
                <a:gd name="csY0" fmla="*/ 3358570 h 3358603"/>
                <a:gd name="csX1" fmla="*/ 1775180 w 3705517"/>
                <a:gd name="csY1" fmla="*/ 1745812 h 3358603"/>
                <a:gd name="csX2" fmla="*/ 2685304 w 3705517"/>
                <a:gd name="csY2" fmla="*/ 134722 h 3358603"/>
                <a:gd name="csX3" fmla="*/ 3554650 w 3705517"/>
                <a:gd name="csY3" fmla="*/ 186638 h 3358603"/>
                <a:gd name="csX4" fmla="*/ 3552464 w 3705517"/>
                <a:gd name="csY4" fmla="*/ 975438 h 3358603"/>
                <a:gd name="csX5" fmla="*/ 1814719 w 3705517"/>
                <a:gd name="csY5" fmla="*/ 1789355 h 3358603"/>
                <a:gd name="csX6" fmla="*/ 25 w 3705517"/>
                <a:gd name="csY6" fmla="*/ 3358570 h 3358603"/>
                <a:gd name="csX0" fmla="*/ 2290 w 3707782"/>
                <a:gd name="csY0" fmla="*/ 3305196 h 3314287"/>
                <a:gd name="csX1" fmla="*/ 2199921 w 3707782"/>
                <a:gd name="csY1" fmla="*/ 955568 h 3314287"/>
                <a:gd name="csX2" fmla="*/ 2687569 w 3707782"/>
                <a:gd name="csY2" fmla="*/ 81348 h 3314287"/>
                <a:gd name="csX3" fmla="*/ 3556915 w 3707782"/>
                <a:gd name="csY3" fmla="*/ 133264 h 3314287"/>
                <a:gd name="csX4" fmla="*/ 3554729 w 3707782"/>
                <a:gd name="csY4" fmla="*/ 922064 h 3314287"/>
                <a:gd name="csX5" fmla="*/ 1816984 w 3707782"/>
                <a:gd name="csY5" fmla="*/ 1735981 h 3314287"/>
                <a:gd name="csX6" fmla="*/ 2290 w 3707782"/>
                <a:gd name="csY6" fmla="*/ 3305196 h 3314287"/>
                <a:gd name="csX0" fmla="*/ 377 w 3705869"/>
                <a:gd name="csY0" fmla="*/ 3305196 h 3313168"/>
                <a:gd name="csX1" fmla="*/ 2198008 w 3705869"/>
                <a:gd name="csY1" fmla="*/ 955568 h 3313168"/>
                <a:gd name="csX2" fmla="*/ 2685656 w 3705869"/>
                <a:gd name="csY2" fmla="*/ 81348 h 3313168"/>
                <a:gd name="csX3" fmla="*/ 3555002 w 3705869"/>
                <a:gd name="csY3" fmla="*/ 133264 h 3313168"/>
                <a:gd name="csX4" fmla="*/ 3552816 w 3705869"/>
                <a:gd name="csY4" fmla="*/ 922064 h 3313168"/>
                <a:gd name="csX5" fmla="*/ 2378375 w 3705869"/>
                <a:gd name="csY5" fmla="*/ 1694113 h 3313168"/>
                <a:gd name="csX6" fmla="*/ 377 w 3705869"/>
                <a:gd name="csY6" fmla="*/ 3305196 h 3313168"/>
                <a:gd name="csX0" fmla="*/ 377 w 3705869"/>
                <a:gd name="csY0" fmla="*/ 3305196 h 3311216"/>
                <a:gd name="csX1" fmla="*/ 2198008 w 3705869"/>
                <a:gd name="csY1" fmla="*/ 955568 h 3311216"/>
                <a:gd name="csX2" fmla="*/ 2685656 w 3705869"/>
                <a:gd name="csY2" fmla="*/ 81348 h 3311216"/>
                <a:gd name="csX3" fmla="*/ 3555002 w 3705869"/>
                <a:gd name="csY3" fmla="*/ 133264 h 3311216"/>
                <a:gd name="csX4" fmla="*/ 3552816 w 3705869"/>
                <a:gd name="csY4" fmla="*/ 922064 h 3311216"/>
                <a:gd name="csX5" fmla="*/ 2378375 w 3705869"/>
                <a:gd name="csY5" fmla="*/ 1694113 h 3311216"/>
                <a:gd name="csX6" fmla="*/ 377 w 3705869"/>
                <a:gd name="csY6" fmla="*/ 3305196 h 3311216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31250"/>
                <a:gd name="csY0" fmla="*/ 3306034 h 3313991"/>
                <a:gd name="csX1" fmla="*/ 2198008 w 4431250"/>
                <a:gd name="csY1" fmla="*/ 956406 h 3313991"/>
                <a:gd name="csX2" fmla="*/ 2685656 w 4431250"/>
                <a:gd name="csY2" fmla="*/ 82186 h 3313991"/>
                <a:gd name="csX3" fmla="*/ 3555002 w 4431250"/>
                <a:gd name="csY3" fmla="*/ 134102 h 3313991"/>
                <a:gd name="csX4" fmla="*/ 4425936 w 4431250"/>
                <a:gd name="csY4" fmla="*/ 939649 h 3313991"/>
                <a:gd name="csX5" fmla="*/ 2378375 w 4431250"/>
                <a:gd name="csY5" fmla="*/ 1694951 h 3313991"/>
                <a:gd name="csX6" fmla="*/ 377 w 4431250"/>
                <a:gd name="csY6" fmla="*/ 3306034 h 3313991"/>
                <a:gd name="csX0" fmla="*/ 377 w 4425936"/>
                <a:gd name="csY0" fmla="*/ 3306034 h 3313991"/>
                <a:gd name="csX1" fmla="*/ 2198008 w 4425936"/>
                <a:gd name="csY1" fmla="*/ 956406 h 3313991"/>
                <a:gd name="csX2" fmla="*/ 2685656 w 4425936"/>
                <a:gd name="csY2" fmla="*/ 82186 h 3313991"/>
                <a:gd name="csX3" fmla="*/ 3555002 w 4425936"/>
                <a:gd name="csY3" fmla="*/ 134102 h 3313991"/>
                <a:gd name="csX4" fmla="*/ 4425936 w 4425936"/>
                <a:gd name="csY4" fmla="*/ 939649 h 3313991"/>
                <a:gd name="csX5" fmla="*/ 2378375 w 4425936"/>
                <a:gd name="csY5" fmla="*/ 1694951 h 3313991"/>
                <a:gd name="csX6" fmla="*/ 377 w 4425936"/>
                <a:gd name="csY6" fmla="*/ 3306034 h 3313991"/>
                <a:gd name="csX0" fmla="*/ 377 w 4472878"/>
                <a:gd name="csY0" fmla="*/ 3303952 h 3311947"/>
                <a:gd name="csX1" fmla="*/ 2198008 w 4472878"/>
                <a:gd name="csY1" fmla="*/ 954324 h 3311947"/>
                <a:gd name="csX2" fmla="*/ 2685656 w 4472878"/>
                <a:gd name="csY2" fmla="*/ 80104 h 3311947"/>
                <a:gd name="csX3" fmla="*/ 3555002 w 4472878"/>
                <a:gd name="csY3" fmla="*/ 132020 h 3311947"/>
                <a:gd name="csX4" fmla="*/ 4472878 w 4472878"/>
                <a:gd name="csY4" fmla="*/ 895700 h 3311947"/>
                <a:gd name="csX5" fmla="*/ 2378375 w 4472878"/>
                <a:gd name="csY5" fmla="*/ 1692869 h 3311947"/>
                <a:gd name="csX6" fmla="*/ 377 w 4472878"/>
                <a:gd name="csY6" fmla="*/ 3303952 h 3311947"/>
                <a:gd name="csX0" fmla="*/ 377 w 4472878"/>
                <a:gd name="csY0" fmla="*/ 3489034 h 3497029"/>
                <a:gd name="csX1" fmla="*/ 2198008 w 4472878"/>
                <a:gd name="csY1" fmla="*/ 1139406 h 3497029"/>
                <a:gd name="csX2" fmla="*/ 2685656 w 4472878"/>
                <a:gd name="csY2" fmla="*/ 265186 h 3497029"/>
                <a:gd name="csX3" fmla="*/ 3742770 w 4472878"/>
                <a:gd name="csY3" fmla="*/ 49148 h 3497029"/>
                <a:gd name="csX4" fmla="*/ 4472878 w 4472878"/>
                <a:gd name="csY4" fmla="*/ 1080782 h 3497029"/>
                <a:gd name="csX5" fmla="*/ 2378375 w 4472878"/>
                <a:gd name="csY5" fmla="*/ 1877951 h 3497029"/>
                <a:gd name="csX6" fmla="*/ 377 w 4472878"/>
                <a:gd name="csY6" fmla="*/ 3489034 h 3497029"/>
                <a:gd name="csX0" fmla="*/ 377 w 4482266"/>
                <a:gd name="csY0" fmla="*/ 3489034 h 3497029"/>
                <a:gd name="csX1" fmla="*/ 2198008 w 4482266"/>
                <a:gd name="csY1" fmla="*/ 1139406 h 3497029"/>
                <a:gd name="csX2" fmla="*/ 2685656 w 4482266"/>
                <a:gd name="csY2" fmla="*/ 265186 h 3497029"/>
                <a:gd name="csX3" fmla="*/ 3742770 w 4482266"/>
                <a:gd name="csY3" fmla="*/ 49148 h 3497029"/>
                <a:gd name="csX4" fmla="*/ 4482266 w 4482266"/>
                <a:gd name="csY4" fmla="*/ 1080782 h 3497029"/>
                <a:gd name="csX5" fmla="*/ 2378375 w 4482266"/>
                <a:gd name="csY5" fmla="*/ 1877951 h 3497029"/>
                <a:gd name="csX6" fmla="*/ 377 w 4482266"/>
                <a:gd name="csY6" fmla="*/ 3489034 h 3497029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10188 w 4492077"/>
                <a:gd name="csY0" fmla="*/ 3488052 h 3497366"/>
                <a:gd name="csX1" fmla="*/ 1804118 w 4492077"/>
                <a:gd name="csY1" fmla="*/ 1096559 h 3497366"/>
                <a:gd name="csX2" fmla="*/ 2695467 w 4492077"/>
                <a:gd name="csY2" fmla="*/ 264204 h 3497366"/>
                <a:gd name="csX3" fmla="*/ 3752581 w 4492077"/>
                <a:gd name="csY3" fmla="*/ 48166 h 3497366"/>
                <a:gd name="csX4" fmla="*/ 4492077 w 4492077"/>
                <a:gd name="csY4" fmla="*/ 1079800 h 3497366"/>
                <a:gd name="csX5" fmla="*/ 2688616 w 4492077"/>
                <a:gd name="csY5" fmla="*/ 1893718 h 3497366"/>
                <a:gd name="csX6" fmla="*/ 10188 w 4492077"/>
                <a:gd name="csY6" fmla="*/ 3488052 h 3497366"/>
                <a:gd name="csX0" fmla="*/ 10188 w 4492077"/>
                <a:gd name="csY0" fmla="*/ 3488052 h 3500595"/>
                <a:gd name="csX1" fmla="*/ 1804118 w 4492077"/>
                <a:gd name="csY1" fmla="*/ 1096559 h 3500595"/>
                <a:gd name="csX2" fmla="*/ 2695467 w 4492077"/>
                <a:gd name="csY2" fmla="*/ 264204 h 3500595"/>
                <a:gd name="csX3" fmla="*/ 3752581 w 4492077"/>
                <a:gd name="csY3" fmla="*/ 48166 h 3500595"/>
                <a:gd name="csX4" fmla="*/ 4492077 w 4492077"/>
                <a:gd name="csY4" fmla="*/ 1079800 h 3500595"/>
                <a:gd name="csX5" fmla="*/ 2688616 w 4492077"/>
                <a:gd name="csY5" fmla="*/ 1893718 h 3500595"/>
                <a:gd name="csX6" fmla="*/ 10188 w 4492077"/>
                <a:gd name="csY6" fmla="*/ 3488052 h 3500595"/>
                <a:gd name="csX0" fmla="*/ 10188 w 4492077"/>
                <a:gd name="csY0" fmla="*/ 3488052 h 3500888"/>
                <a:gd name="csX1" fmla="*/ 1804118 w 4492077"/>
                <a:gd name="csY1" fmla="*/ 1096559 h 3500888"/>
                <a:gd name="csX2" fmla="*/ 2695467 w 4492077"/>
                <a:gd name="csY2" fmla="*/ 264204 h 3500888"/>
                <a:gd name="csX3" fmla="*/ 3752581 w 4492077"/>
                <a:gd name="csY3" fmla="*/ 48166 h 3500888"/>
                <a:gd name="csX4" fmla="*/ 4492077 w 4492077"/>
                <a:gd name="csY4" fmla="*/ 1079800 h 3500888"/>
                <a:gd name="csX5" fmla="*/ 2688616 w 4492077"/>
                <a:gd name="csY5" fmla="*/ 1893718 h 3500888"/>
                <a:gd name="csX6" fmla="*/ 10188 w 4492077"/>
                <a:gd name="csY6" fmla="*/ 3488052 h 3500888"/>
                <a:gd name="csX0" fmla="*/ 27731 w 3289130"/>
                <a:gd name="csY0" fmla="*/ 2449732 h 2473361"/>
                <a:gd name="csX1" fmla="*/ 601171 w 3289130"/>
                <a:gd name="csY1" fmla="*/ 1096559 h 2473361"/>
                <a:gd name="csX2" fmla="*/ 1492520 w 3289130"/>
                <a:gd name="csY2" fmla="*/ 264204 h 2473361"/>
                <a:gd name="csX3" fmla="*/ 2549634 w 3289130"/>
                <a:gd name="csY3" fmla="*/ 48166 h 2473361"/>
                <a:gd name="csX4" fmla="*/ 3289130 w 3289130"/>
                <a:gd name="csY4" fmla="*/ 1079800 h 2473361"/>
                <a:gd name="csX5" fmla="*/ 1485669 w 3289130"/>
                <a:gd name="csY5" fmla="*/ 1893718 h 2473361"/>
                <a:gd name="csX6" fmla="*/ 27731 w 3289130"/>
                <a:gd name="csY6" fmla="*/ 2449732 h 2473361"/>
                <a:gd name="csX0" fmla="*/ 367 w 3261766"/>
                <a:gd name="csY0" fmla="*/ 2449732 h 2449966"/>
                <a:gd name="csX1" fmla="*/ 573807 w 3261766"/>
                <a:gd name="csY1" fmla="*/ 1096559 h 2449966"/>
                <a:gd name="csX2" fmla="*/ 1465156 w 3261766"/>
                <a:gd name="csY2" fmla="*/ 264204 h 2449966"/>
                <a:gd name="csX3" fmla="*/ 2522270 w 3261766"/>
                <a:gd name="csY3" fmla="*/ 48166 h 2449966"/>
                <a:gd name="csX4" fmla="*/ 3261766 w 3261766"/>
                <a:gd name="csY4" fmla="*/ 1079800 h 2449966"/>
                <a:gd name="csX5" fmla="*/ 1458305 w 3261766"/>
                <a:gd name="csY5" fmla="*/ 1893718 h 2449966"/>
                <a:gd name="csX6" fmla="*/ 367 w 3261766"/>
                <a:gd name="csY6" fmla="*/ 2449732 h 2449966"/>
                <a:gd name="csX0" fmla="*/ 62959 w 3324358"/>
                <a:gd name="csY0" fmla="*/ 2449732 h 2487147"/>
                <a:gd name="csX1" fmla="*/ 636399 w 3324358"/>
                <a:gd name="csY1" fmla="*/ 1096559 h 2487147"/>
                <a:gd name="csX2" fmla="*/ 1527748 w 3324358"/>
                <a:gd name="csY2" fmla="*/ 264204 h 2487147"/>
                <a:gd name="csX3" fmla="*/ 2584862 w 3324358"/>
                <a:gd name="csY3" fmla="*/ 48166 h 2487147"/>
                <a:gd name="csX4" fmla="*/ 3324358 w 3324358"/>
                <a:gd name="csY4" fmla="*/ 1079800 h 2487147"/>
                <a:gd name="csX5" fmla="*/ 1520897 w 3324358"/>
                <a:gd name="csY5" fmla="*/ 1893718 h 2487147"/>
                <a:gd name="csX6" fmla="*/ 62959 w 3324358"/>
                <a:gd name="csY6" fmla="*/ 2449732 h 2487147"/>
                <a:gd name="csX0" fmla="*/ 38478 w 4482813"/>
                <a:gd name="csY0" fmla="*/ 3496425 h 3519813"/>
                <a:gd name="csX1" fmla="*/ 1794854 w 4482813"/>
                <a:gd name="csY1" fmla="*/ 1096559 h 3519813"/>
                <a:gd name="csX2" fmla="*/ 2686203 w 4482813"/>
                <a:gd name="csY2" fmla="*/ 264204 h 3519813"/>
                <a:gd name="csX3" fmla="*/ 3743317 w 4482813"/>
                <a:gd name="csY3" fmla="*/ 48166 h 3519813"/>
                <a:gd name="csX4" fmla="*/ 4482813 w 4482813"/>
                <a:gd name="csY4" fmla="*/ 1079800 h 3519813"/>
                <a:gd name="csX5" fmla="*/ 2679352 w 4482813"/>
                <a:gd name="csY5" fmla="*/ 1893718 h 3519813"/>
                <a:gd name="csX6" fmla="*/ 38478 w 4482813"/>
                <a:gd name="csY6" fmla="*/ 3496425 h 3519813"/>
                <a:gd name="csX0" fmla="*/ 9071 w 4453406"/>
                <a:gd name="csY0" fmla="*/ 3496425 h 3510301"/>
                <a:gd name="csX1" fmla="*/ 1765447 w 4453406"/>
                <a:gd name="csY1" fmla="*/ 1096559 h 3510301"/>
                <a:gd name="csX2" fmla="*/ 2656796 w 4453406"/>
                <a:gd name="csY2" fmla="*/ 264204 h 3510301"/>
                <a:gd name="csX3" fmla="*/ 3713910 w 4453406"/>
                <a:gd name="csY3" fmla="*/ 48166 h 3510301"/>
                <a:gd name="csX4" fmla="*/ 4453406 w 4453406"/>
                <a:gd name="csY4" fmla="*/ 1079800 h 3510301"/>
                <a:gd name="csX5" fmla="*/ 2649945 w 4453406"/>
                <a:gd name="csY5" fmla="*/ 1893718 h 3510301"/>
                <a:gd name="csX6" fmla="*/ 9071 w 4453406"/>
                <a:gd name="csY6" fmla="*/ 3496425 h 3510301"/>
                <a:gd name="csX0" fmla="*/ 9071 w 4453406"/>
                <a:gd name="csY0" fmla="*/ 3496425 h 3512169"/>
                <a:gd name="csX1" fmla="*/ 1765447 w 4453406"/>
                <a:gd name="csY1" fmla="*/ 1096559 h 3512169"/>
                <a:gd name="csX2" fmla="*/ 2656796 w 4453406"/>
                <a:gd name="csY2" fmla="*/ 264204 h 3512169"/>
                <a:gd name="csX3" fmla="*/ 3713910 w 4453406"/>
                <a:gd name="csY3" fmla="*/ 48166 h 3512169"/>
                <a:gd name="csX4" fmla="*/ 4453406 w 4453406"/>
                <a:gd name="csY4" fmla="*/ 1079800 h 3512169"/>
                <a:gd name="csX5" fmla="*/ 2649945 w 4453406"/>
                <a:gd name="csY5" fmla="*/ 1893718 h 3512169"/>
                <a:gd name="csX6" fmla="*/ 9071 w 4453406"/>
                <a:gd name="csY6" fmla="*/ 3496425 h 3512169"/>
                <a:gd name="csX0" fmla="*/ 9640 w 4453975"/>
                <a:gd name="csY0" fmla="*/ 3496425 h 3512169"/>
                <a:gd name="csX1" fmla="*/ 1766016 w 4453975"/>
                <a:gd name="csY1" fmla="*/ 1096559 h 3512169"/>
                <a:gd name="csX2" fmla="*/ 2657365 w 4453975"/>
                <a:gd name="csY2" fmla="*/ 264204 h 3512169"/>
                <a:gd name="csX3" fmla="*/ 3714479 w 4453975"/>
                <a:gd name="csY3" fmla="*/ 48166 h 3512169"/>
                <a:gd name="csX4" fmla="*/ 4453975 w 4453975"/>
                <a:gd name="csY4" fmla="*/ 1079800 h 3512169"/>
                <a:gd name="csX5" fmla="*/ 2650514 w 4453975"/>
                <a:gd name="csY5" fmla="*/ 1893718 h 3512169"/>
                <a:gd name="csX6" fmla="*/ 9640 w 4453975"/>
                <a:gd name="csY6" fmla="*/ 3496425 h 3512169"/>
                <a:gd name="csX0" fmla="*/ 9640 w 4453975"/>
                <a:gd name="csY0" fmla="*/ 3993467 h 4008123"/>
                <a:gd name="csX1" fmla="*/ 1766016 w 4453975"/>
                <a:gd name="csY1" fmla="*/ 1593601 h 4008123"/>
                <a:gd name="csX2" fmla="*/ 2601034 w 4453975"/>
                <a:gd name="csY2" fmla="*/ 41122 h 4008123"/>
                <a:gd name="csX3" fmla="*/ 3714479 w 4453975"/>
                <a:gd name="csY3" fmla="*/ 545208 h 4008123"/>
                <a:gd name="csX4" fmla="*/ 4453975 w 4453975"/>
                <a:gd name="csY4" fmla="*/ 1576842 h 4008123"/>
                <a:gd name="csX5" fmla="*/ 2650514 w 4453975"/>
                <a:gd name="csY5" fmla="*/ 2390760 h 4008123"/>
                <a:gd name="csX6" fmla="*/ 9640 w 4453975"/>
                <a:gd name="csY6" fmla="*/ 3993467 h 4008123"/>
                <a:gd name="csX0" fmla="*/ 9640 w 4453975"/>
                <a:gd name="csY0" fmla="*/ 3952894 h 3967550"/>
                <a:gd name="csX1" fmla="*/ 1766016 w 4453975"/>
                <a:gd name="csY1" fmla="*/ 1553028 h 3967550"/>
                <a:gd name="csX2" fmla="*/ 2601034 w 4453975"/>
                <a:gd name="csY2" fmla="*/ 549 h 3967550"/>
                <a:gd name="csX3" fmla="*/ 3714479 w 4453975"/>
                <a:gd name="csY3" fmla="*/ 504635 h 3967550"/>
                <a:gd name="csX4" fmla="*/ 4453975 w 4453975"/>
                <a:gd name="csY4" fmla="*/ 1536269 h 3967550"/>
                <a:gd name="csX5" fmla="*/ 2650514 w 4453975"/>
                <a:gd name="csY5" fmla="*/ 2350187 h 3967550"/>
                <a:gd name="csX6" fmla="*/ 9640 w 4453975"/>
                <a:gd name="csY6" fmla="*/ 3952894 h 3967550"/>
                <a:gd name="csX0" fmla="*/ 9640 w 4453975"/>
                <a:gd name="csY0" fmla="*/ 3952971 h 3968477"/>
                <a:gd name="csX1" fmla="*/ 1766016 w 4453975"/>
                <a:gd name="csY1" fmla="*/ 1553105 h 3968477"/>
                <a:gd name="csX2" fmla="*/ 2601034 w 4453975"/>
                <a:gd name="csY2" fmla="*/ 626 h 3968477"/>
                <a:gd name="csX3" fmla="*/ 3714479 w 4453975"/>
                <a:gd name="csY3" fmla="*/ 504712 h 3968477"/>
                <a:gd name="csX4" fmla="*/ 4453975 w 4453975"/>
                <a:gd name="csY4" fmla="*/ 1536346 h 3968477"/>
                <a:gd name="csX5" fmla="*/ 2650514 w 4453975"/>
                <a:gd name="csY5" fmla="*/ 2350264 h 3968477"/>
                <a:gd name="csX6" fmla="*/ 9640 w 4453975"/>
                <a:gd name="csY6" fmla="*/ 3952971 h 3968477"/>
                <a:gd name="csX0" fmla="*/ 9640 w 4517542"/>
                <a:gd name="csY0" fmla="*/ 4153948 h 4169453"/>
                <a:gd name="csX1" fmla="*/ 1766016 w 4517542"/>
                <a:gd name="csY1" fmla="*/ 1754082 h 4169453"/>
                <a:gd name="csX2" fmla="*/ 2601034 w 4517542"/>
                <a:gd name="csY2" fmla="*/ 201603 h 4169453"/>
                <a:gd name="csX3" fmla="*/ 4390442 w 4517542"/>
                <a:gd name="csY3" fmla="*/ 186529 h 4169453"/>
                <a:gd name="csX4" fmla="*/ 4453975 w 4517542"/>
                <a:gd name="csY4" fmla="*/ 1737323 h 4169453"/>
                <a:gd name="csX5" fmla="*/ 2650514 w 4517542"/>
                <a:gd name="csY5" fmla="*/ 2551241 h 4169453"/>
                <a:gd name="csX6" fmla="*/ 9640 w 4517542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719798"/>
                <a:gd name="csY0" fmla="*/ 4153948 h 4169453"/>
                <a:gd name="csX1" fmla="*/ 1766016 w 4719798"/>
                <a:gd name="csY1" fmla="*/ 1754082 h 4169453"/>
                <a:gd name="csX2" fmla="*/ 2601034 w 4719798"/>
                <a:gd name="csY2" fmla="*/ 201603 h 4169453"/>
                <a:gd name="csX3" fmla="*/ 4390442 w 4719798"/>
                <a:gd name="csY3" fmla="*/ 186529 h 4169453"/>
                <a:gd name="csX4" fmla="*/ 4453975 w 4719798"/>
                <a:gd name="csY4" fmla="*/ 1737323 h 4169453"/>
                <a:gd name="csX5" fmla="*/ 2650514 w 4719798"/>
                <a:gd name="csY5" fmla="*/ 2551241 h 4169453"/>
                <a:gd name="csX6" fmla="*/ 9640 w 4719798"/>
                <a:gd name="csY6" fmla="*/ 4153948 h 4169453"/>
                <a:gd name="csX0" fmla="*/ 9640 w 4684091"/>
                <a:gd name="csY0" fmla="*/ 4153948 h 4169453"/>
                <a:gd name="csX1" fmla="*/ 1766016 w 4684091"/>
                <a:gd name="csY1" fmla="*/ 1754082 h 4169453"/>
                <a:gd name="csX2" fmla="*/ 2601034 w 4684091"/>
                <a:gd name="csY2" fmla="*/ 201603 h 4169453"/>
                <a:gd name="csX3" fmla="*/ 4390442 w 4684091"/>
                <a:gd name="csY3" fmla="*/ 186529 h 4169453"/>
                <a:gd name="csX4" fmla="*/ 4453975 w 4684091"/>
                <a:gd name="csY4" fmla="*/ 1737323 h 4169453"/>
                <a:gd name="csX5" fmla="*/ 2650514 w 4684091"/>
                <a:gd name="csY5" fmla="*/ 2551241 h 4169453"/>
                <a:gd name="csX6" fmla="*/ 9640 w 4684091"/>
                <a:gd name="csY6" fmla="*/ 4153948 h 4169453"/>
                <a:gd name="csX0" fmla="*/ 9640 w 4747938"/>
                <a:gd name="csY0" fmla="*/ 4153948 h 4169453"/>
                <a:gd name="csX1" fmla="*/ 1766016 w 4747938"/>
                <a:gd name="csY1" fmla="*/ 1754082 h 4169453"/>
                <a:gd name="csX2" fmla="*/ 2601034 w 4747938"/>
                <a:gd name="csY2" fmla="*/ 201603 h 4169453"/>
                <a:gd name="csX3" fmla="*/ 4390442 w 4747938"/>
                <a:gd name="csY3" fmla="*/ 186529 h 4169453"/>
                <a:gd name="csX4" fmla="*/ 4453975 w 4747938"/>
                <a:gd name="csY4" fmla="*/ 1737323 h 4169453"/>
                <a:gd name="csX5" fmla="*/ 2650514 w 4747938"/>
                <a:gd name="csY5" fmla="*/ 2551241 h 4169453"/>
                <a:gd name="csX6" fmla="*/ 9640 w 4747938"/>
                <a:gd name="csY6" fmla="*/ 4153948 h 4169453"/>
                <a:gd name="csX0" fmla="*/ 9640 w 4747938"/>
                <a:gd name="csY0" fmla="*/ 4205765 h 4221270"/>
                <a:gd name="csX1" fmla="*/ 1766016 w 4747938"/>
                <a:gd name="csY1" fmla="*/ 1805899 h 4221270"/>
                <a:gd name="csX2" fmla="*/ 2601034 w 4747938"/>
                <a:gd name="csY2" fmla="*/ 253420 h 4221270"/>
                <a:gd name="csX3" fmla="*/ 4390442 w 4747938"/>
                <a:gd name="csY3" fmla="*/ 238346 h 4221270"/>
                <a:gd name="csX4" fmla="*/ 4453975 w 4747938"/>
                <a:gd name="csY4" fmla="*/ 1789140 h 4221270"/>
                <a:gd name="csX5" fmla="*/ 2650514 w 4747938"/>
                <a:gd name="csY5" fmla="*/ 2603058 h 4221270"/>
                <a:gd name="csX6" fmla="*/ 9640 w 4747938"/>
                <a:gd name="csY6" fmla="*/ 4205765 h 4221270"/>
                <a:gd name="csX0" fmla="*/ 9640 w 4769359"/>
                <a:gd name="csY0" fmla="*/ 4189897 h 4205402"/>
                <a:gd name="csX1" fmla="*/ 1766016 w 4769359"/>
                <a:gd name="csY1" fmla="*/ 1790031 h 4205402"/>
                <a:gd name="csX2" fmla="*/ 2601034 w 4769359"/>
                <a:gd name="csY2" fmla="*/ 237552 h 4205402"/>
                <a:gd name="csX3" fmla="*/ 4446772 w 4769359"/>
                <a:gd name="csY3" fmla="*/ 163863 h 4205402"/>
                <a:gd name="csX4" fmla="*/ 4453975 w 4769359"/>
                <a:gd name="csY4" fmla="*/ 1773272 h 4205402"/>
                <a:gd name="csX5" fmla="*/ 2650514 w 4769359"/>
                <a:gd name="csY5" fmla="*/ 2587190 h 4205402"/>
                <a:gd name="csX6" fmla="*/ 9640 w 4769359"/>
                <a:gd name="csY6" fmla="*/ 4189897 h 4205402"/>
                <a:gd name="csX0" fmla="*/ 9640 w 4747938"/>
                <a:gd name="csY0" fmla="*/ 4212142 h 4227647"/>
                <a:gd name="csX1" fmla="*/ 1766016 w 4747938"/>
                <a:gd name="csY1" fmla="*/ 1812276 h 4227647"/>
                <a:gd name="csX2" fmla="*/ 2601034 w 4747938"/>
                <a:gd name="csY2" fmla="*/ 259797 h 4227647"/>
                <a:gd name="csX3" fmla="*/ 4390441 w 4747938"/>
                <a:gd name="csY3" fmla="*/ 152614 h 4227647"/>
                <a:gd name="csX4" fmla="*/ 4453975 w 4747938"/>
                <a:gd name="csY4" fmla="*/ 1795517 h 4227647"/>
                <a:gd name="csX5" fmla="*/ 2650514 w 4747938"/>
                <a:gd name="csY5" fmla="*/ 2609435 h 4227647"/>
                <a:gd name="csX6" fmla="*/ 9640 w 4747938"/>
                <a:gd name="csY6" fmla="*/ 4212142 h 4227647"/>
                <a:gd name="csX0" fmla="*/ 8567 w 4746865"/>
                <a:gd name="csY0" fmla="*/ 4212143 h 4219435"/>
                <a:gd name="csX1" fmla="*/ 1745271 w 4746865"/>
                <a:gd name="csY1" fmla="*/ 1812279 h 4219435"/>
                <a:gd name="csX2" fmla="*/ 2599961 w 4746865"/>
                <a:gd name="csY2" fmla="*/ 259798 h 4219435"/>
                <a:gd name="csX3" fmla="*/ 4389368 w 4746865"/>
                <a:gd name="csY3" fmla="*/ 152615 h 4219435"/>
                <a:gd name="csX4" fmla="*/ 4452902 w 4746865"/>
                <a:gd name="csY4" fmla="*/ 1795518 h 4219435"/>
                <a:gd name="csX5" fmla="*/ 2649441 w 4746865"/>
                <a:gd name="csY5" fmla="*/ 2609436 h 4219435"/>
                <a:gd name="csX6" fmla="*/ 8567 w 4746865"/>
                <a:gd name="csY6" fmla="*/ 4212143 h 4219435"/>
                <a:gd name="csX0" fmla="*/ 8451 w 4746749"/>
                <a:gd name="csY0" fmla="*/ 4212143 h 4219813"/>
                <a:gd name="csX1" fmla="*/ 1745155 w 4746749"/>
                <a:gd name="csY1" fmla="*/ 1812279 h 4219813"/>
                <a:gd name="csX2" fmla="*/ 2599845 w 4746749"/>
                <a:gd name="csY2" fmla="*/ 259798 h 4219813"/>
                <a:gd name="csX3" fmla="*/ 4389252 w 4746749"/>
                <a:gd name="csY3" fmla="*/ 152615 h 4219813"/>
                <a:gd name="csX4" fmla="*/ 4452786 w 4746749"/>
                <a:gd name="csY4" fmla="*/ 1795518 h 4219813"/>
                <a:gd name="csX5" fmla="*/ 2642769 w 4746749"/>
                <a:gd name="csY5" fmla="*/ 2626986 h 4219813"/>
                <a:gd name="csX6" fmla="*/ 8451 w 4746749"/>
                <a:gd name="csY6" fmla="*/ 4212143 h 4219813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594 w 4746892"/>
                <a:gd name="csY0" fmla="*/ 4213311 h 4220527"/>
                <a:gd name="csX1" fmla="*/ 1738740 w 4746892"/>
                <a:gd name="csY1" fmla="*/ 1836843 h 4220527"/>
                <a:gd name="csX2" fmla="*/ 2599988 w 4746892"/>
                <a:gd name="csY2" fmla="*/ 260966 h 4220527"/>
                <a:gd name="csX3" fmla="*/ 4389395 w 4746892"/>
                <a:gd name="csY3" fmla="*/ 153783 h 4220527"/>
                <a:gd name="csX4" fmla="*/ 4452929 w 4746892"/>
                <a:gd name="csY4" fmla="*/ 1796686 h 4220527"/>
                <a:gd name="csX5" fmla="*/ 2642912 w 4746892"/>
                <a:gd name="csY5" fmla="*/ 2628154 h 4220527"/>
                <a:gd name="csX6" fmla="*/ 8594 w 4746892"/>
                <a:gd name="csY6" fmla="*/ 4213311 h 4220527"/>
                <a:gd name="csX0" fmla="*/ 8594 w 4693867"/>
                <a:gd name="csY0" fmla="*/ 4136922 h 4144138"/>
                <a:gd name="csX1" fmla="*/ 1738740 w 4693867"/>
                <a:gd name="csY1" fmla="*/ 1760454 h 4144138"/>
                <a:gd name="csX2" fmla="*/ 2599988 w 4693867"/>
                <a:gd name="csY2" fmla="*/ 184577 h 4144138"/>
                <a:gd name="csX3" fmla="*/ 4389395 w 4693867"/>
                <a:gd name="csY3" fmla="*/ 77394 h 4144138"/>
                <a:gd name="csX4" fmla="*/ 4452929 w 4693867"/>
                <a:gd name="csY4" fmla="*/ 1720297 h 4144138"/>
                <a:gd name="csX5" fmla="*/ 2642912 w 4693867"/>
                <a:gd name="csY5" fmla="*/ 2551765 h 4144138"/>
                <a:gd name="csX6" fmla="*/ 8594 w 4693867"/>
                <a:gd name="csY6" fmla="*/ 4136922 h 4144138"/>
                <a:gd name="csX0" fmla="*/ 8594 w 4699247"/>
                <a:gd name="csY0" fmla="*/ 4098901 h 4106117"/>
                <a:gd name="csX1" fmla="*/ 1738740 w 4699247"/>
                <a:gd name="csY1" fmla="*/ 1722433 h 4106117"/>
                <a:gd name="csX2" fmla="*/ 2599988 w 4699247"/>
                <a:gd name="csY2" fmla="*/ 146556 h 4106117"/>
                <a:gd name="csX3" fmla="*/ 4409070 w 4699247"/>
                <a:gd name="csY3" fmla="*/ 115412 h 4106117"/>
                <a:gd name="csX4" fmla="*/ 4452929 w 4699247"/>
                <a:gd name="csY4" fmla="*/ 1682276 h 4106117"/>
                <a:gd name="csX5" fmla="*/ 2642912 w 4699247"/>
                <a:gd name="csY5" fmla="*/ 2513744 h 4106117"/>
                <a:gd name="csX6" fmla="*/ 8594 w 4699247"/>
                <a:gd name="csY6" fmla="*/ 4098901 h 4106117"/>
                <a:gd name="csX0" fmla="*/ 8594 w 4703971"/>
                <a:gd name="csY0" fmla="*/ 4107920 h 4115136"/>
                <a:gd name="csX1" fmla="*/ 1738740 w 4703971"/>
                <a:gd name="csY1" fmla="*/ 1731452 h 4115136"/>
                <a:gd name="csX2" fmla="*/ 2599988 w 4703971"/>
                <a:gd name="csY2" fmla="*/ 155575 h 4115136"/>
                <a:gd name="csX3" fmla="*/ 4409070 w 4703971"/>
                <a:gd name="csY3" fmla="*/ 124431 h 4115136"/>
                <a:gd name="csX4" fmla="*/ 4452929 w 4703971"/>
                <a:gd name="csY4" fmla="*/ 1691295 h 4115136"/>
                <a:gd name="csX5" fmla="*/ 2642912 w 4703971"/>
                <a:gd name="csY5" fmla="*/ 2522763 h 4115136"/>
                <a:gd name="csX6" fmla="*/ 8594 w 4703971"/>
                <a:gd name="csY6" fmla="*/ 4107920 h 4115136"/>
                <a:gd name="csX0" fmla="*/ 8594 w 4703971"/>
                <a:gd name="csY0" fmla="*/ 4195888 h 4203104"/>
                <a:gd name="csX1" fmla="*/ 1738740 w 4703971"/>
                <a:gd name="csY1" fmla="*/ 1819420 h 4203104"/>
                <a:gd name="csX2" fmla="*/ 2599988 w 4703971"/>
                <a:gd name="csY2" fmla="*/ 243543 h 4203104"/>
                <a:gd name="csX3" fmla="*/ 4409070 w 4703971"/>
                <a:gd name="csY3" fmla="*/ 212399 h 4203104"/>
                <a:gd name="csX4" fmla="*/ 4452929 w 4703971"/>
                <a:gd name="csY4" fmla="*/ 1779263 h 4203104"/>
                <a:gd name="csX5" fmla="*/ 2642912 w 4703971"/>
                <a:gd name="csY5" fmla="*/ 2610731 h 4203104"/>
                <a:gd name="csX6" fmla="*/ 8594 w 4703971"/>
                <a:gd name="csY6" fmla="*/ 4195888 h 4203104"/>
                <a:gd name="csX0" fmla="*/ 8594 w 4703971"/>
                <a:gd name="csY0" fmla="*/ 4213778 h 4220994"/>
                <a:gd name="csX1" fmla="*/ 1738740 w 4703971"/>
                <a:gd name="csY1" fmla="*/ 1837310 h 4220994"/>
                <a:gd name="csX2" fmla="*/ 2599988 w 4703971"/>
                <a:gd name="csY2" fmla="*/ 261433 h 4220994"/>
                <a:gd name="csX3" fmla="*/ 4409070 w 4703971"/>
                <a:gd name="csY3" fmla="*/ 230289 h 4220994"/>
                <a:gd name="csX4" fmla="*/ 4452929 w 4703971"/>
                <a:gd name="csY4" fmla="*/ 1797153 h 4220994"/>
                <a:gd name="csX5" fmla="*/ 2642912 w 4703971"/>
                <a:gd name="csY5" fmla="*/ 2628621 h 4220994"/>
                <a:gd name="csX6" fmla="*/ 8594 w 4703971"/>
                <a:gd name="csY6" fmla="*/ 4213778 h 4220994"/>
                <a:gd name="csX0" fmla="*/ 8594 w 4855548"/>
                <a:gd name="csY0" fmla="*/ 4390510 h 4397726"/>
                <a:gd name="csX1" fmla="*/ 1738740 w 4855548"/>
                <a:gd name="csY1" fmla="*/ 2014042 h 4397726"/>
                <a:gd name="csX2" fmla="*/ 2599988 w 4855548"/>
                <a:gd name="csY2" fmla="*/ 438165 h 4397726"/>
                <a:gd name="csX3" fmla="*/ 4756647 w 4855548"/>
                <a:gd name="csY3" fmla="*/ 26825 h 4397726"/>
                <a:gd name="csX4" fmla="*/ 4452929 w 4855548"/>
                <a:gd name="csY4" fmla="*/ 1973885 h 4397726"/>
                <a:gd name="csX5" fmla="*/ 2642912 w 4855548"/>
                <a:gd name="csY5" fmla="*/ 2805353 h 4397726"/>
                <a:gd name="csX6" fmla="*/ 8594 w 4855548"/>
                <a:gd name="csY6" fmla="*/ 4390510 h 4397726"/>
                <a:gd name="csX0" fmla="*/ 8594 w 5018748"/>
                <a:gd name="csY0" fmla="*/ 4545598 h 4552814"/>
                <a:gd name="csX1" fmla="*/ 1738740 w 5018748"/>
                <a:gd name="csY1" fmla="*/ 2169130 h 4552814"/>
                <a:gd name="csX2" fmla="*/ 2599988 w 5018748"/>
                <a:gd name="csY2" fmla="*/ 593253 h 4552814"/>
                <a:gd name="csX3" fmla="*/ 4973062 w 5018748"/>
                <a:gd name="csY3" fmla="*/ 18136 h 4552814"/>
                <a:gd name="csX4" fmla="*/ 4452929 w 5018748"/>
                <a:gd name="csY4" fmla="*/ 2128973 h 4552814"/>
                <a:gd name="csX5" fmla="*/ 2642912 w 5018748"/>
                <a:gd name="csY5" fmla="*/ 2960441 h 4552814"/>
                <a:gd name="csX6" fmla="*/ 8594 w 5018748"/>
                <a:gd name="csY6" fmla="*/ 4545598 h 4552814"/>
                <a:gd name="csX0" fmla="*/ 8594 w 5002691"/>
                <a:gd name="csY0" fmla="*/ 4537753 h 4544969"/>
                <a:gd name="csX1" fmla="*/ 1738740 w 5002691"/>
                <a:gd name="csY1" fmla="*/ 2161285 h 4544969"/>
                <a:gd name="csX2" fmla="*/ 2599988 w 5002691"/>
                <a:gd name="csY2" fmla="*/ 585408 h 4544969"/>
                <a:gd name="csX3" fmla="*/ 4973062 w 5002691"/>
                <a:gd name="csY3" fmla="*/ 10291 h 4544969"/>
                <a:gd name="csX4" fmla="*/ 4452929 w 5002691"/>
                <a:gd name="csY4" fmla="*/ 2121128 h 4544969"/>
                <a:gd name="csX5" fmla="*/ 2642912 w 5002691"/>
                <a:gd name="csY5" fmla="*/ 2952596 h 4544969"/>
                <a:gd name="csX6" fmla="*/ 8594 w 5002691"/>
                <a:gd name="csY6" fmla="*/ 4537753 h 4544969"/>
                <a:gd name="csX0" fmla="*/ 8594 w 4705059"/>
                <a:gd name="csY0" fmla="*/ 4122711 h 4129927"/>
                <a:gd name="csX1" fmla="*/ 1738740 w 4705059"/>
                <a:gd name="csY1" fmla="*/ 1746243 h 4129927"/>
                <a:gd name="csX2" fmla="*/ 2599988 w 4705059"/>
                <a:gd name="csY2" fmla="*/ 170366 h 4129927"/>
                <a:gd name="csX3" fmla="*/ 4446032 w 4705059"/>
                <a:gd name="csY3" fmla="*/ 89415 h 4129927"/>
                <a:gd name="csX4" fmla="*/ 4452929 w 4705059"/>
                <a:gd name="csY4" fmla="*/ 1706086 h 4129927"/>
                <a:gd name="csX5" fmla="*/ 2642912 w 4705059"/>
                <a:gd name="csY5" fmla="*/ 2537554 h 4129927"/>
                <a:gd name="csX6" fmla="*/ 8594 w 4705059"/>
                <a:gd name="csY6" fmla="*/ 4122711 h 4129927"/>
                <a:gd name="csX0" fmla="*/ 8594 w 4596663"/>
                <a:gd name="csY0" fmla="*/ 4215533 h 4224499"/>
                <a:gd name="csX1" fmla="*/ 1738740 w 4596663"/>
                <a:gd name="csY1" fmla="*/ 1839065 h 4224499"/>
                <a:gd name="csX2" fmla="*/ 2599988 w 4596663"/>
                <a:gd name="csY2" fmla="*/ 263188 h 4224499"/>
                <a:gd name="csX3" fmla="*/ 4446032 w 4596663"/>
                <a:gd name="csY3" fmla="*/ 182237 h 4224499"/>
                <a:gd name="csX4" fmla="*/ 4129398 w 4596663"/>
                <a:gd name="csY4" fmla="*/ 2079669 h 4224499"/>
                <a:gd name="csX5" fmla="*/ 2642912 w 4596663"/>
                <a:gd name="csY5" fmla="*/ 2630376 h 4224499"/>
                <a:gd name="csX6" fmla="*/ 8594 w 4596663"/>
                <a:gd name="csY6" fmla="*/ 4215533 h 4224499"/>
                <a:gd name="csX0" fmla="*/ 10635 w 4618520"/>
                <a:gd name="csY0" fmla="*/ 4140860 h 4149826"/>
                <a:gd name="csX1" fmla="*/ 1740781 w 4618520"/>
                <a:gd name="csY1" fmla="*/ 1764392 h 4149826"/>
                <a:gd name="csX2" fmla="*/ 2330962 w 4618520"/>
                <a:gd name="csY2" fmla="*/ 399085 h 4149826"/>
                <a:gd name="csX3" fmla="*/ 4448073 w 4618520"/>
                <a:gd name="csY3" fmla="*/ 107564 h 4149826"/>
                <a:gd name="csX4" fmla="*/ 4131439 w 4618520"/>
                <a:gd name="csY4" fmla="*/ 2004996 h 4149826"/>
                <a:gd name="csX5" fmla="*/ 2644953 w 4618520"/>
                <a:gd name="csY5" fmla="*/ 2555703 h 4149826"/>
                <a:gd name="csX6" fmla="*/ 10635 w 4618520"/>
                <a:gd name="csY6" fmla="*/ 4140860 h 4149826"/>
                <a:gd name="csX0" fmla="*/ 2473 w 4610358"/>
                <a:gd name="csY0" fmla="*/ 4148168 h 4152706"/>
                <a:gd name="csX1" fmla="*/ 2161081 w 4610358"/>
                <a:gd name="csY1" fmla="*/ 2013468 h 4152706"/>
                <a:gd name="csX2" fmla="*/ 2322800 w 4610358"/>
                <a:gd name="csY2" fmla="*/ 406393 h 4152706"/>
                <a:gd name="csX3" fmla="*/ 4439911 w 4610358"/>
                <a:gd name="csY3" fmla="*/ 114872 h 4152706"/>
                <a:gd name="csX4" fmla="*/ 4123277 w 4610358"/>
                <a:gd name="csY4" fmla="*/ 2012304 h 4152706"/>
                <a:gd name="csX5" fmla="*/ 2636791 w 4610358"/>
                <a:gd name="csY5" fmla="*/ 2563011 h 4152706"/>
                <a:gd name="csX6" fmla="*/ 2473 w 4610358"/>
                <a:gd name="csY6" fmla="*/ 4148168 h 4152706"/>
                <a:gd name="csX0" fmla="*/ 400 w 4608285"/>
                <a:gd name="csY0" fmla="*/ 4148168 h 4148397"/>
                <a:gd name="csX1" fmla="*/ 2159008 w 4608285"/>
                <a:gd name="csY1" fmla="*/ 2013468 h 4148397"/>
                <a:gd name="csX2" fmla="*/ 2320727 w 4608285"/>
                <a:gd name="csY2" fmla="*/ 406393 h 4148397"/>
                <a:gd name="csX3" fmla="*/ 4437838 w 4608285"/>
                <a:gd name="csY3" fmla="*/ 114872 h 4148397"/>
                <a:gd name="csX4" fmla="*/ 4121204 w 4608285"/>
                <a:gd name="csY4" fmla="*/ 2012304 h 4148397"/>
                <a:gd name="csX5" fmla="*/ 2346163 w 4608285"/>
                <a:gd name="csY5" fmla="*/ 2149669 h 4148397"/>
                <a:gd name="csX6" fmla="*/ 400 w 4608285"/>
                <a:gd name="csY6" fmla="*/ 4148168 h 4148397"/>
                <a:gd name="csX0" fmla="*/ 400 w 4547161"/>
                <a:gd name="csY0" fmla="*/ 4069645 h 4069874"/>
                <a:gd name="csX1" fmla="*/ 2159008 w 4547161"/>
                <a:gd name="csY1" fmla="*/ 1934945 h 4069874"/>
                <a:gd name="csX2" fmla="*/ 2320727 w 4547161"/>
                <a:gd name="csY2" fmla="*/ 327870 h 4069874"/>
                <a:gd name="csX3" fmla="*/ 4437838 w 4547161"/>
                <a:gd name="csY3" fmla="*/ 36349 h 4069874"/>
                <a:gd name="csX4" fmla="*/ 4121204 w 4547161"/>
                <a:gd name="csY4" fmla="*/ 1933781 h 4069874"/>
                <a:gd name="csX5" fmla="*/ 2346163 w 4547161"/>
                <a:gd name="csY5" fmla="*/ 2071146 h 4069874"/>
                <a:gd name="csX6" fmla="*/ 400 w 4547161"/>
                <a:gd name="csY6" fmla="*/ 4069645 h 4069874"/>
                <a:gd name="csX0" fmla="*/ 536 w 3991476"/>
                <a:gd name="csY0" fmla="*/ 3539321 h 3539632"/>
                <a:gd name="csX1" fmla="*/ 1603323 w 3991476"/>
                <a:gd name="csY1" fmla="*/ 1934945 h 3539632"/>
                <a:gd name="csX2" fmla="*/ 1765042 w 3991476"/>
                <a:gd name="csY2" fmla="*/ 327870 h 3539632"/>
                <a:gd name="csX3" fmla="*/ 3882153 w 3991476"/>
                <a:gd name="csY3" fmla="*/ 36349 h 3539632"/>
                <a:gd name="csX4" fmla="*/ 3565519 w 3991476"/>
                <a:gd name="csY4" fmla="*/ 1933781 h 3539632"/>
                <a:gd name="csX5" fmla="*/ 1790478 w 3991476"/>
                <a:gd name="csY5" fmla="*/ 2071146 h 3539632"/>
                <a:gd name="csX6" fmla="*/ 536 w 3991476"/>
                <a:gd name="csY6" fmla="*/ 3539321 h 3539632"/>
                <a:gd name="csX0" fmla="*/ 527 w 4017318"/>
                <a:gd name="csY0" fmla="*/ 3573908 h 3574212"/>
                <a:gd name="csX1" fmla="*/ 1629165 w 4017318"/>
                <a:gd name="csY1" fmla="*/ 1934945 h 3574212"/>
                <a:gd name="csX2" fmla="*/ 1790884 w 4017318"/>
                <a:gd name="csY2" fmla="*/ 327870 h 3574212"/>
                <a:gd name="csX3" fmla="*/ 3907995 w 4017318"/>
                <a:gd name="csY3" fmla="*/ 36349 h 3574212"/>
                <a:gd name="csX4" fmla="*/ 3591361 w 4017318"/>
                <a:gd name="csY4" fmla="*/ 1933781 h 3574212"/>
                <a:gd name="csX5" fmla="*/ 1816320 w 4017318"/>
                <a:gd name="csY5" fmla="*/ 2071146 h 3574212"/>
                <a:gd name="csX6" fmla="*/ 527 w 4017318"/>
                <a:gd name="csY6" fmla="*/ 3573908 h 3574212"/>
                <a:gd name="csX0" fmla="*/ 3641 w 4020432"/>
                <a:gd name="csY0" fmla="*/ 3573908 h 3577567"/>
                <a:gd name="csX1" fmla="*/ 1632279 w 4020432"/>
                <a:gd name="csY1" fmla="*/ 1934945 h 3577567"/>
                <a:gd name="csX2" fmla="*/ 1793998 w 4020432"/>
                <a:gd name="csY2" fmla="*/ 327870 h 3577567"/>
                <a:gd name="csX3" fmla="*/ 3911109 w 4020432"/>
                <a:gd name="csY3" fmla="*/ 36349 h 3577567"/>
                <a:gd name="csX4" fmla="*/ 3594475 w 4020432"/>
                <a:gd name="csY4" fmla="*/ 1933781 h 3577567"/>
                <a:gd name="csX5" fmla="*/ 1819434 w 4020432"/>
                <a:gd name="csY5" fmla="*/ 2071146 h 3577567"/>
                <a:gd name="csX6" fmla="*/ 3641 w 4020432"/>
                <a:gd name="csY6" fmla="*/ 3573908 h 3577567"/>
                <a:gd name="csX0" fmla="*/ 11923 w 4028714"/>
                <a:gd name="csY0" fmla="*/ 3573908 h 3583559"/>
                <a:gd name="csX1" fmla="*/ 1640561 w 4028714"/>
                <a:gd name="csY1" fmla="*/ 1934945 h 3583559"/>
                <a:gd name="csX2" fmla="*/ 1802280 w 4028714"/>
                <a:gd name="csY2" fmla="*/ 327870 h 3583559"/>
                <a:gd name="csX3" fmla="*/ 3919391 w 4028714"/>
                <a:gd name="csY3" fmla="*/ 36349 h 3583559"/>
                <a:gd name="csX4" fmla="*/ 3602757 w 4028714"/>
                <a:gd name="csY4" fmla="*/ 1933781 h 3583559"/>
                <a:gd name="csX5" fmla="*/ 1827716 w 4028714"/>
                <a:gd name="csY5" fmla="*/ 2071146 h 3583559"/>
                <a:gd name="csX6" fmla="*/ 11923 w 4028714"/>
                <a:gd name="csY6" fmla="*/ 3573908 h 3583559"/>
                <a:gd name="csX0" fmla="*/ 1130 w 4017921"/>
                <a:gd name="csY0" fmla="*/ 3573908 h 3577714"/>
                <a:gd name="csX1" fmla="*/ 1629768 w 4017921"/>
                <a:gd name="csY1" fmla="*/ 1934945 h 3577714"/>
                <a:gd name="csX2" fmla="*/ 1791487 w 4017921"/>
                <a:gd name="csY2" fmla="*/ 327870 h 3577714"/>
                <a:gd name="csX3" fmla="*/ 3908598 w 4017921"/>
                <a:gd name="csY3" fmla="*/ 36349 h 3577714"/>
                <a:gd name="csX4" fmla="*/ 3591964 w 4017921"/>
                <a:gd name="csY4" fmla="*/ 1933781 h 3577714"/>
                <a:gd name="csX5" fmla="*/ 1906115 w 4017921"/>
                <a:gd name="csY5" fmla="*/ 2373434 h 3577714"/>
                <a:gd name="csX6" fmla="*/ 1130 w 4017921"/>
                <a:gd name="csY6" fmla="*/ 3573908 h 3577714"/>
                <a:gd name="csX0" fmla="*/ 434 w 4017225"/>
                <a:gd name="csY0" fmla="*/ 3573908 h 3574428"/>
                <a:gd name="csX1" fmla="*/ 1629072 w 4017225"/>
                <a:gd name="csY1" fmla="*/ 1934945 h 3574428"/>
                <a:gd name="csX2" fmla="*/ 1790791 w 4017225"/>
                <a:gd name="csY2" fmla="*/ 327870 h 3574428"/>
                <a:gd name="csX3" fmla="*/ 3907902 w 4017225"/>
                <a:gd name="csY3" fmla="*/ 36349 h 3574428"/>
                <a:gd name="csX4" fmla="*/ 3591268 w 4017225"/>
                <a:gd name="csY4" fmla="*/ 1933781 h 3574428"/>
                <a:gd name="csX5" fmla="*/ 1798394 w 4017225"/>
                <a:gd name="csY5" fmla="*/ 2110926 h 3574428"/>
                <a:gd name="csX6" fmla="*/ 434 w 4017225"/>
                <a:gd name="csY6" fmla="*/ 3573908 h 3574428"/>
                <a:gd name="csX0" fmla="*/ 434 w 4017225"/>
                <a:gd name="csY0" fmla="*/ 3573908 h 3574310"/>
                <a:gd name="csX1" fmla="*/ 1629072 w 4017225"/>
                <a:gd name="csY1" fmla="*/ 1934945 h 3574310"/>
                <a:gd name="csX2" fmla="*/ 1790791 w 4017225"/>
                <a:gd name="csY2" fmla="*/ 327870 h 3574310"/>
                <a:gd name="csX3" fmla="*/ 3907902 w 4017225"/>
                <a:gd name="csY3" fmla="*/ 36349 h 3574310"/>
                <a:gd name="csX4" fmla="*/ 3591268 w 4017225"/>
                <a:gd name="csY4" fmla="*/ 1933781 h 3574310"/>
                <a:gd name="csX5" fmla="*/ 1798394 w 4017225"/>
                <a:gd name="csY5" fmla="*/ 2110926 h 3574310"/>
                <a:gd name="csX6" fmla="*/ 434 w 4017225"/>
                <a:gd name="csY6" fmla="*/ 3573908 h 3574310"/>
                <a:gd name="csX0" fmla="*/ 434 w 4017225"/>
                <a:gd name="csY0" fmla="*/ 3573908 h 3576627"/>
                <a:gd name="csX1" fmla="*/ 1629072 w 4017225"/>
                <a:gd name="csY1" fmla="*/ 1934945 h 3576627"/>
                <a:gd name="csX2" fmla="*/ 1790791 w 4017225"/>
                <a:gd name="csY2" fmla="*/ 327870 h 3576627"/>
                <a:gd name="csX3" fmla="*/ 3907902 w 4017225"/>
                <a:gd name="csY3" fmla="*/ 36349 h 3576627"/>
                <a:gd name="csX4" fmla="*/ 3591268 w 4017225"/>
                <a:gd name="csY4" fmla="*/ 1933781 h 3576627"/>
                <a:gd name="csX5" fmla="*/ 1798395 w 4017225"/>
                <a:gd name="csY5" fmla="*/ 2365482 h 3576627"/>
                <a:gd name="csX6" fmla="*/ 434 w 4017225"/>
                <a:gd name="csY6" fmla="*/ 3573908 h 3576627"/>
                <a:gd name="csX0" fmla="*/ 434 w 4017225"/>
                <a:gd name="csY0" fmla="*/ 3573908 h 3576355"/>
                <a:gd name="csX1" fmla="*/ 1629072 w 4017225"/>
                <a:gd name="csY1" fmla="*/ 1934945 h 3576355"/>
                <a:gd name="csX2" fmla="*/ 1790791 w 4017225"/>
                <a:gd name="csY2" fmla="*/ 327870 h 3576355"/>
                <a:gd name="csX3" fmla="*/ 3907902 w 4017225"/>
                <a:gd name="csY3" fmla="*/ 36349 h 3576355"/>
                <a:gd name="csX4" fmla="*/ 3591268 w 4017225"/>
                <a:gd name="csY4" fmla="*/ 1933781 h 3576355"/>
                <a:gd name="csX5" fmla="*/ 1798395 w 4017225"/>
                <a:gd name="csY5" fmla="*/ 2365482 h 3576355"/>
                <a:gd name="csX6" fmla="*/ 434 w 4017225"/>
                <a:gd name="csY6" fmla="*/ 3573908 h 3576355"/>
                <a:gd name="csX0" fmla="*/ 434 w 4017225"/>
                <a:gd name="csY0" fmla="*/ 3573908 h 3583502"/>
                <a:gd name="csX1" fmla="*/ 1629072 w 4017225"/>
                <a:gd name="csY1" fmla="*/ 1934945 h 3583502"/>
                <a:gd name="csX2" fmla="*/ 1790791 w 4017225"/>
                <a:gd name="csY2" fmla="*/ 327870 h 3583502"/>
                <a:gd name="csX3" fmla="*/ 3907902 w 4017225"/>
                <a:gd name="csY3" fmla="*/ 36349 h 3583502"/>
                <a:gd name="csX4" fmla="*/ 3591268 w 4017225"/>
                <a:gd name="csY4" fmla="*/ 1933781 h 3583502"/>
                <a:gd name="csX5" fmla="*/ 1798396 w 4017225"/>
                <a:gd name="csY5" fmla="*/ 2715497 h 3583502"/>
                <a:gd name="csX6" fmla="*/ 434 w 4017225"/>
                <a:gd name="csY6" fmla="*/ 3573908 h 3583502"/>
                <a:gd name="csX0" fmla="*/ 20204 w 4036995"/>
                <a:gd name="csY0" fmla="*/ 3574326 h 3583563"/>
                <a:gd name="csX1" fmla="*/ 908564 w 4036995"/>
                <a:gd name="csY1" fmla="*/ 1951275 h 3583563"/>
                <a:gd name="csX2" fmla="*/ 1810561 w 4036995"/>
                <a:gd name="csY2" fmla="*/ 328288 h 3583563"/>
                <a:gd name="csX3" fmla="*/ 3927672 w 4036995"/>
                <a:gd name="csY3" fmla="*/ 36767 h 3583563"/>
                <a:gd name="csX4" fmla="*/ 3611038 w 4036995"/>
                <a:gd name="csY4" fmla="*/ 1934199 h 3583563"/>
                <a:gd name="csX5" fmla="*/ 1818166 w 4036995"/>
                <a:gd name="csY5" fmla="*/ 2715915 h 3583563"/>
                <a:gd name="csX6" fmla="*/ 20204 w 4036995"/>
                <a:gd name="csY6" fmla="*/ 3574326 h 3583563"/>
                <a:gd name="csX0" fmla="*/ 12549 w 4029340"/>
                <a:gd name="csY0" fmla="*/ 3574326 h 3583563"/>
                <a:gd name="csX1" fmla="*/ 900909 w 4029340"/>
                <a:gd name="csY1" fmla="*/ 1951275 h 3583563"/>
                <a:gd name="csX2" fmla="*/ 1802906 w 4029340"/>
                <a:gd name="csY2" fmla="*/ 328288 h 3583563"/>
                <a:gd name="csX3" fmla="*/ 3920017 w 4029340"/>
                <a:gd name="csY3" fmla="*/ 36767 h 3583563"/>
                <a:gd name="csX4" fmla="*/ 3603383 w 4029340"/>
                <a:gd name="csY4" fmla="*/ 1934199 h 3583563"/>
                <a:gd name="csX5" fmla="*/ 1810511 w 4029340"/>
                <a:gd name="csY5" fmla="*/ 2715915 h 3583563"/>
                <a:gd name="csX6" fmla="*/ 12549 w 4029340"/>
                <a:gd name="csY6" fmla="*/ 3574326 h 3583563"/>
                <a:gd name="csX0" fmla="*/ 2018 w 4018809"/>
                <a:gd name="csY0" fmla="*/ 3573908 h 3583502"/>
                <a:gd name="csX1" fmla="*/ 1389840 w 4018809"/>
                <a:gd name="csY1" fmla="*/ 1934947 h 3583502"/>
                <a:gd name="csX2" fmla="*/ 1792375 w 4018809"/>
                <a:gd name="csY2" fmla="*/ 327870 h 3583502"/>
                <a:gd name="csX3" fmla="*/ 3909486 w 4018809"/>
                <a:gd name="csY3" fmla="*/ 36349 h 3583502"/>
                <a:gd name="csX4" fmla="*/ 3592852 w 4018809"/>
                <a:gd name="csY4" fmla="*/ 1933781 h 3583502"/>
                <a:gd name="csX5" fmla="*/ 1799980 w 4018809"/>
                <a:gd name="csY5" fmla="*/ 2715497 h 3583502"/>
                <a:gd name="csX6" fmla="*/ 2018 w 4018809"/>
                <a:gd name="csY6" fmla="*/ 3573908 h 3583502"/>
                <a:gd name="csX0" fmla="*/ 2018 w 4018809"/>
                <a:gd name="csY0" fmla="*/ 3573908 h 3575401"/>
                <a:gd name="csX1" fmla="*/ 1389840 w 4018809"/>
                <a:gd name="csY1" fmla="*/ 1934947 h 3575401"/>
                <a:gd name="csX2" fmla="*/ 1792375 w 4018809"/>
                <a:gd name="csY2" fmla="*/ 327870 h 3575401"/>
                <a:gd name="csX3" fmla="*/ 3909486 w 4018809"/>
                <a:gd name="csY3" fmla="*/ 36349 h 3575401"/>
                <a:gd name="csX4" fmla="*/ 3592852 w 4018809"/>
                <a:gd name="csY4" fmla="*/ 1933781 h 3575401"/>
                <a:gd name="csX5" fmla="*/ 1799983 w 4018809"/>
                <a:gd name="csY5" fmla="*/ 2277981 h 3575401"/>
                <a:gd name="csX6" fmla="*/ 2018 w 4018809"/>
                <a:gd name="csY6" fmla="*/ 3573908 h 3575401"/>
                <a:gd name="csX0" fmla="*/ 2279 w 4019070"/>
                <a:gd name="csY0" fmla="*/ 3573908 h 3576883"/>
                <a:gd name="csX1" fmla="*/ 1390101 w 4019070"/>
                <a:gd name="csY1" fmla="*/ 1934947 h 3576883"/>
                <a:gd name="csX2" fmla="*/ 1792636 w 4019070"/>
                <a:gd name="csY2" fmla="*/ 327870 h 3576883"/>
                <a:gd name="csX3" fmla="*/ 3909747 w 4019070"/>
                <a:gd name="csY3" fmla="*/ 36349 h 3576883"/>
                <a:gd name="csX4" fmla="*/ 3593113 w 4019070"/>
                <a:gd name="csY4" fmla="*/ 1933781 h 3576883"/>
                <a:gd name="csX5" fmla="*/ 1827004 w 4019070"/>
                <a:gd name="csY5" fmla="*/ 2405261 h 3576883"/>
                <a:gd name="csX6" fmla="*/ 2279 w 4019070"/>
                <a:gd name="csY6" fmla="*/ 3573908 h 3576883"/>
                <a:gd name="csX0" fmla="*/ 3304 w 4020095"/>
                <a:gd name="csY0" fmla="*/ 3573700 h 3576772"/>
                <a:gd name="csX1" fmla="*/ 1310858 w 4020095"/>
                <a:gd name="csY1" fmla="*/ 1926786 h 3576772"/>
                <a:gd name="csX2" fmla="*/ 1793661 w 4020095"/>
                <a:gd name="csY2" fmla="*/ 327662 h 3576772"/>
                <a:gd name="csX3" fmla="*/ 3910772 w 4020095"/>
                <a:gd name="csY3" fmla="*/ 36141 h 3576772"/>
                <a:gd name="csX4" fmla="*/ 3594138 w 4020095"/>
                <a:gd name="csY4" fmla="*/ 1933573 h 3576772"/>
                <a:gd name="csX5" fmla="*/ 1828029 w 4020095"/>
                <a:gd name="csY5" fmla="*/ 2405053 h 3576772"/>
                <a:gd name="csX6" fmla="*/ 3304 w 4020095"/>
                <a:gd name="csY6" fmla="*/ 3573700 h 3576772"/>
                <a:gd name="csX0" fmla="*/ 3254 w 4020045"/>
                <a:gd name="csY0" fmla="*/ 3573700 h 3576772"/>
                <a:gd name="csX1" fmla="*/ 1310808 w 4020045"/>
                <a:gd name="csY1" fmla="*/ 1926786 h 3576772"/>
                <a:gd name="csX2" fmla="*/ 1793611 w 4020045"/>
                <a:gd name="csY2" fmla="*/ 327662 h 3576772"/>
                <a:gd name="csX3" fmla="*/ 3910722 w 4020045"/>
                <a:gd name="csY3" fmla="*/ 36141 h 3576772"/>
                <a:gd name="csX4" fmla="*/ 3594088 w 4020045"/>
                <a:gd name="csY4" fmla="*/ 1933573 h 3576772"/>
                <a:gd name="csX5" fmla="*/ 1827979 w 4020045"/>
                <a:gd name="csY5" fmla="*/ 2405053 h 3576772"/>
                <a:gd name="csX6" fmla="*/ 3254 w 4020045"/>
                <a:gd name="csY6" fmla="*/ 3573700 h 35767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020045" h="3576772">
                  <a:moveTo>
                    <a:pt x="3254" y="3573700"/>
                  </a:moveTo>
                  <a:cubicBezTo>
                    <a:pt x="-82941" y="3493989"/>
                    <a:pt x="1574310" y="2340515"/>
                    <a:pt x="1310808" y="1926786"/>
                  </a:cubicBezTo>
                  <a:cubicBezTo>
                    <a:pt x="1047306" y="1513057"/>
                    <a:pt x="1360292" y="642769"/>
                    <a:pt x="1793611" y="327662"/>
                  </a:cubicBezTo>
                  <a:cubicBezTo>
                    <a:pt x="2226930" y="12555"/>
                    <a:pt x="3750548" y="-52136"/>
                    <a:pt x="3910722" y="36141"/>
                  </a:cubicBezTo>
                  <a:cubicBezTo>
                    <a:pt x="4070896" y="124418"/>
                    <a:pt x="4120351" y="1358027"/>
                    <a:pt x="3594088" y="1933573"/>
                  </a:cubicBezTo>
                  <a:cubicBezTo>
                    <a:pt x="3171099" y="2391895"/>
                    <a:pt x="2301583" y="2656718"/>
                    <a:pt x="1827979" y="2405053"/>
                  </a:cubicBezTo>
                  <a:cubicBezTo>
                    <a:pt x="1354375" y="2153388"/>
                    <a:pt x="89449" y="3653411"/>
                    <a:pt x="3254" y="3573700"/>
                  </a:cubicBezTo>
                  <a:close/>
                </a:path>
              </a:pathLst>
            </a:custGeom>
            <a:noFill/>
            <a:ln>
              <a:solidFill>
                <a:srgbClr val="0C26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6" name="Freeform 1015">
              <a:extLst>
                <a:ext uri="{FF2B5EF4-FFF2-40B4-BE49-F238E27FC236}">
                  <a16:creationId xmlns:a16="http://schemas.microsoft.com/office/drawing/2014/main" id="{9598B737-79ED-8827-CBDD-293601A79444}"/>
                </a:ext>
              </a:extLst>
            </p:cNvPr>
            <p:cNvSpPr/>
            <p:nvPr userDrawn="1"/>
          </p:nvSpPr>
          <p:spPr>
            <a:xfrm rot="16200000">
              <a:off x="5861069" y="902421"/>
              <a:ext cx="2615869" cy="2682270"/>
            </a:xfrm>
            <a:custGeom>
              <a:avLst/>
              <a:gdLst>
                <a:gd name="csX0" fmla="*/ 1893 w 3484511"/>
                <a:gd name="csY0" fmla="*/ 3509215 h 3511799"/>
                <a:gd name="csX1" fmla="*/ 1514170 w 3484511"/>
                <a:gd name="csY1" fmla="*/ 1703861 h 3511799"/>
                <a:gd name="csX2" fmla="*/ 2029985 w 3484511"/>
                <a:gd name="csY2" fmla="*/ 226753 h 3511799"/>
                <a:gd name="csX3" fmla="*/ 3378139 w 3484511"/>
                <a:gd name="csY3" fmla="*/ 144692 h 3511799"/>
                <a:gd name="csX4" fmla="*/ 3225739 w 3484511"/>
                <a:gd name="csY4" fmla="*/ 1586630 h 3511799"/>
                <a:gd name="csX5" fmla="*/ 1854139 w 3484511"/>
                <a:gd name="csY5" fmla="*/ 2090723 h 3511799"/>
                <a:gd name="csX6" fmla="*/ 1893 w 3484511"/>
                <a:gd name="csY6" fmla="*/ 3509215 h 3511799"/>
                <a:gd name="csX0" fmla="*/ 1352 w 4094215"/>
                <a:gd name="csY0" fmla="*/ 4103738 h 4105568"/>
                <a:gd name="csX1" fmla="*/ 2123874 w 4094215"/>
                <a:gd name="csY1" fmla="*/ 1703861 h 4105568"/>
                <a:gd name="csX2" fmla="*/ 2639689 w 4094215"/>
                <a:gd name="csY2" fmla="*/ 226753 h 4105568"/>
                <a:gd name="csX3" fmla="*/ 3987843 w 4094215"/>
                <a:gd name="csY3" fmla="*/ 144692 h 4105568"/>
                <a:gd name="csX4" fmla="*/ 3835443 w 4094215"/>
                <a:gd name="csY4" fmla="*/ 1586630 h 4105568"/>
                <a:gd name="csX5" fmla="*/ 2463843 w 4094215"/>
                <a:gd name="csY5" fmla="*/ 2090723 h 4105568"/>
                <a:gd name="csX6" fmla="*/ 1352 w 4094215"/>
                <a:gd name="csY6" fmla="*/ 4103738 h 4105568"/>
                <a:gd name="csX0" fmla="*/ 1978 w 4094841"/>
                <a:gd name="csY0" fmla="*/ 4101966 h 4104114"/>
                <a:gd name="csX1" fmla="*/ 2058783 w 4094841"/>
                <a:gd name="csY1" fmla="*/ 1668597 h 4104114"/>
                <a:gd name="csX2" fmla="*/ 2640315 w 4094841"/>
                <a:gd name="csY2" fmla="*/ 224981 h 4104114"/>
                <a:gd name="csX3" fmla="*/ 3988469 w 4094841"/>
                <a:gd name="csY3" fmla="*/ 142920 h 4104114"/>
                <a:gd name="csX4" fmla="*/ 3836069 w 4094841"/>
                <a:gd name="csY4" fmla="*/ 1584858 h 4104114"/>
                <a:gd name="csX5" fmla="*/ 2464469 w 4094841"/>
                <a:gd name="csY5" fmla="*/ 2088951 h 4104114"/>
                <a:gd name="csX6" fmla="*/ 1978 w 4094841"/>
                <a:gd name="csY6" fmla="*/ 4101966 h 4104114"/>
                <a:gd name="csX0" fmla="*/ 1943 w 4132359"/>
                <a:gd name="csY0" fmla="*/ 3750277 h 3752868"/>
                <a:gd name="csX1" fmla="*/ 2096301 w 4132359"/>
                <a:gd name="csY1" fmla="*/ 1668597 h 3752868"/>
                <a:gd name="csX2" fmla="*/ 2677833 w 4132359"/>
                <a:gd name="csY2" fmla="*/ 224981 h 3752868"/>
                <a:gd name="csX3" fmla="*/ 4025987 w 4132359"/>
                <a:gd name="csY3" fmla="*/ 142920 h 3752868"/>
                <a:gd name="csX4" fmla="*/ 3873587 w 4132359"/>
                <a:gd name="csY4" fmla="*/ 1584858 h 3752868"/>
                <a:gd name="csX5" fmla="*/ 2501987 w 4132359"/>
                <a:gd name="csY5" fmla="*/ 2088951 h 3752868"/>
                <a:gd name="csX6" fmla="*/ 1943 w 4132359"/>
                <a:gd name="csY6" fmla="*/ 3750277 h 3752868"/>
                <a:gd name="csX0" fmla="*/ 7123 w 4137539"/>
                <a:gd name="csY0" fmla="*/ 3776554 h 3776601"/>
                <a:gd name="csX1" fmla="*/ 1782278 w 4137539"/>
                <a:gd name="csY1" fmla="*/ 2163796 h 3776601"/>
                <a:gd name="csX2" fmla="*/ 2683013 w 4137539"/>
                <a:gd name="csY2" fmla="*/ 251258 h 3776601"/>
                <a:gd name="csX3" fmla="*/ 4031167 w 4137539"/>
                <a:gd name="csY3" fmla="*/ 169197 h 3776601"/>
                <a:gd name="csX4" fmla="*/ 3878767 w 4137539"/>
                <a:gd name="csY4" fmla="*/ 1611135 h 3776601"/>
                <a:gd name="csX5" fmla="*/ 2507167 w 4137539"/>
                <a:gd name="csY5" fmla="*/ 2115228 h 3776601"/>
                <a:gd name="csX6" fmla="*/ 7123 w 4137539"/>
                <a:gd name="csY6" fmla="*/ 3776554 h 3776601"/>
                <a:gd name="csX0" fmla="*/ 25 w 4130441"/>
                <a:gd name="csY0" fmla="*/ 3776554 h 3776586"/>
                <a:gd name="csX1" fmla="*/ 1775180 w 4130441"/>
                <a:gd name="csY1" fmla="*/ 2163796 h 3776586"/>
                <a:gd name="csX2" fmla="*/ 2675915 w 4130441"/>
                <a:gd name="csY2" fmla="*/ 251258 h 3776586"/>
                <a:gd name="csX3" fmla="*/ 4024069 w 4130441"/>
                <a:gd name="csY3" fmla="*/ 169197 h 3776586"/>
                <a:gd name="csX4" fmla="*/ 3871669 w 4130441"/>
                <a:gd name="csY4" fmla="*/ 1611135 h 3776586"/>
                <a:gd name="csX5" fmla="*/ 1814719 w 4130441"/>
                <a:gd name="csY5" fmla="*/ 2207339 h 3776586"/>
                <a:gd name="csX6" fmla="*/ 25 w 4130441"/>
                <a:gd name="csY6" fmla="*/ 3776554 h 3776586"/>
                <a:gd name="csX0" fmla="*/ 25 w 4130441"/>
                <a:gd name="csY0" fmla="*/ 3776554 h 3776589"/>
                <a:gd name="csX1" fmla="*/ 1775180 w 4130441"/>
                <a:gd name="csY1" fmla="*/ 2163796 h 3776589"/>
                <a:gd name="csX2" fmla="*/ 2675915 w 4130441"/>
                <a:gd name="csY2" fmla="*/ 251258 h 3776589"/>
                <a:gd name="csX3" fmla="*/ 4024069 w 4130441"/>
                <a:gd name="csY3" fmla="*/ 169197 h 3776589"/>
                <a:gd name="csX4" fmla="*/ 3871669 w 4130441"/>
                <a:gd name="csY4" fmla="*/ 1611135 h 3776589"/>
                <a:gd name="csX5" fmla="*/ 1814719 w 4130441"/>
                <a:gd name="csY5" fmla="*/ 2207339 h 3776589"/>
                <a:gd name="csX6" fmla="*/ 25 w 4130441"/>
                <a:gd name="csY6" fmla="*/ 3776554 h 3776589"/>
                <a:gd name="csX0" fmla="*/ 25 w 3957457"/>
                <a:gd name="csY0" fmla="*/ 3611866 h 3611901"/>
                <a:gd name="csX1" fmla="*/ 1775180 w 3957457"/>
                <a:gd name="csY1" fmla="*/ 1999108 h 3611901"/>
                <a:gd name="csX2" fmla="*/ 2675915 w 3957457"/>
                <a:gd name="csY2" fmla="*/ 86570 h 3611901"/>
                <a:gd name="csX3" fmla="*/ 3554650 w 3957457"/>
                <a:gd name="csY3" fmla="*/ 439934 h 3611901"/>
                <a:gd name="csX4" fmla="*/ 3871669 w 3957457"/>
                <a:gd name="csY4" fmla="*/ 1446447 h 3611901"/>
                <a:gd name="csX5" fmla="*/ 1814719 w 3957457"/>
                <a:gd name="csY5" fmla="*/ 2042651 h 3611901"/>
                <a:gd name="csX6" fmla="*/ 25 w 3957457"/>
                <a:gd name="csY6" fmla="*/ 3611866 h 3611901"/>
                <a:gd name="csX0" fmla="*/ 25 w 3957253"/>
                <a:gd name="csY0" fmla="*/ 3368639 h 3368674"/>
                <a:gd name="csX1" fmla="*/ 1775180 w 3957253"/>
                <a:gd name="csY1" fmla="*/ 1755881 h 3368674"/>
                <a:gd name="csX2" fmla="*/ 2685304 w 3957253"/>
                <a:gd name="csY2" fmla="*/ 144791 h 3368674"/>
                <a:gd name="csX3" fmla="*/ 3554650 w 3957253"/>
                <a:gd name="csY3" fmla="*/ 196707 h 3368674"/>
                <a:gd name="csX4" fmla="*/ 3871669 w 3957253"/>
                <a:gd name="csY4" fmla="*/ 1203220 h 3368674"/>
                <a:gd name="csX5" fmla="*/ 1814719 w 3957253"/>
                <a:gd name="csY5" fmla="*/ 1799424 h 3368674"/>
                <a:gd name="csX6" fmla="*/ 25 w 3957253"/>
                <a:gd name="csY6" fmla="*/ 3368639 h 3368674"/>
                <a:gd name="csX0" fmla="*/ 25 w 3705517"/>
                <a:gd name="csY0" fmla="*/ 3358570 h 3358603"/>
                <a:gd name="csX1" fmla="*/ 1775180 w 3705517"/>
                <a:gd name="csY1" fmla="*/ 1745812 h 3358603"/>
                <a:gd name="csX2" fmla="*/ 2685304 w 3705517"/>
                <a:gd name="csY2" fmla="*/ 134722 h 3358603"/>
                <a:gd name="csX3" fmla="*/ 3554650 w 3705517"/>
                <a:gd name="csY3" fmla="*/ 186638 h 3358603"/>
                <a:gd name="csX4" fmla="*/ 3552464 w 3705517"/>
                <a:gd name="csY4" fmla="*/ 975438 h 3358603"/>
                <a:gd name="csX5" fmla="*/ 1814719 w 3705517"/>
                <a:gd name="csY5" fmla="*/ 1789355 h 3358603"/>
                <a:gd name="csX6" fmla="*/ 25 w 3705517"/>
                <a:gd name="csY6" fmla="*/ 3358570 h 3358603"/>
                <a:gd name="csX0" fmla="*/ 2290 w 3707782"/>
                <a:gd name="csY0" fmla="*/ 3305196 h 3314287"/>
                <a:gd name="csX1" fmla="*/ 2199921 w 3707782"/>
                <a:gd name="csY1" fmla="*/ 955568 h 3314287"/>
                <a:gd name="csX2" fmla="*/ 2687569 w 3707782"/>
                <a:gd name="csY2" fmla="*/ 81348 h 3314287"/>
                <a:gd name="csX3" fmla="*/ 3556915 w 3707782"/>
                <a:gd name="csY3" fmla="*/ 133264 h 3314287"/>
                <a:gd name="csX4" fmla="*/ 3554729 w 3707782"/>
                <a:gd name="csY4" fmla="*/ 922064 h 3314287"/>
                <a:gd name="csX5" fmla="*/ 1816984 w 3707782"/>
                <a:gd name="csY5" fmla="*/ 1735981 h 3314287"/>
                <a:gd name="csX6" fmla="*/ 2290 w 3707782"/>
                <a:gd name="csY6" fmla="*/ 3305196 h 3314287"/>
                <a:gd name="csX0" fmla="*/ 377 w 3705869"/>
                <a:gd name="csY0" fmla="*/ 3305196 h 3313168"/>
                <a:gd name="csX1" fmla="*/ 2198008 w 3705869"/>
                <a:gd name="csY1" fmla="*/ 955568 h 3313168"/>
                <a:gd name="csX2" fmla="*/ 2685656 w 3705869"/>
                <a:gd name="csY2" fmla="*/ 81348 h 3313168"/>
                <a:gd name="csX3" fmla="*/ 3555002 w 3705869"/>
                <a:gd name="csY3" fmla="*/ 133264 h 3313168"/>
                <a:gd name="csX4" fmla="*/ 3552816 w 3705869"/>
                <a:gd name="csY4" fmla="*/ 922064 h 3313168"/>
                <a:gd name="csX5" fmla="*/ 2378375 w 3705869"/>
                <a:gd name="csY5" fmla="*/ 1694113 h 3313168"/>
                <a:gd name="csX6" fmla="*/ 377 w 3705869"/>
                <a:gd name="csY6" fmla="*/ 3305196 h 3313168"/>
                <a:gd name="csX0" fmla="*/ 377 w 3705869"/>
                <a:gd name="csY0" fmla="*/ 3305196 h 3311216"/>
                <a:gd name="csX1" fmla="*/ 2198008 w 3705869"/>
                <a:gd name="csY1" fmla="*/ 955568 h 3311216"/>
                <a:gd name="csX2" fmla="*/ 2685656 w 3705869"/>
                <a:gd name="csY2" fmla="*/ 81348 h 3311216"/>
                <a:gd name="csX3" fmla="*/ 3555002 w 3705869"/>
                <a:gd name="csY3" fmla="*/ 133264 h 3311216"/>
                <a:gd name="csX4" fmla="*/ 3552816 w 3705869"/>
                <a:gd name="csY4" fmla="*/ 922064 h 3311216"/>
                <a:gd name="csX5" fmla="*/ 2378375 w 3705869"/>
                <a:gd name="csY5" fmla="*/ 1694113 h 3311216"/>
                <a:gd name="csX6" fmla="*/ 377 w 3705869"/>
                <a:gd name="csY6" fmla="*/ 3305196 h 3311216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31250"/>
                <a:gd name="csY0" fmla="*/ 3306034 h 3313991"/>
                <a:gd name="csX1" fmla="*/ 2198008 w 4431250"/>
                <a:gd name="csY1" fmla="*/ 956406 h 3313991"/>
                <a:gd name="csX2" fmla="*/ 2685656 w 4431250"/>
                <a:gd name="csY2" fmla="*/ 82186 h 3313991"/>
                <a:gd name="csX3" fmla="*/ 3555002 w 4431250"/>
                <a:gd name="csY3" fmla="*/ 134102 h 3313991"/>
                <a:gd name="csX4" fmla="*/ 4425936 w 4431250"/>
                <a:gd name="csY4" fmla="*/ 939649 h 3313991"/>
                <a:gd name="csX5" fmla="*/ 2378375 w 4431250"/>
                <a:gd name="csY5" fmla="*/ 1694951 h 3313991"/>
                <a:gd name="csX6" fmla="*/ 377 w 4431250"/>
                <a:gd name="csY6" fmla="*/ 3306034 h 3313991"/>
                <a:gd name="csX0" fmla="*/ 377 w 4425936"/>
                <a:gd name="csY0" fmla="*/ 3306034 h 3313991"/>
                <a:gd name="csX1" fmla="*/ 2198008 w 4425936"/>
                <a:gd name="csY1" fmla="*/ 956406 h 3313991"/>
                <a:gd name="csX2" fmla="*/ 2685656 w 4425936"/>
                <a:gd name="csY2" fmla="*/ 82186 h 3313991"/>
                <a:gd name="csX3" fmla="*/ 3555002 w 4425936"/>
                <a:gd name="csY3" fmla="*/ 134102 h 3313991"/>
                <a:gd name="csX4" fmla="*/ 4425936 w 4425936"/>
                <a:gd name="csY4" fmla="*/ 939649 h 3313991"/>
                <a:gd name="csX5" fmla="*/ 2378375 w 4425936"/>
                <a:gd name="csY5" fmla="*/ 1694951 h 3313991"/>
                <a:gd name="csX6" fmla="*/ 377 w 4425936"/>
                <a:gd name="csY6" fmla="*/ 3306034 h 3313991"/>
                <a:gd name="csX0" fmla="*/ 377 w 4472878"/>
                <a:gd name="csY0" fmla="*/ 3303952 h 3311947"/>
                <a:gd name="csX1" fmla="*/ 2198008 w 4472878"/>
                <a:gd name="csY1" fmla="*/ 954324 h 3311947"/>
                <a:gd name="csX2" fmla="*/ 2685656 w 4472878"/>
                <a:gd name="csY2" fmla="*/ 80104 h 3311947"/>
                <a:gd name="csX3" fmla="*/ 3555002 w 4472878"/>
                <a:gd name="csY3" fmla="*/ 132020 h 3311947"/>
                <a:gd name="csX4" fmla="*/ 4472878 w 4472878"/>
                <a:gd name="csY4" fmla="*/ 895700 h 3311947"/>
                <a:gd name="csX5" fmla="*/ 2378375 w 4472878"/>
                <a:gd name="csY5" fmla="*/ 1692869 h 3311947"/>
                <a:gd name="csX6" fmla="*/ 377 w 4472878"/>
                <a:gd name="csY6" fmla="*/ 3303952 h 3311947"/>
                <a:gd name="csX0" fmla="*/ 377 w 4472878"/>
                <a:gd name="csY0" fmla="*/ 3489034 h 3497029"/>
                <a:gd name="csX1" fmla="*/ 2198008 w 4472878"/>
                <a:gd name="csY1" fmla="*/ 1139406 h 3497029"/>
                <a:gd name="csX2" fmla="*/ 2685656 w 4472878"/>
                <a:gd name="csY2" fmla="*/ 265186 h 3497029"/>
                <a:gd name="csX3" fmla="*/ 3742770 w 4472878"/>
                <a:gd name="csY3" fmla="*/ 49148 h 3497029"/>
                <a:gd name="csX4" fmla="*/ 4472878 w 4472878"/>
                <a:gd name="csY4" fmla="*/ 1080782 h 3497029"/>
                <a:gd name="csX5" fmla="*/ 2378375 w 4472878"/>
                <a:gd name="csY5" fmla="*/ 1877951 h 3497029"/>
                <a:gd name="csX6" fmla="*/ 377 w 4472878"/>
                <a:gd name="csY6" fmla="*/ 3489034 h 3497029"/>
                <a:gd name="csX0" fmla="*/ 377 w 4482266"/>
                <a:gd name="csY0" fmla="*/ 3489034 h 3497029"/>
                <a:gd name="csX1" fmla="*/ 2198008 w 4482266"/>
                <a:gd name="csY1" fmla="*/ 1139406 h 3497029"/>
                <a:gd name="csX2" fmla="*/ 2685656 w 4482266"/>
                <a:gd name="csY2" fmla="*/ 265186 h 3497029"/>
                <a:gd name="csX3" fmla="*/ 3742770 w 4482266"/>
                <a:gd name="csY3" fmla="*/ 49148 h 3497029"/>
                <a:gd name="csX4" fmla="*/ 4482266 w 4482266"/>
                <a:gd name="csY4" fmla="*/ 1080782 h 3497029"/>
                <a:gd name="csX5" fmla="*/ 2378375 w 4482266"/>
                <a:gd name="csY5" fmla="*/ 1877951 h 3497029"/>
                <a:gd name="csX6" fmla="*/ 377 w 4482266"/>
                <a:gd name="csY6" fmla="*/ 3489034 h 3497029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10188 w 4492077"/>
                <a:gd name="csY0" fmla="*/ 3488052 h 3497366"/>
                <a:gd name="csX1" fmla="*/ 1804118 w 4492077"/>
                <a:gd name="csY1" fmla="*/ 1096559 h 3497366"/>
                <a:gd name="csX2" fmla="*/ 2695467 w 4492077"/>
                <a:gd name="csY2" fmla="*/ 264204 h 3497366"/>
                <a:gd name="csX3" fmla="*/ 3752581 w 4492077"/>
                <a:gd name="csY3" fmla="*/ 48166 h 3497366"/>
                <a:gd name="csX4" fmla="*/ 4492077 w 4492077"/>
                <a:gd name="csY4" fmla="*/ 1079800 h 3497366"/>
                <a:gd name="csX5" fmla="*/ 2688616 w 4492077"/>
                <a:gd name="csY5" fmla="*/ 1893718 h 3497366"/>
                <a:gd name="csX6" fmla="*/ 10188 w 4492077"/>
                <a:gd name="csY6" fmla="*/ 3488052 h 3497366"/>
                <a:gd name="csX0" fmla="*/ 10188 w 4492077"/>
                <a:gd name="csY0" fmla="*/ 3488052 h 3500595"/>
                <a:gd name="csX1" fmla="*/ 1804118 w 4492077"/>
                <a:gd name="csY1" fmla="*/ 1096559 h 3500595"/>
                <a:gd name="csX2" fmla="*/ 2695467 w 4492077"/>
                <a:gd name="csY2" fmla="*/ 264204 h 3500595"/>
                <a:gd name="csX3" fmla="*/ 3752581 w 4492077"/>
                <a:gd name="csY3" fmla="*/ 48166 h 3500595"/>
                <a:gd name="csX4" fmla="*/ 4492077 w 4492077"/>
                <a:gd name="csY4" fmla="*/ 1079800 h 3500595"/>
                <a:gd name="csX5" fmla="*/ 2688616 w 4492077"/>
                <a:gd name="csY5" fmla="*/ 1893718 h 3500595"/>
                <a:gd name="csX6" fmla="*/ 10188 w 4492077"/>
                <a:gd name="csY6" fmla="*/ 3488052 h 3500595"/>
                <a:gd name="csX0" fmla="*/ 10188 w 4492077"/>
                <a:gd name="csY0" fmla="*/ 3488052 h 3500888"/>
                <a:gd name="csX1" fmla="*/ 1804118 w 4492077"/>
                <a:gd name="csY1" fmla="*/ 1096559 h 3500888"/>
                <a:gd name="csX2" fmla="*/ 2695467 w 4492077"/>
                <a:gd name="csY2" fmla="*/ 264204 h 3500888"/>
                <a:gd name="csX3" fmla="*/ 3752581 w 4492077"/>
                <a:gd name="csY3" fmla="*/ 48166 h 3500888"/>
                <a:gd name="csX4" fmla="*/ 4492077 w 4492077"/>
                <a:gd name="csY4" fmla="*/ 1079800 h 3500888"/>
                <a:gd name="csX5" fmla="*/ 2688616 w 4492077"/>
                <a:gd name="csY5" fmla="*/ 1893718 h 3500888"/>
                <a:gd name="csX6" fmla="*/ 10188 w 4492077"/>
                <a:gd name="csY6" fmla="*/ 3488052 h 3500888"/>
                <a:gd name="csX0" fmla="*/ 27731 w 3289130"/>
                <a:gd name="csY0" fmla="*/ 2449732 h 2473361"/>
                <a:gd name="csX1" fmla="*/ 601171 w 3289130"/>
                <a:gd name="csY1" fmla="*/ 1096559 h 2473361"/>
                <a:gd name="csX2" fmla="*/ 1492520 w 3289130"/>
                <a:gd name="csY2" fmla="*/ 264204 h 2473361"/>
                <a:gd name="csX3" fmla="*/ 2549634 w 3289130"/>
                <a:gd name="csY3" fmla="*/ 48166 h 2473361"/>
                <a:gd name="csX4" fmla="*/ 3289130 w 3289130"/>
                <a:gd name="csY4" fmla="*/ 1079800 h 2473361"/>
                <a:gd name="csX5" fmla="*/ 1485669 w 3289130"/>
                <a:gd name="csY5" fmla="*/ 1893718 h 2473361"/>
                <a:gd name="csX6" fmla="*/ 27731 w 3289130"/>
                <a:gd name="csY6" fmla="*/ 2449732 h 2473361"/>
                <a:gd name="csX0" fmla="*/ 367 w 3261766"/>
                <a:gd name="csY0" fmla="*/ 2449732 h 2449966"/>
                <a:gd name="csX1" fmla="*/ 573807 w 3261766"/>
                <a:gd name="csY1" fmla="*/ 1096559 h 2449966"/>
                <a:gd name="csX2" fmla="*/ 1465156 w 3261766"/>
                <a:gd name="csY2" fmla="*/ 264204 h 2449966"/>
                <a:gd name="csX3" fmla="*/ 2522270 w 3261766"/>
                <a:gd name="csY3" fmla="*/ 48166 h 2449966"/>
                <a:gd name="csX4" fmla="*/ 3261766 w 3261766"/>
                <a:gd name="csY4" fmla="*/ 1079800 h 2449966"/>
                <a:gd name="csX5" fmla="*/ 1458305 w 3261766"/>
                <a:gd name="csY5" fmla="*/ 1893718 h 2449966"/>
                <a:gd name="csX6" fmla="*/ 367 w 3261766"/>
                <a:gd name="csY6" fmla="*/ 2449732 h 2449966"/>
                <a:gd name="csX0" fmla="*/ 62959 w 3324358"/>
                <a:gd name="csY0" fmla="*/ 2449732 h 2487147"/>
                <a:gd name="csX1" fmla="*/ 636399 w 3324358"/>
                <a:gd name="csY1" fmla="*/ 1096559 h 2487147"/>
                <a:gd name="csX2" fmla="*/ 1527748 w 3324358"/>
                <a:gd name="csY2" fmla="*/ 264204 h 2487147"/>
                <a:gd name="csX3" fmla="*/ 2584862 w 3324358"/>
                <a:gd name="csY3" fmla="*/ 48166 h 2487147"/>
                <a:gd name="csX4" fmla="*/ 3324358 w 3324358"/>
                <a:gd name="csY4" fmla="*/ 1079800 h 2487147"/>
                <a:gd name="csX5" fmla="*/ 1520897 w 3324358"/>
                <a:gd name="csY5" fmla="*/ 1893718 h 2487147"/>
                <a:gd name="csX6" fmla="*/ 62959 w 3324358"/>
                <a:gd name="csY6" fmla="*/ 2449732 h 2487147"/>
                <a:gd name="csX0" fmla="*/ 38478 w 4482813"/>
                <a:gd name="csY0" fmla="*/ 3496425 h 3519813"/>
                <a:gd name="csX1" fmla="*/ 1794854 w 4482813"/>
                <a:gd name="csY1" fmla="*/ 1096559 h 3519813"/>
                <a:gd name="csX2" fmla="*/ 2686203 w 4482813"/>
                <a:gd name="csY2" fmla="*/ 264204 h 3519813"/>
                <a:gd name="csX3" fmla="*/ 3743317 w 4482813"/>
                <a:gd name="csY3" fmla="*/ 48166 h 3519813"/>
                <a:gd name="csX4" fmla="*/ 4482813 w 4482813"/>
                <a:gd name="csY4" fmla="*/ 1079800 h 3519813"/>
                <a:gd name="csX5" fmla="*/ 2679352 w 4482813"/>
                <a:gd name="csY5" fmla="*/ 1893718 h 3519813"/>
                <a:gd name="csX6" fmla="*/ 38478 w 4482813"/>
                <a:gd name="csY6" fmla="*/ 3496425 h 3519813"/>
                <a:gd name="csX0" fmla="*/ 9071 w 4453406"/>
                <a:gd name="csY0" fmla="*/ 3496425 h 3510301"/>
                <a:gd name="csX1" fmla="*/ 1765447 w 4453406"/>
                <a:gd name="csY1" fmla="*/ 1096559 h 3510301"/>
                <a:gd name="csX2" fmla="*/ 2656796 w 4453406"/>
                <a:gd name="csY2" fmla="*/ 264204 h 3510301"/>
                <a:gd name="csX3" fmla="*/ 3713910 w 4453406"/>
                <a:gd name="csY3" fmla="*/ 48166 h 3510301"/>
                <a:gd name="csX4" fmla="*/ 4453406 w 4453406"/>
                <a:gd name="csY4" fmla="*/ 1079800 h 3510301"/>
                <a:gd name="csX5" fmla="*/ 2649945 w 4453406"/>
                <a:gd name="csY5" fmla="*/ 1893718 h 3510301"/>
                <a:gd name="csX6" fmla="*/ 9071 w 4453406"/>
                <a:gd name="csY6" fmla="*/ 3496425 h 3510301"/>
                <a:gd name="csX0" fmla="*/ 9071 w 4453406"/>
                <a:gd name="csY0" fmla="*/ 3496425 h 3512169"/>
                <a:gd name="csX1" fmla="*/ 1765447 w 4453406"/>
                <a:gd name="csY1" fmla="*/ 1096559 h 3512169"/>
                <a:gd name="csX2" fmla="*/ 2656796 w 4453406"/>
                <a:gd name="csY2" fmla="*/ 264204 h 3512169"/>
                <a:gd name="csX3" fmla="*/ 3713910 w 4453406"/>
                <a:gd name="csY3" fmla="*/ 48166 h 3512169"/>
                <a:gd name="csX4" fmla="*/ 4453406 w 4453406"/>
                <a:gd name="csY4" fmla="*/ 1079800 h 3512169"/>
                <a:gd name="csX5" fmla="*/ 2649945 w 4453406"/>
                <a:gd name="csY5" fmla="*/ 1893718 h 3512169"/>
                <a:gd name="csX6" fmla="*/ 9071 w 4453406"/>
                <a:gd name="csY6" fmla="*/ 3496425 h 3512169"/>
                <a:gd name="csX0" fmla="*/ 9640 w 4453975"/>
                <a:gd name="csY0" fmla="*/ 3496425 h 3512169"/>
                <a:gd name="csX1" fmla="*/ 1766016 w 4453975"/>
                <a:gd name="csY1" fmla="*/ 1096559 h 3512169"/>
                <a:gd name="csX2" fmla="*/ 2657365 w 4453975"/>
                <a:gd name="csY2" fmla="*/ 264204 h 3512169"/>
                <a:gd name="csX3" fmla="*/ 3714479 w 4453975"/>
                <a:gd name="csY3" fmla="*/ 48166 h 3512169"/>
                <a:gd name="csX4" fmla="*/ 4453975 w 4453975"/>
                <a:gd name="csY4" fmla="*/ 1079800 h 3512169"/>
                <a:gd name="csX5" fmla="*/ 2650514 w 4453975"/>
                <a:gd name="csY5" fmla="*/ 1893718 h 3512169"/>
                <a:gd name="csX6" fmla="*/ 9640 w 4453975"/>
                <a:gd name="csY6" fmla="*/ 3496425 h 3512169"/>
                <a:gd name="csX0" fmla="*/ 9640 w 4453975"/>
                <a:gd name="csY0" fmla="*/ 3993467 h 4008123"/>
                <a:gd name="csX1" fmla="*/ 1766016 w 4453975"/>
                <a:gd name="csY1" fmla="*/ 1593601 h 4008123"/>
                <a:gd name="csX2" fmla="*/ 2601034 w 4453975"/>
                <a:gd name="csY2" fmla="*/ 41122 h 4008123"/>
                <a:gd name="csX3" fmla="*/ 3714479 w 4453975"/>
                <a:gd name="csY3" fmla="*/ 545208 h 4008123"/>
                <a:gd name="csX4" fmla="*/ 4453975 w 4453975"/>
                <a:gd name="csY4" fmla="*/ 1576842 h 4008123"/>
                <a:gd name="csX5" fmla="*/ 2650514 w 4453975"/>
                <a:gd name="csY5" fmla="*/ 2390760 h 4008123"/>
                <a:gd name="csX6" fmla="*/ 9640 w 4453975"/>
                <a:gd name="csY6" fmla="*/ 3993467 h 4008123"/>
                <a:gd name="csX0" fmla="*/ 9640 w 4453975"/>
                <a:gd name="csY0" fmla="*/ 3952894 h 3967550"/>
                <a:gd name="csX1" fmla="*/ 1766016 w 4453975"/>
                <a:gd name="csY1" fmla="*/ 1553028 h 3967550"/>
                <a:gd name="csX2" fmla="*/ 2601034 w 4453975"/>
                <a:gd name="csY2" fmla="*/ 549 h 3967550"/>
                <a:gd name="csX3" fmla="*/ 3714479 w 4453975"/>
                <a:gd name="csY3" fmla="*/ 504635 h 3967550"/>
                <a:gd name="csX4" fmla="*/ 4453975 w 4453975"/>
                <a:gd name="csY4" fmla="*/ 1536269 h 3967550"/>
                <a:gd name="csX5" fmla="*/ 2650514 w 4453975"/>
                <a:gd name="csY5" fmla="*/ 2350187 h 3967550"/>
                <a:gd name="csX6" fmla="*/ 9640 w 4453975"/>
                <a:gd name="csY6" fmla="*/ 3952894 h 3967550"/>
                <a:gd name="csX0" fmla="*/ 9640 w 4453975"/>
                <a:gd name="csY0" fmla="*/ 3952971 h 3968477"/>
                <a:gd name="csX1" fmla="*/ 1766016 w 4453975"/>
                <a:gd name="csY1" fmla="*/ 1553105 h 3968477"/>
                <a:gd name="csX2" fmla="*/ 2601034 w 4453975"/>
                <a:gd name="csY2" fmla="*/ 626 h 3968477"/>
                <a:gd name="csX3" fmla="*/ 3714479 w 4453975"/>
                <a:gd name="csY3" fmla="*/ 504712 h 3968477"/>
                <a:gd name="csX4" fmla="*/ 4453975 w 4453975"/>
                <a:gd name="csY4" fmla="*/ 1536346 h 3968477"/>
                <a:gd name="csX5" fmla="*/ 2650514 w 4453975"/>
                <a:gd name="csY5" fmla="*/ 2350264 h 3968477"/>
                <a:gd name="csX6" fmla="*/ 9640 w 4453975"/>
                <a:gd name="csY6" fmla="*/ 3952971 h 3968477"/>
                <a:gd name="csX0" fmla="*/ 9640 w 4517542"/>
                <a:gd name="csY0" fmla="*/ 4153948 h 4169453"/>
                <a:gd name="csX1" fmla="*/ 1766016 w 4517542"/>
                <a:gd name="csY1" fmla="*/ 1754082 h 4169453"/>
                <a:gd name="csX2" fmla="*/ 2601034 w 4517542"/>
                <a:gd name="csY2" fmla="*/ 201603 h 4169453"/>
                <a:gd name="csX3" fmla="*/ 4390442 w 4517542"/>
                <a:gd name="csY3" fmla="*/ 186529 h 4169453"/>
                <a:gd name="csX4" fmla="*/ 4453975 w 4517542"/>
                <a:gd name="csY4" fmla="*/ 1737323 h 4169453"/>
                <a:gd name="csX5" fmla="*/ 2650514 w 4517542"/>
                <a:gd name="csY5" fmla="*/ 2551241 h 4169453"/>
                <a:gd name="csX6" fmla="*/ 9640 w 4517542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719798"/>
                <a:gd name="csY0" fmla="*/ 4153948 h 4169453"/>
                <a:gd name="csX1" fmla="*/ 1766016 w 4719798"/>
                <a:gd name="csY1" fmla="*/ 1754082 h 4169453"/>
                <a:gd name="csX2" fmla="*/ 2601034 w 4719798"/>
                <a:gd name="csY2" fmla="*/ 201603 h 4169453"/>
                <a:gd name="csX3" fmla="*/ 4390442 w 4719798"/>
                <a:gd name="csY3" fmla="*/ 186529 h 4169453"/>
                <a:gd name="csX4" fmla="*/ 4453975 w 4719798"/>
                <a:gd name="csY4" fmla="*/ 1737323 h 4169453"/>
                <a:gd name="csX5" fmla="*/ 2650514 w 4719798"/>
                <a:gd name="csY5" fmla="*/ 2551241 h 4169453"/>
                <a:gd name="csX6" fmla="*/ 9640 w 4719798"/>
                <a:gd name="csY6" fmla="*/ 4153948 h 4169453"/>
                <a:gd name="csX0" fmla="*/ 9640 w 4684091"/>
                <a:gd name="csY0" fmla="*/ 4153948 h 4169453"/>
                <a:gd name="csX1" fmla="*/ 1766016 w 4684091"/>
                <a:gd name="csY1" fmla="*/ 1754082 h 4169453"/>
                <a:gd name="csX2" fmla="*/ 2601034 w 4684091"/>
                <a:gd name="csY2" fmla="*/ 201603 h 4169453"/>
                <a:gd name="csX3" fmla="*/ 4390442 w 4684091"/>
                <a:gd name="csY3" fmla="*/ 186529 h 4169453"/>
                <a:gd name="csX4" fmla="*/ 4453975 w 4684091"/>
                <a:gd name="csY4" fmla="*/ 1737323 h 4169453"/>
                <a:gd name="csX5" fmla="*/ 2650514 w 4684091"/>
                <a:gd name="csY5" fmla="*/ 2551241 h 4169453"/>
                <a:gd name="csX6" fmla="*/ 9640 w 4684091"/>
                <a:gd name="csY6" fmla="*/ 4153948 h 4169453"/>
                <a:gd name="csX0" fmla="*/ 9640 w 4747938"/>
                <a:gd name="csY0" fmla="*/ 4153948 h 4169453"/>
                <a:gd name="csX1" fmla="*/ 1766016 w 4747938"/>
                <a:gd name="csY1" fmla="*/ 1754082 h 4169453"/>
                <a:gd name="csX2" fmla="*/ 2601034 w 4747938"/>
                <a:gd name="csY2" fmla="*/ 201603 h 4169453"/>
                <a:gd name="csX3" fmla="*/ 4390442 w 4747938"/>
                <a:gd name="csY3" fmla="*/ 186529 h 4169453"/>
                <a:gd name="csX4" fmla="*/ 4453975 w 4747938"/>
                <a:gd name="csY4" fmla="*/ 1737323 h 4169453"/>
                <a:gd name="csX5" fmla="*/ 2650514 w 4747938"/>
                <a:gd name="csY5" fmla="*/ 2551241 h 4169453"/>
                <a:gd name="csX6" fmla="*/ 9640 w 4747938"/>
                <a:gd name="csY6" fmla="*/ 4153948 h 4169453"/>
                <a:gd name="csX0" fmla="*/ 9640 w 4747938"/>
                <a:gd name="csY0" fmla="*/ 4205765 h 4221270"/>
                <a:gd name="csX1" fmla="*/ 1766016 w 4747938"/>
                <a:gd name="csY1" fmla="*/ 1805899 h 4221270"/>
                <a:gd name="csX2" fmla="*/ 2601034 w 4747938"/>
                <a:gd name="csY2" fmla="*/ 253420 h 4221270"/>
                <a:gd name="csX3" fmla="*/ 4390442 w 4747938"/>
                <a:gd name="csY3" fmla="*/ 238346 h 4221270"/>
                <a:gd name="csX4" fmla="*/ 4453975 w 4747938"/>
                <a:gd name="csY4" fmla="*/ 1789140 h 4221270"/>
                <a:gd name="csX5" fmla="*/ 2650514 w 4747938"/>
                <a:gd name="csY5" fmla="*/ 2603058 h 4221270"/>
                <a:gd name="csX6" fmla="*/ 9640 w 4747938"/>
                <a:gd name="csY6" fmla="*/ 4205765 h 4221270"/>
                <a:gd name="csX0" fmla="*/ 9640 w 4769359"/>
                <a:gd name="csY0" fmla="*/ 4189897 h 4205402"/>
                <a:gd name="csX1" fmla="*/ 1766016 w 4769359"/>
                <a:gd name="csY1" fmla="*/ 1790031 h 4205402"/>
                <a:gd name="csX2" fmla="*/ 2601034 w 4769359"/>
                <a:gd name="csY2" fmla="*/ 237552 h 4205402"/>
                <a:gd name="csX3" fmla="*/ 4446772 w 4769359"/>
                <a:gd name="csY3" fmla="*/ 163863 h 4205402"/>
                <a:gd name="csX4" fmla="*/ 4453975 w 4769359"/>
                <a:gd name="csY4" fmla="*/ 1773272 h 4205402"/>
                <a:gd name="csX5" fmla="*/ 2650514 w 4769359"/>
                <a:gd name="csY5" fmla="*/ 2587190 h 4205402"/>
                <a:gd name="csX6" fmla="*/ 9640 w 4769359"/>
                <a:gd name="csY6" fmla="*/ 4189897 h 4205402"/>
                <a:gd name="csX0" fmla="*/ 9640 w 4747938"/>
                <a:gd name="csY0" fmla="*/ 4212142 h 4227647"/>
                <a:gd name="csX1" fmla="*/ 1766016 w 4747938"/>
                <a:gd name="csY1" fmla="*/ 1812276 h 4227647"/>
                <a:gd name="csX2" fmla="*/ 2601034 w 4747938"/>
                <a:gd name="csY2" fmla="*/ 259797 h 4227647"/>
                <a:gd name="csX3" fmla="*/ 4390441 w 4747938"/>
                <a:gd name="csY3" fmla="*/ 152614 h 4227647"/>
                <a:gd name="csX4" fmla="*/ 4453975 w 4747938"/>
                <a:gd name="csY4" fmla="*/ 1795517 h 4227647"/>
                <a:gd name="csX5" fmla="*/ 2650514 w 4747938"/>
                <a:gd name="csY5" fmla="*/ 2609435 h 4227647"/>
                <a:gd name="csX6" fmla="*/ 9640 w 4747938"/>
                <a:gd name="csY6" fmla="*/ 4212142 h 4227647"/>
                <a:gd name="csX0" fmla="*/ 8567 w 4746865"/>
                <a:gd name="csY0" fmla="*/ 4212143 h 4219435"/>
                <a:gd name="csX1" fmla="*/ 1745271 w 4746865"/>
                <a:gd name="csY1" fmla="*/ 1812279 h 4219435"/>
                <a:gd name="csX2" fmla="*/ 2599961 w 4746865"/>
                <a:gd name="csY2" fmla="*/ 259798 h 4219435"/>
                <a:gd name="csX3" fmla="*/ 4389368 w 4746865"/>
                <a:gd name="csY3" fmla="*/ 152615 h 4219435"/>
                <a:gd name="csX4" fmla="*/ 4452902 w 4746865"/>
                <a:gd name="csY4" fmla="*/ 1795518 h 4219435"/>
                <a:gd name="csX5" fmla="*/ 2649441 w 4746865"/>
                <a:gd name="csY5" fmla="*/ 2609436 h 4219435"/>
                <a:gd name="csX6" fmla="*/ 8567 w 4746865"/>
                <a:gd name="csY6" fmla="*/ 4212143 h 4219435"/>
                <a:gd name="csX0" fmla="*/ 8451 w 4746749"/>
                <a:gd name="csY0" fmla="*/ 4212143 h 4219813"/>
                <a:gd name="csX1" fmla="*/ 1745155 w 4746749"/>
                <a:gd name="csY1" fmla="*/ 1812279 h 4219813"/>
                <a:gd name="csX2" fmla="*/ 2599845 w 4746749"/>
                <a:gd name="csY2" fmla="*/ 259798 h 4219813"/>
                <a:gd name="csX3" fmla="*/ 4389252 w 4746749"/>
                <a:gd name="csY3" fmla="*/ 152615 h 4219813"/>
                <a:gd name="csX4" fmla="*/ 4452786 w 4746749"/>
                <a:gd name="csY4" fmla="*/ 1795518 h 4219813"/>
                <a:gd name="csX5" fmla="*/ 2642769 w 4746749"/>
                <a:gd name="csY5" fmla="*/ 2626986 h 4219813"/>
                <a:gd name="csX6" fmla="*/ 8451 w 4746749"/>
                <a:gd name="csY6" fmla="*/ 4212143 h 4219813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594 w 4746892"/>
                <a:gd name="csY0" fmla="*/ 4213311 h 4220527"/>
                <a:gd name="csX1" fmla="*/ 1738740 w 4746892"/>
                <a:gd name="csY1" fmla="*/ 1836843 h 4220527"/>
                <a:gd name="csX2" fmla="*/ 2599988 w 4746892"/>
                <a:gd name="csY2" fmla="*/ 260966 h 4220527"/>
                <a:gd name="csX3" fmla="*/ 4389395 w 4746892"/>
                <a:gd name="csY3" fmla="*/ 153783 h 4220527"/>
                <a:gd name="csX4" fmla="*/ 4452929 w 4746892"/>
                <a:gd name="csY4" fmla="*/ 1796686 h 4220527"/>
                <a:gd name="csX5" fmla="*/ 2642912 w 4746892"/>
                <a:gd name="csY5" fmla="*/ 2628154 h 4220527"/>
                <a:gd name="csX6" fmla="*/ 8594 w 4746892"/>
                <a:gd name="csY6" fmla="*/ 4213311 h 4220527"/>
                <a:gd name="csX0" fmla="*/ 8594 w 4693867"/>
                <a:gd name="csY0" fmla="*/ 4136922 h 4144138"/>
                <a:gd name="csX1" fmla="*/ 1738740 w 4693867"/>
                <a:gd name="csY1" fmla="*/ 1760454 h 4144138"/>
                <a:gd name="csX2" fmla="*/ 2599988 w 4693867"/>
                <a:gd name="csY2" fmla="*/ 184577 h 4144138"/>
                <a:gd name="csX3" fmla="*/ 4389395 w 4693867"/>
                <a:gd name="csY3" fmla="*/ 77394 h 4144138"/>
                <a:gd name="csX4" fmla="*/ 4452929 w 4693867"/>
                <a:gd name="csY4" fmla="*/ 1720297 h 4144138"/>
                <a:gd name="csX5" fmla="*/ 2642912 w 4693867"/>
                <a:gd name="csY5" fmla="*/ 2551765 h 4144138"/>
                <a:gd name="csX6" fmla="*/ 8594 w 4693867"/>
                <a:gd name="csY6" fmla="*/ 4136922 h 4144138"/>
                <a:gd name="csX0" fmla="*/ 8594 w 4699247"/>
                <a:gd name="csY0" fmla="*/ 4098901 h 4106117"/>
                <a:gd name="csX1" fmla="*/ 1738740 w 4699247"/>
                <a:gd name="csY1" fmla="*/ 1722433 h 4106117"/>
                <a:gd name="csX2" fmla="*/ 2599988 w 4699247"/>
                <a:gd name="csY2" fmla="*/ 146556 h 4106117"/>
                <a:gd name="csX3" fmla="*/ 4409070 w 4699247"/>
                <a:gd name="csY3" fmla="*/ 115412 h 4106117"/>
                <a:gd name="csX4" fmla="*/ 4452929 w 4699247"/>
                <a:gd name="csY4" fmla="*/ 1682276 h 4106117"/>
                <a:gd name="csX5" fmla="*/ 2642912 w 4699247"/>
                <a:gd name="csY5" fmla="*/ 2513744 h 4106117"/>
                <a:gd name="csX6" fmla="*/ 8594 w 4699247"/>
                <a:gd name="csY6" fmla="*/ 4098901 h 4106117"/>
                <a:gd name="csX0" fmla="*/ 8594 w 4703971"/>
                <a:gd name="csY0" fmla="*/ 4107920 h 4115136"/>
                <a:gd name="csX1" fmla="*/ 1738740 w 4703971"/>
                <a:gd name="csY1" fmla="*/ 1731452 h 4115136"/>
                <a:gd name="csX2" fmla="*/ 2599988 w 4703971"/>
                <a:gd name="csY2" fmla="*/ 155575 h 4115136"/>
                <a:gd name="csX3" fmla="*/ 4409070 w 4703971"/>
                <a:gd name="csY3" fmla="*/ 124431 h 4115136"/>
                <a:gd name="csX4" fmla="*/ 4452929 w 4703971"/>
                <a:gd name="csY4" fmla="*/ 1691295 h 4115136"/>
                <a:gd name="csX5" fmla="*/ 2642912 w 4703971"/>
                <a:gd name="csY5" fmla="*/ 2522763 h 4115136"/>
                <a:gd name="csX6" fmla="*/ 8594 w 4703971"/>
                <a:gd name="csY6" fmla="*/ 4107920 h 4115136"/>
                <a:gd name="csX0" fmla="*/ 8594 w 4703971"/>
                <a:gd name="csY0" fmla="*/ 4195888 h 4203104"/>
                <a:gd name="csX1" fmla="*/ 1738740 w 4703971"/>
                <a:gd name="csY1" fmla="*/ 1819420 h 4203104"/>
                <a:gd name="csX2" fmla="*/ 2599988 w 4703971"/>
                <a:gd name="csY2" fmla="*/ 243543 h 4203104"/>
                <a:gd name="csX3" fmla="*/ 4409070 w 4703971"/>
                <a:gd name="csY3" fmla="*/ 212399 h 4203104"/>
                <a:gd name="csX4" fmla="*/ 4452929 w 4703971"/>
                <a:gd name="csY4" fmla="*/ 1779263 h 4203104"/>
                <a:gd name="csX5" fmla="*/ 2642912 w 4703971"/>
                <a:gd name="csY5" fmla="*/ 2610731 h 4203104"/>
                <a:gd name="csX6" fmla="*/ 8594 w 4703971"/>
                <a:gd name="csY6" fmla="*/ 4195888 h 4203104"/>
                <a:gd name="csX0" fmla="*/ 8594 w 4703971"/>
                <a:gd name="csY0" fmla="*/ 4213778 h 4220994"/>
                <a:gd name="csX1" fmla="*/ 1738740 w 4703971"/>
                <a:gd name="csY1" fmla="*/ 1837310 h 4220994"/>
                <a:gd name="csX2" fmla="*/ 2599988 w 4703971"/>
                <a:gd name="csY2" fmla="*/ 261433 h 4220994"/>
                <a:gd name="csX3" fmla="*/ 4409070 w 4703971"/>
                <a:gd name="csY3" fmla="*/ 230289 h 4220994"/>
                <a:gd name="csX4" fmla="*/ 4452929 w 4703971"/>
                <a:gd name="csY4" fmla="*/ 1797153 h 4220994"/>
                <a:gd name="csX5" fmla="*/ 2642912 w 4703971"/>
                <a:gd name="csY5" fmla="*/ 2628621 h 4220994"/>
                <a:gd name="csX6" fmla="*/ 8594 w 4703971"/>
                <a:gd name="csY6" fmla="*/ 4213778 h 4220994"/>
                <a:gd name="csX0" fmla="*/ 8594 w 4855548"/>
                <a:gd name="csY0" fmla="*/ 4390510 h 4397726"/>
                <a:gd name="csX1" fmla="*/ 1738740 w 4855548"/>
                <a:gd name="csY1" fmla="*/ 2014042 h 4397726"/>
                <a:gd name="csX2" fmla="*/ 2599988 w 4855548"/>
                <a:gd name="csY2" fmla="*/ 438165 h 4397726"/>
                <a:gd name="csX3" fmla="*/ 4756647 w 4855548"/>
                <a:gd name="csY3" fmla="*/ 26825 h 4397726"/>
                <a:gd name="csX4" fmla="*/ 4452929 w 4855548"/>
                <a:gd name="csY4" fmla="*/ 1973885 h 4397726"/>
                <a:gd name="csX5" fmla="*/ 2642912 w 4855548"/>
                <a:gd name="csY5" fmla="*/ 2805353 h 4397726"/>
                <a:gd name="csX6" fmla="*/ 8594 w 4855548"/>
                <a:gd name="csY6" fmla="*/ 4390510 h 4397726"/>
                <a:gd name="csX0" fmla="*/ 8594 w 5018748"/>
                <a:gd name="csY0" fmla="*/ 4545598 h 4552814"/>
                <a:gd name="csX1" fmla="*/ 1738740 w 5018748"/>
                <a:gd name="csY1" fmla="*/ 2169130 h 4552814"/>
                <a:gd name="csX2" fmla="*/ 2599988 w 5018748"/>
                <a:gd name="csY2" fmla="*/ 593253 h 4552814"/>
                <a:gd name="csX3" fmla="*/ 4973062 w 5018748"/>
                <a:gd name="csY3" fmla="*/ 18136 h 4552814"/>
                <a:gd name="csX4" fmla="*/ 4452929 w 5018748"/>
                <a:gd name="csY4" fmla="*/ 2128973 h 4552814"/>
                <a:gd name="csX5" fmla="*/ 2642912 w 5018748"/>
                <a:gd name="csY5" fmla="*/ 2960441 h 4552814"/>
                <a:gd name="csX6" fmla="*/ 8594 w 5018748"/>
                <a:gd name="csY6" fmla="*/ 4545598 h 4552814"/>
                <a:gd name="csX0" fmla="*/ 8594 w 5002691"/>
                <a:gd name="csY0" fmla="*/ 4537753 h 4544969"/>
                <a:gd name="csX1" fmla="*/ 1738740 w 5002691"/>
                <a:gd name="csY1" fmla="*/ 2161285 h 4544969"/>
                <a:gd name="csX2" fmla="*/ 2599988 w 5002691"/>
                <a:gd name="csY2" fmla="*/ 585408 h 4544969"/>
                <a:gd name="csX3" fmla="*/ 4973062 w 5002691"/>
                <a:gd name="csY3" fmla="*/ 10291 h 4544969"/>
                <a:gd name="csX4" fmla="*/ 4452929 w 5002691"/>
                <a:gd name="csY4" fmla="*/ 2121128 h 4544969"/>
                <a:gd name="csX5" fmla="*/ 2642912 w 5002691"/>
                <a:gd name="csY5" fmla="*/ 2952596 h 4544969"/>
                <a:gd name="csX6" fmla="*/ 8594 w 5002691"/>
                <a:gd name="csY6" fmla="*/ 4537753 h 4544969"/>
                <a:gd name="csX0" fmla="*/ 8594 w 4705059"/>
                <a:gd name="csY0" fmla="*/ 4122711 h 4129927"/>
                <a:gd name="csX1" fmla="*/ 1738740 w 4705059"/>
                <a:gd name="csY1" fmla="*/ 1746243 h 4129927"/>
                <a:gd name="csX2" fmla="*/ 2599988 w 4705059"/>
                <a:gd name="csY2" fmla="*/ 170366 h 4129927"/>
                <a:gd name="csX3" fmla="*/ 4446032 w 4705059"/>
                <a:gd name="csY3" fmla="*/ 89415 h 4129927"/>
                <a:gd name="csX4" fmla="*/ 4452929 w 4705059"/>
                <a:gd name="csY4" fmla="*/ 1706086 h 4129927"/>
                <a:gd name="csX5" fmla="*/ 2642912 w 4705059"/>
                <a:gd name="csY5" fmla="*/ 2537554 h 4129927"/>
                <a:gd name="csX6" fmla="*/ 8594 w 4705059"/>
                <a:gd name="csY6" fmla="*/ 4122711 h 4129927"/>
                <a:gd name="csX0" fmla="*/ 8594 w 4596663"/>
                <a:gd name="csY0" fmla="*/ 4215533 h 4224499"/>
                <a:gd name="csX1" fmla="*/ 1738740 w 4596663"/>
                <a:gd name="csY1" fmla="*/ 1839065 h 4224499"/>
                <a:gd name="csX2" fmla="*/ 2599988 w 4596663"/>
                <a:gd name="csY2" fmla="*/ 263188 h 4224499"/>
                <a:gd name="csX3" fmla="*/ 4446032 w 4596663"/>
                <a:gd name="csY3" fmla="*/ 182237 h 4224499"/>
                <a:gd name="csX4" fmla="*/ 4129398 w 4596663"/>
                <a:gd name="csY4" fmla="*/ 2079669 h 4224499"/>
                <a:gd name="csX5" fmla="*/ 2642912 w 4596663"/>
                <a:gd name="csY5" fmla="*/ 2630376 h 4224499"/>
                <a:gd name="csX6" fmla="*/ 8594 w 4596663"/>
                <a:gd name="csY6" fmla="*/ 4215533 h 4224499"/>
                <a:gd name="csX0" fmla="*/ 10635 w 4618520"/>
                <a:gd name="csY0" fmla="*/ 4140860 h 4149826"/>
                <a:gd name="csX1" fmla="*/ 1740781 w 4618520"/>
                <a:gd name="csY1" fmla="*/ 1764392 h 4149826"/>
                <a:gd name="csX2" fmla="*/ 2330962 w 4618520"/>
                <a:gd name="csY2" fmla="*/ 399085 h 4149826"/>
                <a:gd name="csX3" fmla="*/ 4448073 w 4618520"/>
                <a:gd name="csY3" fmla="*/ 107564 h 4149826"/>
                <a:gd name="csX4" fmla="*/ 4131439 w 4618520"/>
                <a:gd name="csY4" fmla="*/ 2004996 h 4149826"/>
                <a:gd name="csX5" fmla="*/ 2644953 w 4618520"/>
                <a:gd name="csY5" fmla="*/ 2555703 h 4149826"/>
                <a:gd name="csX6" fmla="*/ 10635 w 4618520"/>
                <a:gd name="csY6" fmla="*/ 4140860 h 4149826"/>
                <a:gd name="csX0" fmla="*/ 2473 w 4610358"/>
                <a:gd name="csY0" fmla="*/ 4148168 h 4152706"/>
                <a:gd name="csX1" fmla="*/ 2161081 w 4610358"/>
                <a:gd name="csY1" fmla="*/ 2013468 h 4152706"/>
                <a:gd name="csX2" fmla="*/ 2322800 w 4610358"/>
                <a:gd name="csY2" fmla="*/ 406393 h 4152706"/>
                <a:gd name="csX3" fmla="*/ 4439911 w 4610358"/>
                <a:gd name="csY3" fmla="*/ 114872 h 4152706"/>
                <a:gd name="csX4" fmla="*/ 4123277 w 4610358"/>
                <a:gd name="csY4" fmla="*/ 2012304 h 4152706"/>
                <a:gd name="csX5" fmla="*/ 2636791 w 4610358"/>
                <a:gd name="csY5" fmla="*/ 2563011 h 4152706"/>
                <a:gd name="csX6" fmla="*/ 2473 w 4610358"/>
                <a:gd name="csY6" fmla="*/ 4148168 h 4152706"/>
                <a:gd name="csX0" fmla="*/ 400 w 4608285"/>
                <a:gd name="csY0" fmla="*/ 4148168 h 4148397"/>
                <a:gd name="csX1" fmla="*/ 2159008 w 4608285"/>
                <a:gd name="csY1" fmla="*/ 2013468 h 4148397"/>
                <a:gd name="csX2" fmla="*/ 2320727 w 4608285"/>
                <a:gd name="csY2" fmla="*/ 406393 h 4148397"/>
                <a:gd name="csX3" fmla="*/ 4437838 w 4608285"/>
                <a:gd name="csY3" fmla="*/ 114872 h 4148397"/>
                <a:gd name="csX4" fmla="*/ 4121204 w 4608285"/>
                <a:gd name="csY4" fmla="*/ 2012304 h 4148397"/>
                <a:gd name="csX5" fmla="*/ 2346163 w 4608285"/>
                <a:gd name="csY5" fmla="*/ 2149669 h 4148397"/>
                <a:gd name="csX6" fmla="*/ 400 w 4608285"/>
                <a:gd name="csY6" fmla="*/ 4148168 h 4148397"/>
                <a:gd name="csX0" fmla="*/ 400 w 4547161"/>
                <a:gd name="csY0" fmla="*/ 4069645 h 4069874"/>
                <a:gd name="csX1" fmla="*/ 2159008 w 4547161"/>
                <a:gd name="csY1" fmla="*/ 1934945 h 4069874"/>
                <a:gd name="csX2" fmla="*/ 2320727 w 4547161"/>
                <a:gd name="csY2" fmla="*/ 327870 h 4069874"/>
                <a:gd name="csX3" fmla="*/ 4437838 w 4547161"/>
                <a:gd name="csY3" fmla="*/ 36349 h 4069874"/>
                <a:gd name="csX4" fmla="*/ 4121204 w 4547161"/>
                <a:gd name="csY4" fmla="*/ 1933781 h 4069874"/>
                <a:gd name="csX5" fmla="*/ 2346163 w 4547161"/>
                <a:gd name="csY5" fmla="*/ 2071146 h 4069874"/>
                <a:gd name="csX6" fmla="*/ 400 w 4547161"/>
                <a:gd name="csY6" fmla="*/ 4069645 h 4069874"/>
                <a:gd name="csX0" fmla="*/ 536 w 3991476"/>
                <a:gd name="csY0" fmla="*/ 3539321 h 3539632"/>
                <a:gd name="csX1" fmla="*/ 1603323 w 3991476"/>
                <a:gd name="csY1" fmla="*/ 1934945 h 3539632"/>
                <a:gd name="csX2" fmla="*/ 1765042 w 3991476"/>
                <a:gd name="csY2" fmla="*/ 327870 h 3539632"/>
                <a:gd name="csX3" fmla="*/ 3882153 w 3991476"/>
                <a:gd name="csY3" fmla="*/ 36349 h 3539632"/>
                <a:gd name="csX4" fmla="*/ 3565519 w 3991476"/>
                <a:gd name="csY4" fmla="*/ 1933781 h 3539632"/>
                <a:gd name="csX5" fmla="*/ 1790478 w 3991476"/>
                <a:gd name="csY5" fmla="*/ 2071146 h 3539632"/>
                <a:gd name="csX6" fmla="*/ 536 w 3991476"/>
                <a:gd name="csY6" fmla="*/ 3539321 h 3539632"/>
                <a:gd name="csX0" fmla="*/ 527 w 4017318"/>
                <a:gd name="csY0" fmla="*/ 3573908 h 3574212"/>
                <a:gd name="csX1" fmla="*/ 1629165 w 4017318"/>
                <a:gd name="csY1" fmla="*/ 1934945 h 3574212"/>
                <a:gd name="csX2" fmla="*/ 1790884 w 4017318"/>
                <a:gd name="csY2" fmla="*/ 327870 h 3574212"/>
                <a:gd name="csX3" fmla="*/ 3907995 w 4017318"/>
                <a:gd name="csY3" fmla="*/ 36349 h 3574212"/>
                <a:gd name="csX4" fmla="*/ 3591361 w 4017318"/>
                <a:gd name="csY4" fmla="*/ 1933781 h 3574212"/>
                <a:gd name="csX5" fmla="*/ 1816320 w 4017318"/>
                <a:gd name="csY5" fmla="*/ 2071146 h 3574212"/>
                <a:gd name="csX6" fmla="*/ 527 w 4017318"/>
                <a:gd name="csY6" fmla="*/ 3573908 h 3574212"/>
                <a:gd name="csX0" fmla="*/ 3641 w 4020432"/>
                <a:gd name="csY0" fmla="*/ 3573908 h 3577567"/>
                <a:gd name="csX1" fmla="*/ 1632279 w 4020432"/>
                <a:gd name="csY1" fmla="*/ 1934945 h 3577567"/>
                <a:gd name="csX2" fmla="*/ 1793998 w 4020432"/>
                <a:gd name="csY2" fmla="*/ 327870 h 3577567"/>
                <a:gd name="csX3" fmla="*/ 3911109 w 4020432"/>
                <a:gd name="csY3" fmla="*/ 36349 h 3577567"/>
                <a:gd name="csX4" fmla="*/ 3594475 w 4020432"/>
                <a:gd name="csY4" fmla="*/ 1933781 h 3577567"/>
                <a:gd name="csX5" fmla="*/ 1819434 w 4020432"/>
                <a:gd name="csY5" fmla="*/ 2071146 h 3577567"/>
                <a:gd name="csX6" fmla="*/ 3641 w 4020432"/>
                <a:gd name="csY6" fmla="*/ 3573908 h 3577567"/>
                <a:gd name="csX0" fmla="*/ 11923 w 4028714"/>
                <a:gd name="csY0" fmla="*/ 3573908 h 3583559"/>
                <a:gd name="csX1" fmla="*/ 1640561 w 4028714"/>
                <a:gd name="csY1" fmla="*/ 1934945 h 3583559"/>
                <a:gd name="csX2" fmla="*/ 1802280 w 4028714"/>
                <a:gd name="csY2" fmla="*/ 327870 h 3583559"/>
                <a:gd name="csX3" fmla="*/ 3919391 w 4028714"/>
                <a:gd name="csY3" fmla="*/ 36349 h 3583559"/>
                <a:gd name="csX4" fmla="*/ 3602757 w 4028714"/>
                <a:gd name="csY4" fmla="*/ 1933781 h 3583559"/>
                <a:gd name="csX5" fmla="*/ 1827716 w 4028714"/>
                <a:gd name="csY5" fmla="*/ 2071146 h 3583559"/>
                <a:gd name="csX6" fmla="*/ 11923 w 4028714"/>
                <a:gd name="csY6" fmla="*/ 3573908 h 3583559"/>
                <a:gd name="csX0" fmla="*/ 1130 w 4017921"/>
                <a:gd name="csY0" fmla="*/ 3573908 h 3577714"/>
                <a:gd name="csX1" fmla="*/ 1629768 w 4017921"/>
                <a:gd name="csY1" fmla="*/ 1934945 h 3577714"/>
                <a:gd name="csX2" fmla="*/ 1791487 w 4017921"/>
                <a:gd name="csY2" fmla="*/ 327870 h 3577714"/>
                <a:gd name="csX3" fmla="*/ 3908598 w 4017921"/>
                <a:gd name="csY3" fmla="*/ 36349 h 3577714"/>
                <a:gd name="csX4" fmla="*/ 3591964 w 4017921"/>
                <a:gd name="csY4" fmla="*/ 1933781 h 3577714"/>
                <a:gd name="csX5" fmla="*/ 1906115 w 4017921"/>
                <a:gd name="csY5" fmla="*/ 2373434 h 3577714"/>
                <a:gd name="csX6" fmla="*/ 1130 w 4017921"/>
                <a:gd name="csY6" fmla="*/ 3573908 h 3577714"/>
                <a:gd name="csX0" fmla="*/ 434 w 4017225"/>
                <a:gd name="csY0" fmla="*/ 3573908 h 3574428"/>
                <a:gd name="csX1" fmla="*/ 1629072 w 4017225"/>
                <a:gd name="csY1" fmla="*/ 1934945 h 3574428"/>
                <a:gd name="csX2" fmla="*/ 1790791 w 4017225"/>
                <a:gd name="csY2" fmla="*/ 327870 h 3574428"/>
                <a:gd name="csX3" fmla="*/ 3907902 w 4017225"/>
                <a:gd name="csY3" fmla="*/ 36349 h 3574428"/>
                <a:gd name="csX4" fmla="*/ 3591268 w 4017225"/>
                <a:gd name="csY4" fmla="*/ 1933781 h 3574428"/>
                <a:gd name="csX5" fmla="*/ 1798394 w 4017225"/>
                <a:gd name="csY5" fmla="*/ 2110926 h 3574428"/>
                <a:gd name="csX6" fmla="*/ 434 w 4017225"/>
                <a:gd name="csY6" fmla="*/ 3573908 h 3574428"/>
                <a:gd name="csX0" fmla="*/ 434 w 4017225"/>
                <a:gd name="csY0" fmla="*/ 3573908 h 3574310"/>
                <a:gd name="csX1" fmla="*/ 1629072 w 4017225"/>
                <a:gd name="csY1" fmla="*/ 1934945 h 3574310"/>
                <a:gd name="csX2" fmla="*/ 1790791 w 4017225"/>
                <a:gd name="csY2" fmla="*/ 327870 h 3574310"/>
                <a:gd name="csX3" fmla="*/ 3907902 w 4017225"/>
                <a:gd name="csY3" fmla="*/ 36349 h 3574310"/>
                <a:gd name="csX4" fmla="*/ 3591268 w 4017225"/>
                <a:gd name="csY4" fmla="*/ 1933781 h 3574310"/>
                <a:gd name="csX5" fmla="*/ 1798394 w 4017225"/>
                <a:gd name="csY5" fmla="*/ 2110926 h 3574310"/>
                <a:gd name="csX6" fmla="*/ 434 w 4017225"/>
                <a:gd name="csY6" fmla="*/ 3573908 h 3574310"/>
                <a:gd name="csX0" fmla="*/ 434 w 4017225"/>
                <a:gd name="csY0" fmla="*/ 3573908 h 3576627"/>
                <a:gd name="csX1" fmla="*/ 1629072 w 4017225"/>
                <a:gd name="csY1" fmla="*/ 1934945 h 3576627"/>
                <a:gd name="csX2" fmla="*/ 1790791 w 4017225"/>
                <a:gd name="csY2" fmla="*/ 327870 h 3576627"/>
                <a:gd name="csX3" fmla="*/ 3907902 w 4017225"/>
                <a:gd name="csY3" fmla="*/ 36349 h 3576627"/>
                <a:gd name="csX4" fmla="*/ 3591268 w 4017225"/>
                <a:gd name="csY4" fmla="*/ 1933781 h 3576627"/>
                <a:gd name="csX5" fmla="*/ 1798395 w 4017225"/>
                <a:gd name="csY5" fmla="*/ 2365482 h 3576627"/>
                <a:gd name="csX6" fmla="*/ 434 w 4017225"/>
                <a:gd name="csY6" fmla="*/ 3573908 h 3576627"/>
                <a:gd name="csX0" fmla="*/ 434 w 4017225"/>
                <a:gd name="csY0" fmla="*/ 3573908 h 3576355"/>
                <a:gd name="csX1" fmla="*/ 1629072 w 4017225"/>
                <a:gd name="csY1" fmla="*/ 1934945 h 3576355"/>
                <a:gd name="csX2" fmla="*/ 1790791 w 4017225"/>
                <a:gd name="csY2" fmla="*/ 327870 h 3576355"/>
                <a:gd name="csX3" fmla="*/ 3907902 w 4017225"/>
                <a:gd name="csY3" fmla="*/ 36349 h 3576355"/>
                <a:gd name="csX4" fmla="*/ 3591268 w 4017225"/>
                <a:gd name="csY4" fmla="*/ 1933781 h 3576355"/>
                <a:gd name="csX5" fmla="*/ 1798395 w 4017225"/>
                <a:gd name="csY5" fmla="*/ 2365482 h 3576355"/>
                <a:gd name="csX6" fmla="*/ 434 w 4017225"/>
                <a:gd name="csY6" fmla="*/ 3573908 h 3576355"/>
                <a:gd name="csX0" fmla="*/ 434 w 4017225"/>
                <a:gd name="csY0" fmla="*/ 3573908 h 3583502"/>
                <a:gd name="csX1" fmla="*/ 1629072 w 4017225"/>
                <a:gd name="csY1" fmla="*/ 1934945 h 3583502"/>
                <a:gd name="csX2" fmla="*/ 1790791 w 4017225"/>
                <a:gd name="csY2" fmla="*/ 327870 h 3583502"/>
                <a:gd name="csX3" fmla="*/ 3907902 w 4017225"/>
                <a:gd name="csY3" fmla="*/ 36349 h 3583502"/>
                <a:gd name="csX4" fmla="*/ 3591268 w 4017225"/>
                <a:gd name="csY4" fmla="*/ 1933781 h 3583502"/>
                <a:gd name="csX5" fmla="*/ 1798396 w 4017225"/>
                <a:gd name="csY5" fmla="*/ 2715497 h 3583502"/>
                <a:gd name="csX6" fmla="*/ 434 w 4017225"/>
                <a:gd name="csY6" fmla="*/ 3573908 h 3583502"/>
                <a:gd name="csX0" fmla="*/ 20204 w 4036995"/>
                <a:gd name="csY0" fmla="*/ 3574326 h 3583563"/>
                <a:gd name="csX1" fmla="*/ 908564 w 4036995"/>
                <a:gd name="csY1" fmla="*/ 1951275 h 3583563"/>
                <a:gd name="csX2" fmla="*/ 1810561 w 4036995"/>
                <a:gd name="csY2" fmla="*/ 328288 h 3583563"/>
                <a:gd name="csX3" fmla="*/ 3927672 w 4036995"/>
                <a:gd name="csY3" fmla="*/ 36767 h 3583563"/>
                <a:gd name="csX4" fmla="*/ 3611038 w 4036995"/>
                <a:gd name="csY4" fmla="*/ 1934199 h 3583563"/>
                <a:gd name="csX5" fmla="*/ 1818166 w 4036995"/>
                <a:gd name="csY5" fmla="*/ 2715915 h 3583563"/>
                <a:gd name="csX6" fmla="*/ 20204 w 4036995"/>
                <a:gd name="csY6" fmla="*/ 3574326 h 3583563"/>
                <a:gd name="csX0" fmla="*/ 12549 w 4029340"/>
                <a:gd name="csY0" fmla="*/ 3574326 h 3583563"/>
                <a:gd name="csX1" fmla="*/ 900909 w 4029340"/>
                <a:gd name="csY1" fmla="*/ 1951275 h 3583563"/>
                <a:gd name="csX2" fmla="*/ 1802906 w 4029340"/>
                <a:gd name="csY2" fmla="*/ 328288 h 3583563"/>
                <a:gd name="csX3" fmla="*/ 3920017 w 4029340"/>
                <a:gd name="csY3" fmla="*/ 36767 h 3583563"/>
                <a:gd name="csX4" fmla="*/ 3603383 w 4029340"/>
                <a:gd name="csY4" fmla="*/ 1934199 h 3583563"/>
                <a:gd name="csX5" fmla="*/ 1810511 w 4029340"/>
                <a:gd name="csY5" fmla="*/ 2715915 h 3583563"/>
                <a:gd name="csX6" fmla="*/ 12549 w 4029340"/>
                <a:gd name="csY6" fmla="*/ 3574326 h 3583563"/>
                <a:gd name="csX0" fmla="*/ 2018 w 4018809"/>
                <a:gd name="csY0" fmla="*/ 3573908 h 3583502"/>
                <a:gd name="csX1" fmla="*/ 1389840 w 4018809"/>
                <a:gd name="csY1" fmla="*/ 1934947 h 3583502"/>
                <a:gd name="csX2" fmla="*/ 1792375 w 4018809"/>
                <a:gd name="csY2" fmla="*/ 327870 h 3583502"/>
                <a:gd name="csX3" fmla="*/ 3909486 w 4018809"/>
                <a:gd name="csY3" fmla="*/ 36349 h 3583502"/>
                <a:gd name="csX4" fmla="*/ 3592852 w 4018809"/>
                <a:gd name="csY4" fmla="*/ 1933781 h 3583502"/>
                <a:gd name="csX5" fmla="*/ 1799980 w 4018809"/>
                <a:gd name="csY5" fmla="*/ 2715497 h 3583502"/>
                <a:gd name="csX6" fmla="*/ 2018 w 4018809"/>
                <a:gd name="csY6" fmla="*/ 3573908 h 3583502"/>
                <a:gd name="csX0" fmla="*/ 2018 w 4018809"/>
                <a:gd name="csY0" fmla="*/ 3573908 h 3575401"/>
                <a:gd name="csX1" fmla="*/ 1389840 w 4018809"/>
                <a:gd name="csY1" fmla="*/ 1934947 h 3575401"/>
                <a:gd name="csX2" fmla="*/ 1792375 w 4018809"/>
                <a:gd name="csY2" fmla="*/ 327870 h 3575401"/>
                <a:gd name="csX3" fmla="*/ 3909486 w 4018809"/>
                <a:gd name="csY3" fmla="*/ 36349 h 3575401"/>
                <a:gd name="csX4" fmla="*/ 3592852 w 4018809"/>
                <a:gd name="csY4" fmla="*/ 1933781 h 3575401"/>
                <a:gd name="csX5" fmla="*/ 1799983 w 4018809"/>
                <a:gd name="csY5" fmla="*/ 2277981 h 3575401"/>
                <a:gd name="csX6" fmla="*/ 2018 w 4018809"/>
                <a:gd name="csY6" fmla="*/ 3573908 h 3575401"/>
                <a:gd name="csX0" fmla="*/ 2279 w 4019070"/>
                <a:gd name="csY0" fmla="*/ 3573908 h 3576883"/>
                <a:gd name="csX1" fmla="*/ 1390101 w 4019070"/>
                <a:gd name="csY1" fmla="*/ 1934947 h 3576883"/>
                <a:gd name="csX2" fmla="*/ 1792636 w 4019070"/>
                <a:gd name="csY2" fmla="*/ 327870 h 3576883"/>
                <a:gd name="csX3" fmla="*/ 3909747 w 4019070"/>
                <a:gd name="csY3" fmla="*/ 36349 h 3576883"/>
                <a:gd name="csX4" fmla="*/ 3593113 w 4019070"/>
                <a:gd name="csY4" fmla="*/ 1933781 h 3576883"/>
                <a:gd name="csX5" fmla="*/ 1827004 w 4019070"/>
                <a:gd name="csY5" fmla="*/ 2405261 h 3576883"/>
                <a:gd name="csX6" fmla="*/ 2279 w 4019070"/>
                <a:gd name="csY6" fmla="*/ 3573908 h 3576883"/>
                <a:gd name="csX0" fmla="*/ 3304 w 4020095"/>
                <a:gd name="csY0" fmla="*/ 3573700 h 3576772"/>
                <a:gd name="csX1" fmla="*/ 1310858 w 4020095"/>
                <a:gd name="csY1" fmla="*/ 1926786 h 3576772"/>
                <a:gd name="csX2" fmla="*/ 1793661 w 4020095"/>
                <a:gd name="csY2" fmla="*/ 327662 h 3576772"/>
                <a:gd name="csX3" fmla="*/ 3910772 w 4020095"/>
                <a:gd name="csY3" fmla="*/ 36141 h 3576772"/>
                <a:gd name="csX4" fmla="*/ 3594138 w 4020095"/>
                <a:gd name="csY4" fmla="*/ 1933573 h 3576772"/>
                <a:gd name="csX5" fmla="*/ 1828029 w 4020095"/>
                <a:gd name="csY5" fmla="*/ 2405053 h 3576772"/>
                <a:gd name="csX6" fmla="*/ 3304 w 4020095"/>
                <a:gd name="csY6" fmla="*/ 3573700 h 3576772"/>
                <a:gd name="csX0" fmla="*/ 3254 w 4020045"/>
                <a:gd name="csY0" fmla="*/ 3573700 h 3576772"/>
                <a:gd name="csX1" fmla="*/ 1310808 w 4020045"/>
                <a:gd name="csY1" fmla="*/ 1926786 h 3576772"/>
                <a:gd name="csX2" fmla="*/ 1793611 w 4020045"/>
                <a:gd name="csY2" fmla="*/ 327662 h 3576772"/>
                <a:gd name="csX3" fmla="*/ 3910722 w 4020045"/>
                <a:gd name="csY3" fmla="*/ 36141 h 3576772"/>
                <a:gd name="csX4" fmla="*/ 3594088 w 4020045"/>
                <a:gd name="csY4" fmla="*/ 1933573 h 3576772"/>
                <a:gd name="csX5" fmla="*/ 1827979 w 4020045"/>
                <a:gd name="csY5" fmla="*/ 2405053 h 3576772"/>
                <a:gd name="csX6" fmla="*/ 3254 w 4020045"/>
                <a:gd name="csY6" fmla="*/ 3573700 h 35767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020045" h="3576772">
                  <a:moveTo>
                    <a:pt x="3254" y="3573700"/>
                  </a:moveTo>
                  <a:cubicBezTo>
                    <a:pt x="-82941" y="3493989"/>
                    <a:pt x="1574310" y="2340515"/>
                    <a:pt x="1310808" y="1926786"/>
                  </a:cubicBezTo>
                  <a:cubicBezTo>
                    <a:pt x="1047306" y="1513057"/>
                    <a:pt x="1360292" y="642769"/>
                    <a:pt x="1793611" y="327662"/>
                  </a:cubicBezTo>
                  <a:cubicBezTo>
                    <a:pt x="2226930" y="12555"/>
                    <a:pt x="3750548" y="-52136"/>
                    <a:pt x="3910722" y="36141"/>
                  </a:cubicBezTo>
                  <a:cubicBezTo>
                    <a:pt x="4070896" y="124418"/>
                    <a:pt x="4120351" y="1358027"/>
                    <a:pt x="3594088" y="1933573"/>
                  </a:cubicBezTo>
                  <a:cubicBezTo>
                    <a:pt x="3171099" y="2391895"/>
                    <a:pt x="2301583" y="2656718"/>
                    <a:pt x="1827979" y="2405053"/>
                  </a:cubicBezTo>
                  <a:cubicBezTo>
                    <a:pt x="1354375" y="2153388"/>
                    <a:pt x="89449" y="3653411"/>
                    <a:pt x="3254" y="3573700"/>
                  </a:cubicBezTo>
                  <a:close/>
                </a:path>
              </a:pathLst>
            </a:custGeom>
            <a:noFill/>
            <a:ln>
              <a:solidFill>
                <a:srgbClr val="0C26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7" name="Freeform 1016">
              <a:extLst>
                <a:ext uri="{FF2B5EF4-FFF2-40B4-BE49-F238E27FC236}">
                  <a16:creationId xmlns:a16="http://schemas.microsoft.com/office/drawing/2014/main" id="{A282BD95-3021-869A-4D63-CAD17093AC40}"/>
                </a:ext>
              </a:extLst>
            </p:cNvPr>
            <p:cNvSpPr/>
            <p:nvPr userDrawn="1"/>
          </p:nvSpPr>
          <p:spPr>
            <a:xfrm rot="16200000">
              <a:off x="5945770" y="987683"/>
              <a:ext cx="2615869" cy="2682270"/>
            </a:xfrm>
            <a:custGeom>
              <a:avLst/>
              <a:gdLst>
                <a:gd name="csX0" fmla="*/ 1893 w 3484511"/>
                <a:gd name="csY0" fmla="*/ 3509215 h 3511799"/>
                <a:gd name="csX1" fmla="*/ 1514170 w 3484511"/>
                <a:gd name="csY1" fmla="*/ 1703861 h 3511799"/>
                <a:gd name="csX2" fmla="*/ 2029985 w 3484511"/>
                <a:gd name="csY2" fmla="*/ 226753 h 3511799"/>
                <a:gd name="csX3" fmla="*/ 3378139 w 3484511"/>
                <a:gd name="csY3" fmla="*/ 144692 h 3511799"/>
                <a:gd name="csX4" fmla="*/ 3225739 w 3484511"/>
                <a:gd name="csY4" fmla="*/ 1586630 h 3511799"/>
                <a:gd name="csX5" fmla="*/ 1854139 w 3484511"/>
                <a:gd name="csY5" fmla="*/ 2090723 h 3511799"/>
                <a:gd name="csX6" fmla="*/ 1893 w 3484511"/>
                <a:gd name="csY6" fmla="*/ 3509215 h 3511799"/>
                <a:gd name="csX0" fmla="*/ 1352 w 4094215"/>
                <a:gd name="csY0" fmla="*/ 4103738 h 4105568"/>
                <a:gd name="csX1" fmla="*/ 2123874 w 4094215"/>
                <a:gd name="csY1" fmla="*/ 1703861 h 4105568"/>
                <a:gd name="csX2" fmla="*/ 2639689 w 4094215"/>
                <a:gd name="csY2" fmla="*/ 226753 h 4105568"/>
                <a:gd name="csX3" fmla="*/ 3987843 w 4094215"/>
                <a:gd name="csY3" fmla="*/ 144692 h 4105568"/>
                <a:gd name="csX4" fmla="*/ 3835443 w 4094215"/>
                <a:gd name="csY4" fmla="*/ 1586630 h 4105568"/>
                <a:gd name="csX5" fmla="*/ 2463843 w 4094215"/>
                <a:gd name="csY5" fmla="*/ 2090723 h 4105568"/>
                <a:gd name="csX6" fmla="*/ 1352 w 4094215"/>
                <a:gd name="csY6" fmla="*/ 4103738 h 4105568"/>
                <a:gd name="csX0" fmla="*/ 1978 w 4094841"/>
                <a:gd name="csY0" fmla="*/ 4101966 h 4104114"/>
                <a:gd name="csX1" fmla="*/ 2058783 w 4094841"/>
                <a:gd name="csY1" fmla="*/ 1668597 h 4104114"/>
                <a:gd name="csX2" fmla="*/ 2640315 w 4094841"/>
                <a:gd name="csY2" fmla="*/ 224981 h 4104114"/>
                <a:gd name="csX3" fmla="*/ 3988469 w 4094841"/>
                <a:gd name="csY3" fmla="*/ 142920 h 4104114"/>
                <a:gd name="csX4" fmla="*/ 3836069 w 4094841"/>
                <a:gd name="csY4" fmla="*/ 1584858 h 4104114"/>
                <a:gd name="csX5" fmla="*/ 2464469 w 4094841"/>
                <a:gd name="csY5" fmla="*/ 2088951 h 4104114"/>
                <a:gd name="csX6" fmla="*/ 1978 w 4094841"/>
                <a:gd name="csY6" fmla="*/ 4101966 h 4104114"/>
                <a:gd name="csX0" fmla="*/ 1943 w 4132359"/>
                <a:gd name="csY0" fmla="*/ 3750277 h 3752868"/>
                <a:gd name="csX1" fmla="*/ 2096301 w 4132359"/>
                <a:gd name="csY1" fmla="*/ 1668597 h 3752868"/>
                <a:gd name="csX2" fmla="*/ 2677833 w 4132359"/>
                <a:gd name="csY2" fmla="*/ 224981 h 3752868"/>
                <a:gd name="csX3" fmla="*/ 4025987 w 4132359"/>
                <a:gd name="csY3" fmla="*/ 142920 h 3752868"/>
                <a:gd name="csX4" fmla="*/ 3873587 w 4132359"/>
                <a:gd name="csY4" fmla="*/ 1584858 h 3752868"/>
                <a:gd name="csX5" fmla="*/ 2501987 w 4132359"/>
                <a:gd name="csY5" fmla="*/ 2088951 h 3752868"/>
                <a:gd name="csX6" fmla="*/ 1943 w 4132359"/>
                <a:gd name="csY6" fmla="*/ 3750277 h 3752868"/>
                <a:gd name="csX0" fmla="*/ 7123 w 4137539"/>
                <a:gd name="csY0" fmla="*/ 3776554 h 3776601"/>
                <a:gd name="csX1" fmla="*/ 1782278 w 4137539"/>
                <a:gd name="csY1" fmla="*/ 2163796 h 3776601"/>
                <a:gd name="csX2" fmla="*/ 2683013 w 4137539"/>
                <a:gd name="csY2" fmla="*/ 251258 h 3776601"/>
                <a:gd name="csX3" fmla="*/ 4031167 w 4137539"/>
                <a:gd name="csY3" fmla="*/ 169197 h 3776601"/>
                <a:gd name="csX4" fmla="*/ 3878767 w 4137539"/>
                <a:gd name="csY4" fmla="*/ 1611135 h 3776601"/>
                <a:gd name="csX5" fmla="*/ 2507167 w 4137539"/>
                <a:gd name="csY5" fmla="*/ 2115228 h 3776601"/>
                <a:gd name="csX6" fmla="*/ 7123 w 4137539"/>
                <a:gd name="csY6" fmla="*/ 3776554 h 3776601"/>
                <a:gd name="csX0" fmla="*/ 25 w 4130441"/>
                <a:gd name="csY0" fmla="*/ 3776554 h 3776586"/>
                <a:gd name="csX1" fmla="*/ 1775180 w 4130441"/>
                <a:gd name="csY1" fmla="*/ 2163796 h 3776586"/>
                <a:gd name="csX2" fmla="*/ 2675915 w 4130441"/>
                <a:gd name="csY2" fmla="*/ 251258 h 3776586"/>
                <a:gd name="csX3" fmla="*/ 4024069 w 4130441"/>
                <a:gd name="csY3" fmla="*/ 169197 h 3776586"/>
                <a:gd name="csX4" fmla="*/ 3871669 w 4130441"/>
                <a:gd name="csY4" fmla="*/ 1611135 h 3776586"/>
                <a:gd name="csX5" fmla="*/ 1814719 w 4130441"/>
                <a:gd name="csY5" fmla="*/ 2207339 h 3776586"/>
                <a:gd name="csX6" fmla="*/ 25 w 4130441"/>
                <a:gd name="csY6" fmla="*/ 3776554 h 3776586"/>
                <a:gd name="csX0" fmla="*/ 25 w 4130441"/>
                <a:gd name="csY0" fmla="*/ 3776554 h 3776589"/>
                <a:gd name="csX1" fmla="*/ 1775180 w 4130441"/>
                <a:gd name="csY1" fmla="*/ 2163796 h 3776589"/>
                <a:gd name="csX2" fmla="*/ 2675915 w 4130441"/>
                <a:gd name="csY2" fmla="*/ 251258 h 3776589"/>
                <a:gd name="csX3" fmla="*/ 4024069 w 4130441"/>
                <a:gd name="csY3" fmla="*/ 169197 h 3776589"/>
                <a:gd name="csX4" fmla="*/ 3871669 w 4130441"/>
                <a:gd name="csY4" fmla="*/ 1611135 h 3776589"/>
                <a:gd name="csX5" fmla="*/ 1814719 w 4130441"/>
                <a:gd name="csY5" fmla="*/ 2207339 h 3776589"/>
                <a:gd name="csX6" fmla="*/ 25 w 4130441"/>
                <a:gd name="csY6" fmla="*/ 3776554 h 3776589"/>
                <a:gd name="csX0" fmla="*/ 25 w 3957457"/>
                <a:gd name="csY0" fmla="*/ 3611866 h 3611901"/>
                <a:gd name="csX1" fmla="*/ 1775180 w 3957457"/>
                <a:gd name="csY1" fmla="*/ 1999108 h 3611901"/>
                <a:gd name="csX2" fmla="*/ 2675915 w 3957457"/>
                <a:gd name="csY2" fmla="*/ 86570 h 3611901"/>
                <a:gd name="csX3" fmla="*/ 3554650 w 3957457"/>
                <a:gd name="csY3" fmla="*/ 439934 h 3611901"/>
                <a:gd name="csX4" fmla="*/ 3871669 w 3957457"/>
                <a:gd name="csY4" fmla="*/ 1446447 h 3611901"/>
                <a:gd name="csX5" fmla="*/ 1814719 w 3957457"/>
                <a:gd name="csY5" fmla="*/ 2042651 h 3611901"/>
                <a:gd name="csX6" fmla="*/ 25 w 3957457"/>
                <a:gd name="csY6" fmla="*/ 3611866 h 3611901"/>
                <a:gd name="csX0" fmla="*/ 25 w 3957253"/>
                <a:gd name="csY0" fmla="*/ 3368639 h 3368674"/>
                <a:gd name="csX1" fmla="*/ 1775180 w 3957253"/>
                <a:gd name="csY1" fmla="*/ 1755881 h 3368674"/>
                <a:gd name="csX2" fmla="*/ 2685304 w 3957253"/>
                <a:gd name="csY2" fmla="*/ 144791 h 3368674"/>
                <a:gd name="csX3" fmla="*/ 3554650 w 3957253"/>
                <a:gd name="csY3" fmla="*/ 196707 h 3368674"/>
                <a:gd name="csX4" fmla="*/ 3871669 w 3957253"/>
                <a:gd name="csY4" fmla="*/ 1203220 h 3368674"/>
                <a:gd name="csX5" fmla="*/ 1814719 w 3957253"/>
                <a:gd name="csY5" fmla="*/ 1799424 h 3368674"/>
                <a:gd name="csX6" fmla="*/ 25 w 3957253"/>
                <a:gd name="csY6" fmla="*/ 3368639 h 3368674"/>
                <a:gd name="csX0" fmla="*/ 25 w 3705517"/>
                <a:gd name="csY0" fmla="*/ 3358570 h 3358603"/>
                <a:gd name="csX1" fmla="*/ 1775180 w 3705517"/>
                <a:gd name="csY1" fmla="*/ 1745812 h 3358603"/>
                <a:gd name="csX2" fmla="*/ 2685304 w 3705517"/>
                <a:gd name="csY2" fmla="*/ 134722 h 3358603"/>
                <a:gd name="csX3" fmla="*/ 3554650 w 3705517"/>
                <a:gd name="csY3" fmla="*/ 186638 h 3358603"/>
                <a:gd name="csX4" fmla="*/ 3552464 w 3705517"/>
                <a:gd name="csY4" fmla="*/ 975438 h 3358603"/>
                <a:gd name="csX5" fmla="*/ 1814719 w 3705517"/>
                <a:gd name="csY5" fmla="*/ 1789355 h 3358603"/>
                <a:gd name="csX6" fmla="*/ 25 w 3705517"/>
                <a:gd name="csY6" fmla="*/ 3358570 h 3358603"/>
                <a:gd name="csX0" fmla="*/ 2290 w 3707782"/>
                <a:gd name="csY0" fmla="*/ 3305196 h 3314287"/>
                <a:gd name="csX1" fmla="*/ 2199921 w 3707782"/>
                <a:gd name="csY1" fmla="*/ 955568 h 3314287"/>
                <a:gd name="csX2" fmla="*/ 2687569 w 3707782"/>
                <a:gd name="csY2" fmla="*/ 81348 h 3314287"/>
                <a:gd name="csX3" fmla="*/ 3556915 w 3707782"/>
                <a:gd name="csY3" fmla="*/ 133264 h 3314287"/>
                <a:gd name="csX4" fmla="*/ 3554729 w 3707782"/>
                <a:gd name="csY4" fmla="*/ 922064 h 3314287"/>
                <a:gd name="csX5" fmla="*/ 1816984 w 3707782"/>
                <a:gd name="csY5" fmla="*/ 1735981 h 3314287"/>
                <a:gd name="csX6" fmla="*/ 2290 w 3707782"/>
                <a:gd name="csY6" fmla="*/ 3305196 h 3314287"/>
                <a:gd name="csX0" fmla="*/ 377 w 3705869"/>
                <a:gd name="csY0" fmla="*/ 3305196 h 3313168"/>
                <a:gd name="csX1" fmla="*/ 2198008 w 3705869"/>
                <a:gd name="csY1" fmla="*/ 955568 h 3313168"/>
                <a:gd name="csX2" fmla="*/ 2685656 w 3705869"/>
                <a:gd name="csY2" fmla="*/ 81348 h 3313168"/>
                <a:gd name="csX3" fmla="*/ 3555002 w 3705869"/>
                <a:gd name="csY3" fmla="*/ 133264 h 3313168"/>
                <a:gd name="csX4" fmla="*/ 3552816 w 3705869"/>
                <a:gd name="csY4" fmla="*/ 922064 h 3313168"/>
                <a:gd name="csX5" fmla="*/ 2378375 w 3705869"/>
                <a:gd name="csY5" fmla="*/ 1694113 h 3313168"/>
                <a:gd name="csX6" fmla="*/ 377 w 3705869"/>
                <a:gd name="csY6" fmla="*/ 3305196 h 3313168"/>
                <a:gd name="csX0" fmla="*/ 377 w 3705869"/>
                <a:gd name="csY0" fmla="*/ 3305196 h 3311216"/>
                <a:gd name="csX1" fmla="*/ 2198008 w 3705869"/>
                <a:gd name="csY1" fmla="*/ 955568 h 3311216"/>
                <a:gd name="csX2" fmla="*/ 2685656 w 3705869"/>
                <a:gd name="csY2" fmla="*/ 81348 h 3311216"/>
                <a:gd name="csX3" fmla="*/ 3555002 w 3705869"/>
                <a:gd name="csY3" fmla="*/ 133264 h 3311216"/>
                <a:gd name="csX4" fmla="*/ 3552816 w 3705869"/>
                <a:gd name="csY4" fmla="*/ 922064 h 3311216"/>
                <a:gd name="csX5" fmla="*/ 2378375 w 3705869"/>
                <a:gd name="csY5" fmla="*/ 1694113 h 3311216"/>
                <a:gd name="csX6" fmla="*/ 377 w 3705869"/>
                <a:gd name="csY6" fmla="*/ 3305196 h 3311216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31250"/>
                <a:gd name="csY0" fmla="*/ 3306034 h 3313991"/>
                <a:gd name="csX1" fmla="*/ 2198008 w 4431250"/>
                <a:gd name="csY1" fmla="*/ 956406 h 3313991"/>
                <a:gd name="csX2" fmla="*/ 2685656 w 4431250"/>
                <a:gd name="csY2" fmla="*/ 82186 h 3313991"/>
                <a:gd name="csX3" fmla="*/ 3555002 w 4431250"/>
                <a:gd name="csY3" fmla="*/ 134102 h 3313991"/>
                <a:gd name="csX4" fmla="*/ 4425936 w 4431250"/>
                <a:gd name="csY4" fmla="*/ 939649 h 3313991"/>
                <a:gd name="csX5" fmla="*/ 2378375 w 4431250"/>
                <a:gd name="csY5" fmla="*/ 1694951 h 3313991"/>
                <a:gd name="csX6" fmla="*/ 377 w 4431250"/>
                <a:gd name="csY6" fmla="*/ 3306034 h 3313991"/>
                <a:gd name="csX0" fmla="*/ 377 w 4425936"/>
                <a:gd name="csY0" fmla="*/ 3306034 h 3313991"/>
                <a:gd name="csX1" fmla="*/ 2198008 w 4425936"/>
                <a:gd name="csY1" fmla="*/ 956406 h 3313991"/>
                <a:gd name="csX2" fmla="*/ 2685656 w 4425936"/>
                <a:gd name="csY2" fmla="*/ 82186 h 3313991"/>
                <a:gd name="csX3" fmla="*/ 3555002 w 4425936"/>
                <a:gd name="csY3" fmla="*/ 134102 h 3313991"/>
                <a:gd name="csX4" fmla="*/ 4425936 w 4425936"/>
                <a:gd name="csY4" fmla="*/ 939649 h 3313991"/>
                <a:gd name="csX5" fmla="*/ 2378375 w 4425936"/>
                <a:gd name="csY5" fmla="*/ 1694951 h 3313991"/>
                <a:gd name="csX6" fmla="*/ 377 w 4425936"/>
                <a:gd name="csY6" fmla="*/ 3306034 h 3313991"/>
                <a:gd name="csX0" fmla="*/ 377 w 4472878"/>
                <a:gd name="csY0" fmla="*/ 3303952 h 3311947"/>
                <a:gd name="csX1" fmla="*/ 2198008 w 4472878"/>
                <a:gd name="csY1" fmla="*/ 954324 h 3311947"/>
                <a:gd name="csX2" fmla="*/ 2685656 w 4472878"/>
                <a:gd name="csY2" fmla="*/ 80104 h 3311947"/>
                <a:gd name="csX3" fmla="*/ 3555002 w 4472878"/>
                <a:gd name="csY3" fmla="*/ 132020 h 3311947"/>
                <a:gd name="csX4" fmla="*/ 4472878 w 4472878"/>
                <a:gd name="csY4" fmla="*/ 895700 h 3311947"/>
                <a:gd name="csX5" fmla="*/ 2378375 w 4472878"/>
                <a:gd name="csY5" fmla="*/ 1692869 h 3311947"/>
                <a:gd name="csX6" fmla="*/ 377 w 4472878"/>
                <a:gd name="csY6" fmla="*/ 3303952 h 3311947"/>
                <a:gd name="csX0" fmla="*/ 377 w 4472878"/>
                <a:gd name="csY0" fmla="*/ 3489034 h 3497029"/>
                <a:gd name="csX1" fmla="*/ 2198008 w 4472878"/>
                <a:gd name="csY1" fmla="*/ 1139406 h 3497029"/>
                <a:gd name="csX2" fmla="*/ 2685656 w 4472878"/>
                <a:gd name="csY2" fmla="*/ 265186 h 3497029"/>
                <a:gd name="csX3" fmla="*/ 3742770 w 4472878"/>
                <a:gd name="csY3" fmla="*/ 49148 h 3497029"/>
                <a:gd name="csX4" fmla="*/ 4472878 w 4472878"/>
                <a:gd name="csY4" fmla="*/ 1080782 h 3497029"/>
                <a:gd name="csX5" fmla="*/ 2378375 w 4472878"/>
                <a:gd name="csY5" fmla="*/ 1877951 h 3497029"/>
                <a:gd name="csX6" fmla="*/ 377 w 4472878"/>
                <a:gd name="csY6" fmla="*/ 3489034 h 3497029"/>
                <a:gd name="csX0" fmla="*/ 377 w 4482266"/>
                <a:gd name="csY0" fmla="*/ 3489034 h 3497029"/>
                <a:gd name="csX1" fmla="*/ 2198008 w 4482266"/>
                <a:gd name="csY1" fmla="*/ 1139406 h 3497029"/>
                <a:gd name="csX2" fmla="*/ 2685656 w 4482266"/>
                <a:gd name="csY2" fmla="*/ 265186 h 3497029"/>
                <a:gd name="csX3" fmla="*/ 3742770 w 4482266"/>
                <a:gd name="csY3" fmla="*/ 49148 h 3497029"/>
                <a:gd name="csX4" fmla="*/ 4482266 w 4482266"/>
                <a:gd name="csY4" fmla="*/ 1080782 h 3497029"/>
                <a:gd name="csX5" fmla="*/ 2378375 w 4482266"/>
                <a:gd name="csY5" fmla="*/ 1877951 h 3497029"/>
                <a:gd name="csX6" fmla="*/ 377 w 4482266"/>
                <a:gd name="csY6" fmla="*/ 3489034 h 3497029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10188 w 4492077"/>
                <a:gd name="csY0" fmla="*/ 3488052 h 3497366"/>
                <a:gd name="csX1" fmla="*/ 1804118 w 4492077"/>
                <a:gd name="csY1" fmla="*/ 1096559 h 3497366"/>
                <a:gd name="csX2" fmla="*/ 2695467 w 4492077"/>
                <a:gd name="csY2" fmla="*/ 264204 h 3497366"/>
                <a:gd name="csX3" fmla="*/ 3752581 w 4492077"/>
                <a:gd name="csY3" fmla="*/ 48166 h 3497366"/>
                <a:gd name="csX4" fmla="*/ 4492077 w 4492077"/>
                <a:gd name="csY4" fmla="*/ 1079800 h 3497366"/>
                <a:gd name="csX5" fmla="*/ 2688616 w 4492077"/>
                <a:gd name="csY5" fmla="*/ 1893718 h 3497366"/>
                <a:gd name="csX6" fmla="*/ 10188 w 4492077"/>
                <a:gd name="csY6" fmla="*/ 3488052 h 3497366"/>
                <a:gd name="csX0" fmla="*/ 10188 w 4492077"/>
                <a:gd name="csY0" fmla="*/ 3488052 h 3500595"/>
                <a:gd name="csX1" fmla="*/ 1804118 w 4492077"/>
                <a:gd name="csY1" fmla="*/ 1096559 h 3500595"/>
                <a:gd name="csX2" fmla="*/ 2695467 w 4492077"/>
                <a:gd name="csY2" fmla="*/ 264204 h 3500595"/>
                <a:gd name="csX3" fmla="*/ 3752581 w 4492077"/>
                <a:gd name="csY3" fmla="*/ 48166 h 3500595"/>
                <a:gd name="csX4" fmla="*/ 4492077 w 4492077"/>
                <a:gd name="csY4" fmla="*/ 1079800 h 3500595"/>
                <a:gd name="csX5" fmla="*/ 2688616 w 4492077"/>
                <a:gd name="csY5" fmla="*/ 1893718 h 3500595"/>
                <a:gd name="csX6" fmla="*/ 10188 w 4492077"/>
                <a:gd name="csY6" fmla="*/ 3488052 h 3500595"/>
                <a:gd name="csX0" fmla="*/ 10188 w 4492077"/>
                <a:gd name="csY0" fmla="*/ 3488052 h 3500888"/>
                <a:gd name="csX1" fmla="*/ 1804118 w 4492077"/>
                <a:gd name="csY1" fmla="*/ 1096559 h 3500888"/>
                <a:gd name="csX2" fmla="*/ 2695467 w 4492077"/>
                <a:gd name="csY2" fmla="*/ 264204 h 3500888"/>
                <a:gd name="csX3" fmla="*/ 3752581 w 4492077"/>
                <a:gd name="csY3" fmla="*/ 48166 h 3500888"/>
                <a:gd name="csX4" fmla="*/ 4492077 w 4492077"/>
                <a:gd name="csY4" fmla="*/ 1079800 h 3500888"/>
                <a:gd name="csX5" fmla="*/ 2688616 w 4492077"/>
                <a:gd name="csY5" fmla="*/ 1893718 h 3500888"/>
                <a:gd name="csX6" fmla="*/ 10188 w 4492077"/>
                <a:gd name="csY6" fmla="*/ 3488052 h 3500888"/>
                <a:gd name="csX0" fmla="*/ 27731 w 3289130"/>
                <a:gd name="csY0" fmla="*/ 2449732 h 2473361"/>
                <a:gd name="csX1" fmla="*/ 601171 w 3289130"/>
                <a:gd name="csY1" fmla="*/ 1096559 h 2473361"/>
                <a:gd name="csX2" fmla="*/ 1492520 w 3289130"/>
                <a:gd name="csY2" fmla="*/ 264204 h 2473361"/>
                <a:gd name="csX3" fmla="*/ 2549634 w 3289130"/>
                <a:gd name="csY3" fmla="*/ 48166 h 2473361"/>
                <a:gd name="csX4" fmla="*/ 3289130 w 3289130"/>
                <a:gd name="csY4" fmla="*/ 1079800 h 2473361"/>
                <a:gd name="csX5" fmla="*/ 1485669 w 3289130"/>
                <a:gd name="csY5" fmla="*/ 1893718 h 2473361"/>
                <a:gd name="csX6" fmla="*/ 27731 w 3289130"/>
                <a:gd name="csY6" fmla="*/ 2449732 h 2473361"/>
                <a:gd name="csX0" fmla="*/ 367 w 3261766"/>
                <a:gd name="csY0" fmla="*/ 2449732 h 2449966"/>
                <a:gd name="csX1" fmla="*/ 573807 w 3261766"/>
                <a:gd name="csY1" fmla="*/ 1096559 h 2449966"/>
                <a:gd name="csX2" fmla="*/ 1465156 w 3261766"/>
                <a:gd name="csY2" fmla="*/ 264204 h 2449966"/>
                <a:gd name="csX3" fmla="*/ 2522270 w 3261766"/>
                <a:gd name="csY3" fmla="*/ 48166 h 2449966"/>
                <a:gd name="csX4" fmla="*/ 3261766 w 3261766"/>
                <a:gd name="csY4" fmla="*/ 1079800 h 2449966"/>
                <a:gd name="csX5" fmla="*/ 1458305 w 3261766"/>
                <a:gd name="csY5" fmla="*/ 1893718 h 2449966"/>
                <a:gd name="csX6" fmla="*/ 367 w 3261766"/>
                <a:gd name="csY6" fmla="*/ 2449732 h 2449966"/>
                <a:gd name="csX0" fmla="*/ 62959 w 3324358"/>
                <a:gd name="csY0" fmla="*/ 2449732 h 2487147"/>
                <a:gd name="csX1" fmla="*/ 636399 w 3324358"/>
                <a:gd name="csY1" fmla="*/ 1096559 h 2487147"/>
                <a:gd name="csX2" fmla="*/ 1527748 w 3324358"/>
                <a:gd name="csY2" fmla="*/ 264204 h 2487147"/>
                <a:gd name="csX3" fmla="*/ 2584862 w 3324358"/>
                <a:gd name="csY3" fmla="*/ 48166 h 2487147"/>
                <a:gd name="csX4" fmla="*/ 3324358 w 3324358"/>
                <a:gd name="csY4" fmla="*/ 1079800 h 2487147"/>
                <a:gd name="csX5" fmla="*/ 1520897 w 3324358"/>
                <a:gd name="csY5" fmla="*/ 1893718 h 2487147"/>
                <a:gd name="csX6" fmla="*/ 62959 w 3324358"/>
                <a:gd name="csY6" fmla="*/ 2449732 h 2487147"/>
                <a:gd name="csX0" fmla="*/ 38478 w 4482813"/>
                <a:gd name="csY0" fmla="*/ 3496425 h 3519813"/>
                <a:gd name="csX1" fmla="*/ 1794854 w 4482813"/>
                <a:gd name="csY1" fmla="*/ 1096559 h 3519813"/>
                <a:gd name="csX2" fmla="*/ 2686203 w 4482813"/>
                <a:gd name="csY2" fmla="*/ 264204 h 3519813"/>
                <a:gd name="csX3" fmla="*/ 3743317 w 4482813"/>
                <a:gd name="csY3" fmla="*/ 48166 h 3519813"/>
                <a:gd name="csX4" fmla="*/ 4482813 w 4482813"/>
                <a:gd name="csY4" fmla="*/ 1079800 h 3519813"/>
                <a:gd name="csX5" fmla="*/ 2679352 w 4482813"/>
                <a:gd name="csY5" fmla="*/ 1893718 h 3519813"/>
                <a:gd name="csX6" fmla="*/ 38478 w 4482813"/>
                <a:gd name="csY6" fmla="*/ 3496425 h 3519813"/>
                <a:gd name="csX0" fmla="*/ 9071 w 4453406"/>
                <a:gd name="csY0" fmla="*/ 3496425 h 3510301"/>
                <a:gd name="csX1" fmla="*/ 1765447 w 4453406"/>
                <a:gd name="csY1" fmla="*/ 1096559 h 3510301"/>
                <a:gd name="csX2" fmla="*/ 2656796 w 4453406"/>
                <a:gd name="csY2" fmla="*/ 264204 h 3510301"/>
                <a:gd name="csX3" fmla="*/ 3713910 w 4453406"/>
                <a:gd name="csY3" fmla="*/ 48166 h 3510301"/>
                <a:gd name="csX4" fmla="*/ 4453406 w 4453406"/>
                <a:gd name="csY4" fmla="*/ 1079800 h 3510301"/>
                <a:gd name="csX5" fmla="*/ 2649945 w 4453406"/>
                <a:gd name="csY5" fmla="*/ 1893718 h 3510301"/>
                <a:gd name="csX6" fmla="*/ 9071 w 4453406"/>
                <a:gd name="csY6" fmla="*/ 3496425 h 3510301"/>
                <a:gd name="csX0" fmla="*/ 9071 w 4453406"/>
                <a:gd name="csY0" fmla="*/ 3496425 h 3512169"/>
                <a:gd name="csX1" fmla="*/ 1765447 w 4453406"/>
                <a:gd name="csY1" fmla="*/ 1096559 h 3512169"/>
                <a:gd name="csX2" fmla="*/ 2656796 w 4453406"/>
                <a:gd name="csY2" fmla="*/ 264204 h 3512169"/>
                <a:gd name="csX3" fmla="*/ 3713910 w 4453406"/>
                <a:gd name="csY3" fmla="*/ 48166 h 3512169"/>
                <a:gd name="csX4" fmla="*/ 4453406 w 4453406"/>
                <a:gd name="csY4" fmla="*/ 1079800 h 3512169"/>
                <a:gd name="csX5" fmla="*/ 2649945 w 4453406"/>
                <a:gd name="csY5" fmla="*/ 1893718 h 3512169"/>
                <a:gd name="csX6" fmla="*/ 9071 w 4453406"/>
                <a:gd name="csY6" fmla="*/ 3496425 h 3512169"/>
                <a:gd name="csX0" fmla="*/ 9640 w 4453975"/>
                <a:gd name="csY0" fmla="*/ 3496425 h 3512169"/>
                <a:gd name="csX1" fmla="*/ 1766016 w 4453975"/>
                <a:gd name="csY1" fmla="*/ 1096559 h 3512169"/>
                <a:gd name="csX2" fmla="*/ 2657365 w 4453975"/>
                <a:gd name="csY2" fmla="*/ 264204 h 3512169"/>
                <a:gd name="csX3" fmla="*/ 3714479 w 4453975"/>
                <a:gd name="csY3" fmla="*/ 48166 h 3512169"/>
                <a:gd name="csX4" fmla="*/ 4453975 w 4453975"/>
                <a:gd name="csY4" fmla="*/ 1079800 h 3512169"/>
                <a:gd name="csX5" fmla="*/ 2650514 w 4453975"/>
                <a:gd name="csY5" fmla="*/ 1893718 h 3512169"/>
                <a:gd name="csX6" fmla="*/ 9640 w 4453975"/>
                <a:gd name="csY6" fmla="*/ 3496425 h 3512169"/>
                <a:gd name="csX0" fmla="*/ 9640 w 4453975"/>
                <a:gd name="csY0" fmla="*/ 3993467 h 4008123"/>
                <a:gd name="csX1" fmla="*/ 1766016 w 4453975"/>
                <a:gd name="csY1" fmla="*/ 1593601 h 4008123"/>
                <a:gd name="csX2" fmla="*/ 2601034 w 4453975"/>
                <a:gd name="csY2" fmla="*/ 41122 h 4008123"/>
                <a:gd name="csX3" fmla="*/ 3714479 w 4453975"/>
                <a:gd name="csY3" fmla="*/ 545208 h 4008123"/>
                <a:gd name="csX4" fmla="*/ 4453975 w 4453975"/>
                <a:gd name="csY4" fmla="*/ 1576842 h 4008123"/>
                <a:gd name="csX5" fmla="*/ 2650514 w 4453975"/>
                <a:gd name="csY5" fmla="*/ 2390760 h 4008123"/>
                <a:gd name="csX6" fmla="*/ 9640 w 4453975"/>
                <a:gd name="csY6" fmla="*/ 3993467 h 4008123"/>
                <a:gd name="csX0" fmla="*/ 9640 w 4453975"/>
                <a:gd name="csY0" fmla="*/ 3952894 h 3967550"/>
                <a:gd name="csX1" fmla="*/ 1766016 w 4453975"/>
                <a:gd name="csY1" fmla="*/ 1553028 h 3967550"/>
                <a:gd name="csX2" fmla="*/ 2601034 w 4453975"/>
                <a:gd name="csY2" fmla="*/ 549 h 3967550"/>
                <a:gd name="csX3" fmla="*/ 3714479 w 4453975"/>
                <a:gd name="csY3" fmla="*/ 504635 h 3967550"/>
                <a:gd name="csX4" fmla="*/ 4453975 w 4453975"/>
                <a:gd name="csY4" fmla="*/ 1536269 h 3967550"/>
                <a:gd name="csX5" fmla="*/ 2650514 w 4453975"/>
                <a:gd name="csY5" fmla="*/ 2350187 h 3967550"/>
                <a:gd name="csX6" fmla="*/ 9640 w 4453975"/>
                <a:gd name="csY6" fmla="*/ 3952894 h 3967550"/>
                <a:gd name="csX0" fmla="*/ 9640 w 4453975"/>
                <a:gd name="csY0" fmla="*/ 3952971 h 3968477"/>
                <a:gd name="csX1" fmla="*/ 1766016 w 4453975"/>
                <a:gd name="csY1" fmla="*/ 1553105 h 3968477"/>
                <a:gd name="csX2" fmla="*/ 2601034 w 4453975"/>
                <a:gd name="csY2" fmla="*/ 626 h 3968477"/>
                <a:gd name="csX3" fmla="*/ 3714479 w 4453975"/>
                <a:gd name="csY3" fmla="*/ 504712 h 3968477"/>
                <a:gd name="csX4" fmla="*/ 4453975 w 4453975"/>
                <a:gd name="csY4" fmla="*/ 1536346 h 3968477"/>
                <a:gd name="csX5" fmla="*/ 2650514 w 4453975"/>
                <a:gd name="csY5" fmla="*/ 2350264 h 3968477"/>
                <a:gd name="csX6" fmla="*/ 9640 w 4453975"/>
                <a:gd name="csY6" fmla="*/ 3952971 h 3968477"/>
                <a:gd name="csX0" fmla="*/ 9640 w 4517542"/>
                <a:gd name="csY0" fmla="*/ 4153948 h 4169453"/>
                <a:gd name="csX1" fmla="*/ 1766016 w 4517542"/>
                <a:gd name="csY1" fmla="*/ 1754082 h 4169453"/>
                <a:gd name="csX2" fmla="*/ 2601034 w 4517542"/>
                <a:gd name="csY2" fmla="*/ 201603 h 4169453"/>
                <a:gd name="csX3" fmla="*/ 4390442 w 4517542"/>
                <a:gd name="csY3" fmla="*/ 186529 h 4169453"/>
                <a:gd name="csX4" fmla="*/ 4453975 w 4517542"/>
                <a:gd name="csY4" fmla="*/ 1737323 h 4169453"/>
                <a:gd name="csX5" fmla="*/ 2650514 w 4517542"/>
                <a:gd name="csY5" fmla="*/ 2551241 h 4169453"/>
                <a:gd name="csX6" fmla="*/ 9640 w 4517542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719798"/>
                <a:gd name="csY0" fmla="*/ 4153948 h 4169453"/>
                <a:gd name="csX1" fmla="*/ 1766016 w 4719798"/>
                <a:gd name="csY1" fmla="*/ 1754082 h 4169453"/>
                <a:gd name="csX2" fmla="*/ 2601034 w 4719798"/>
                <a:gd name="csY2" fmla="*/ 201603 h 4169453"/>
                <a:gd name="csX3" fmla="*/ 4390442 w 4719798"/>
                <a:gd name="csY3" fmla="*/ 186529 h 4169453"/>
                <a:gd name="csX4" fmla="*/ 4453975 w 4719798"/>
                <a:gd name="csY4" fmla="*/ 1737323 h 4169453"/>
                <a:gd name="csX5" fmla="*/ 2650514 w 4719798"/>
                <a:gd name="csY5" fmla="*/ 2551241 h 4169453"/>
                <a:gd name="csX6" fmla="*/ 9640 w 4719798"/>
                <a:gd name="csY6" fmla="*/ 4153948 h 4169453"/>
                <a:gd name="csX0" fmla="*/ 9640 w 4684091"/>
                <a:gd name="csY0" fmla="*/ 4153948 h 4169453"/>
                <a:gd name="csX1" fmla="*/ 1766016 w 4684091"/>
                <a:gd name="csY1" fmla="*/ 1754082 h 4169453"/>
                <a:gd name="csX2" fmla="*/ 2601034 w 4684091"/>
                <a:gd name="csY2" fmla="*/ 201603 h 4169453"/>
                <a:gd name="csX3" fmla="*/ 4390442 w 4684091"/>
                <a:gd name="csY3" fmla="*/ 186529 h 4169453"/>
                <a:gd name="csX4" fmla="*/ 4453975 w 4684091"/>
                <a:gd name="csY4" fmla="*/ 1737323 h 4169453"/>
                <a:gd name="csX5" fmla="*/ 2650514 w 4684091"/>
                <a:gd name="csY5" fmla="*/ 2551241 h 4169453"/>
                <a:gd name="csX6" fmla="*/ 9640 w 4684091"/>
                <a:gd name="csY6" fmla="*/ 4153948 h 4169453"/>
                <a:gd name="csX0" fmla="*/ 9640 w 4747938"/>
                <a:gd name="csY0" fmla="*/ 4153948 h 4169453"/>
                <a:gd name="csX1" fmla="*/ 1766016 w 4747938"/>
                <a:gd name="csY1" fmla="*/ 1754082 h 4169453"/>
                <a:gd name="csX2" fmla="*/ 2601034 w 4747938"/>
                <a:gd name="csY2" fmla="*/ 201603 h 4169453"/>
                <a:gd name="csX3" fmla="*/ 4390442 w 4747938"/>
                <a:gd name="csY3" fmla="*/ 186529 h 4169453"/>
                <a:gd name="csX4" fmla="*/ 4453975 w 4747938"/>
                <a:gd name="csY4" fmla="*/ 1737323 h 4169453"/>
                <a:gd name="csX5" fmla="*/ 2650514 w 4747938"/>
                <a:gd name="csY5" fmla="*/ 2551241 h 4169453"/>
                <a:gd name="csX6" fmla="*/ 9640 w 4747938"/>
                <a:gd name="csY6" fmla="*/ 4153948 h 4169453"/>
                <a:gd name="csX0" fmla="*/ 9640 w 4747938"/>
                <a:gd name="csY0" fmla="*/ 4205765 h 4221270"/>
                <a:gd name="csX1" fmla="*/ 1766016 w 4747938"/>
                <a:gd name="csY1" fmla="*/ 1805899 h 4221270"/>
                <a:gd name="csX2" fmla="*/ 2601034 w 4747938"/>
                <a:gd name="csY2" fmla="*/ 253420 h 4221270"/>
                <a:gd name="csX3" fmla="*/ 4390442 w 4747938"/>
                <a:gd name="csY3" fmla="*/ 238346 h 4221270"/>
                <a:gd name="csX4" fmla="*/ 4453975 w 4747938"/>
                <a:gd name="csY4" fmla="*/ 1789140 h 4221270"/>
                <a:gd name="csX5" fmla="*/ 2650514 w 4747938"/>
                <a:gd name="csY5" fmla="*/ 2603058 h 4221270"/>
                <a:gd name="csX6" fmla="*/ 9640 w 4747938"/>
                <a:gd name="csY6" fmla="*/ 4205765 h 4221270"/>
                <a:gd name="csX0" fmla="*/ 9640 w 4769359"/>
                <a:gd name="csY0" fmla="*/ 4189897 h 4205402"/>
                <a:gd name="csX1" fmla="*/ 1766016 w 4769359"/>
                <a:gd name="csY1" fmla="*/ 1790031 h 4205402"/>
                <a:gd name="csX2" fmla="*/ 2601034 w 4769359"/>
                <a:gd name="csY2" fmla="*/ 237552 h 4205402"/>
                <a:gd name="csX3" fmla="*/ 4446772 w 4769359"/>
                <a:gd name="csY3" fmla="*/ 163863 h 4205402"/>
                <a:gd name="csX4" fmla="*/ 4453975 w 4769359"/>
                <a:gd name="csY4" fmla="*/ 1773272 h 4205402"/>
                <a:gd name="csX5" fmla="*/ 2650514 w 4769359"/>
                <a:gd name="csY5" fmla="*/ 2587190 h 4205402"/>
                <a:gd name="csX6" fmla="*/ 9640 w 4769359"/>
                <a:gd name="csY6" fmla="*/ 4189897 h 4205402"/>
                <a:gd name="csX0" fmla="*/ 9640 w 4747938"/>
                <a:gd name="csY0" fmla="*/ 4212142 h 4227647"/>
                <a:gd name="csX1" fmla="*/ 1766016 w 4747938"/>
                <a:gd name="csY1" fmla="*/ 1812276 h 4227647"/>
                <a:gd name="csX2" fmla="*/ 2601034 w 4747938"/>
                <a:gd name="csY2" fmla="*/ 259797 h 4227647"/>
                <a:gd name="csX3" fmla="*/ 4390441 w 4747938"/>
                <a:gd name="csY3" fmla="*/ 152614 h 4227647"/>
                <a:gd name="csX4" fmla="*/ 4453975 w 4747938"/>
                <a:gd name="csY4" fmla="*/ 1795517 h 4227647"/>
                <a:gd name="csX5" fmla="*/ 2650514 w 4747938"/>
                <a:gd name="csY5" fmla="*/ 2609435 h 4227647"/>
                <a:gd name="csX6" fmla="*/ 9640 w 4747938"/>
                <a:gd name="csY6" fmla="*/ 4212142 h 4227647"/>
                <a:gd name="csX0" fmla="*/ 8567 w 4746865"/>
                <a:gd name="csY0" fmla="*/ 4212143 h 4219435"/>
                <a:gd name="csX1" fmla="*/ 1745271 w 4746865"/>
                <a:gd name="csY1" fmla="*/ 1812279 h 4219435"/>
                <a:gd name="csX2" fmla="*/ 2599961 w 4746865"/>
                <a:gd name="csY2" fmla="*/ 259798 h 4219435"/>
                <a:gd name="csX3" fmla="*/ 4389368 w 4746865"/>
                <a:gd name="csY3" fmla="*/ 152615 h 4219435"/>
                <a:gd name="csX4" fmla="*/ 4452902 w 4746865"/>
                <a:gd name="csY4" fmla="*/ 1795518 h 4219435"/>
                <a:gd name="csX5" fmla="*/ 2649441 w 4746865"/>
                <a:gd name="csY5" fmla="*/ 2609436 h 4219435"/>
                <a:gd name="csX6" fmla="*/ 8567 w 4746865"/>
                <a:gd name="csY6" fmla="*/ 4212143 h 4219435"/>
                <a:gd name="csX0" fmla="*/ 8451 w 4746749"/>
                <a:gd name="csY0" fmla="*/ 4212143 h 4219813"/>
                <a:gd name="csX1" fmla="*/ 1745155 w 4746749"/>
                <a:gd name="csY1" fmla="*/ 1812279 h 4219813"/>
                <a:gd name="csX2" fmla="*/ 2599845 w 4746749"/>
                <a:gd name="csY2" fmla="*/ 259798 h 4219813"/>
                <a:gd name="csX3" fmla="*/ 4389252 w 4746749"/>
                <a:gd name="csY3" fmla="*/ 152615 h 4219813"/>
                <a:gd name="csX4" fmla="*/ 4452786 w 4746749"/>
                <a:gd name="csY4" fmla="*/ 1795518 h 4219813"/>
                <a:gd name="csX5" fmla="*/ 2642769 w 4746749"/>
                <a:gd name="csY5" fmla="*/ 2626986 h 4219813"/>
                <a:gd name="csX6" fmla="*/ 8451 w 4746749"/>
                <a:gd name="csY6" fmla="*/ 4212143 h 4219813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594 w 4746892"/>
                <a:gd name="csY0" fmla="*/ 4213311 h 4220527"/>
                <a:gd name="csX1" fmla="*/ 1738740 w 4746892"/>
                <a:gd name="csY1" fmla="*/ 1836843 h 4220527"/>
                <a:gd name="csX2" fmla="*/ 2599988 w 4746892"/>
                <a:gd name="csY2" fmla="*/ 260966 h 4220527"/>
                <a:gd name="csX3" fmla="*/ 4389395 w 4746892"/>
                <a:gd name="csY3" fmla="*/ 153783 h 4220527"/>
                <a:gd name="csX4" fmla="*/ 4452929 w 4746892"/>
                <a:gd name="csY4" fmla="*/ 1796686 h 4220527"/>
                <a:gd name="csX5" fmla="*/ 2642912 w 4746892"/>
                <a:gd name="csY5" fmla="*/ 2628154 h 4220527"/>
                <a:gd name="csX6" fmla="*/ 8594 w 4746892"/>
                <a:gd name="csY6" fmla="*/ 4213311 h 4220527"/>
                <a:gd name="csX0" fmla="*/ 8594 w 4693867"/>
                <a:gd name="csY0" fmla="*/ 4136922 h 4144138"/>
                <a:gd name="csX1" fmla="*/ 1738740 w 4693867"/>
                <a:gd name="csY1" fmla="*/ 1760454 h 4144138"/>
                <a:gd name="csX2" fmla="*/ 2599988 w 4693867"/>
                <a:gd name="csY2" fmla="*/ 184577 h 4144138"/>
                <a:gd name="csX3" fmla="*/ 4389395 w 4693867"/>
                <a:gd name="csY3" fmla="*/ 77394 h 4144138"/>
                <a:gd name="csX4" fmla="*/ 4452929 w 4693867"/>
                <a:gd name="csY4" fmla="*/ 1720297 h 4144138"/>
                <a:gd name="csX5" fmla="*/ 2642912 w 4693867"/>
                <a:gd name="csY5" fmla="*/ 2551765 h 4144138"/>
                <a:gd name="csX6" fmla="*/ 8594 w 4693867"/>
                <a:gd name="csY6" fmla="*/ 4136922 h 4144138"/>
                <a:gd name="csX0" fmla="*/ 8594 w 4699247"/>
                <a:gd name="csY0" fmla="*/ 4098901 h 4106117"/>
                <a:gd name="csX1" fmla="*/ 1738740 w 4699247"/>
                <a:gd name="csY1" fmla="*/ 1722433 h 4106117"/>
                <a:gd name="csX2" fmla="*/ 2599988 w 4699247"/>
                <a:gd name="csY2" fmla="*/ 146556 h 4106117"/>
                <a:gd name="csX3" fmla="*/ 4409070 w 4699247"/>
                <a:gd name="csY3" fmla="*/ 115412 h 4106117"/>
                <a:gd name="csX4" fmla="*/ 4452929 w 4699247"/>
                <a:gd name="csY4" fmla="*/ 1682276 h 4106117"/>
                <a:gd name="csX5" fmla="*/ 2642912 w 4699247"/>
                <a:gd name="csY5" fmla="*/ 2513744 h 4106117"/>
                <a:gd name="csX6" fmla="*/ 8594 w 4699247"/>
                <a:gd name="csY6" fmla="*/ 4098901 h 4106117"/>
                <a:gd name="csX0" fmla="*/ 8594 w 4703971"/>
                <a:gd name="csY0" fmla="*/ 4107920 h 4115136"/>
                <a:gd name="csX1" fmla="*/ 1738740 w 4703971"/>
                <a:gd name="csY1" fmla="*/ 1731452 h 4115136"/>
                <a:gd name="csX2" fmla="*/ 2599988 w 4703971"/>
                <a:gd name="csY2" fmla="*/ 155575 h 4115136"/>
                <a:gd name="csX3" fmla="*/ 4409070 w 4703971"/>
                <a:gd name="csY3" fmla="*/ 124431 h 4115136"/>
                <a:gd name="csX4" fmla="*/ 4452929 w 4703971"/>
                <a:gd name="csY4" fmla="*/ 1691295 h 4115136"/>
                <a:gd name="csX5" fmla="*/ 2642912 w 4703971"/>
                <a:gd name="csY5" fmla="*/ 2522763 h 4115136"/>
                <a:gd name="csX6" fmla="*/ 8594 w 4703971"/>
                <a:gd name="csY6" fmla="*/ 4107920 h 4115136"/>
                <a:gd name="csX0" fmla="*/ 8594 w 4703971"/>
                <a:gd name="csY0" fmla="*/ 4195888 h 4203104"/>
                <a:gd name="csX1" fmla="*/ 1738740 w 4703971"/>
                <a:gd name="csY1" fmla="*/ 1819420 h 4203104"/>
                <a:gd name="csX2" fmla="*/ 2599988 w 4703971"/>
                <a:gd name="csY2" fmla="*/ 243543 h 4203104"/>
                <a:gd name="csX3" fmla="*/ 4409070 w 4703971"/>
                <a:gd name="csY3" fmla="*/ 212399 h 4203104"/>
                <a:gd name="csX4" fmla="*/ 4452929 w 4703971"/>
                <a:gd name="csY4" fmla="*/ 1779263 h 4203104"/>
                <a:gd name="csX5" fmla="*/ 2642912 w 4703971"/>
                <a:gd name="csY5" fmla="*/ 2610731 h 4203104"/>
                <a:gd name="csX6" fmla="*/ 8594 w 4703971"/>
                <a:gd name="csY6" fmla="*/ 4195888 h 4203104"/>
                <a:gd name="csX0" fmla="*/ 8594 w 4703971"/>
                <a:gd name="csY0" fmla="*/ 4213778 h 4220994"/>
                <a:gd name="csX1" fmla="*/ 1738740 w 4703971"/>
                <a:gd name="csY1" fmla="*/ 1837310 h 4220994"/>
                <a:gd name="csX2" fmla="*/ 2599988 w 4703971"/>
                <a:gd name="csY2" fmla="*/ 261433 h 4220994"/>
                <a:gd name="csX3" fmla="*/ 4409070 w 4703971"/>
                <a:gd name="csY3" fmla="*/ 230289 h 4220994"/>
                <a:gd name="csX4" fmla="*/ 4452929 w 4703971"/>
                <a:gd name="csY4" fmla="*/ 1797153 h 4220994"/>
                <a:gd name="csX5" fmla="*/ 2642912 w 4703971"/>
                <a:gd name="csY5" fmla="*/ 2628621 h 4220994"/>
                <a:gd name="csX6" fmla="*/ 8594 w 4703971"/>
                <a:gd name="csY6" fmla="*/ 4213778 h 4220994"/>
                <a:gd name="csX0" fmla="*/ 8594 w 4855548"/>
                <a:gd name="csY0" fmla="*/ 4390510 h 4397726"/>
                <a:gd name="csX1" fmla="*/ 1738740 w 4855548"/>
                <a:gd name="csY1" fmla="*/ 2014042 h 4397726"/>
                <a:gd name="csX2" fmla="*/ 2599988 w 4855548"/>
                <a:gd name="csY2" fmla="*/ 438165 h 4397726"/>
                <a:gd name="csX3" fmla="*/ 4756647 w 4855548"/>
                <a:gd name="csY3" fmla="*/ 26825 h 4397726"/>
                <a:gd name="csX4" fmla="*/ 4452929 w 4855548"/>
                <a:gd name="csY4" fmla="*/ 1973885 h 4397726"/>
                <a:gd name="csX5" fmla="*/ 2642912 w 4855548"/>
                <a:gd name="csY5" fmla="*/ 2805353 h 4397726"/>
                <a:gd name="csX6" fmla="*/ 8594 w 4855548"/>
                <a:gd name="csY6" fmla="*/ 4390510 h 4397726"/>
                <a:gd name="csX0" fmla="*/ 8594 w 5018748"/>
                <a:gd name="csY0" fmla="*/ 4545598 h 4552814"/>
                <a:gd name="csX1" fmla="*/ 1738740 w 5018748"/>
                <a:gd name="csY1" fmla="*/ 2169130 h 4552814"/>
                <a:gd name="csX2" fmla="*/ 2599988 w 5018748"/>
                <a:gd name="csY2" fmla="*/ 593253 h 4552814"/>
                <a:gd name="csX3" fmla="*/ 4973062 w 5018748"/>
                <a:gd name="csY3" fmla="*/ 18136 h 4552814"/>
                <a:gd name="csX4" fmla="*/ 4452929 w 5018748"/>
                <a:gd name="csY4" fmla="*/ 2128973 h 4552814"/>
                <a:gd name="csX5" fmla="*/ 2642912 w 5018748"/>
                <a:gd name="csY5" fmla="*/ 2960441 h 4552814"/>
                <a:gd name="csX6" fmla="*/ 8594 w 5018748"/>
                <a:gd name="csY6" fmla="*/ 4545598 h 4552814"/>
                <a:gd name="csX0" fmla="*/ 8594 w 5002691"/>
                <a:gd name="csY0" fmla="*/ 4537753 h 4544969"/>
                <a:gd name="csX1" fmla="*/ 1738740 w 5002691"/>
                <a:gd name="csY1" fmla="*/ 2161285 h 4544969"/>
                <a:gd name="csX2" fmla="*/ 2599988 w 5002691"/>
                <a:gd name="csY2" fmla="*/ 585408 h 4544969"/>
                <a:gd name="csX3" fmla="*/ 4973062 w 5002691"/>
                <a:gd name="csY3" fmla="*/ 10291 h 4544969"/>
                <a:gd name="csX4" fmla="*/ 4452929 w 5002691"/>
                <a:gd name="csY4" fmla="*/ 2121128 h 4544969"/>
                <a:gd name="csX5" fmla="*/ 2642912 w 5002691"/>
                <a:gd name="csY5" fmla="*/ 2952596 h 4544969"/>
                <a:gd name="csX6" fmla="*/ 8594 w 5002691"/>
                <a:gd name="csY6" fmla="*/ 4537753 h 4544969"/>
                <a:gd name="csX0" fmla="*/ 8594 w 4705059"/>
                <a:gd name="csY0" fmla="*/ 4122711 h 4129927"/>
                <a:gd name="csX1" fmla="*/ 1738740 w 4705059"/>
                <a:gd name="csY1" fmla="*/ 1746243 h 4129927"/>
                <a:gd name="csX2" fmla="*/ 2599988 w 4705059"/>
                <a:gd name="csY2" fmla="*/ 170366 h 4129927"/>
                <a:gd name="csX3" fmla="*/ 4446032 w 4705059"/>
                <a:gd name="csY3" fmla="*/ 89415 h 4129927"/>
                <a:gd name="csX4" fmla="*/ 4452929 w 4705059"/>
                <a:gd name="csY4" fmla="*/ 1706086 h 4129927"/>
                <a:gd name="csX5" fmla="*/ 2642912 w 4705059"/>
                <a:gd name="csY5" fmla="*/ 2537554 h 4129927"/>
                <a:gd name="csX6" fmla="*/ 8594 w 4705059"/>
                <a:gd name="csY6" fmla="*/ 4122711 h 4129927"/>
                <a:gd name="csX0" fmla="*/ 8594 w 4596663"/>
                <a:gd name="csY0" fmla="*/ 4215533 h 4224499"/>
                <a:gd name="csX1" fmla="*/ 1738740 w 4596663"/>
                <a:gd name="csY1" fmla="*/ 1839065 h 4224499"/>
                <a:gd name="csX2" fmla="*/ 2599988 w 4596663"/>
                <a:gd name="csY2" fmla="*/ 263188 h 4224499"/>
                <a:gd name="csX3" fmla="*/ 4446032 w 4596663"/>
                <a:gd name="csY3" fmla="*/ 182237 h 4224499"/>
                <a:gd name="csX4" fmla="*/ 4129398 w 4596663"/>
                <a:gd name="csY4" fmla="*/ 2079669 h 4224499"/>
                <a:gd name="csX5" fmla="*/ 2642912 w 4596663"/>
                <a:gd name="csY5" fmla="*/ 2630376 h 4224499"/>
                <a:gd name="csX6" fmla="*/ 8594 w 4596663"/>
                <a:gd name="csY6" fmla="*/ 4215533 h 4224499"/>
                <a:gd name="csX0" fmla="*/ 10635 w 4618520"/>
                <a:gd name="csY0" fmla="*/ 4140860 h 4149826"/>
                <a:gd name="csX1" fmla="*/ 1740781 w 4618520"/>
                <a:gd name="csY1" fmla="*/ 1764392 h 4149826"/>
                <a:gd name="csX2" fmla="*/ 2330962 w 4618520"/>
                <a:gd name="csY2" fmla="*/ 399085 h 4149826"/>
                <a:gd name="csX3" fmla="*/ 4448073 w 4618520"/>
                <a:gd name="csY3" fmla="*/ 107564 h 4149826"/>
                <a:gd name="csX4" fmla="*/ 4131439 w 4618520"/>
                <a:gd name="csY4" fmla="*/ 2004996 h 4149826"/>
                <a:gd name="csX5" fmla="*/ 2644953 w 4618520"/>
                <a:gd name="csY5" fmla="*/ 2555703 h 4149826"/>
                <a:gd name="csX6" fmla="*/ 10635 w 4618520"/>
                <a:gd name="csY6" fmla="*/ 4140860 h 4149826"/>
                <a:gd name="csX0" fmla="*/ 2473 w 4610358"/>
                <a:gd name="csY0" fmla="*/ 4148168 h 4152706"/>
                <a:gd name="csX1" fmla="*/ 2161081 w 4610358"/>
                <a:gd name="csY1" fmla="*/ 2013468 h 4152706"/>
                <a:gd name="csX2" fmla="*/ 2322800 w 4610358"/>
                <a:gd name="csY2" fmla="*/ 406393 h 4152706"/>
                <a:gd name="csX3" fmla="*/ 4439911 w 4610358"/>
                <a:gd name="csY3" fmla="*/ 114872 h 4152706"/>
                <a:gd name="csX4" fmla="*/ 4123277 w 4610358"/>
                <a:gd name="csY4" fmla="*/ 2012304 h 4152706"/>
                <a:gd name="csX5" fmla="*/ 2636791 w 4610358"/>
                <a:gd name="csY5" fmla="*/ 2563011 h 4152706"/>
                <a:gd name="csX6" fmla="*/ 2473 w 4610358"/>
                <a:gd name="csY6" fmla="*/ 4148168 h 4152706"/>
                <a:gd name="csX0" fmla="*/ 400 w 4608285"/>
                <a:gd name="csY0" fmla="*/ 4148168 h 4148397"/>
                <a:gd name="csX1" fmla="*/ 2159008 w 4608285"/>
                <a:gd name="csY1" fmla="*/ 2013468 h 4148397"/>
                <a:gd name="csX2" fmla="*/ 2320727 w 4608285"/>
                <a:gd name="csY2" fmla="*/ 406393 h 4148397"/>
                <a:gd name="csX3" fmla="*/ 4437838 w 4608285"/>
                <a:gd name="csY3" fmla="*/ 114872 h 4148397"/>
                <a:gd name="csX4" fmla="*/ 4121204 w 4608285"/>
                <a:gd name="csY4" fmla="*/ 2012304 h 4148397"/>
                <a:gd name="csX5" fmla="*/ 2346163 w 4608285"/>
                <a:gd name="csY5" fmla="*/ 2149669 h 4148397"/>
                <a:gd name="csX6" fmla="*/ 400 w 4608285"/>
                <a:gd name="csY6" fmla="*/ 4148168 h 4148397"/>
                <a:gd name="csX0" fmla="*/ 400 w 4547161"/>
                <a:gd name="csY0" fmla="*/ 4069645 h 4069874"/>
                <a:gd name="csX1" fmla="*/ 2159008 w 4547161"/>
                <a:gd name="csY1" fmla="*/ 1934945 h 4069874"/>
                <a:gd name="csX2" fmla="*/ 2320727 w 4547161"/>
                <a:gd name="csY2" fmla="*/ 327870 h 4069874"/>
                <a:gd name="csX3" fmla="*/ 4437838 w 4547161"/>
                <a:gd name="csY3" fmla="*/ 36349 h 4069874"/>
                <a:gd name="csX4" fmla="*/ 4121204 w 4547161"/>
                <a:gd name="csY4" fmla="*/ 1933781 h 4069874"/>
                <a:gd name="csX5" fmla="*/ 2346163 w 4547161"/>
                <a:gd name="csY5" fmla="*/ 2071146 h 4069874"/>
                <a:gd name="csX6" fmla="*/ 400 w 4547161"/>
                <a:gd name="csY6" fmla="*/ 4069645 h 4069874"/>
                <a:gd name="csX0" fmla="*/ 536 w 3991476"/>
                <a:gd name="csY0" fmla="*/ 3539321 h 3539632"/>
                <a:gd name="csX1" fmla="*/ 1603323 w 3991476"/>
                <a:gd name="csY1" fmla="*/ 1934945 h 3539632"/>
                <a:gd name="csX2" fmla="*/ 1765042 w 3991476"/>
                <a:gd name="csY2" fmla="*/ 327870 h 3539632"/>
                <a:gd name="csX3" fmla="*/ 3882153 w 3991476"/>
                <a:gd name="csY3" fmla="*/ 36349 h 3539632"/>
                <a:gd name="csX4" fmla="*/ 3565519 w 3991476"/>
                <a:gd name="csY4" fmla="*/ 1933781 h 3539632"/>
                <a:gd name="csX5" fmla="*/ 1790478 w 3991476"/>
                <a:gd name="csY5" fmla="*/ 2071146 h 3539632"/>
                <a:gd name="csX6" fmla="*/ 536 w 3991476"/>
                <a:gd name="csY6" fmla="*/ 3539321 h 3539632"/>
                <a:gd name="csX0" fmla="*/ 527 w 4017318"/>
                <a:gd name="csY0" fmla="*/ 3573908 h 3574212"/>
                <a:gd name="csX1" fmla="*/ 1629165 w 4017318"/>
                <a:gd name="csY1" fmla="*/ 1934945 h 3574212"/>
                <a:gd name="csX2" fmla="*/ 1790884 w 4017318"/>
                <a:gd name="csY2" fmla="*/ 327870 h 3574212"/>
                <a:gd name="csX3" fmla="*/ 3907995 w 4017318"/>
                <a:gd name="csY3" fmla="*/ 36349 h 3574212"/>
                <a:gd name="csX4" fmla="*/ 3591361 w 4017318"/>
                <a:gd name="csY4" fmla="*/ 1933781 h 3574212"/>
                <a:gd name="csX5" fmla="*/ 1816320 w 4017318"/>
                <a:gd name="csY5" fmla="*/ 2071146 h 3574212"/>
                <a:gd name="csX6" fmla="*/ 527 w 4017318"/>
                <a:gd name="csY6" fmla="*/ 3573908 h 3574212"/>
                <a:gd name="csX0" fmla="*/ 3641 w 4020432"/>
                <a:gd name="csY0" fmla="*/ 3573908 h 3577567"/>
                <a:gd name="csX1" fmla="*/ 1632279 w 4020432"/>
                <a:gd name="csY1" fmla="*/ 1934945 h 3577567"/>
                <a:gd name="csX2" fmla="*/ 1793998 w 4020432"/>
                <a:gd name="csY2" fmla="*/ 327870 h 3577567"/>
                <a:gd name="csX3" fmla="*/ 3911109 w 4020432"/>
                <a:gd name="csY3" fmla="*/ 36349 h 3577567"/>
                <a:gd name="csX4" fmla="*/ 3594475 w 4020432"/>
                <a:gd name="csY4" fmla="*/ 1933781 h 3577567"/>
                <a:gd name="csX5" fmla="*/ 1819434 w 4020432"/>
                <a:gd name="csY5" fmla="*/ 2071146 h 3577567"/>
                <a:gd name="csX6" fmla="*/ 3641 w 4020432"/>
                <a:gd name="csY6" fmla="*/ 3573908 h 3577567"/>
                <a:gd name="csX0" fmla="*/ 11923 w 4028714"/>
                <a:gd name="csY0" fmla="*/ 3573908 h 3583559"/>
                <a:gd name="csX1" fmla="*/ 1640561 w 4028714"/>
                <a:gd name="csY1" fmla="*/ 1934945 h 3583559"/>
                <a:gd name="csX2" fmla="*/ 1802280 w 4028714"/>
                <a:gd name="csY2" fmla="*/ 327870 h 3583559"/>
                <a:gd name="csX3" fmla="*/ 3919391 w 4028714"/>
                <a:gd name="csY3" fmla="*/ 36349 h 3583559"/>
                <a:gd name="csX4" fmla="*/ 3602757 w 4028714"/>
                <a:gd name="csY4" fmla="*/ 1933781 h 3583559"/>
                <a:gd name="csX5" fmla="*/ 1827716 w 4028714"/>
                <a:gd name="csY5" fmla="*/ 2071146 h 3583559"/>
                <a:gd name="csX6" fmla="*/ 11923 w 4028714"/>
                <a:gd name="csY6" fmla="*/ 3573908 h 3583559"/>
                <a:gd name="csX0" fmla="*/ 1130 w 4017921"/>
                <a:gd name="csY0" fmla="*/ 3573908 h 3577714"/>
                <a:gd name="csX1" fmla="*/ 1629768 w 4017921"/>
                <a:gd name="csY1" fmla="*/ 1934945 h 3577714"/>
                <a:gd name="csX2" fmla="*/ 1791487 w 4017921"/>
                <a:gd name="csY2" fmla="*/ 327870 h 3577714"/>
                <a:gd name="csX3" fmla="*/ 3908598 w 4017921"/>
                <a:gd name="csY3" fmla="*/ 36349 h 3577714"/>
                <a:gd name="csX4" fmla="*/ 3591964 w 4017921"/>
                <a:gd name="csY4" fmla="*/ 1933781 h 3577714"/>
                <a:gd name="csX5" fmla="*/ 1906115 w 4017921"/>
                <a:gd name="csY5" fmla="*/ 2373434 h 3577714"/>
                <a:gd name="csX6" fmla="*/ 1130 w 4017921"/>
                <a:gd name="csY6" fmla="*/ 3573908 h 3577714"/>
                <a:gd name="csX0" fmla="*/ 434 w 4017225"/>
                <a:gd name="csY0" fmla="*/ 3573908 h 3574428"/>
                <a:gd name="csX1" fmla="*/ 1629072 w 4017225"/>
                <a:gd name="csY1" fmla="*/ 1934945 h 3574428"/>
                <a:gd name="csX2" fmla="*/ 1790791 w 4017225"/>
                <a:gd name="csY2" fmla="*/ 327870 h 3574428"/>
                <a:gd name="csX3" fmla="*/ 3907902 w 4017225"/>
                <a:gd name="csY3" fmla="*/ 36349 h 3574428"/>
                <a:gd name="csX4" fmla="*/ 3591268 w 4017225"/>
                <a:gd name="csY4" fmla="*/ 1933781 h 3574428"/>
                <a:gd name="csX5" fmla="*/ 1798394 w 4017225"/>
                <a:gd name="csY5" fmla="*/ 2110926 h 3574428"/>
                <a:gd name="csX6" fmla="*/ 434 w 4017225"/>
                <a:gd name="csY6" fmla="*/ 3573908 h 3574428"/>
                <a:gd name="csX0" fmla="*/ 434 w 4017225"/>
                <a:gd name="csY0" fmla="*/ 3573908 h 3574310"/>
                <a:gd name="csX1" fmla="*/ 1629072 w 4017225"/>
                <a:gd name="csY1" fmla="*/ 1934945 h 3574310"/>
                <a:gd name="csX2" fmla="*/ 1790791 w 4017225"/>
                <a:gd name="csY2" fmla="*/ 327870 h 3574310"/>
                <a:gd name="csX3" fmla="*/ 3907902 w 4017225"/>
                <a:gd name="csY3" fmla="*/ 36349 h 3574310"/>
                <a:gd name="csX4" fmla="*/ 3591268 w 4017225"/>
                <a:gd name="csY4" fmla="*/ 1933781 h 3574310"/>
                <a:gd name="csX5" fmla="*/ 1798394 w 4017225"/>
                <a:gd name="csY5" fmla="*/ 2110926 h 3574310"/>
                <a:gd name="csX6" fmla="*/ 434 w 4017225"/>
                <a:gd name="csY6" fmla="*/ 3573908 h 3574310"/>
                <a:gd name="csX0" fmla="*/ 434 w 4017225"/>
                <a:gd name="csY0" fmla="*/ 3573908 h 3576627"/>
                <a:gd name="csX1" fmla="*/ 1629072 w 4017225"/>
                <a:gd name="csY1" fmla="*/ 1934945 h 3576627"/>
                <a:gd name="csX2" fmla="*/ 1790791 w 4017225"/>
                <a:gd name="csY2" fmla="*/ 327870 h 3576627"/>
                <a:gd name="csX3" fmla="*/ 3907902 w 4017225"/>
                <a:gd name="csY3" fmla="*/ 36349 h 3576627"/>
                <a:gd name="csX4" fmla="*/ 3591268 w 4017225"/>
                <a:gd name="csY4" fmla="*/ 1933781 h 3576627"/>
                <a:gd name="csX5" fmla="*/ 1798395 w 4017225"/>
                <a:gd name="csY5" fmla="*/ 2365482 h 3576627"/>
                <a:gd name="csX6" fmla="*/ 434 w 4017225"/>
                <a:gd name="csY6" fmla="*/ 3573908 h 3576627"/>
                <a:gd name="csX0" fmla="*/ 434 w 4017225"/>
                <a:gd name="csY0" fmla="*/ 3573908 h 3576355"/>
                <a:gd name="csX1" fmla="*/ 1629072 w 4017225"/>
                <a:gd name="csY1" fmla="*/ 1934945 h 3576355"/>
                <a:gd name="csX2" fmla="*/ 1790791 w 4017225"/>
                <a:gd name="csY2" fmla="*/ 327870 h 3576355"/>
                <a:gd name="csX3" fmla="*/ 3907902 w 4017225"/>
                <a:gd name="csY3" fmla="*/ 36349 h 3576355"/>
                <a:gd name="csX4" fmla="*/ 3591268 w 4017225"/>
                <a:gd name="csY4" fmla="*/ 1933781 h 3576355"/>
                <a:gd name="csX5" fmla="*/ 1798395 w 4017225"/>
                <a:gd name="csY5" fmla="*/ 2365482 h 3576355"/>
                <a:gd name="csX6" fmla="*/ 434 w 4017225"/>
                <a:gd name="csY6" fmla="*/ 3573908 h 3576355"/>
                <a:gd name="csX0" fmla="*/ 434 w 4017225"/>
                <a:gd name="csY0" fmla="*/ 3573908 h 3583502"/>
                <a:gd name="csX1" fmla="*/ 1629072 w 4017225"/>
                <a:gd name="csY1" fmla="*/ 1934945 h 3583502"/>
                <a:gd name="csX2" fmla="*/ 1790791 w 4017225"/>
                <a:gd name="csY2" fmla="*/ 327870 h 3583502"/>
                <a:gd name="csX3" fmla="*/ 3907902 w 4017225"/>
                <a:gd name="csY3" fmla="*/ 36349 h 3583502"/>
                <a:gd name="csX4" fmla="*/ 3591268 w 4017225"/>
                <a:gd name="csY4" fmla="*/ 1933781 h 3583502"/>
                <a:gd name="csX5" fmla="*/ 1798396 w 4017225"/>
                <a:gd name="csY5" fmla="*/ 2715497 h 3583502"/>
                <a:gd name="csX6" fmla="*/ 434 w 4017225"/>
                <a:gd name="csY6" fmla="*/ 3573908 h 3583502"/>
                <a:gd name="csX0" fmla="*/ 20204 w 4036995"/>
                <a:gd name="csY0" fmla="*/ 3574326 h 3583563"/>
                <a:gd name="csX1" fmla="*/ 908564 w 4036995"/>
                <a:gd name="csY1" fmla="*/ 1951275 h 3583563"/>
                <a:gd name="csX2" fmla="*/ 1810561 w 4036995"/>
                <a:gd name="csY2" fmla="*/ 328288 h 3583563"/>
                <a:gd name="csX3" fmla="*/ 3927672 w 4036995"/>
                <a:gd name="csY3" fmla="*/ 36767 h 3583563"/>
                <a:gd name="csX4" fmla="*/ 3611038 w 4036995"/>
                <a:gd name="csY4" fmla="*/ 1934199 h 3583563"/>
                <a:gd name="csX5" fmla="*/ 1818166 w 4036995"/>
                <a:gd name="csY5" fmla="*/ 2715915 h 3583563"/>
                <a:gd name="csX6" fmla="*/ 20204 w 4036995"/>
                <a:gd name="csY6" fmla="*/ 3574326 h 3583563"/>
                <a:gd name="csX0" fmla="*/ 12549 w 4029340"/>
                <a:gd name="csY0" fmla="*/ 3574326 h 3583563"/>
                <a:gd name="csX1" fmla="*/ 900909 w 4029340"/>
                <a:gd name="csY1" fmla="*/ 1951275 h 3583563"/>
                <a:gd name="csX2" fmla="*/ 1802906 w 4029340"/>
                <a:gd name="csY2" fmla="*/ 328288 h 3583563"/>
                <a:gd name="csX3" fmla="*/ 3920017 w 4029340"/>
                <a:gd name="csY3" fmla="*/ 36767 h 3583563"/>
                <a:gd name="csX4" fmla="*/ 3603383 w 4029340"/>
                <a:gd name="csY4" fmla="*/ 1934199 h 3583563"/>
                <a:gd name="csX5" fmla="*/ 1810511 w 4029340"/>
                <a:gd name="csY5" fmla="*/ 2715915 h 3583563"/>
                <a:gd name="csX6" fmla="*/ 12549 w 4029340"/>
                <a:gd name="csY6" fmla="*/ 3574326 h 3583563"/>
                <a:gd name="csX0" fmla="*/ 2018 w 4018809"/>
                <a:gd name="csY0" fmla="*/ 3573908 h 3583502"/>
                <a:gd name="csX1" fmla="*/ 1389840 w 4018809"/>
                <a:gd name="csY1" fmla="*/ 1934947 h 3583502"/>
                <a:gd name="csX2" fmla="*/ 1792375 w 4018809"/>
                <a:gd name="csY2" fmla="*/ 327870 h 3583502"/>
                <a:gd name="csX3" fmla="*/ 3909486 w 4018809"/>
                <a:gd name="csY3" fmla="*/ 36349 h 3583502"/>
                <a:gd name="csX4" fmla="*/ 3592852 w 4018809"/>
                <a:gd name="csY4" fmla="*/ 1933781 h 3583502"/>
                <a:gd name="csX5" fmla="*/ 1799980 w 4018809"/>
                <a:gd name="csY5" fmla="*/ 2715497 h 3583502"/>
                <a:gd name="csX6" fmla="*/ 2018 w 4018809"/>
                <a:gd name="csY6" fmla="*/ 3573908 h 3583502"/>
                <a:gd name="csX0" fmla="*/ 2018 w 4018809"/>
                <a:gd name="csY0" fmla="*/ 3573908 h 3575401"/>
                <a:gd name="csX1" fmla="*/ 1389840 w 4018809"/>
                <a:gd name="csY1" fmla="*/ 1934947 h 3575401"/>
                <a:gd name="csX2" fmla="*/ 1792375 w 4018809"/>
                <a:gd name="csY2" fmla="*/ 327870 h 3575401"/>
                <a:gd name="csX3" fmla="*/ 3909486 w 4018809"/>
                <a:gd name="csY3" fmla="*/ 36349 h 3575401"/>
                <a:gd name="csX4" fmla="*/ 3592852 w 4018809"/>
                <a:gd name="csY4" fmla="*/ 1933781 h 3575401"/>
                <a:gd name="csX5" fmla="*/ 1799983 w 4018809"/>
                <a:gd name="csY5" fmla="*/ 2277981 h 3575401"/>
                <a:gd name="csX6" fmla="*/ 2018 w 4018809"/>
                <a:gd name="csY6" fmla="*/ 3573908 h 3575401"/>
                <a:gd name="csX0" fmla="*/ 2279 w 4019070"/>
                <a:gd name="csY0" fmla="*/ 3573908 h 3576883"/>
                <a:gd name="csX1" fmla="*/ 1390101 w 4019070"/>
                <a:gd name="csY1" fmla="*/ 1934947 h 3576883"/>
                <a:gd name="csX2" fmla="*/ 1792636 w 4019070"/>
                <a:gd name="csY2" fmla="*/ 327870 h 3576883"/>
                <a:gd name="csX3" fmla="*/ 3909747 w 4019070"/>
                <a:gd name="csY3" fmla="*/ 36349 h 3576883"/>
                <a:gd name="csX4" fmla="*/ 3593113 w 4019070"/>
                <a:gd name="csY4" fmla="*/ 1933781 h 3576883"/>
                <a:gd name="csX5" fmla="*/ 1827004 w 4019070"/>
                <a:gd name="csY5" fmla="*/ 2405261 h 3576883"/>
                <a:gd name="csX6" fmla="*/ 2279 w 4019070"/>
                <a:gd name="csY6" fmla="*/ 3573908 h 3576883"/>
                <a:gd name="csX0" fmla="*/ 3304 w 4020095"/>
                <a:gd name="csY0" fmla="*/ 3573700 h 3576772"/>
                <a:gd name="csX1" fmla="*/ 1310858 w 4020095"/>
                <a:gd name="csY1" fmla="*/ 1926786 h 3576772"/>
                <a:gd name="csX2" fmla="*/ 1793661 w 4020095"/>
                <a:gd name="csY2" fmla="*/ 327662 h 3576772"/>
                <a:gd name="csX3" fmla="*/ 3910772 w 4020095"/>
                <a:gd name="csY3" fmla="*/ 36141 h 3576772"/>
                <a:gd name="csX4" fmla="*/ 3594138 w 4020095"/>
                <a:gd name="csY4" fmla="*/ 1933573 h 3576772"/>
                <a:gd name="csX5" fmla="*/ 1828029 w 4020095"/>
                <a:gd name="csY5" fmla="*/ 2405053 h 3576772"/>
                <a:gd name="csX6" fmla="*/ 3304 w 4020095"/>
                <a:gd name="csY6" fmla="*/ 3573700 h 3576772"/>
                <a:gd name="csX0" fmla="*/ 3254 w 4020045"/>
                <a:gd name="csY0" fmla="*/ 3573700 h 3576772"/>
                <a:gd name="csX1" fmla="*/ 1310808 w 4020045"/>
                <a:gd name="csY1" fmla="*/ 1926786 h 3576772"/>
                <a:gd name="csX2" fmla="*/ 1793611 w 4020045"/>
                <a:gd name="csY2" fmla="*/ 327662 h 3576772"/>
                <a:gd name="csX3" fmla="*/ 3910722 w 4020045"/>
                <a:gd name="csY3" fmla="*/ 36141 h 3576772"/>
                <a:gd name="csX4" fmla="*/ 3594088 w 4020045"/>
                <a:gd name="csY4" fmla="*/ 1933573 h 3576772"/>
                <a:gd name="csX5" fmla="*/ 1827979 w 4020045"/>
                <a:gd name="csY5" fmla="*/ 2405053 h 3576772"/>
                <a:gd name="csX6" fmla="*/ 3254 w 4020045"/>
                <a:gd name="csY6" fmla="*/ 3573700 h 35767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020045" h="3576772">
                  <a:moveTo>
                    <a:pt x="3254" y="3573700"/>
                  </a:moveTo>
                  <a:cubicBezTo>
                    <a:pt x="-82941" y="3493989"/>
                    <a:pt x="1574310" y="2340515"/>
                    <a:pt x="1310808" y="1926786"/>
                  </a:cubicBezTo>
                  <a:cubicBezTo>
                    <a:pt x="1047306" y="1513057"/>
                    <a:pt x="1360292" y="642769"/>
                    <a:pt x="1793611" y="327662"/>
                  </a:cubicBezTo>
                  <a:cubicBezTo>
                    <a:pt x="2226930" y="12555"/>
                    <a:pt x="3750548" y="-52136"/>
                    <a:pt x="3910722" y="36141"/>
                  </a:cubicBezTo>
                  <a:cubicBezTo>
                    <a:pt x="4070896" y="124418"/>
                    <a:pt x="4120351" y="1358027"/>
                    <a:pt x="3594088" y="1933573"/>
                  </a:cubicBezTo>
                  <a:cubicBezTo>
                    <a:pt x="3171099" y="2391895"/>
                    <a:pt x="2301583" y="2656718"/>
                    <a:pt x="1827979" y="2405053"/>
                  </a:cubicBezTo>
                  <a:cubicBezTo>
                    <a:pt x="1354375" y="2153388"/>
                    <a:pt x="89449" y="3653411"/>
                    <a:pt x="3254" y="3573700"/>
                  </a:cubicBezTo>
                  <a:close/>
                </a:path>
              </a:pathLst>
            </a:custGeom>
            <a:noFill/>
            <a:ln>
              <a:solidFill>
                <a:srgbClr val="0C26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8" name="Freeform 1017">
              <a:extLst>
                <a:ext uri="{FF2B5EF4-FFF2-40B4-BE49-F238E27FC236}">
                  <a16:creationId xmlns:a16="http://schemas.microsoft.com/office/drawing/2014/main" id="{3E8C8E6F-453B-F1E6-9ECD-AE0518F543DD}"/>
                </a:ext>
              </a:extLst>
            </p:cNvPr>
            <p:cNvSpPr/>
            <p:nvPr userDrawn="1"/>
          </p:nvSpPr>
          <p:spPr>
            <a:xfrm rot="16200000">
              <a:off x="6030471" y="1072945"/>
              <a:ext cx="2615869" cy="2682270"/>
            </a:xfrm>
            <a:custGeom>
              <a:avLst/>
              <a:gdLst>
                <a:gd name="csX0" fmla="*/ 1893 w 3484511"/>
                <a:gd name="csY0" fmla="*/ 3509215 h 3511799"/>
                <a:gd name="csX1" fmla="*/ 1514170 w 3484511"/>
                <a:gd name="csY1" fmla="*/ 1703861 h 3511799"/>
                <a:gd name="csX2" fmla="*/ 2029985 w 3484511"/>
                <a:gd name="csY2" fmla="*/ 226753 h 3511799"/>
                <a:gd name="csX3" fmla="*/ 3378139 w 3484511"/>
                <a:gd name="csY3" fmla="*/ 144692 h 3511799"/>
                <a:gd name="csX4" fmla="*/ 3225739 w 3484511"/>
                <a:gd name="csY4" fmla="*/ 1586630 h 3511799"/>
                <a:gd name="csX5" fmla="*/ 1854139 w 3484511"/>
                <a:gd name="csY5" fmla="*/ 2090723 h 3511799"/>
                <a:gd name="csX6" fmla="*/ 1893 w 3484511"/>
                <a:gd name="csY6" fmla="*/ 3509215 h 3511799"/>
                <a:gd name="csX0" fmla="*/ 1352 w 4094215"/>
                <a:gd name="csY0" fmla="*/ 4103738 h 4105568"/>
                <a:gd name="csX1" fmla="*/ 2123874 w 4094215"/>
                <a:gd name="csY1" fmla="*/ 1703861 h 4105568"/>
                <a:gd name="csX2" fmla="*/ 2639689 w 4094215"/>
                <a:gd name="csY2" fmla="*/ 226753 h 4105568"/>
                <a:gd name="csX3" fmla="*/ 3987843 w 4094215"/>
                <a:gd name="csY3" fmla="*/ 144692 h 4105568"/>
                <a:gd name="csX4" fmla="*/ 3835443 w 4094215"/>
                <a:gd name="csY4" fmla="*/ 1586630 h 4105568"/>
                <a:gd name="csX5" fmla="*/ 2463843 w 4094215"/>
                <a:gd name="csY5" fmla="*/ 2090723 h 4105568"/>
                <a:gd name="csX6" fmla="*/ 1352 w 4094215"/>
                <a:gd name="csY6" fmla="*/ 4103738 h 4105568"/>
                <a:gd name="csX0" fmla="*/ 1978 w 4094841"/>
                <a:gd name="csY0" fmla="*/ 4101966 h 4104114"/>
                <a:gd name="csX1" fmla="*/ 2058783 w 4094841"/>
                <a:gd name="csY1" fmla="*/ 1668597 h 4104114"/>
                <a:gd name="csX2" fmla="*/ 2640315 w 4094841"/>
                <a:gd name="csY2" fmla="*/ 224981 h 4104114"/>
                <a:gd name="csX3" fmla="*/ 3988469 w 4094841"/>
                <a:gd name="csY3" fmla="*/ 142920 h 4104114"/>
                <a:gd name="csX4" fmla="*/ 3836069 w 4094841"/>
                <a:gd name="csY4" fmla="*/ 1584858 h 4104114"/>
                <a:gd name="csX5" fmla="*/ 2464469 w 4094841"/>
                <a:gd name="csY5" fmla="*/ 2088951 h 4104114"/>
                <a:gd name="csX6" fmla="*/ 1978 w 4094841"/>
                <a:gd name="csY6" fmla="*/ 4101966 h 4104114"/>
                <a:gd name="csX0" fmla="*/ 1943 w 4132359"/>
                <a:gd name="csY0" fmla="*/ 3750277 h 3752868"/>
                <a:gd name="csX1" fmla="*/ 2096301 w 4132359"/>
                <a:gd name="csY1" fmla="*/ 1668597 h 3752868"/>
                <a:gd name="csX2" fmla="*/ 2677833 w 4132359"/>
                <a:gd name="csY2" fmla="*/ 224981 h 3752868"/>
                <a:gd name="csX3" fmla="*/ 4025987 w 4132359"/>
                <a:gd name="csY3" fmla="*/ 142920 h 3752868"/>
                <a:gd name="csX4" fmla="*/ 3873587 w 4132359"/>
                <a:gd name="csY4" fmla="*/ 1584858 h 3752868"/>
                <a:gd name="csX5" fmla="*/ 2501987 w 4132359"/>
                <a:gd name="csY5" fmla="*/ 2088951 h 3752868"/>
                <a:gd name="csX6" fmla="*/ 1943 w 4132359"/>
                <a:gd name="csY6" fmla="*/ 3750277 h 3752868"/>
                <a:gd name="csX0" fmla="*/ 7123 w 4137539"/>
                <a:gd name="csY0" fmla="*/ 3776554 h 3776601"/>
                <a:gd name="csX1" fmla="*/ 1782278 w 4137539"/>
                <a:gd name="csY1" fmla="*/ 2163796 h 3776601"/>
                <a:gd name="csX2" fmla="*/ 2683013 w 4137539"/>
                <a:gd name="csY2" fmla="*/ 251258 h 3776601"/>
                <a:gd name="csX3" fmla="*/ 4031167 w 4137539"/>
                <a:gd name="csY3" fmla="*/ 169197 h 3776601"/>
                <a:gd name="csX4" fmla="*/ 3878767 w 4137539"/>
                <a:gd name="csY4" fmla="*/ 1611135 h 3776601"/>
                <a:gd name="csX5" fmla="*/ 2507167 w 4137539"/>
                <a:gd name="csY5" fmla="*/ 2115228 h 3776601"/>
                <a:gd name="csX6" fmla="*/ 7123 w 4137539"/>
                <a:gd name="csY6" fmla="*/ 3776554 h 3776601"/>
                <a:gd name="csX0" fmla="*/ 25 w 4130441"/>
                <a:gd name="csY0" fmla="*/ 3776554 h 3776586"/>
                <a:gd name="csX1" fmla="*/ 1775180 w 4130441"/>
                <a:gd name="csY1" fmla="*/ 2163796 h 3776586"/>
                <a:gd name="csX2" fmla="*/ 2675915 w 4130441"/>
                <a:gd name="csY2" fmla="*/ 251258 h 3776586"/>
                <a:gd name="csX3" fmla="*/ 4024069 w 4130441"/>
                <a:gd name="csY3" fmla="*/ 169197 h 3776586"/>
                <a:gd name="csX4" fmla="*/ 3871669 w 4130441"/>
                <a:gd name="csY4" fmla="*/ 1611135 h 3776586"/>
                <a:gd name="csX5" fmla="*/ 1814719 w 4130441"/>
                <a:gd name="csY5" fmla="*/ 2207339 h 3776586"/>
                <a:gd name="csX6" fmla="*/ 25 w 4130441"/>
                <a:gd name="csY6" fmla="*/ 3776554 h 3776586"/>
                <a:gd name="csX0" fmla="*/ 25 w 4130441"/>
                <a:gd name="csY0" fmla="*/ 3776554 h 3776589"/>
                <a:gd name="csX1" fmla="*/ 1775180 w 4130441"/>
                <a:gd name="csY1" fmla="*/ 2163796 h 3776589"/>
                <a:gd name="csX2" fmla="*/ 2675915 w 4130441"/>
                <a:gd name="csY2" fmla="*/ 251258 h 3776589"/>
                <a:gd name="csX3" fmla="*/ 4024069 w 4130441"/>
                <a:gd name="csY3" fmla="*/ 169197 h 3776589"/>
                <a:gd name="csX4" fmla="*/ 3871669 w 4130441"/>
                <a:gd name="csY4" fmla="*/ 1611135 h 3776589"/>
                <a:gd name="csX5" fmla="*/ 1814719 w 4130441"/>
                <a:gd name="csY5" fmla="*/ 2207339 h 3776589"/>
                <a:gd name="csX6" fmla="*/ 25 w 4130441"/>
                <a:gd name="csY6" fmla="*/ 3776554 h 3776589"/>
                <a:gd name="csX0" fmla="*/ 25 w 3957457"/>
                <a:gd name="csY0" fmla="*/ 3611866 h 3611901"/>
                <a:gd name="csX1" fmla="*/ 1775180 w 3957457"/>
                <a:gd name="csY1" fmla="*/ 1999108 h 3611901"/>
                <a:gd name="csX2" fmla="*/ 2675915 w 3957457"/>
                <a:gd name="csY2" fmla="*/ 86570 h 3611901"/>
                <a:gd name="csX3" fmla="*/ 3554650 w 3957457"/>
                <a:gd name="csY3" fmla="*/ 439934 h 3611901"/>
                <a:gd name="csX4" fmla="*/ 3871669 w 3957457"/>
                <a:gd name="csY4" fmla="*/ 1446447 h 3611901"/>
                <a:gd name="csX5" fmla="*/ 1814719 w 3957457"/>
                <a:gd name="csY5" fmla="*/ 2042651 h 3611901"/>
                <a:gd name="csX6" fmla="*/ 25 w 3957457"/>
                <a:gd name="csY6" fmla="*/ 3611866 h 3611901"/>
                <a:gd name="csX0" fmla="*/ 25 w 3957253"/>
                <a:gd name="csY0" fmla="*/ 3368639 h 3368674"/>
                <a:gd name="csX1" fmla="*/ 1775180 w 3957253"/>
                <a:gd name="csY1" fmla="*/ 1755881 h 3368674"/>
                <a:gd name="csX2" fmla="*/ 2685304 w 3957253"/>
                <a:gd name="csY2" fmla="*/ 144791 h 3368674"/>
                <a:gd name="csX3" fmla="*/ 3554650 w 3957253"/>
                <a:gd name="csY3" fmla="*/ 196707 h 3368674"/>
                <a:gd name="csX4" fmla="*/ 3871669 w 3957253"/>
                <a:gd name="csY4" fmla="*/ 1203220 h 3368674"/>
                <a:gd name="csX5" fmla="*/ 1814719 w 3957253"/>
                <a:gd name="csY5" fmla="*/ 1799424 h 3368674"/>
                <a:gd name="csX6" fmla="*/ 25 w 3957253"/>
                <a:gd name="csY6" fmla="*/ 3368639 h 3368674"/>
                <a:gd name="csX0" fmla="*/ 25 w 3705517"/>
                <a:gd name="csY0" fmla="*/ 3358570 h 3358603"/>
                <a:gd name="csX1" fmla="*/ 1775180 w 3705517"/>
                <a:gd name="csY1" fmla="*/ 1745812 h 3358603"/>
                <a:gd name="csX2" fmla="*/ 2685304 w 3705517"/>
                <a:gd name="csY2" fmla="*/ 134722 h 3358603"/>
                <a:gd name="csX3" fmla="*/ 3554650 w 3705517"/>
                <a:gd name="csY3" fmla="*/ 186638 h 3358603"/>
                <a:gd name="csX4" fmla="*/ 3552464 w 3705517"/>
                <a:gd name="csY4" fmla="*/ 975438 h 3358603"/>
                <a:gd name="csX5" fmla="*/ 1814719 w 3705517"/>
                <a:gd name="csY5" fmla="*/ 1789355 h 3358603"/>
                <a:gd name="csX6" fmla="*/ 25 w 3705517"/>
                <a:gd name="csY6" fmla="*/ 3358570 h 3358603"/>
                <a:gd name="csX0" fmla="*/ 2290 w 3707782"/>
                <a:gd name="csY0" fmla="*/ 3305196 h 3314287"/>
                <a:gd name="csX1" fmla="*/ 2199921 w 3707782"/>
                <a:gd name="csY1" fmla="*/ 955568 h 3314287"/>
                <a:gd name="csX2" fmla="*/ 2687569 w 3707782"/>
                <a:gd name="csY2" fmla="*/ 81348 h 3314287"/>
                <a:gd name="csX3" fmla="*/ 3556915 w 3707782"/>
                <a:gd name="csY3" fmla="*/ 133264 h 3314287"/>
                <a:gd name="csX4" fmla="*/ 3554729 w 3707782"/>
                <a:gd name="csY4" fmla="*/ 922064 h 3314287"/>
                <a:gd name="csX5" fmla="*/ 1816984 w 3707782"/>
                <a:gd name="csY5" fmla="*/ 1735981 h 3314287"/>
                <a:gd name="csX6" fmla="*/ 2290 w 3707782"/>
                <a:gd name="csY6" fmla="*/ 3305196 h 3314287"/>
                <a:gd name="csX0" fmla="*/ 377 w 3705869"/>
                <a:gd name="csY0" fmla="*/ 3305196 h 3313168"/>
                <a:gd name="csX1" fmla="*/ 2198008 w 3705869"/>
                <a:gd name="csY1" fmla="*/ 955568 h 3313168"/>
                <a:gd name="csX2" fmla="*/ 2685656 w 3705869"/>
                <a:gd name="csY2" fmla="*/ 81348 h 3313168"/>
                <a:gd name="csX3" fmla="*/ 3555002 w 3705869"/>
                <a:gd name="csY3" fmla="*/ 133264 h 3313168"/>
                <a:gd name="csX4" fmla="*/ 3552816 w 3705869"/>
                <a:gd name="csY4" fmla="*/ 922064 h 3313168"/>
                <a:gd name="csX5" fmla="*/ 2378375 w 3705869"/>
                <a:gd name="csY5" fmla="*/ 1694113 h 3313168"/>
                <a:gd name="csX6" fmla="*/ 377 w 3705869"/>
                <a:gd name="csY6" fmla="*/ 3305196 h 3313168"/>
                <a:gd name="csX0" fmla="*/ 377 w 3705869"/>
                <a:gd name="csY0" fmla="*/ 3305196 h 3311216"/>
                <a:gd name="csX1" fmla="*/ 2198008 w 3705869"/>
                <a:gd name="csY1" fmla="*/ 955568 h 3311216"/>
                <a:gd name="csX2" fmla="*/ 2685656 w 3705869"/>
                <a:gd name="csY2" fmla="*/ 81348 h 3311216"/>
                <a:gd name="csX3" fmla="*/ 3555002 w 3705869"/>
                <a:gd name="csY3" fmla="*/ 133264 h 3311216"/>
                <a:gd name="csX4" fmla="*/ 3552816 w 3705869"/>
                <a:gd name="csY4" fmla="*/ 922064 h 3311216"/>
                <a:gd name="csX5" fmla="*/ 2378375 w 3705869"/>
                <a:gd name="csY5" fmla="*/ 1694113 h 3311216"/>
                <a:gd name="csX6" fmla="*/ 377 w 3705869"/>
                <a:gd name="csY6" fmla="*/ 3305196 h 3311216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31250"/>
                <a:gd name="csY0" fmla="*/ 3306034 h 3313991"/>
                <a:gd name="csX1" fmla="*/ 2198008 w 4431250"/>
                <a:gd name="csY1" fmla="*/ 956406 h 3313991"/>
                <a:gd name="csX2" fmla="*/ 2685656 w 4431250"/>
                <a:gd name="csY2" fmla="*/ 82186 h 3313991"/>
                <a:gd name="csX3" fmla="*/ 3555002 w 4431250"/>
                <a:gd name="csY3" fmla="*/ 134102 h 3313991"/>
                <a:gd name="csX4" fmla="*/ 4425936 w 4431250"/>
                <a:gd name="csY4" fmla="*/ 939649 h 3313991"/>
                <a:gd name="csX5" fmla="*/ 2378375 w 4431250"/>
                <a:gd name="csY5" fmla="*/ 1694951 h 3313991"/>
                <a:gd name="csX6" fmla="*/ 377 w 4431250"/>
                <a:gd name="csY6" fmla="*/ 3306034 h 3313991"/>
                <a:gd name="csX0" fmla="*/ 377 w 4425936"/>
                <a:gd name="csY0" fmla="*/ 3306034 h 3313991"/>
                <a:gd name="csX1" fmla="*/ 2198008 w 4425936"/>
                <a:gd name="csY1" fmla="*/ 956406 h 3313991"/>
                <a:gd name="csX2" fmla="*/ 2685656 w 4425936"/>
                <a:gd name="csY2" fmla="*/ 82186 h 3313991"/>
                <a:gd name="csX3" fmla="*/ 3555002 w 4425936"/>
                <a:gd name="csY3" fmla="*/ 134102 h 3313991"/>
                <a:gd name="csX4" fmla="*/ 4425936 w 4425936"/>
                <a:gd name="csY4" fmla="*/ 939649 h 3313991"/>
                <a:gd name="csX5" fmla="*/ 2378375 w 4425936"/>
                <a:gd name="csY5" fmla="*/ 1694951 h 3313991"/>
                <a:gd name="csX6" fmla="*/ 377 w 4425936"/>
                <a:gd name="csY6" fmla="*/ 3306034 h 3313991"/>
                <a:gd name="csX0" fmla="*/ 377 w 4472878"/>
                <a:gd name="csY0" fmla="*/ 3303952 h 3311947"/>
                <a:gd name="csX1" fmla="*/ 2198008 w 4472878"/>
                <a:gd name="csY1" fmla="*/ 954324 h 3311947"/>
                <a:gd name="csX2" fmla="*/ 2685656 w 4472878"/>
                <a:gd name="csY2" fmla="*/ 80104 h 3311947"/>
                <a:gd name="csX3" fmla="*/ 3555002 w 4472878"/>
                <a:gd name="csY3" fmla="*/ 132020 h 3311947"/>
                <a:gd name="csX4" fmla="*/ 4472878 w 4472878"/>
                <a:gd name="csY4" fmla="*/ 895700 h 3311947"/>
                <a:gd name="csX5" fmla="*/ 2378375 w 4472878"/>
                <a:gd name="csY5" fmla="*/ 1692869 h 3311947"/>
                <a:gd name="csX6" fmla="*/ 377 w 4472878"/>
                <a:gd name="csY6" fmla="*/ 3303952 h 3311947"/>
                <a:gd name="csX0" fmla="*/ 377 w 4472878"/>
                <a:gd name="csY0" fmla="*/ 3489034 h 3497029"/>
                <a:gd name="csX1" fmla="*/ 2198008 w 4472878"/>
                <a:gd name="csY1" fmla="*/ 1139406 h 3497029"/>
                <a:gd name="csX2" fmla="*/ 2685656 w 4472878"/>
                <a:gd name="csY2" fmla="*/ 265186 h 3497029"/>
                <a:gd name="csX3" fmla="*/ 3742770 w 4472878"/>
                <a:gd name="csY3" fmla="*/ 49148 h 3497029"/>
                <a:gd name="csX4" fmla="*/ 4472878 w 4472878"/>
                <a:gd name="csY4" fmla="*/ 1080782 h 3497029"/>
                <a:gd name="csX5" fmla="*/ 2378375 w 4472878"/>
                <a:gd name="csY5" fmla="*/ 1877951 h 3497029"/>
                <a:gd name="csX6" fmla="*/ 377 w 4472878"/>
                <a:gd name="csY6" fmla="*/ 3489034 h 3497029"/>
                <a:gd name="csX0" fmla="*/ 377 w 4482266"/>
                <a:gd name="csY0" fmla="*/ 3489034 h 3497029"/>
                <a:gd name="csX1" fmla="*/ 2198008 w 4482266"/>
                <a:gd name="csY1" fmla="*/ 1139406 h 3497029"/>
                <a:gd name="csX2" fmla="*/ 2685656 w 4482266"/>
                <a:gd name="csY2" fmla="*/ 265186 h 3497029"/>
                <a:gd name="csX3" fmla="*/ 3742770 w 4482266"/>
                <a:gd name="csY3" fmla="*/ 49148 h 3497029"/>
                <a:gd name="csX4" fmla="*/ 4482266 w 4482266"/>
                <a:gd name="csY4" fmla="*/ 1080782 h 3497029"/>
                <a:gd name="csX5" fmla="*/ 2378375 w 4482266"/>
                <a:gd name="csY5" fmla="*/ 1877951 h 3497029"/>
                <a:gd name="csX6" fmla="*/ 377 w 4482266"/>
                <a:gd name="csY6" fmla="*/ 3489034 h 3497029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10188 w 4492077"/>
                <a:gd name="csY0" fmla="*/ 3488052 h 3497366"/>
                <a:gd name="csX1" fmla="*/ 1804118 w 4492077"/>
                <a:gd name="csY1" fmla="*/ 1096559 h 3497366"/>
                <a:gd name="csX2" fmla="*/ 2695467 w 4492077"/>
                <a:gd name="csY2" fmla="*/ 264204 h 3497366"/>
                <a:gd name="csX3" fmla="*/ 3752581 w 4492077"/>
                <a:gd name="csY3" fmla="*/ 48166 h 3497366"/>
                <a:gd name="csX4" fmla="*/ 4492077 w 4492077"/>
                <a:gd name="csY4" fmla="*/ 1079800 h 3497366"/>
                <a:gd name="csX5" fmla="*/ 2688616 w 4492077"/>
                <a:gd name="csY5" fmla="*/ 1893718 h 3497366"/>
                <a:gd name="csX6" fmla="*/ 10188 w 4492077"/>
                <a:gd name="csY6" fmla="*/ 3488052 h 3497366"/>
                <a:gd name="csX0" fmla="*/ 10188 w 4492077"/>
                <a:gd name="csY0" fmla="*/ 3488052 h 3500595"/>
                <a:gd name="csX1" fmla="*/ 1804118 w 4492077"/>
                <a:gd name="csY1" fmla="*/ 1096559 h 3500595"/>
                <a:gd name="csX2" fmla="*/ 2695467 w 4492077"/>
                <a:gd name="csY2" fmla="*/ 264204 h 3500595"/>
                <a:gd name="csX3" fmla="*/ 3752581 w 4492077"/>
                <a:gd name="csY3" fmla="*/ 48166 h 3500595"/>
                <a:gd name="csX4" fmla="*/ 4492077 w 4492077"/>
                <a:gd name="csY4" fmla="*/ 1079800 h 3500595"/>
                <a:gd name="csX5" fmla="*/ 2688616 w 4492077"/>
                <a:gd name="csY5" fmla="*/ 1893718 h 3500595"/>
                <a:gd name="csX6" fmla="*/ 10188 w 4492077"/>
                <a:gd name="csY6" fmla="*/ 3488052 h 3500595"/>
                <a:gd name="csX0" fmla="*/ 10188 w 4492077"/>
                <a:gd name="csY0" fmla="*/ 3488052 h 3500888"/>
                <a:gd name="csX1" fmla="*/ 1804118 w 4492077"/>
                <a:gd name="csY1" fmla="*/ 1096559 h 3500888"/>
                <a:gd name="csX2" fmla="*/ 2695467 w 4492077"/>
                <a:gd name="csY2" fmla="*/ 264204 h 3500888"/>
                <a:gd name="csX3" fmla="*/ 3752581 w 4492077"/>
                <a:gd name="csY3" fmla="*/ 48166 h 3500888"/>
                <a:gd name="csX4" fmla="*/ 4492077 w 4492077"/>
                <a:gd name="csY4" fmla="*/ 1079800 h 3500888"/>
                <a:gd name="csX5" fmla="*/ 2688616 w 4492077"/>
                <a:gd name="csY5" fmla="*/ 1893718 h 3500888"/>
                <a:gd name="csX6" fmla="*/ 10188 w 4492077"/>
                <a:gd name="csY6" fmla="*/ 3488052 h 3500888"/>
                <a:gd name="csX0" fmla="*/ 27731 w 3289130"/>
                <a:gd name="csY0" fmla="*/ 2449732 h 2473361"/>
                <a:gd name="csX1" fmla="*/ 601171 w 3289130"/>
                <a:gd name="csY1" fmla="*/ 1096559 h 2473361"/>
                <a:gd name="csX2" fmla="*/ 1492520 w 3289130"/>
                <a:gd name="csY2" fmla="*/ 264204 h 2473361"/>
                <a:gd name="csX3" fmla="*/ 2549634 w 3289130"/>
                <a:gd name="csY3" fmla="*/ 48166 h 2473361"/>
                <a:gd name="csX4" fmla="*/ 3289130 w 3289130"/>
                <a:gd name="csY4" fmla="*/ 1079800 h 2473361"/>
                <a:gd name="csX5" fmla="*/ 1485669 w 3289130"/>
                <a:gd name="csY5" fmla="*/ 1893718 h 2473361"/>
                <a:gd name="csX6" fmla="*/ 27731 w 3289130"/>
                <a:gd name="csY6" fmla="*/ 2449732 h 2473361"/>
                <a:gd name="csX0" fmla="*/ 367 w 3261766"/>
                <a:gd name="csY0" fmla="*/ 2449732 h 2449966"/>
                <a:gd name="csX1" fmla="*/ 573807 w 3261766"/>
                <a:gd name="csY1" fmla="*/ 1096559 h 2449966"/>
                <a:gd name="csX2" fmla="*/ 1465156 w 3261766"/>
                <a:gd name="csY2" fmla="*/ 264204 h 2449966"/>
                <a:gd name="csX3" fmla="*/ 2522270 w 3261766"/>
                <a:gd name="csY3" fmla="*/ 48166 h 2449966"/>
                <a:gd name="csX4" fmla="*/ 3261766 w 3261766"/>
                <a:gd name="csY4" fmla="*/ 1079800 h 2449966"/>
                <a:gd name="csX5" fmla="*/ 1458305 w 3261766"/>
                <a:gd name="csY5" fmla="*/ 1893718 h 2449966"/>
                <a:gd name="csX6" fmla="*/ 367 w 3261766"/>
                <a:gd name="csY6" fmla="*/ 2449732 h 2449966"/>
                <a:gd name="csX0" fmla="*/ 62959 w 3324358"/>
                <a:gd name="csY0" fmla="*/ 2449732 h 2487147"/>
                <a:gd name="csX1" fmla="*/ 636399 w 3324358"/>
                <a:gd name="csY1" fmla="*/ 1096559 h 2487147"/>
                <a:gd name="csX2" fmla="*/ 1527748 w 3324358"/>
                <a:gd name="csY2" fmla="*/ 264204 h 2487147"/>
                <a:gd name="csX3" fmla="*/ 2584862 w 3324358"/>
                <a:gd name="csY3" fmla="*/ 48166 h 2487147"/>
                <a:gd name="csX4" fmla="*/ 3324358 w 3324358"/>
                <a:gd name="csY4" fmla="*/ 1079800 h 2487147"/>
                <a:gd name="csX5" fmla="*/ 1520897 w 3324358"/>
                <a:gd name="csY5" fmla="*/ 1893718 h 2487147"/>
                <a:gd name="csX6" fmla="*/ 62959 w 3324358"/>
                <a:gd name="csY6" fmla="*/ 2449732 h 2487147"/>
                <a:gd name="csX0" fmla="*/ 38478 w 4482813"/>
                <a:gd name="csY0" fmla="*/ 3496425 h 3519813"/>
                <a:gd name="csX1" fmla="*/ 1794854 w 4482813"/>
                <a:gd name="csY1" fmla="*/ 1096559 h 3519813"/>
                <a:gd name="csX2" fmla="*/ 2686203 w 4482813"/>
                <a:gd name="csY2" fmla="*/ 264204 h 3519813"/>
                <a:gd name="csX3" fmla="*/ 3743317 w 4482813"/>
                <a:gd name="csY3" fmla="*/ 48166 h 3519813"/>
                <a:gd name="csX4" fmla="*/ 4482813 w 4482813"/>
                <a:gd name="csY4" fmla="*/ 1079800 h 3519813"/>
                <a:gd name="csX5" fmla="*/ 2679352 w 4482813"/>
                <a:gd name="csY5" fmla="*/ 1893718 h 3519813"/>
                <a:gd name="csX6" fmla="*/ 38478 w 4482813"/>
                <a:gd name="csY6" fmla="*/ 3496425 h 3519813"/>
                <a:gd name="csX0" fmla="*/ 9071 w 4453406"/>
                <a:gd name="csY0" fmla="*/ 3496425 h 3510301"/>
                <a:gd name="csX1" fmla="*/ 1765447 w 4453406"/>
                <a:gd name="csY1" fmla="*/ 1096559 h 3510301"/>
                <a:gd name="csX2" fmla="*/ 2656796 w 4453406"/>
                <a:gd name="csY2" fmla="*/ 264204 h 3510301"/>
                <a:gd name="csX3" fmla="*/ 3713910 w 4453406"/>
                <a:gd name="csY3" fmla="*/ 48166 h 3510301"/>
                <a:gd name="csX4" fmla="*/ 4453406 w 4453406"/>
                <a:gd name="csY4" fmla="*/ 1079800 h 3510301"/>
                <a:gd name="csX5" fmla="*/ 2649945 w 4453406"/>
                <a:gd name="csY5" fmla="*/ 1893718 h 3510301"/>
                <a:gd name="csX6" fmla="*/ 9071 w 4453406"/>
                <a:gd name="csY6" fmla="*/ 3496425 h 3510301"/>
                <a:gd name="csX0" fmla="*/ 9071 w 4453406"/>
                <a:gd name="csY0" fmla="*/ 3496425 h 3512169"/>
                <a:gd name="csX1" fmla="*/ 1765447 w 4453406"/>
                <a:gd name="csY1" fmla="*/ 1096559 h 3512169"/>
                <a:gd name="csX2" fmla="*/ 2656796 w 4453406"/>
                <a:gd name="csY2" fmla="*/ 264204 h 3512169"/>
                <a:gd name="csX3" fmla="*/ 3713910 w 4453406"/>
                <a:gd name="csY3" fmla="*/ 48166 h 3512169"/>
                <a:gd name="csX4" fmla="*/ 4453406 w 4453406"/>
                <a:gd name="csY4" fmla="*/ 1079800 h 3512169"/>
                <a:gd name="csX5" fmla="*/ 2649945 w 4453406"/>
                <a:gd name="csY5" fmla="*/ 1893718 h 3512169"/>
                <a:gd name="csX6" fmla="*/ 9071 w 4453406"/>
                <a:gd name="csY6" fmla="*/ 3496425 h 3512169"/>
                <a:gd name="csX0" fmla="*/ 9640 w 4453975"/>
                <a:gd name="csY0" fmla="*/ 3496425 h 3512169"/>
                <a:gd name="csX1" fmla="*/ 1766016 w 4453975"/>
                <a:gd name="csY1" fmla="*/ 1096559 h 3512169"/>
                <a:gd name="csX2" fmla="*/ 2657365 w 4453975"/>
                <a:gd name="csY2" fmla="*/ 264204 h 3512169"/>
                <a:gd name="csX3" fmla="*/ 3714479 w 4453975"/>
                <a:gd name="csY3" fmla="*/ 48166 h 3512169"/>
                <a:gd name="csX4" fmla="*/ 4453975 w 4453975"/>
                <a:gd name="csY4" fmla="*/ 1079800 h 3512169"/>
                <a:gd name="csX5" fmla="*/ 2650514 w 4453975"/>
                <a:gd name="csY5" fmla="*/ 1893718 h 3512169"/>
                <a:gd name="csX6" fmla="*/ 9640 w 4453975"/>
                <a:gd name="csY6" fmla="*/ 3496425 h 3512169"/>
                <a:gd name="csX0" fmla="*/ 9640 w 4453975"/>
                <a:gd name="csY0" fmla="*/ 3993467 h 4008123"/>
                <a:gd name="csX1" fmla="*/ 1766016 w 4453975"/>
                <a:gd name="csY1" fmla="*/ 1593601 h 4008123"/>
                <a:gd name="csX2" fmla="*/ 2601034 w 4453975"/>
                <a:gd name="csY2" fmla="*/ 41122 h 4008123"/>
                <a:gd name="csX3" fmla="*/ 3714479 w 4453975"/>
                <a:gd name="csY3" fmla="*/ 545208 h 4008123"/>
                <a:gd name="csX4" fmla="*/ 4453975 w 4453975"/>
                <a:gd name="csY4" fmla="*/ 1576842 h 4008123"/>
                <a:gd name="csX5" fmla="*/ 2650514 w 4453975"/>
                <a:gd name="csY5" fmla="*/ 2390760 h 4008123"/>
                <a:gd name="csX6" fmla="*/ 9640 w 4453975"/>
                <a:gd name="csY6" fmla="*/ 3993467 h 4008123"/>
                <a:gd name="csX0" fmla="*/ 9640 w 4453975"/>
                <a:gd name="csY0" fmla="*/ 3952894 h 3967550"/>
                <a:gd name="csX1" fmla="*/ 1766016 w 4453975"/>
                <a:gd name="csY1" fmla="*/ 1553028 h 3967550"/>
                <a:gd name="csX2" fmla="*/ 2601034 w 4453975"/>
                <a:gd name="csY2" fmla="*/ 549 h 3967550"/>
                <a:gd name="csX3" fmla="*/ 3714479 w 4453975"/>
                <a:gd name="csY3" fmla="*/ 504635 h 3967550"/>
                <a:gd name="csX4" fmla="*/ 4453975 w 4453975"/>
                <a:gd name="csY4" fmla="*/ 1536269 h 3967550"/>
                <a:gd name="csX5" fmla="*/ 2650514 w 4453975"/>
                <a:gd name="csY5" fmla="*/ 2350187 h 3967550"/>
                <a:gd name="csX6" fmla="*/ 9640 w 4453975"/>
                <a:gd name="csY6" fmla="*/ 3952894 h 3967550"/>
                <a:gd name="csX0" fmla="*/ 9640 w 4453975"/>
                <a:gd name="csY0" fmla="*/ 3952971 h 3968477"/>
                <a:gd name="csX1" fmla="*/ 1766016 w 4453975"/>
                <a:gd name="csY1" fmla="*/ 1553105 h 3968477"/>
                <a:gd name="csX2" fmla="*/ 2601034 w 4453975"/>
                <a:gd name="csY2" fmla="*/ 626 h 3968477"/>
                <a:gd name="csX3" fmla="*/ 3714479 w 4453975"/>
                <a:gd name="csY3" fmla="*/ 504712 h 3968477"/>
                <a:gd name="csX4" fmla="*/ 4453975 w 4453975"/>
                <a:gd name="csY4" fmla="*/ 1536346 h 3968477"/>
                <a:gd name="csX5" fmla="*/ 2650514 w 4453975"/>
                <a:gd name="csY5" fmla="*/ 2350264 h 3968477"/>
                <a:gd name="csX6" fmla="*/ 9640 w 4453975"/>
                <a:gd name="csY6" fmla="*/ 3952971 h 3968477"/>
                <a:gd name="csX0" fmla="*/ 9640 w 4517542"/>
                <a:gd name="csY0" fmla="*/ 4153948 h 4169453"/>
                <a:gd name="csX1" fmla="*/ 1766016 w 4517542"/>
                <a:gd name="csY1" fmla="*/ 1754082 h 4169453"/>
                <a:gd name="csX2" fmla="*/ 2601034 w 4517542"/>
                <a:gd name="csY2" fmla="*/ 201603 h 4169453"/>
                <a:gd name="csX3" fmla="*/ 4390442 w 4517542"/>
                <a:gd name="csY3" fmla="*/ 186529 h 4169453"/>
                <a:gd name="csX4" fmla="*/ 4453975 w 4517542"/>
                <a:gd name="csY4" fmla="*/ 1737323 h 4169453"/>
                <a:gd name="csX5" fmla="*/ 2650514 w 4517542"/>
                <a:gd name="csY5" fmla="*/ 2551241 h 4169453"/>
                <a:gd name="csX6" fmla="*/ 9640 w 4517542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719798"/>
                <a:gd name="csY0" fmla="*/ 4153948 h 4169453"/>
                <a:gd name="csX1" fmla="*/ 1766016 w 4719798"/>
                <a:gd name="csY1" fmla="*/ 1754082 h 4169453"/>
                <a:gd name="csX2" fmla="*/ 2601034 w 4719798"/>
                <a:gd name="csY2" fmla="*/ 201603 h 4169453"/>
                <a:gd name="csX3" fmla="*/ 4390442 w 4719798"/>
                <a:gd name="csY3" fmla="*/ 186529 h 4169453"/>
                <a:gd name="csX4" fmla="*/ 4453975 w 4719798"/>
                <a:gd name="csY4" fmla="*/ 1737323 h 4169453"/>
                <a:gd name="csX5" fmla="*/ 2650514 w 4719798"/>
                <a:gd name="csY5" fmla="*/ 2551241 h 4169453"/>
                <a:gd name="csX6" fmla="*/ 9640 w 4719798"/>
                <a:gd name="csY6" fmla="*/ 4153948 h 4169453"/>
                <a:gd name="csX0" fmla="*/ 9640 w 4684091"/>
                <a:gd name="csY0" fmla="*/ 4153948 h 4169453"/>
                <a:gd name="csX1" fmla="*/ 1766016 w 4684091"/>
                <a:gd name="csY1" fmla="*/ 1754082 h 4169453"/>
                <a:gd name="csX2" fmla="*/ 2601034 w 4684091"/>
                <a:gd name="csY2" fmla="*/ 201603 h 4169453"/>
                <a:gd name="csX3" fmla="*/ 4390442 w 4684091"/>
                <a:gd name="csY3" fmla="*/ 186529 h 4169453"/>
                <a:gd name="csX4" fmla="*/ 4453975 w 4684091"/>
                <a:gd name="csY4" fmla="*/ 1737323 h 4169453"/>
                <a:gd name="csX5" fmla="*/ 2650514 w 4684091"/>
                <a:gd name="csY5" fmla="*/ 2551241 h 4169453"/>
                <a:gd name="csX6" fmla="*/ 9640 w 4684091"/>
                <a:gd name="csY6" fmla="*/ 4153948 h 4169453"/>
                <a:gd name="csX0" fmla="*/ 9640 w 4747938"/>
                <a:gd name="csY0" fmla="*/ 4153948 h 4169453"/>
                <a:gd name="csX1" fmla="*/ 1766016 w 4747938"/>
                <a:gd name="csY1" fmla="*/ 1754082 h 4169453"/>
                <a:gd name="csX2" fmla="*/ 2601034 w 4747938"/>
                <a:gd name="csY2" fmla="*/ 201603 h 4169453"/>
                <a:gd name="csX3" fmla="*/ 4390442 w 4747938"/>
                <a:gd name="csY3" fmla="*/ 186529 h 4169453"/>
                <a:gd name="csX4" fmla="*/ 4453975 w 4747938"/>
                <a:gd name="csY4" fmla="*/ 1737323 h 4169453"/>
                <a:gd name="csX5" fmla="*/ 2650514 w 4747938"/>
                <a:gd name="csY5" fmla="*/ 2551241 h 4169453"/>
                <a:gd name="csX6" fmla="*/ 9640 w 4747938"/>
                <a:gd name="csY6" fmla="*/ 4153948 h 4169453"/>
                <a:gd name="csX0" fmla="*/ 9640 w 4747938"/>
                <a:gd name="csY0" fmla="*/ 4205765 h 4221270"/>
                <a:gd name="csX1" fmla="*/ 1766016 w 4747938"/>
                <a:gd name="csY1" fmla="*/ 1805899 h 4221270"/>
                <a:gd name="csX2" fmla="*/ 2601034 w 4747938"/>
                <a:gd name="csY2" fmla="*/ 253420 h 4221270"/>
                <a:gd name="csX3" fmla="*/ 4390442 w 4747938"/>
                <a:gd name="csY3" fmla="*/ 238346 h 4221270"/>
                <a:gd name="csX4" fmla="*/ 4453975 w 4747938"/>
                <a:gd name="csY4" fmla="*/ 1789140 h 4221270"/>
                <a:gd name="csX5" fmla="*/ 2650514 w 4747938"/>
                <a:gd name="csY5" fmla="*/ 2603058 h 4221270"/>
                <a:gd name="csX6" fmla="*/ 9640 w 4747938"/>
                <a:gd name="csY6" fmla="*/ 4205765 h 4221270"/>
                <a:gd name="csX0" fmla="*/ 9640 w 4769359"/>
                <a:gd name="csY0" fmla="*/ 4189897 h 4205402"/>
                <a:gd name="csX1" fmla="*/ 1766016 w 4769359"/>
                <a:gd name="csY1" fmla="*/ 1790031 h 4205402"/>
                <a:gd name="csX2" fmla="*/ 2601034 w 4769359"/>
                <a:gd name="csY2" fmla="*/ 237552 h 4205402"/>
                <a:gd name="csX3" fmla="*/ 4446772 w 4769359"/>
                <a:gd name="csY3" fmla="*/ 163863 h 4205402"/>
                <a:gd name="csX4" fmla="*/ 4453975 w 4769359"/>
                <a:gd name="csY4" fmla="*/ 1773272 h 4205402"/>
                <a:gd name="csX5" fmla="*/ 2650514 w 4769359"/>
                <a:gd name="csY5" fmla="*/ 2587190 h 4205402"/>
                <a:gd name="csX6" fmla="*/ 9640 w 4769359"/>
                <a:gd name="csY6" fmla="*/ 4189897 h 4205402"/>
                <a:gd name="csX0" fmla="*/ 9640 w 4747938"/>
                <a:gd name="csY0" fmla="*/ 4212142 h 4227647"/>
                <a:gd name="csX1" fmla="*/ 1766016 w 4747938"/>
                <a:gd name="csY1" fmla="*/ 1812276 h 4227647"/>
                <a:gd name="csX2" fmla="*/ 2601034 w 4747938"/>
                <a:gd name="csY2" fmla="*/ 259797 h 4227647"/>
                <a:gd name="csX3" fmla="*/ 4390441 w 4747938"/>
                <a:gd name="csY3" fmla="*/ 152614 h 4227647"/>
                <a:gd name="csX4" fmla="*/ 4453975 w 4747938"/>
                <a:gd name="csY4" fmla="*/ 1795517 h 4227647"/>
                <a:gd name="csX5" fmla="*/ 2650514 w 4747938"/>
                <a:gd name="csY5" fmla="*/ 2609435 h 4227647"/>
                <a:gd name="csX6" fmla="*/ 9640 w 4747938"/>
                <a:gd name="csY6" fmla="*/ 4212142 h 4227647"/>
                <a:gd name="csX0" fmla="*/ 8567 w 4746865"/>
                <a:gd name="csY0" fmla="*/ 4212143 h 4219435"/>
                <a:gd name="csX1" fmla="*/ 1745271 w 4746865"/>
                <a:gd name="csY1" fmla="*/ 1812279 h 4219435"/>
                <a:gd name="csX2" fmla="*/ 2599961 w 4746865"/>
                <a:gd name="csY2" fmla="*/ 259798 h 4219435"/>
                <a:gd name="csX3" fmla="*/ 4389368 w 4746865"/>
                <a:gd name="csY3" fmla="*/ 152615 h 4219435"/>
                <a:gd name="csX4" fmla="*/ 4452902 w 4746865"/>
                <a:gd name="csY4" fmla="*/ 1795518 h 4219435"/>
                <a:gd name="csX5" fmla="*/ 2649441 w 4746865"/>
                <a:gd name="csY5" fmla="*/ 2609436 h 4219435"/>
                <a:gd name="csX6" fmla="*/ 8567 w 4746865"/>
                <a:gd name="csY6" fmla="*/ 4212143 h 4219435"/>
                <a:gd name="csX0" fmla="*/ 8451 w 4746749"/>
                <a:gd name="csY0" fmla="*/ 4212143 h 4219813"/>
                <a:gd name="csX1" fmla="*/ 1745155 w 4746749"/>
                <a:gd name="csY1" fmla="*/ 1812279 h 4219813"/>
                <a:gd name="csX2" fmla="*/ 2599845 w 4746749"/>
                <a:gd name="csY2" fmla="*/ 259798 h 4219813"/>
                <a:gd name="csX3" fmla="*/ 4389252 w 4746749"/>
                <a:gd name="csY3" fmla="*/ 152615 h 4219813"/>
                <a:gd name="csX4" fmla="*/ 4452786 w 4746749"/>
                <a:gd name="csY4" fmla="*/ 1795518 h 4219813"/>
                <a:gd name="csX5" fmla="*/ 2642769 w 4746749"/>
                <a:gd name="csY5" fmla="*/ 2626986 h 4219813"/>
                <a:gd name="csX6" fmla="*/ 8451 w 4746749"/>
                <a:gd name="csY6" fmla="*/ 4212143 h 4219813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594 w 4746892"/>
                <a:gd name="csY0" fmla="*/ 4213311 h 4220527"/>
                <a:gd name="csX1" fmla="*/ 1738740 w 4746892"/>
                <a:gd name="csY1" fmla="*/ 1836843 h 4220527"/>
                <a:gd name="csX2" fmla="*/ 2599988 w 4746892"/>
                <a:gd name="csY2" fmla="*/ 260966 h 4220527"/>
                <a:gd name="csX3" fmla="*/ 4389395 w 4746892"/>
                <a:gd name="csY3" fmla="*/ 153783 h 4220527"/>
                <a:gd name="csX4" fmla="*/ 4452929 w 4746892"/>
                <a:gd name="csY4" fmla="*/ 1796686 h 4220527"/>
                <a:gd name="csX5" fmla="*/ 2642912 w 4746892"/>
                <a:gd name="csY5" fmla="*/ 2628154 h 4220527"/>
                <a:gd name="csX6" fmla="*/ 8594 w 4746892"/>
                <a:gd name="csY6" fmla="*/ 4213311 h 4220527"/>
                <a:gd name="csX0" fmla="*/ 8594 w 4693867"/>
                <a:gd name="csY0" fmla="*/ 4136922 h 4144138"/>
                <a:gd name="csX1" fmla="*/ 1738740 w 4693867"/>
                <a:gd name="csY1" fmla="*/ 1760454 h 4144138"/>
                <a:gd name="csX2" fmla="*/ 2599988 w 4693867"/>
                <a:gd name="csY2" fmla="*/ 184577 h 4144138"/>
                <a:gd name="csX3" fmla="*/ 4389395 w 4693867"/>
                <a:gd name="csY3" fmla="*/ 77394 h 4144138"/>
                <a:gd name="csX4" fmla="*/ 4452929 w 4693867"/>
                <a:gd name="csY4" fmla="*/ 1720297 h 4144138"/>
                <a:gd name="csX5" fmla="*/ 2642912 w 4693867"/>
                <a:gd name="csY5" fmla="*/ 2551765 h 4144138"/>
                <a:gd name="csX6" fmla="*/ 8594 w 4693867"/>
                <a:gd name="csY6" fmla="*/ 4136922 h 4144138"/>
                <a:gd name="csX0" fmla="*/ 8594 w 4699247"/>
                <a:gd name="csY0" fmla="*/ 4098901 h 4106117"/>
                <a:gd name="csX1" fmla="*/ 1738740 w 4699247"/>
                <a:gd name="csY1" fmla="*/ 1722433 h 4106117"/>
                <a:gd name="csX2" fmla="*/ 2599988 w 4699247"/>
                <a:gd name="csY2" fmla="*/ 146556 h 4106117"/>
                <a:gd name="csX3" fmla="*/ 4409070 w 4699247"/>
                <a:gd name="csY3" fmla="*/ 115412 h 4106117"/>
                <a:gd name="csX4" fmla="*/ 4452929 w 4699247"/>
                <a:gd name="csY4" fmla="*/ 1682276 h 4106117"/>
                <a:gd name="csX5" fmla="*/ 2642912 w 4699247"/>
                <a:gd name="csY5" fmla="*/ 2513744 h 4106117"/>
                <a:gd name="csX6" fmla="*/ 8594 w 4699247"/>
                <a:gd name="csY6" fmla="*/ 4098901 h 4106117"/>
                <a:gd name="csX0" fmla="*/ 8594 w 4703971"/>
                <a:gd name="csY0" fmla="*/ 4107920 h 4115136"/>
                <a:gd name="csX1" fmla="*/ 1738740 w 4703971"/>
                <a:gd name="csY1" fmla="*/ 1731452 h 4115136"/>
                <a:gd name="csX2" fmla="*/ 2599988 w 4703971"/>
                <a:gd name="csY2" fmla="*/ 155575 h 4115136"/>
                <a:gd name="csX3" fmla="*/ 4409070 w 4703971"/>
                <a:gd name="csY3" fmla="*/ 124431 h 4115136"/>
                <a:gd name="csX4" fmla="*/ 4452929 w 4703971"/>
                <a:gd name="csY4" fmla="*/ 1691295 h 4115136"/>
                <a:gd name="csX5" fmla="*/ 2642912 w 4703971"/>
                <a:gd name="csY5" fmla="*/ 2522763 h 4115136"/>
                <a:gd name="csX6" fmla="*/ 8594 w 4703971"/>
                <a:gd name="csY6" fmla="*/ 4107920 h 4115136"/>
                <a:gd name="csX0" fmla="*/ 8594 w 4703971"/>
                <a:gd name="csY0" fmla="*/ 4195888 h 4203104"/>
                <a:gd name="csX1" fmla="*/ 1738740 w 4703971"/>
                <a:gd name="csY1" fmla="*/ 1819420 h 4203104"/>
                <a:gd name="csX2" fmla="*/ 2599988 w 4703971"/>
                <a:gd name="csY2" fmla="*/ 243543 h 4203104"/>
                <a:gd name="csX3" fmla="*/ 4409070 w 4703971"/>
                <a:gd name="csY3" fmla="*/ 212399 h 4203104"/>
                <a:gd name="csX4" fmla="*/ 4452929 w 4703971"/>
                <a:gd name="csY4" fmla="*/ 1779263 h 4203104"/>
                <a:gd name="csX5" fmla="*/ 2642912 w 4703971"/>
                <a:gd name="csY5" fmla="*/ 2610731 h 4203104"/>
                <a:gd name="csX6" fmla="*/ 8594 w 4703971"/>
                <a:gd name="csY6" fmla="*/ 4195888 h 4203104"/>
                <a:gd name="csX0" fmla="*/ 8594 w 4703971"/>
                <a:gd name="csY0" fmla="*/ 4213778 h 4220994"/>
                <a:gd name="csX1" fmla="*/ 1738740 w 4703971"/>
                <a:gd name="csY1" fmla="*/ 1837310 h 4220994"/>
                <a:gd name="csX2" fmla="*/ 2599988 w 4703971"/>
                <a:gd name="csY2" fmla="*/ 261433 h 4220994"/>
                <a:gd name="csX3" fmla="*/ 4409070 w 4703971"/>
                <a:gd name="csY3" fmla="*/ 230289 h 4220994"/>
                <a:gd name="csX4" fmla="*/ 4452929 w 4703971"/>
                <a:gd name="csY4" fmla="*/ 1797153 h 4220994"/>
                <a:gd name="csX5" fmla="*/ 2642912 w 4703971"/>
                <a:gd name="csY5" fmla="*/ 2628621 h 4220994"/>
                <a:gd name="csX6" fmla="*/ 8594 w 4703971"/>
                <a:gd name="csY6" fmla="*/ 4213778 h 4220994"/>
                <a:gd name="csX0" fmla="*/ 8594 w 4855548"/>
                <a:gd name="csY0" fmla="*/ 4390510 h 4397726"/>
                <a:gd name="csX1" fmla="*/ 1738740 w 4855548"/>
                <a:gd name="csY1" fmla="*/ 2014042 h 4397726"/>
                <a:gd name="csX2" fmla="*/ 2599988 w 4855548"/>
                <a:gd name="csY2" fmla="*/ 438165 h 4397726"/>
                <a:gd name="csX3" fmla="*/ 4756647 w 4855548"/>
                <a:gd name="csY3" fmla="*/ 26825 h 4397726"/>
                <a:gd name="csX4" fmla="*/ 4452929 w 4855548"/>
                <a:gd name="csY4" fmla="*/ 1973885 h 4397726"/>
                <a:gd name="csX5" fmla="*/ 2642912 w 4855548"/>
                <a:gd name="csY5" fmla="*/ 2805353 h 4397726"/>
                <a:gd name="csX6" fmla="*/ 8594 w 4855548"/>
                <a:gd name="csY6" fmla="*/ 4390510 h 4397726"/>
                <a:gd name="csX0" fmla="*/ 8594 w 5018748"/>
                <a:gd name="csY0" fmla="*/ 4545598 h 4552814"/>
                <a:gd name="csX1" fmla="*/ 1738740 w 5018748"/>
                <a:gd name="csY1" fmla="*/ 2169130 h 4552814"/>
                <a:gd name="csX2" fmla="*/ 2599988 w 5018748"/>
                <a:gd name="csY2" fmla="*/ 593253 h 4552814"/>
                <a:gd name="csX3" fmla="*/ 4973062 w 5018748"/>
                <a:gd name="csY3" fmla="*/ 18136 h 4552814"/>
                <a:gd name="csX4" fmla="*/ 4452929 w 5018748"/>
                <a:gd name="csY4" fmla="*/ 2128973 h 4552814"/>
                <a:gd name="csX5" fmla="*/ 2642912 w 5018748"/>
                <a:gd name="csY5" fmla="*/ 2960441 h 4552814"/>
                <a:gd name="csX6" fmla="*/ 8594 w 5018748"/>
                <a:gd name="csY6" fmla="*/ 4545598 h 4552814"/>
                <a:gd name="csX0" fmla="*/ 8594 w 5002691"/>
                <a:gd name="csY0" fmla="*/ 4537753 h 4544969"/>
                <a:gd name="csX1" fmla="*/ 1738740 w 5002691"/>
                <a:gd name="csY1" fmla="*/ 2161285 h 4544969"/>
                <a:gd name="csX2" fmla="*/ 2599988 w 5002691"/>
                <a:gd name="csY2" fmla="*/ 585408 h 4544969"/>
                <a:gd name="csX3" fmla="*/ 4973062 w 5002691"/>
                <a:gd name="csY3" fmla="*/ 10291 h 4544969"/>
                <a:gd name="csX4" fmla="*/ 4452929 w 5002691"/>
                <a:gd name="csY4" fmla="*/ 2121128 h 4544969"/>
                <a:gd name="csX5" fmla="*/ 2642912 w 5002691"/>
                <a:gd name="csY5" fmla="*/ 2952596 h 4544969"/>
                <a:gd name="csX6" fmla="*/ 8594 w 5002691"/>
                <a:gd name="csY6" fmla="*/ 4537753 h 4544969"/>
                <a:gd name="csX0" fmla="*/ 8594 w 4705059"/>
                <a:gd name="csY0" fmla="*/ 4122711 h 4129927"/>
                <a:gd name="csX1" fmla="*/ 1738740 w 4705059"/>
                <a:gd name="csY1" fmla="*/ 1746243 h 4129927"/>
                <a:gd name="csX2" fmla="*/ 2599988 w 4705059"/>
                <a:gd name="csY2" fmla="*/ 170366 h 4129927"/>
                <a:gd name="csX3" fmla="*/ 4446032 w 4705059"/>
                <a:gd name="csY3" fmla="*/ 89415 h 4129927"/>
                <a:gd name="csX4" fmla="*/ 4452929 w 4705059"/>
                <a:gd name="csY4" fmla="*/ 1706086 h 4129927"/>
                <a:gd name="csX5" fmla="*/ 2642912 w 4705059"/>
                <a:gd name="csY5" fmla="*/ 2537554 h 4129927"/>
                <a:gd name="csX6" fmla="*/ 8594 w 4705059"/>
                <a:gd name="csY6" fmla="*/ 4122711 h 4129927"/>
                <a:gd name="csX0" fmla="*/ 8594 w 4596663"/>
                <a:gd name="csY0" fmla="*/ 4215533 h 4224499"/>
                <a:gd name="csX1" fmla="*/ 1738740 w 4596663"/>
                <a:gd name="csY1" fmla="*/ 1839065 h 4224499"/>
                <a:gd name="csX2" fmla="*/ 2599988 w 4596663"/>
                <a:gd name="csY2" fmla="*/ 263188 h 4224499"/>
                <a:gd name="csX3" fmla="*/ 4446032 w 4596663"/>
                <a:gd name="csY3" fmla="*/ 182237 h 4224499"/>
                <a:gd name="csX4" fmla="*/ 4129398 w 4596663"/>
                <a:gd name="csY4" fmla="*/ 2079669 h 4224499"/>
                <a:gd name="csX5" fmla="*/ 2642912 w 4596663"/>
                <a:gd name="csY5" fmla="*/ 2630376 h 4224499"/>
                <a:gd name="csX6" fmla="*/ 8594 w 4596663"/>
                <a:gd name="csY6" fmla="*/ 4215533 h 4224499"/>
                <a:gd name="csX0" fmla="*/ 10635 w 4618520"/>
                <a:gd name="csY0" fmla="*/ 4140860 h 4149826"/>
                <a:gd name="csX1" fmla="*/ 1740781 w 4618520"/>
                <a:gd name="csY1" fmla="*/ 1764392 h 4149826"/>
                <a:gd name="csX2" fmla="*/ 2330962 w 4618520"/>
                <a:gd name="csY2" fmla="*/ 399085 h 4149826"/>
                <a:gd name="csX3" fmla="*/ 4448073 w 4618520"/>
                <a:gd name="csY3" fmla="*/ 107564 h 4149826"/>
                <a:gd name="csX4" fmla="*/ 4131439 w 4618520"/>
                <a:gd name="csY4" fmla="*/ 2004996 h 4149826"/>
                <a:gd name="csX5" fmla="*/ 2644953 w 4618520"/>
                <a:gd name="csY5" fmla="*/ 2555703 h 4149826"/>
                <a:gd name="csX6" fmla="*/ 10635 w 4618520"/>
                <a:gd name="csY6" fmla="*/ 4140860 h 4149826"/>
                <a:gd name="csX0" fmla="*/ 2473 w 4610358"/>
                <a:gd name="csY0" fmla="*/ 4148168 h 4152706"/>
                <a:gd name="csX1" fmla="*/ 2161081 w 4610358"/>
                <a:gd name="csY1" fmla="*/ 2013468 h 4152706"/>
                <a:gd name="csX2" fmla="*/ 2322800 w 4610358"/>
                <a:gd name="csY2" fmla="*/ 406393 h 4152706"/>
                <a:gd name="csX3" fmla="*/ 4439911 w 4610358"/>
                <a:gd name="csY3" fmla="*/ 114872 h 4152706"/>
                <a:gd name="csX4" fmla="*/ 4123277 w 4610358"/>
                <a:gd name="csY4" fmla="*/ 2012304 h 4152706"/>
                <a:gd name="csX5" fmla="*/ 2636791 w 4610358"/>
                <a:gd name="csY5" fmla="*/ 2563011 h 4152706"/>
                <a:gd name="csX6" fmla="*/ 2473 w 4610358"/>
                <a:gd name="csY6" fmla="*/ 4148168 h 4152706"/>
                <a:gd name="csX0" fmla="*/ 400 w 4608285"/>
                <a:gd name="csY0" fmla="*/ 4148168 h 4148397"/>
                <a:gd name="csX1" fmla="*/ 2159008 w 4608285"/>
                <a:gd name="csY1" fmla="*/ 2013468 h 4148397"/>
                <a:gd name="csX2" fmla="*/ 2320727 w 4608285"/>
                <a:gd name="csY2" fmla="*/ 406393 h 4148397"/>
                <a:gd name="csX3" fmla="*/ 4437838 w 4608285"/>
                <a:gd name="csY3" fmla="*/ 114872 h 4148397"/>
                <a:gd name="csX4" fmla="*/ 4121204 w 4608285"/>
                <a:gd name="csY4" fmla="*/ 2012304 h 4148397"/>
                <a:gd name="csX5" fmla="*/ 2346163 w 4608285"/>
                <a:gd name="csY5" fmla="*/ 2149669 h 4148397"/>
                <a:gd name="csX6" fmla="*/ 400 w 4608285"/>
                <a:gd name="csY6" fmla="*/ 4148168 h 4148397"/>
                <a:gd name="csX0" fmla="*/ 400 w 4547161"/>
                <a:gd name="csY0" fmla="*/ 4069645 h 4069874"/>
                <a:gd name="csX1" fmla="*/ 2159008 w 4547161"/>
                <a:gd name="csY1" fmla="*/ 1934945 h 4069874"/>
                <a:gd name="csX2" fmla="*/ 2320727 w 4547161"/>
                <a:gd name="csY2" fmla="*/ 327870 h 4069874"/>
                <a:gd name="csX3" fmla="*/ 4437838 w 4547161"/>
                <a:gd name="csY3" fmla="*/ 36349 h 4069874"/>
                <a:gd name="csX4" fmla="*/ 4121204 w 4547161"/>
                <a:gd name="csY4" fmla="*/ 1933781 h 4069874"/>
                <a:gd name="csX5" fmla="*/ 2346163 w 4547161"/>
                <a:gd name="csY5" fmla="*/ 2071146 h 4069874"/>
                <a:gd name="csX6" fmla="*/ 400 w 4547161"/>
                <a:gd name="csY6" fmla="*/ 4069645 h 4069874"/>
                <a:gd name="csX0" fmla="*/ 536 w 3991476"/>
                <a:gd name="csY0" fmla="*/ 3539321 h 3539632"/>
                <a:gd name="csX1" fmla="*/ 1603323 w 3991476"/>
                <a:gd name="csY1" fmla="*/ 1934945 h 3539632"/>
                <a:gd name="csX2" fmla="*/ 1765042 w 3991476"/>
                <a:gd name="csY2" fmla="*/ 327870 h 3539632"/>
                <a:gd name="csX3" fmla="*/ 3882153 w 3991476"/>
                <a:gd name="csY3" fmla="*/ 36349 h 3539632"/>
                <a:gd name="csX4" fmla="*/ 3565519 w 3991476"/>
                <a:gd name="csY4" fmla="*/ 1933781 h 3539632"/>
                <a:gd name="csX5" fmla="*/ 1790478 w 3991476"/>
                <a:gd name="csY5" fmla="*/ 2071146 h 3539632"/>
                <a:gd name="csX6" fmla="*/ 536 w 3991476"/>
                <a:gd name="csY6" fmla="*/ 3539321 h 3539632"/>
                <a:gd name="csX0" fmla="*/ 527 w 4017318"/>
                <a:gd name="csY0" fmla="*/ 3573908 h 3574212"/>
                <a:gd name="csX1" fmla="*/ 1629165 w 4017318"/>
                <a:gd name="csY1" fmla="*/ 1934945 h 3574212"/>
                <a:gd name="csX2" fmla="*/ 1790884 w 4017318"/>
                <a:gd name="csY2" fmla="*/ 327870 h 3574212"/>
                <a:gd name="csX3" fmla="*/ 3907995 w 4017318"/>
                <a:gd name="csY3" fmla="*/ 36349 h 3574212"/>
                <a:gd name="csX4" fmla="*/ 3591361 w 4017318"/>
                <a:gd name="csY4" fmla="*/ 1933781 h 3574212"/>
                <a:gd name="csX5" fmla="*/ 1816320 w 4017318"/>
                <a:gd name="csY5" fmla="*/ 2071146 h 3574212"/>
                <a:gd name="csX6" fmla="*/ 527 w 4017318"/>
                <a:gd name="csY6" fmla="*/ 3573908 h 3574212"/>
                <a:gd name="csX0" fmla="*/ 3641 w 4020432"/>
                <a:gd name="csY0" fmla="*/ 3573908 h 3577567"/>
                <a:gd name="csX1" fmla="*/ 1632279 w 4020432"/>
                <a:gd name="csY1" fmla="*/ 1934945 h 3577567"/>
                <a:gd name="csX2" fmla="*/ 1793998 w 4020432"/>
                <a:gd name="csY2" fmla="*/ 327870 h 3577567"/>
                <a:gd name="csX3" fmla="*/ 3911109 w 4020432"/>
                <a:gd name="csY3" fmla="*/ 36349 h 3577567"/>
                <a:gd name="csX4" fmla="*/ 3594475 w 4020432"/>
                <a:gd name="csY4" fmla="*/ 1933781 h 3577567"/>
                <a:gd name="csX5" fmla="*/ 1819434 w 4020432"/>
                <a:gd name="csY5" fmla="*/ 2071146 h 3577567"/>
                <a:gd name="csX6" fmla="*/ 3641 w 4020432"/>
                <a:gd name="csY6" fmla="*/ 3573908 h 3577567"/>
                <a:gd name="csX0" fmla="*/ 11923 w 4028714"/>
                <a:gd name="csY0" fmla="*/ 3573908 h 3583559"/>
                <a:gd name="csX1" fmla="*/ 1640561 w 4028714"/>
                <a:gd name="csY1" fmla="*/ 1934945 h 3583559"/>
                <a:gd name="csX2" fmla="*/ 1802280 w 4028714"/>
                <a:gd name="csY2" fmla="*/ 327870 h 3583559"/>
                <a:gd name="csX3" fmla="*/ 3919391 w 4028714"/>
                <a:gd name="csY3" fmla="*/ 36349 h 3583559"/>
                <a:gd name="csX4" fmla="*/ 3602757 w 4028714"/>
                <a:gd name="csY4" fmla="*/ 1933781 h 3583559"/>
                <a:gd name="csX5" fmla="*/ 1827716 w 4028714"/>
                <a:gd name="csY5" fmla="*/ 2071146 h 3583559"/>
                <a:gd name="csX6" fmla="*/ 11923 w 4028714"/>
                <a:gd name="csY6" fmla="*/ 3573908 h 3583559"/>
                <a:gd name="csX0" fmla="*/ 1130 w 4017921"/>
                <a:gd name="csY0" fmla="*/ 3573908 h 3577714"/>
                <a:gd name="csX1" fmla="*/ 1629768 w 4017921"/>
                <a:gd name="csY1" fmla="*/ 1934945 h 3577714"/>
                <a:gd name="csX2" fmla="*/ 1791487 w 4017921"/>
                <a:gd name="csY2" fmla="*/ 327870 h 3577714"/>
                <a:gd name="csX3" fmla="*/ 3908598 w 4017921"/>
                <a:gd name="csY3" fmla="*/ 36349 h 3577714"/>
                <a:gd name="csX4" fmla="*/ 3591964 w 4017921"/>
                <a:gd name="csY4" fmla="*/ 1933781 h 3577714"/>
                <a:gd name="csX5" fmla="*/ 1906115 w 4017921"/>
                <a:gd name="csY5" fmla="*/ 2373434 h 3577714"/>
                <a:gd name="csX6" fmla="*/ 1130 w 4017921"/>
                <a:gd name="csY6" fmla="*/ 3573908 h 3577714"/>
                <a:gd name="csX0" fmla="*/ 434 w 4017225"/>
                <a:gd name="csY0" fmla="*/ 3573908 h 3574428"/>
                <a:gd name="csX1" fmla="*/ 1629072 w 4017225"/>
                <a:gd name="csY1" fmla="*/ 1934945 h 3574428"/>
                <a:gd name="csX2" fmla="*/ 1790791 w 4017225"/>
                <a:gd name="csY2" fmla="*/ 327870 h 3574428"/>
                <a:gd name="csX3" fmla="*/ 3907902 w 4017225"/>
                <a:gd name="csY3" fmla="*/ 36349 h 3574428"/>
                <a:gd name="csX4" fmla="*/ 3591268 w 4017225"/>
                <a:gd name="csY4" fmla="*/ 1933781 h 3574428"/>
                <a:gd name="csX5" fmla="*/ 1798394 w 4017225"/>
                <a:gd name="csY5" fmla="*/ 2110926 h 3574428"/>
                <a:gd name="csX6" fmla="*/ 434 w 4017225"/>
                <a:gd name="csY6" fmla="*/ 3573908 h 3574428"/>
                <a:gd name="csX0" fmla="*/ 434 w 4017225"/>
                <a:gd name="csY0" fmla="*/ 3573908 h 3574310"/>
                <a:gd name="csX1" fmla="*/ 1629072 w 4017225"/>
                <a:gd name="csY1" fmla="*/ 1934945 h 3574310"/>
                <a:gd name="csX2" fmla="*/ 1790791 w 4017225"/>
                <a:gd name="csY2" fmla="*/ 327870 h 3574310"/>
                <a:gd name="csX3" fmla="*/ 3907902 w 4017225"/>
                <a:gd name="csY3" fmla="*/ 36349 h 3574310"/>
                <a:gd name="csX4" fmla="*/ 3591268 w 4017225"/>
                <a:gd name="csY4" fmla="*/ 1933781 h 3574310"/>
                <a:gd name="csX5" fmla="*/ 1798394 w 4017225"/>
                <a:gd name="csY5" fmla="*/ 2110926 h 3574310"/>
                <a:gd name="csX6" fmla="*/ 434 w 4017225"/>
                <a:gd name="csY6" fmla="*/ 3573908 h 3574310"/>
                <a:gd name="csX0" fmla="*/ 434 w 4017225"/>
                <a:gd name="csY0" fmla="*/ 3573908 h 3576627"/>
                <a:gd name="csX1" fmla="*/ 1629072 w 4017225"/>
                <a:gd name="csY1" fmla="*/ 1934945 h 3576627"/>
                <a:gd name="csX2" fmla="*/ 1790791 w 4017225"/>
                <a:gd name="csY2" fmla="*/ 327870 h 3576627"/>
                <a:gd name="csX3" fmla="*/ 3907902 w 4017225"/>
                <a:gd name="csY3" fmla="*/ 36349 h 3576627"/>
                <a:gd name="csX4" fmla="*/ 3591268 w 4017225"/>
                <a:gd name="csY4" fmla="*/ 1933781 h 3576627"/>
                <a:gd name="csX5" fmla="*/ 1798395 w 4017225"/>
                <a:gd name="csY5" fmla="*/ 2365482 h 3576627"/>
                <a:gd name="csX6" fmla="*/ 434 w 4017225"/>
                <a:gd name="csY6" fmla="*/ 3573908 h 3576627"/>
                <a:gd name="csX0" fmla="*/ 434 w 4017225"/>
                <a:gd name="csY0" fmla="*/ 3573908 h 3576355"/>
                <a:gd name="csX1" fmla="*/ 1629072 w 4017225"/>
                <a:gd name="csY1" fmla="*/ 1934945 h 3576355"/>
                <a:gd name="csX2" fmla="*/ 1790791 w 4017225"/>
                <a:gd name="csY2" fmla="*/ 327870 h 3576355"/>
                <a:gd name="csX3" fmla="*/ 3907902 w 4017225"/>
                <a:gd name="csY3" fmla="*/ 36349 h 3576355"/>
                <a:gd name="csX4" fmla="*/ 3591268 w 4017225"/>
                <a:gd name="csY4" fmla="*/ 1933781 h 3576355"/>
                <a:gd name="csX5" fmla="*/ 1798395 w 4017225"/>
                <a:gd name="csY5" fmla="*/ 2365482 h 3576355"/>
                <a:gd name="csX6" fmla="*/ 434 w 4017225"/>
                <a:gd name="csY6" fmla="*/ 3573908 h 3576355"/>
                <a:gd name="csX0" fmla="*/ 434 w 4017225"/>
                <a:gd name="csY0" fmla="*/ 3573908 h 3583502"/>
                <a:gd name="csX1" fmla="*/ 1629072 w 4017225"/>
                <a:gd name="csY1" fmla="*/ 1934945 h 3583502"/>
                <a:gd name="csX2" fmla="*/ 1790791 w 4017225"/>
                <a:gd name="csY2" fmla="*/ 327870 h 3583502"/>
                <a:gd name="csX3" fmla="*/ 3907902 w 4017225"/>
                <a:gd name="csY3" fmla="*/ 36349 h 3583502"/>
                <a:gd name="csX4" fmla="*/ 3591268 w 4017225"/>
                <a:gd name="csY4" fmla="*/ 1933781 h 3583502"/>
                <a:gd name="csX5" fmla="*/ 1798396 w 4017225"/>
                <a:gd name="csY5" fmla="*/ 2715497 h 3583502"/>
                <a:gd name="csX6" fmla="*/ 434 w 4017225"/>
                <a:gd name="csY6" fmla="*/ 3573908 h 3583502"/>
                <a:gd name="csX0" fmla="*/ 20204 w 4036995"/>
                <a:gd name="csY0" fmla="*/ 3574326 h 3583563"/>
                <a:gd name="csX1" fmla="*/ 908564 w 4036995"/>
                <a:gd name="csY1" fmla="*/ 1951275 h 3583563"/>
                <a:gd name="csX2" fmla="*/ 1810561 w 4036995"/>
                <a:gd name="csY2" fmla="*/ 328288 h 3583563"/>
                <a:gd name="csX3" fmla="*/ 3927672 w 4036995"/>
                <a:gd name="csY3" fmla="*/ 36767 h 3583563"/>
                <a:gd name="csX4" fmla="*/ 3611038 w 4036995"/>
                <a:gd name="csY4" fmla="*/ 1934199 h 3583563"/>
                <a:gd name="csX5" fmla="*/ 1818166 w 4036995"/>
                <a:gd name="csY5" fmla="*/ 2715915 h 3583563"/>
                <a:gd name="csX6" fmla="*/ 20204 w 4036995"/>
                <a:gd name="csY6" fmla="*/ 3574326 h 3583563"/>
                <a:gd name="csX0" fmla="*/ 12549 w 4029340"/>
                <a:gd name="csY0" fmla="*/ 3574326 h 3583563"/>
                <a:gd name="csX1" fmla="*/ 900909 w 4029340"/>
                <a:gd name="csY1" fmla="*/ 1951275 h 3583563"/>
                <a:gd name="csX2" fmla="*/ 1802906 w 4029340"/>
                <a:gd name="csY2" fmla="*/ 328288 h 3583563"/>
                <a:gd name="csX3" fmla="*/ 3920017 w 4029340"/>
                <a:gd name="csY3" fmla="*/ 36767 h 3583563"/>
                <a:gd name="csX4" fmla="*/ 3603383 w 4029340"/>
                <a:gd name="csY4" fmla="*/ 1934199 h 3583563"/>
                <a:gd name="csX5" fmla="*/ 1810511 w 4029340"/>
                <a:gd name="csY5" fmla="*/ 2715915 h 3583563"/>
                <a:gd name="csX6" fmla="*/ 12549 w 4029340"/>
                <a:gd name="csY6" fmla="*/ 3574326 h 3583563"/>
                <a:gd name="csX0" fmla="*/ 2018 w 4018809"/>
                <a:gd name="csY0" fmla="*/ 3573908 h 3583502"/>
                <a:gd name="csX1" fmla="*/ 1389840 w 4018809"/>
                <a:gd name="csY1" fmla="*/ 1934947 h 3583502"/>
                <a:gd name="csX2" fmla="*/ 1792375 w 4018809"/>
                <a:gd name="csY2" fmla="*/ 327870 h 3583502"/>
                <a:gd name="csX3" fmla="*/ 3909486 w 4018809"/>
                <a:gd name="csY3" fmla="*/ 36349 h 3583502"/>
                <a:gd name="csX4" fmla="*/ 3592852 w 4018809"/>
                <a:gd name="csY4" fmla="*/ 1933781 h 3583502"/>
                <a:gd name="csX5" fmla="*/ 1799980 w 4018809"/>
                <a:gd name="csY5" fmla="*/ 2715497 h 3583502"/>
                <a:gd name="csX6" fmla="*/ 2018 w 4018809"/>
                <a:gd name="csY6" fmla="*/ 3573908 h 3583502"/>
                <a:gd name="csX0" fmla="*/ 2018 w 4018809"/>
                <a:gd name="csY0" fmla="*/ 3573908 h 3575401"/>
                <a:gd name="csX1" fmla="*/ 1389840 w 4018809"/>
                <a:gd name="csY1" fmla="*/ 1934947 h 3575401"/>
                <a:gd name="csX2" fmla="*/ 1792375 w 4018809"/>
                <a:gd name="csY2" fmla="*/ 327870 h 3575401"/>
                <a:gd name="csX3" fmla="*/ 3909486 w 4018809"/>
                <a:gd name="csY3" fmla="*/ 36349 h 3575401"/>
                <a:gd name="csX4" fmla="*/ 3592852 w 4018809"/>
                <a:gd name="csY4" fmla="*/ 1933781 h 3575401"/>
                <a:gd name="csX5" fmla="*/ 1799983 w 4018809"/>
                <a:gd name="csY5" fmla="*/ 2277981 h 3575401"/>
                <a:gd name="csX6" fmla="*/ 2018 w 4018809"/>
                <a:gd name="csY6" fmla="*/ 3573908 h 3575401"/>
                <a:gd name="csX0" fmla="*/ 2279 w 4019070"/>
                <a:gd name="csY0" fmla="*/ 3573908 h 3576883"/>
                <a:gd name="csX1" fmla="*/ 1390101 w 4019070"/>
                <a:gd name="csY1" fmla="*/ 1934947 h 3576883"/>
                <a:gd name="csX2" fmla="*/ 1792636 w 4019070"/>
                <a:gd name="csY2" fmla="*/ 327870 h 3576883"/>
                <a:gd name="csX3" fmla="*/ 3909747 w 4019070"/>
                <a:gd name="csY3" fmla="*/ 36349 h 3576883"/>
                <a:gd name="csX4" fmla="*/ 3593113 w 4019070"/>
                <a:gd name="csY4" fmla="*/ 1933781 h 3576883"/>
                <a:gd name="csX5" fmla="*/ 1827004 w 4019070"/>
                <a:gd name="csY5" fmla="*/ 2405261 h 3576883"/>
                <a:gd name="csX6" fmla="*/ 2279 w 4019070"/>
                <a:gd name="csY6" fmla="*/ 3573908 h 3576883"/>
                <a:gd name="csX0" fmla="*/ 3304 w 4020095"/>
                <a:gd name="csY0" fmla="*/ 3573700 h 3576772"/>
                <a:gd name="csX1" fmla="*/ 1310858 w 4020095"/>
                <a:gd name="csY1" fmla="*/ 1926786 h 3576772"/>
                <a:gd name="csX2" fmla="*/ 1793661 w 4020095"/>
                <a:gd name="csY2" fmla="*/ 327662 h 3576772"/>
                <a:gd name="csX3" fmla="*/ 3910772 w 4020095"/>
                <a:gd name="csY3" fmla="*/ 36141 h 3576772"/>
                <a:gd name="csX4" fmla="*/ 3594138 w 4020095"/>
                <a:gd name="csY4" fmla="*/ 1933573 h 3576772"/>
                <a:gd name="csX5" fmla="*/ 1828029 w 4020095"/>
                <a:gd name="csY5" fmla="*/ 2405053 h 3576772"/>
                <a:gd name="csX6" fmla="*/ 3304 w 4020095"/>
                <a:gd name="csY6" fmla="*/ 3573700 h 3576772"/>
                <a:gd name="csX0" fmla="*/ 3254 w 4020045"/>
                <a:gd name="csY0" fmla="*/ 3573700 h 3576772"/>
                <a:gd name="csX1" fmla="*/ 1310808 w 4020045"/>
                <a:gd name="csY1" fmla="*/ 1926786 h 3576772"/>
                <a:gd name="csX2" fmla="*/ 1793611 w 4020045"/>
                <a:gd name="csY2" fmla="*/ 327662 h 3576772"/>
                <a:gd name="csX3" fmla="*/ 3910722 w 4020045"/>
                <a:gd name="csY3" fmla="*/ 36141 h 3576772"/>
                <a:gd name="csX4" fmla="*/ 3594088 w 4020045"/>
                <a:gd name="csY4" fmla="*/ 1933573 h 3576772"/>
                <a:gd name="csX5" fmla="*/ 1827979 w 4020045"/>
                <a:gd name="csY5" fmla="*/ 2405053 h 3576772"/>
                <a:gd name="csX6" fmla="*/ 3254 w 4020045"/>
                <a:gd name="csY6" fmla="*/ 3573700 h 35767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020045" h="3576772">
                  <a:moveTo>
                    <a:pt x="3254" y="3573700"/>
                  </a:moveTo>
                  <a:cubicBezTo>
                    <a:pt x="-82941" y="3493989"/>
                    <a:pt x="1574310" y="2340515"/>
                    <a:pt x="1310808" y="1926786"/>
                  </a:cubicBezTo>
                  <a:cubicBezTo>
                    <a:pt x="1047306" y="1513057"/>
                    <a:pt x="1360292" y="642769"/>
                    <a:pt x="1793611" y="327662"/>
                  </a:cubicBezTo>
                  <a:cubicBezTo>
                    <a:pt x="2226930" y="12555"/>
                    <a:pt x="3750548" y="-52136"/>
                    <a:pt x="3910722" y="36141"/>
                  </a:cubicBezTo>
                  <a:cubicBezTo>
                    <a:pt x="4070896" y="124418"/>
                    <a:pt x="4120351" y="1358027"/>
                    <a:pt x="3594088" y="1933573"/>
                  </a:cubicBezTo>
                  <a:cubicBezTo>
                    <a:pt x="3171099" y="2391895"/>
                    <a:pt x="2301583" y="2656718"/>
                    <a:pt x="1827979" y="2405053"/>
                  </a:cubicBezTo>
                  <a:cubicBezTo>
                    <a:pt x="1354375" y="2153388"/>
                    <a:pt x="89449" y="3653411"/>
                    <a:pt x="3254" y="3573700"/>
                  </a:cubicBezTo>
                  <a:close/>
                </a:path>
              </a:pathLst>
            </a:custGeom>
            <a:noFill/>
            <a:ln>
              <a:solidFill>
                <a:srgbClr val="0C26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9" name="Freeform 1018">
              <a:extLst>
                <a:ext uri="{FF2B5EF4-FFF2-40B4-BE49-F238E27FC236}">
                  <a16:creationId xmlns:a16="http://schemas.microsoft.com/office/drawing/2014/main" id="{364AC6DB-5981-C722-FD4A-10BF2149B383}"/>
                </a:ext>
              </a:extLst>
            </p:cNvPr>
            <p:cNvSpPr/>
            <p:nvPr userDrawn="1"/>
          </p:nvSpPr>
          <p:spPr>
            <a:xfrm rot="16200000">
              <a:off x="6115173" y="1158205"/>
              <a:ext cx="2615867" cy="2682270"/>
            </a:xfrm>
            <a:custGeom>
              <a:avLst/>
              <a:gdLst>
                <a:gd name="csX0" fmla="*/ 1893 w 3484511"/>
                <a:gd name="csY0" fmla="*/ 3509215 h 3511799"/>
                <a:gd name="csX1" fmla="*/ 1514170 w 3484511"/>
                <a:gd name="csY1" fmla="*/ 1703861 h 3511799"/>
                <a:gd name="csX2" fmla="*/ 2029985 w 3484511"/>
                <a:gd name="csY2" fmla="*/ 226753 h 3511799"/>
                <a:gd name="csX3" fmla="*/ 3378139 w 3484511"/>
                <a:gd name="csY3" fmla="*/ 144692 h 3511799"/>
                <a:gd name="csX4" fmla="*/ 3225739 w 3484511"/>
                <a:gd name="csY4" fmla="*/ 1586630 h 3511799"/>
                <a:gd name="csX5" fmla="*/ 1854139 w 3484511"/>
                <a:gd name="csY5" fmla="*/ 2090723 h 3511799"/>
                <a:gd name="csX6" fmla="*/ 1893 w 3484511"/>
                <a:gd name="csY6" fmla="*/ 3509215 h 3511799"/>
                <a:gd name="csX0" fmla="*/ 1352 w 4094215"/>
                <a:gd name="csY0" fmla="*/ 4103738 h 4105568"/>
                <a:gd name="csX1" fmla="*/ 2123874 w 4094215"/>
                <a:gd name="csY1" fmla="*/ 1703861 h 4105568"/>
                <a:gd name="csX2" fmla="*/ 2639689 w 4094215"/>
                <a:gd name="csY2" fmla="*/ 226753 h 4105568"/>
                <a:gd name="csX3" fmla="*/ 3987843 w 4094215"/>
                <a:gd name="csY3" fmla="*/ 144692 h 4105568"/>
                <a:gd name="csX4" fmla="*/ 3835443 w 4094215"/>
                <a:gd name="csY4" fmla="*/ 1586630 h 4105568"/>
                <a:gd name="csX5" fmla="*/ 2463843 w 4094215"/>
                <a:gd name="csY5" fmla="*/ 2090723 h 4105568"/>
                <a:gd name="csX6" fmla="*/ 1352 w 4094215"/>
                <a:gd name="csY6" fmla="*/ 4103738 h 4105568"/>
                <a:gd name="csX0" fmla="*/ 1978 w 4094841"/>
                <a:gd name="csY0" fmla="*/ 4101966 h 4104114"/>
                <a:gd name="csX1" fmla="*/ 2058783 w 4094841"/>
                <a:gd name="csY1" fmla="*/ 1668597 h 4104114"/>
                <a:gd name="csX2" fmla="*/ 2640315 w 4094841"/>
                <a:gd name="csY2" fmla="*/ 224981 h 4104114"/>
                <a:gd name="csX3" fmla="*/ 3988469 w 4094841"/>
                <a:gd name="csY3" fmla="*/ 142920 h 4104114"/>
                <a:gd name="csX4" fmla="*/ 3836069 w 4094841"/>
                <a:gd name="csY4" fmla="*/ 1584858 h 4104114"/>
                <a:gd name="csX5" fmla="*/ 2464469 w 4094841"/>
                <a:gd name="csY5" fmla="*/ 2088951 h 4104114"/>
                <a:gd name="csX6" fmla="*/ 1978 w 4094841"/>
                <a:gd name="csY6" fmla="*/ 4101966 h 4104114"/>
                <a:gd name="csX0" fmla="*/ 1943 w 4132359"/>
                <a:gd name="csY0" fmla="*/ 3750277 h 3752868"/>
                <a:gd name="csX1" fmla="*/ 2096301 w 4132359"/>
                <a:gd name="csY1" fmla="*/ 1668597 h 3752868"/>
                <a:gd name="csX2" fmla="*/ 2677833 w 4132359"/>
                <a:gd name="csY2" fmla="*/ 224981 h 3752868"/>
                <a:gd name="csX3" fmla="*/ 4025987 w 4132359"/>
                <a:gd name="csY3" fmla="*/ 142920 h 3752868"/>
                <a:gd name="csX4" fmla="*/ 3873587 w 4132359"/>
                <a:gd name="csY4" fmla="*/ 1584858 h 3752868"/>
                <a:gd name="csX5" fmla="*/ 2501987 w 4132359"/>
                <a:gd name="csY5" fmla="*/ 2088951 h 3752868"/>
                <a:gd name="csX6" fmla="*/ 1943 w 4132359"/>
                <a:gd name="csY6" fmla="*/ 3750277 h 3752868"/>
                <a:gd name="csX0" fmla="*/ 7123 w 4137539"/>
                <a:gd name="csY0" fmla="*/ 3776554 h 3776601"/>
                <a:gd name="csX1" fmla="*/ 1782278 w 4137539"/>
                <a:gd name="csY1" fmla="*/ 2163796 h 3776601"/>
                <a:gd name="csX2" fmla="*/ 2683013 w 4137539"/>
                <a:gd name="csY2" fmla="*/ 251258 h 3776601"/>
                <a:gd name="csX3" fmla="*/ 4031167 w 4137539"/>
                <a:gd name="csY3" fmla="*/ 169197 h 3776601"/>
                <a:gd name="csX4" fmla="*/ 3878767 w 4137539"/>
                <a:gd name="csY4" fmla="*/ 1611135 h 3776601"/>
                <a:gd name="csX5" fmla="*/ 2507167 w 4137539"/>
                <a:gd name="csY5" fmla="*/ 2115228 h 3776601"/>
                <a:gd name="csX6" fmla="*/ 7123 w 4137539"/>
                <a:gd name="csY6" fmla="*/ 3776554 h 3776601"/>
                <a:gd name="csX0" fmla="*/ 25 w 4130441"/>
                <a:gd name="csY0" fmla="*/ 3776554 h 3776586"/>
                <a:gd name="csX1" fmla="*/ 1775180 w 4130441"/>
                <a:gd name="csY1" fmla="*/ 2163796 h 3776586"/>
                <a:gd name="csX2" fmla="*/ 2675915 w 4130441"/>
                <a:gd name="csY2" fmla="*/ 251258 h 3776586"/>
                <a:gd name="csX3" fmla="*/ 4024069 w 4130441"/>
                <a:gd name="csY3" fmla="*/ 169197 h 3776586"/>
                <a:gd name="csX4" fmla="*/ 3871669 w 4130441"/>
                <a:gd name="csY4" fmla="*/ 1611135 h 3776586"/>
                <a:gd name="csX5" fmla="*/ 1814719 w 4130441"/>
                <a:gd name="csY5" fmla="*/ 2207339 h 3776586"/>
                <a:gd name="csX6" fmla="*/ 25 w 4130441"/>
                <a:gd name="csY6" fmla="*/ 3776554 h 3776586"/>
                <a:gd name="csX0" fmla="*/ 25 w 4130441"/>
                <a:gd name="csY0" fmla="*/ 3776554 h 3776589"/>
                <a:gd name="csX1" fmla="*/ 1775180 w 4130441"/>
                <a:gd name="csY1" fmla="*/ 2163796 h 3776589"/>
                <a:gd name="csX2" fmla="*/ 2675915 w 4130441"/>
                <a:gd name="csY2" fmla="*/ 251258 h 3776589"/>
                <a:gd name="csX3" fmla="*/ 4024069 w 4130441"/>
                <a:gd name="csY3" fmla="*/ 169197 h 3776589"/>
                <a:gd name="csX4" fmla="*/ 3871669 w 4130441"/>
                <a:gd name="csY4" fmla="*/ 1611135 h 3776589"/>
                <a:gd name="csX5" fmla="*/ 1814719 w 4130441"/>
                <a:gd name="csY5" fmla="*/ 2207339 h 3776589"/>
                <a:gd name="csX6" fmla="*/ 25 w 4130441"/>
                <a:gd name="csY6" fmla="*/ 3776554 h 3776589"/>
                <a:gd name="csX0" fmla="*/ 25 w 3957457"/>
                <a:gd name="csY0" fmla="*/ 3611866 h 3611901"/>
                <a:gd name="csX1" fmla="*/ 1775180 w 3957457"/>
                <a:gd name="csY1" fmla="*/ 1999108 h 3611901"/>
                <a:gd name="csX2" fmla="*/ 2675915 w 3957457"/>
                <a:gd name="csY2" fmla="*/ 86570 h 3611901"/>
                <a:gd name="csX3" fmla="*/ 3554650 w 3957457"/>
                <a:gd name="csY3" fmla="*/ 439934 h 3611901"/>
                <a:gd name="csX4" fmla="*/ 3871669 w 3957457"/>
                <a:gd name="csY4" fmla="*/ 1446447 h 3611901"/>
                <a:gd name="csX5" fmla="*/ 1814719 w 3957457"/>
                <a:gd name="csY5" fmla="*/ 2042651 h 3611901"/>
                <a:gd name="csX6" fmla="*/ 25 w 3957457"/>
                <a:gd name="csY6" fmla="*/ 3611866 h 3611901"/>
                <a:gd name="csX0" fmla="*/ 25 w 3957253"/>
                <a:gd name="csY0" fmla="*/ 3368639 h 3368674"/>
                <a:gd name="csX1" fmla="*/ 1775180 w 3957253"/>
                <a:gd name="csY1" fmla="*/ 1755881 h 3368674"/>
                <a:gd name="csX2" fmla="*/ 2685304 w 3957253"/>
                <a:gd name="csY2" fmla="*/ 144791 h 3368674"/>
                <a:gd name="csX3" fmla="*/ 3554650 w 3957253"/>
                <a:gd name="csY3" fmla="*/ 196707 h 3368674"/>
                <a:gd name="csX4" fmla="*/ 3871669 w 3957253"/>
                <a:gd name="csY4" fmla="*/ 1203220 h 3368674"/>
                <a:gd name="csX5" fmla="*/ 1814719 w 3957253"/>
                <a:gd name="csY5" fmla="*/ 1799424 h 3368674"/>
                <a:gd name="csX6" fmla="*/ 25 w 3957253"/>
                <a:gd name="csY6" fmla="*/ 3368639 h 3368674"/>
                <a:gd name="csX0" fmla="*/ 25 w 3705517"/>
                <a:gd name="csY0" fmla="*/ 3358570 h 3358603"/>
                <a:gd name="csX1" fmla="*/ 1775180 w 3705517"/>
                <a:gd name="csY1" fmla="*/ 1745812 h 3358603"/>
                <a:gd name="csX2" fmla="*/ 2685304 w 3705517"/>
                <a:gd name="csY2" fmla="*/ 134722 h 3358603"/>
                <a:gd name="csX3" fmla="*/ 3554650 w 3705517"/>
                <a:gd name="csY3" fmla="*/ 186638 h 3358603"/>
                <a:gd name="csX4" fmla="*/ 3552464 w 3705517"/>
                <a:gd name="csY4" fmla="*/ 975438 h 3358603"/>
                <a:gd name="csX5" fmla="*/ 1814719 w 3705517"/>
                <a:gd name="csY5" fmla="*/ 1789355 h 3358603"/>
                <a:gd name="csX6" fmla="*/ 25 w 3705517"/>
                <a:gd name="csY6" fmla="*/ 3358570 h 3358603"/>
                <a:gd name="csX0" fmla="*/ 2290 w 3707782"/>
                <a:gd name="csY0" fmla="*/ 3305196 h 3314287"/>
                <a:gd name="csX1" fmla="*/ 2199921 w 3707782"/>
                <a:gd name="csY1" fmla="*/ 955568 h 3314287"/>
                <a:gd name="csX2" fmla="*/ 2687569 w 3707782"/>
                <a:gd name="csY2" fmla="*/ 81348 h 3314287"/>
                <a:gd name="csX3" fmla="*/ 3556915 w 3707782"/>
                <a:gd name="csY3" fmla="*/ 133264 h 3314287"/>
                <a:gd name="csX4" fmla="*/ 3554729 w 3707782"/>
                <a:gd name="csY4" fmla="*/ 922064 h 3314287"/>
                <a:gd name="csX5" fmla="*/ 1816984 w 3707782"/>
                <a:gd name="csY5" fmla="*/ 1735981 h 3314287"/>
                <a:gd name="csX6" fmla="*/ 2290 w 3707782"/>
                <a:gd name="csY6" fmla="*/ 3305196 h 3314287"/>
                <a:gd name="csX0" fmla="*/ 377 w 3705869"/>
                <a:gd name="csY0" fmla="*/ 3305196 h 3313168"/>
                <a:gd name="csX1" fmla="*/ 2198008 w 3705869"/>
                <a:gd name="csY1" fmla="*/ 955568 h 3313168"/>
                <a:gd name="csX2" fmla="*/ 2685656 w 3705869"/>
                <a:gd name="csY2" fmla="*/ 81348 h 3313168"/>
                <a:gd name="csX3" fmla="*/ 3555002 w 3705869"/>
                <a:gd name="csY3" fmla="*/ 133264 h 3313168"/>
                <a:gd name="csX4" fmla="*/ 3552816 w 3705869"/>
                <a:gd name="csY4" fmla="*/ 922064 h 3313168"/>
                <a:gd name="csX5" fmla="*/ 2378375 w 3705869"/>
                <a:gd name="csY5" fmla="*/ 1694113 h 3313168"/>
                <a:gd name="csX6" fmla="*/ 377 w 3705869"/>
                <a:gd name="csY6" fmla="*/ 3305196 h 3313168"/>
                <a:gd name="csX0" fmla="*/ 377 w 3705869"/>
                <a:gd name="csY0" fmla="*/ 3305196 h 3311216"/>
                <a:gd name="csX1" fmla="*/ 2198008 w 3705869"/>
                <a:gd name="csY1" fmla="*/ 955568 h 3311216"/>
                <a:gd name="csX2" fmla="*/ 2685656 w 3705869"/>
                <a:gd name="csY2" fmla="*/ 81348 h 3311216"/>
                <a:gd name="csX3" fmla="*/ 3555002 w 3705869"/>
                <a:gd name="csY3" fmla="*/ 133264 h 3311216"/>
                <a:gd name="csX4" fmla="*/ 3552816 w 3705869"/>
                <a:gd name="csY4" fmla="*/ 922064 h 3311216"/>
                <a:gd name="csX5" fmla="*/ 2378375 w 3705869"/>
                <a:gd name="csY5" fmla="*/ 1694113 h 3311216"/>
                <a:gd name="csX6" fmla="*/ 377 w 3705869"/>
                <a:gd name="csY6" fmla="*/ 3305196 h 3311216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31250"/>
                <a:gd name="csY0" fmla="*/ 3306034 h 3313991"/>
                <a:gd name="csX1" fmla="*/ 2198008 w 4431250"/>
                <a:gd name="csY1" fmla="*/ 956406 h 3313991"/>
                <a:gd name="csX2" fmla="*/ 2685656 w 4431250"/>
                <a:gd name="csY2" fmla="*/ 82186 h 3313991"/>
                <a:gd name="csX3" fmla="*/ 3555002 w 4431250"/>
                <a:gd name="csY3" fmla="*/ 134102 h 3313991"/>
                <a:gd name="csX4" fmla="*/ 4425936 w 4431250"/>
                <a:gd name="csY4" fmla="*/ 939649 h 3313991"/>
                <a:gd name="csX5" fmla="*/ 2378375 w 4431250"/>
                <a:gd name="csY5" fmla="*/ 1694951 h 3313991"/>
                <a:gd name="csX6" fmla="*/ 377 w 4431250"/>
                <a:gd name="csY6" fmla="*/ 3306034 h 3313991"/>
                <a:gd name="csX0" fmla="*/ 377 w 4425936"/>
                <a:gd name="csY0" fmla="*/ 3306034 h 3313991"/>
                <a:gd name="csX1" fmla="*/ 2198008 w 4425936"/>
                <a:gd name="csY1" fmla="*/ 956406 h 3313991"/>
                <a:gd name="csX2" fmla="*/ 2685656 w 4425936"/>
                <a:gd name="csY2" fmla="*/ 82186 h 3313991"/>
                <a:gd name="csX3" fmla="*/ 3555002 w 4425936"/>
                <a:gd name="csY3" fmla="*/ 134102 h 3313991"/>
                <a:gd name="csX4" fmla="*/ 4425936 w 4425936"/>
                <a:gd name="csY4" fmla="*/ 939649 h 3313991"/>
                <a:gd name="csX5" fmla="*/ 2378375 w 4425936"/>
                <a:gd name="csY5" fmla="*/ 1694951 h 3313991"/>
                <a:gd name="csX6" fmla="*/ 377 w 4425936"/>
                <a:gd name="csY6" fmla="*/ 3306034 h 3313991"/>
                <a:gd name="csX0" fmla="*/ 377 w 4472878"/>
                <a:gd name="csY0" fmla="*/ 3303952 h 3311947"/>
                <a:gd name="csX1" fmla="*/ 2198008 w 4472878"/>
                <a:gd name="csY1" fmla="*/ 954324 h 3311947"/>
                <a:gd name="csX2" fmla="*/ 2685656 w 4472878"/>
                <a:gd name="csY2" fmla="*/ 80104 h 3311947"/>
                <a:gd name="csX3" fmla="*/ 3555002 w 4472878"/>
                <a:gd name="csY3" fmla="*/ 132020 h 3311947"/>
                <a:gd name="csX4" fmla="*/ 4472878 w 4472878"/>
                <a:gd name="csY4" fmla="*/ 895700 h 3311947"/>
                <a:gd name="csX5" fmla="*/ 2378375 w 4472878"/>
                <a:gd name="csY5" fmla="*/ 1692869 h 3311947"/>
                <a:gd name="csX6" fmla="*/ 377 w 4472878"/>
                <a:gd name="csY6" fmla="*/ 3303952 h 3311947"/>
                <a:gd name="csX0" fmla="*/ 377 w 4472878"/>
                <a:gd name="csY0" fmla="*/ 3489034 h 3497029"/>
                <a:gd name="csX1" fmla="*/ 2198008 w 4472878"/>
                <a:gd name="csY1" fmla="*/ 1139406 h 3497029"/>
                <a:gd name="csX2" fmla="*/ 2685656 w 4472878"/>
                <a:gd name="csY2" fmla="*/ 265186 h 3497029"/>
                <a:gd name="csX3" fmla="*/ 3742770 w 4472878"/>
                <a:gd name="csY3" fmla="*/ 49148 h 3497029"/>
                <a:gd name="csX4" fmla="*/ 4472878 w 4472878"/>
                <a:gd name="csY4" fmla="*/ 1080782 h 3497029"/>
                <a:gd name="csX5" fmla="*/ 2378375 w 4472878"/>
                <a:gd name="csY5" fmla="*/ 1877951 h 3497029"/>
                <a:gd name="csX6" fmla="*/ 377 w 4472878"/>
                <a:gd name="csY6" fmla="*/ 3489034 h 3497029"/>
                <a:gd name="csX0" fmla="*/ 377 w 4482266"/>
                <a:gd name="csY0" fmla="*/ 3489034 h 3497029"/>
                <a:gd name="csX1" fmla="*/ 2198008 w 4482266"/>
                <a:gd name="csY1" fmla="*/ 1139406 h 3497029"/>
                <a:gd name="csX2" fmla="*/ 2685656 w 4482266"/>
                <a:gd name="csY2" fmla="*/ 265186 h 3497029"/>
                <a:gd name="csX3" fmla="*/ 3742770 w 4482266"/>
                <a:gd name="csY3" fmla="*/ 49148 h 3497029"/>
                <a:gd name="csX4" fmla="*/ 4482266 w 4482266"/>
                <a:gd name="csY4" fmla="*/ 1080782 h 3497029"/>
                <a:gd name="csX5" fmla="*/ 2378375 w 4482266"/>
                <a:gd name="csY5" fmla="*/ 1877951 h 3497029"/>
                <a:gd name="csX6" fmla="*/ 377 w 4482266"/>
                <a:gd name="csY6" fmla="*/ 3489034 h 3497029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10188 w 4492077"/>
                <a:gd name="csY0" fmla="*/ 3488052 h 3497366"/>
                <a:gd name="csX1" fmla="*/ 1804118 w 4492077"/>
                <a:gd name="csY1" fmla="*/ 1096559 h 3497366"/>
                <a:gd name="csX2" fmla="*/ 2695467 w 4492077"/>
                <a:gd name="csY2" fmla="*/ 264204 h 3497366"/>
                <a:gd name="csX3" fmla="*/ 3752581 w 4492077"/>
                <a:gd name="csY3" fmla="*/ 48166 h 3497366"/>
                <a:gd name="csX4" fmla="*/ 4492077 w 4492077"/>
                <a:gd name="csY4" fmla="*/ 1079800 h 3497366"/>
                <a:gd name="csX5" fmla="*/ 2688616 w 4492077"/>
                <a:gd name="csY5" fmla="*/ 1893718 h 3497366"/>
                <a:gd name="csX6" fmla="*/ 10188 w 4492077"/>
                <a:gd name="csY6" fmla="*/ 3488052 h 3497366"/>
                <a:gd name="csX0" fmla="*/ 10188 w 4492077"/>
                <a:gd name="csY0" fmla="*/ 3488052 h 3500595"/>
                <a:gd name="csX1" fmla="*/ 1804118 w 4492077"/>
                <a:gd name="csY1" fmla="*/ 1096559 h 3500595"/>
                <a:gd name="csX2" fmla="*/ 2695467 w 4492077"/>
                <a:gd name="csY2" fmla="*/ 264204 h 3500595"/>
                <a:gd name="csX3" fmla="*/ 3752581 w 4492077"/>
                <a:gd name="csY3" fmla="*/ 48166 h 3500595"/>
                <a:gd name="csX4" fmla="*/ 4492077 w 4492077"/>
                <a:gd name="csY4" fmla="*/ 1079800 h 3500595"/>
                <a:gd name="csX5" fmla="*/ 2688616 w 4492077"/>
                <a:gd name="csY5" fmla="*/ 1893718 h 3500595"/>
                <a:gd name="csX6" fmla="*/ 10188 w 4492077"/>
                <a:gd name="csY6" fmla="*/ 3488052 h 3500595"/>
                <a:gd name="csX0" fmla="*/ 10188 w 4492077"/>
                <a:gd name="csY0" fmla="*/ 3488052 h 3500888"/>
                <a:gd name="csX1" fmla="*/ 1804118 w 4492077"/>
                <a:gd name="csY1" fmla="*/ 1096559 h 3500888"/>
                <a:gd name="csX2" fmla="*/ 2695467 w 4492077"/>
                <a:gd name="csY2" fmla="*/ 264204 h 3500888"/>
                <a:gd name="csX3" fmla="*/ 3752581 w 4492077"/>
                <a:gd name="csY3" fmla="*/ 48166 h 3500888"/>
                <a:gd name="csX4" fmla="*/ 4492077 w 4492077"/>
                <a:gd name="csY4" fmla="*/ 1079800 h 3500888"/>
                <a:gd name="csX5" fmla="*/ 2688616 w 4492077"/>
                <a:gd name="csY5" fmla="*/ 1893718 h 3500888"/>
                <a:gd name="csX6" fmla="*/ 10188 w 4492077"/>
                <a:gd name="csY6" fmla="*/ 3488052 h 3500888"/>
                <a:gd name="csX0" fmla="*/ 27731 w 3289130"/>
                <a:gd name="csY0" fmla="*/ 2449732 h 2473361"/>
                <a:gd name="csX1" fmla="*/ 601171 w 3289130"/>
                <a:gd name="csY1" fmla="*/ 1096559 h 2473361"/>
                <a:gd name="csX2" fmla="*/ 1492520 w 3289130"/>
                <a:gd name="csY2" fmla="*/ 264204 h 2473361"/>
                <a:gd name="csX3" fmla="*/ 2549634 w 3289130"/>
                <a:gd name="csY3" fmla="*/ 48166 h 2473361"/>
                <a:gd name="csX4" fmla="*/ 3289130 w 3289130"/>
                <a:gd name="csY4" fmla="*/ 1079800 h 2473361"/>
                <a:gd name="csX5" fmla="*/ 1485669 w 3289130"/>
                <a:gd name="csY5" fmla="*/ 1893718 h 2473361"/>
                <a:gd name="csX6" fmla="*/ 27731 w 3289130"/>
                <a:gd name="csY6" fmla="*/ 2449732 h 2473361"/>
                <a:gd name="csX0" fmla="*/ 367 w 3261766"/>
                <a:gd name="csY0" fmla="*/ 2449732 h 2449966"/>
                <a:gd name="csX1" fmla="*/ 573807 w 3261766"/>
                <a:gd name="csY1" fmla="*/ 1096559 h 2449966"/>
                <a:gd name="csX2" fmla="*/ 1465156 w 3261766"/>
                <a:gd name="csY2" fmla="*/ 264204 h 2449966"/>
                <a:gd name="csX3" fmla="*/ 2522270 w 3261766"/>
                <a:gd name="csY3" fmla="*/ 48166 h 2449966"/>
                <a:gd name="csX4" fmla="*/ 3261766 w 3261766"/>
                <a:gd name="csY4" fmla="*/ 1079800 h 2449966"/>
                <a:gd name="csX5" fmla="*/ 1458305 w 3261766"/>
                <a:gd name="csY5" fmla="*/ 1893718 h 2449966"/>
                <a:gd name="csX6" fmla="*/ 367 w 3261766"/>
                <a:gd name="csY6" fmla="*/ 2449732 h 2449966"/>
                <a:gd name="csX0" fmla="*/ 62959 w 3324358"/>
                <a:gd name="csY0" fmla="*/ 2449732 h 2487147"/>
                <a:gd name="csX1" fmla="*/ 636399 w 3324358"/>
                <a:gd name="csY1" fmla="*/ 1096559 h 2487147"/>
                <a:gd name="csX2" fmla="*/ 1527748 w 3324358"/>
                <a:gd name="csY2" fmla="*/ 264204 h 2487147"/>
                <a:gd name="csX3" fmla="*/ 2584862 w 3324358"/>
                <a:gd name="csY3" fmla="*/ 48166 h 2487147"/>
                <a:gd name="csX4" fmla="*/ 3324358 w 3324358"/>
                <a:gd name="csY4" fmla="*/ 1079800 h 2487147"/>
                <a:gd name="csX5" fmla="*/ 1520897 w 3324358"/>
                <a:gd name="csY5" fmla="*/ 1893718 h 2487147"/>
                <a:gd name="csX6" fmla="*/ 62959 w 3324358"/>
                <a:gd name="csY6" fmla="*/ 2449732 h 2487147"/>
                <a:gd name="csX0" fmla="*/ 38478 w 4482813"/>
                <a:gd name="csY0" fmla="*/ 3496425 h 3519813"/>
                <a:gd name="csX1" fmla="*/ 1794854 w 4482813"/>
                <a:gd name="csY1" fmla="*/ 1096559 h 3519813"/>
                <a:gd name="csX2" fmla="*/ 2686203 w 4482813"/>
                <a:gd name="csY2" fmla="*/ 264204 h 3519813"/>
                <a:gd name="csX3" fmla="*/ 3743317 w 4482813"/>
                <a:gd name="csY3" fmla="*/ 48166 h 3519813"/>
                <a:gd name="csX4" fmla="*/ 4482813 w 4482813"/>
                <a:gd name="csY4" fmla="*/ 1079800 h 3519813"/>
                <a:gd name="csX5" fmla="*/ 2679352 w 4482813"/>
                <a:gd name="csY5" fmla="*/ 1893718 h 3519813"/>
                <a:gd name="csX6" fmla="*/ 38478 w 4482813"/>
                <a:gd name="csY6" fmla="*/ 3496425 h 3519813"/>
                <a:gd name="csX0" fmla="*/ 9071 w 4453406"/>
                <a:gd name="csY0" fmla="*/ 3496425 h 3510301"/>
                <a:gd name="csX1" fmla="*/ 1765447 w 4453406"/>
                <a:gd name="csY1" fmla="*/ 1096559 h 3510301"/>
                <a:gd name="csX2" fmla="*/ 2656796 w 4453406"/>
                <a:gd name="csY2" fmla="*/ 264204 h 3510301"/>
                <a:gd name="csX3" fmla="*/ 3713910 w 4453406"/>
                <a:gd name="csY3" fmla="*/ 48166 h 3510301"/>
                <a:gd name="csX4" fmla="*/ 4453406 w 4453406"/>
                <a:gd name="csY4" fmla="*/ 1079800 h 3510301"/>
                <a:gd name="csX5" fmla="*/ 2649945 w 4453406"/>
                <a:gd name="csY5" fmla="*/ 1893718 h 3510301"/>
                <a:gd name="csX6" fmla="*/ 9071 w 4453406"/>
                <a:gd name="csY6" fmla="*/ 3496425 h 3510301"/>
                <a:gd name="csX0" fmla="*/ 9071 w 4453406"/>
                <a:gd name="csY0" fmla="*/ 3496425 h 3512169"/>
                <a:gd name="csX1" fmla="*/ 1765447 w 4453406"/>
                <a:gd name="csY1" fmla="*/ 1096559 h 3512169"/>
                <a:gd name="csX2" fmla="*/ 2656796 w 4453406"/>
                <a:gd name="csY2" fmla="*/ 264204 h 3512169"/>
                <a:gd name="csX3" fmla="*/ 3713910 w 4453406"/>
                <a:gd name="csY3" fmla="*/ 48166 h 3512169"/>
                <a:gd name="csX4" fmla="*/ 4453406 w 4453406"/>
                <a:gd name="csY4" fmla="*/ 1079800 h 3512169"/>
                <a:gd name="csX5" fmla="*/ 2649945 w 4453406"/>
                <a:gd name="csY5" fmla="*/ 1893718 h 3512169"/>
                <a:gd name="csX6" fmla="*/ 9071 w 4453406"/>
                <a:gd name="csY6" fmla="*/ 3496425 h 3512169"/>
                <a:gd name="csX0" fmla="*/ 9640 w 4453975"/>
                <a:gd name="csY0" fmla="*/ 3496425 h 3512169"/>
                <a:gd name="csX1" fmla="*/ 1766016 w 4453975"/>
                <a:gd name="csY1" fmla="*/ 1096559 h 3512169"/>
                <a:gd name="csX2" fmla="*/ 2657365 w 4453975"/>
                <a:gd name="csY2" fmla="*/ 264204 h 3512169"/>
                <a:gd name="csX3" fmla="*/ 3714479 w 4453975"/>
                <a:gd name="csY3" fmla="*/ 48166 h 3512169"/>
                <a:gd name="csX4" fmla="*/ 4453975 w 4453975"/>
                <a:gd name="csY4" fmla="*/ 1079800 h 3512169"/>
                <a:gd name="csX5" fmla="*/ 2650514 w 4453975"/>
                <a:gd name="csY5" fmla="*/ 1893718 h 3512169"/>
                <a:gd name="csX6" fmla="*/ 9640 w 4453975"/>
                <a:gd name="csY6" fmla="*/ 3496425 h 3512169"/>
                <a:gd name="csX0" fmla="*/ 9640 w 4453975"/>
                <a:gd name="csY0" fmla="*/ 3993467 h 4008123"/>
                <a:gd name="csX1" fmla="*/ 1766016 w 4453975"/>
                <a:gd name="csY1" fmla="*/ 1593601 h 4008123"/>
                <a:gd name="csX2" fmla="*/ 2601034 w 4453975"/>
                <a:gd name="csY2" fmla="*/ 41122 h 4008123"/>
                <a:gd name="csX3" fmla="*/ 3714479 w 4453975"/>
                <a:gd name="csY3" fmla="*/ 545208 h 4008123"/>
                <a:gd name="csX4" fmla="*/ 4453975 w 4453975"/>
                <a:gd name="csY4" fmla="*/ 1576842 h 4008123"/>
                <a:gd name="csX5" fmla="*/ 2650514 w 4453975"/>
                <a:gd name="csY5" fmla="*/ 2390760 h 4008123"/>
                <a:gd name="csX6" fmla="*/ 9640 w 4453975"/>
                <a:gd name="csY6" fmla="*/ 3993467 h 4008123"/>
                <a:gd name="csX0" fmla="*/ 9640 w 4453975"/>
                <a:gd name="csY0" fmla="*/ 3952894 h 3967550"/>
                <a:gd name="csX1" fmla="*/ 1766016 w 4453975"/>
                <a:gd name="csY1" fmla="*/ 1553028 h 3967550"/>
                <a:gd name="csX2" fmla="*/ 2601034 w 4453975"/>
                <a:gd name="csY2" fmla="*/ 549 h 3967550"/>
                <a:gd name="csX3" fmla="*/ 3714479 w 4453975"/>
                <a:gd name="csY3" fmla="*/ 504635 h 3967550"/>
                <a:gd name="csX4" fmla="*/ 4453975 w 4453975"/>
                <a:gd name="csY4" fmla="*/ 1536269 h 3967550"/>
                <a:gd name="csX5" fmla="*/ 2650514 w 4453975"/>
                <a:gd name="csY5" fmla="*/ 2350187 h 3967550"/>
                <a:gd name="csX6" fmla="*/ 9640 w 4453975"/>
                <a:gd name="csY6" fmla="*/ 3952894 h 3967550"/>
                <a:gd name="csX0" fmla="*/ 9640 w 4453975"/>
                <a:gd name="csY0" fmla="*/ 3952971 h 3968477"/>
                <a:gd name="csX1" fmla="*/ 1766016 w 4453975"/>
                <a:gd name="csY1" fmla="*/ 1553105 h 3968477"/>
                <a:gd name="csX2" fmla="*/ 2601034 w 4453975"/>
                <a:gd name="csY2" fmla="*/ 626 h 3968477"/>
                <a:gd name="csX3" fmla="*/ 3714479 w 4453975"/>
                <a:gd name="csY3" fmla="*/ 504712 h 3968477"/>
                <a:gd name="csX4" fmla="*/ 4453975 w 4453975"/>
                <a:gd name="csY4" fmla="*/ 1536346 h 3968477"/>
                <a:gd name="csX5" fmla="*/ 2650514 w 4453975"/>
                <a:gd name="csY5" fmla="*/ 2350264 h 3968477"/>
                <a:gd name="csX6" fmla="*/ 9640 w 4453975"/>
                <a:gd name="csY6" fmla="*/ 3952971 h 3968477"/>
                <a:gd name="csX0" fmla="*/ 9640 w 4517542"/>
                <a:gd name="csY0" fmla="*/ 4153948 h 4169453"/>
                <a:gd name="csX1" fmla="*/ 1766016 w 4517542"/>
                <a:gd name="csY1" fmla="*/ 1754082 h 4169453"/>
                <a:gd name="csX2" fmla="*/ 2601034 w 4517542"/>
                <a:gd name="csY2" fmla="*/ 201603 h 4169453"/>
                <a:gd name="csX3" fmla="*/ 4390442 w 4517542"/>
                <a:gd name="csY3" fmla="*/ 186529 h 4169453"/>
                <a:gd name="csX4" fmla="*/ 4453975 w 4517542"/>
                <a:gd name="csY4" fmla="*/ 1737323 h 4169453"/>
                <a:gd name="csX5" fmla="*/ 2650514 w 4517542"/>
                <a:gd name="csY5" fmla="*/ 2551241 h 4169453"/>
                <a:gd name="csX6" fmla="*/ 9640 w 4517542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719798"/>
                <a:gd name="csY0" fmla="*/ 4153948 h 4169453"/>
                <a:gd name="csX1" fmla="*/ 1766016 w 4719798"/>
                <a:gd name="csY1" fmla="*/ 1754082 h 4169453"/>
                <a:gd name="csX2" fmla="*/ 2601034 w 4719798"/>
                <a:gd name="csY2" fmla="*/ 201603 h 4169453"/>
                <a:gd name="csX3" fmla="*/ 4390442 w 4719798"/>
                <a:gd name="csY3" fmla="*/ 186529 h 4169453"/>
                <a:gd name="csX4" fmla="*/ 4453975 w 4719798"/>
                <a:gd name="csY4" fmla="*/ 1737323 h 4169453"/>
                <a:gd name="csX5" fmla="*/ 2650514 w 4719798"/>
                <a:gd name="csY5" fmla="*/ 2551241 h 4169453"/>
                <a:gd name="csX6" fmla="*/ 9640 w 4719798"/>
                <a:gd name="csY6" fmla="*/ 4153948 h 4169453"/>
                <a:gd name="csX0" fmla="*/ 9640 w 4684091"/>
                <a:gd name="csY0" fmla="*/ 4153948 h 4169453"/>
                <a:gd name="csX1" fmla="*/ 1766016 w 4684091"/>
                <a:gd name="csY1" fmla="*/ 1754082 h 4169453"/>
                <a:gd name="csX2" fmla="*/ 2601034 w 4684091"/>
                <a:gd name="csY2" fmla="*/ 201603 h 4169453"/>
                <a:gd name="csX3" fmla="*/ 4390442 w 4684091"/>
                <a:gd name="csY3" fmla="*/ 186529 h 4169453"/>
                <a:gd name="csX4" fmla="*/ 4453975 w 4684091"/>
                <a:gd name="csY4" fmla="*/ 1737323 h 4169453"/>
                <a:gd name="csX5" fmla="*/ 2650514 w 4684091"/>
                <a:gd name="csY5" fmla="*/ 2551241 h 4169453"/>
                <a:gd name="csX6" fmla="*/ 9640 w 4684091"/>
                <a:gd name="csY6" fmla="*/ 4153948 h 4169453"/>
                <a:gd name="csX0" fmla="*/ 9640 w 4747938"/>
                <a:gd name="csY0" fmla="*/ 4153948 h 4169453"/>
                <a:gd name="csX1" fmla="*/ 1766016 w 4747938"/>
                <a:gd name="csY1" fmla="*/ 1754082 h 4169453"/>
                <a:gd name="csX2" fmla="*/ 2601034 w 4747938"/>
                <a:gd name="csY2" fmla="*/ 201603 h 4169453"/>
                <a:gd name="csX3" fmla="*/ 4390442 w 4747938"/>
                <a:gd name="csY3" fmla="*/ 186529 h 4169453"/>
                <a:gd name="csX4" fmla="*/ 4453975 w 4747938"/>
                <a:gd name="csY4" fmla="*/ 1737323 h 4169453"/>
                <a:gd name="csX5" fmla="*/ 2650514 w 4747938"/>
                <a:gd name="csY5" fmla="*/ 2551241 h 4169453"/>
                <a:gd name="csX6" fmla="*/ 9640 w 4747938"/>
                <a:gd name="csY6" fmla="*/ 4153948 h 4169453"/>
                <a:gd name="csX0" fmla="*/ 9640 w 4747938"/>
                <a:gd name="csY0" fmla="*/ 4205765 h 4221270"/>
                <a:gd name="csX1" fmla="*/ 1766016 w 4747938"/>
                <a:gd name="csY1" fmla="*/ 1805899 h 4221270"/>
                <a:gd name="csX2" fmla="*/ 2601034 w 4747938"/>
                <a:gd name="csY2" fmla="*/ 253420 h 4221270"/>
                <a:gd name="csX3" fmla="*/ 4390442 w 4747938"/>
                <a:gd name="csY3" fmla="*/ 238346 h 4221270"/>
                <a:gd name="csX4" fmla="*/ 4453975 w 4747938"/>
                <a:gd name="csY4" fmla="*/ 1789140 h 4221270"/>
                <a:gd name="csX5" fmla="*/ 2650514 w 4747938"/>
                <a:gd name="csY5" fmla="*/ 2603058 h 4221270"/>
                <a:gd name="csX6" fmla="*/ 9640 w 4747938"/>
                <a:gd name="csY6" fmla="*/ 4205765 h 4221270"/>
                <a:gd name="csX0" fmla="*/ 9640 w 4769359"/>
                <a:gd name="csY0" fmla="*/ 4189897 h 4205402"/>
                <a:gd name="csX1" fmla="*/ 1766016 w 4769359"/>
                <a:gd name="csY1" fmla="*/ 1790031 h 4205402"/>
                <a:gd name="csX2" fmla="*/ 2601034 w 4769359"/>
                <a:gd name="csY2" fmla="*/ 237552 h 4205402"/>
                <a:gd name="csX3" fmla="*/ 4446772 w 4769359"/>
                <a:gd name="csY3" fmla="*/ 163863 h 4205402"/>
                <a:gd name="csX4" fmla="*/ 4453975 w 4769359"/>
                <a:gd name="csY4" fmla="*/ 1773272 h 4205402"/>
                <a:gd name="csX5" fmla="*/ 2650514 w 4769359"/>
                <a:gd name="csY5" fmla="*/ 2587190 h 4205402"/>
                <a:gd name="csX6" fmla="*/ 9640 w 4769359"/>
                <a:gd name="csY6" fmla="*/ 4189897 h 4205402"/>
                <a:gd name="csX0" fmla="*/ 9640 w 4747938"/>
                <a:gd name="csY0" fmla="*/ 4212142 h 4227647"/>
                <a:gd name="csX1" fmla="*/ 1766016 w 4747938"/>
                <a:gd name="csY1" fmla="*/ 1812276 h 4227647"/>
                <a:gd name="csX2" fmla="*/ 2601034 w 4747938"/>
                <a:gd name="csY2" fmla="*/ 259797 h 4227647"/>
                <a:gd name="csX3" fmla="*/ 4390441 w 4747938"/>
                <a:gd name="csY3" fmla="*/ 152614 h 4227647"/>
                <a:gd name="csX4" fmla="*/ 4453975 w 4747938"/>
                <a:gd name="csY4" fmla="*/ 1795517 h 4227647"/>
                <a:gd name="csX5" fmla="*/ 2650514 w 4747938"/>
                <a:gd name="csY5" fmla="*/ 2609435 h 4227647"/>
                <a:gd name="csX6" fmla="*/ 9640 w 4747938"/>
                <a:gd name="csY6" fmla="*/ 4212142 h 4227647"/>
                <a:gd name="csX0" fmla="*/ 8567 w 4746865"/>
                <a:gd name="csY0" fmla="*/ 4212143 h 4219435"/>
                <a:gd name="csX1" fmla="*/ 1745271 w 4746865"/>
                <a:gd name="csY1" fmla="*/ 1812279 h 4219435"/>
                <a:gd name="csX2" fmla="*/ 2599961 w 4746865"/>
                <a:gd name="csY2" fmla="*/ 259798 h 4219435"/>
                <a:gd name="csX3" fmla="*/ 4389368 w 4746865"/>
                <a:gd name="csY3" fmla="*/ 152615 h 4219435"/>
                <a:gd name="csX4" fmla="*/ 4452902 w 4746865"/>
                <a:gd name="csY4" fmla="*/ 1795518 h 4219435"/>
                <a:gd name="csX5" fmla="*/ 2649441 w 4746865"/>
                <a:gd name="csY5" fmla="*/ 2609436 h 4219435"/>
                <a:gd name="csX6" fmla="*/ 8567 w 4746865"/>
                <a:gd name="csY6" fmla="*/ 4212143 h 4219435"/>
                <a:gd name="csX0" fmla="*/ 8451 w 4746749"/>
                <a:gd name="csY0" fmla="*/ 4212143 h 4219813"/>
                <a:gd name="csX1" fmla="*/ 1745155 w 4746749"/>
                <a:gd name="csY1" fmla="*/ 1812279 h 4219813"/>
                <a:gd name="csX2" fmla="*/ 2599845 w 4746749"/>
                <a:gd name="csY2" fmla="*/ 259798 h 4219813"/>
                <a:gd name="csX3" fmla="*/ 4389252 w 4746749"/>
                <a:gd name="csY3" fmla="*/ 152615 h 4219813"/>
                <a:gd name="csX4" fmla="*/ 4452786 w 4746749"/>
                <a:gd name="csY4" fmla="*/ 1795518 h 4219813"/>
                <a:gd name="csX5" fmla="*/ 2642769 w 4746749"/>
                <a:gd name="csY5" fmla="*/ 2626986 h 4219813"/>
                <a:gd name="csX6" fmla="*/ 8451 w 4746749"/>
                <a:gd name="csY6" fmla="*/ 4212143 h 4219813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594 w 4746892"/>
                <a:gd name="csY0" fmla="*/ 4213311 h 4220527"/>
                <a:gd name="csX1" fmla="*/ 1738740 w 4746892"/>
                <a:gd name="csY1" fmla="*/ 1836843 h 4220527"/>
                <a:gd name="csX2" fmla="*/ 2599988 w 4746892"/>
                <a:gd name="csY2" fmla="*/ 260966 h 4220527"/>
                <a:gd name="csX3" fmla="*/ 4389395 w 4746892"/>
                <a:gd name="csY3" fmla="*/ 153783 h 4220527"/>
                <a:gd name="csX4" fmla="*/ 4452929 w 4746892"/>
                <a:gd name="csY4" fmla="*/ 1796686 h 4220527"/>
                <a:gd name="csX5" fmla="*/ 2642912 w 4746892"/>
                <a:gd name="csY5" fmla="*/ 2628154 h 4220527"/>
                <a:gd name="csX6" fmla="*/ 8594 w 4746892"/>
                <a:gd name="csY6" fmla="*/ 4213311 h 4220527"/>
                <a:gd name="csX0" fmla="*/ 8594 w 4693867"/>
                <a:gd name="csY0" fmla="*/ 4136922 h 4144138"/>
                <a:gd name="csX1" fmla="*/ 1738740 w 4693867"/>
                <a:gd name="csY1" fmla="*/ 1760454 h 4144138"/>
                <a:gd name="csX2" fmla="*/ 2599988 w 4693867"/>
                <a:gd name="csY2" fmla="*/ 184577 h 4144138"/>
                <a:gd name="csX3" fmla="*/ 4389395 w 4693867"/>
                <a:gd name="csY3" fmla="*/ 77394 h 4144138"/>
                <a:gd name="csX4" fmla="*/ 4452929 w 4693867"/>
                <a:gd name="csY4" fmla="*/ 1720297 h 4144138"/>
                <a:gd name="csX5" fmla="*/ 2642912 w 4693867"/>
                <a:gd name="csY5" fmla="*/ 2551765 h 4144138"/>
                <a:gd name="csX6" fmla="*/ 8594 w 4693867"/>
                <a:gd name="csY6" fmla="*/ 4136922 h 4144138"/>
                <a:gd name="csX0" fmla="*/ 8594 w 4699247"/>
                <a:gd name="csY0" fmla="*/ 4098901 h 4106117"/>
                <a:gd name="csX1" fmla="*/ 1738740 w 4699247"/>
                <a:gd name="csY1" fmla="*/ 1722433 h 4106117"/>
                <a:gd name="csX2" fmla="*/ 2599988 w 4699247"/>
                <a:gd name="csY2" fmla="*/ 146556 h 4106117"/>
                <a:gd name="csX3" fmla="*/ 4409070 w 4699247"/>
                <a:gd name="csY3" fmla="*/ 115412 h 4106117"/>
                <a:gd name="csX4" fmla="*/ 4452929 w 4699247"/>
                <a:gd name="csY4" fmla="*/ 1682276 h 4106117"/>
                <a:gd name="csX5" fmla="*/ 2642912 w 4699247"/>
                <a:gd name="csY5" fmla="*/ 2513744 h 4106117"/>
                <a:gd name="csX6" fmla="*/ 8594 w 4699247"/>
                <a:gd name="csY6" fmla="*/ 4098901 h 4106117"/>
                <a:gd name="csX0" fmla="*/ 8594 w 4703971"/>
                <a:gd name="csY0" fmla="*/ 4107920 h 4115136"/>
                <a:gd name="csX1" fmla="*/ 1738740 w 4703971"/>
                <a:gd name="csY1" fmla="*/ 1731452 h 4115136"/>
                <a:gd name="csX2" fmla="*/ 2599988 w 4703971"/>
                <a:gd name="csY2" fmla="*/ 155575 h 4115136"/>
                <a:gd name="csX3" fmla="*/ 4409070 w 4703971"/>
                <a:gd name="csY3" fmla="*/ 124431 h 4115136"/>
                <a:gd name="csX4" fmla="*/ 4452929 w 4703971"/>
                <a:gd name="csY4" fmla="*/ 1691295 h 4115136"/>
                <a:gd name="csX5" fmla="*/ 2642912 w 4703971"/>
                <a:gd name="csY5" fmla="*/ 2522763 h 4115136"/>
                <a:gd name="csX6" fmla="*/ 8594 w 4703971"/>
                <a:gd name="csY6" fmla="*/ 4107920 h 4115136"/>
                <a:gd name="csX0" fmla="*/ 8594 w 4703971"/>
                <a:gd name="csY0" fmla="*/ 4195888 h 4203104"/>
                <a:gd name="csX1" fmla="*/ 1738740 w 4703971"/>
                <a:gd name="csY1" fmla="*/ 1819420 h 4203104"/>
                <a:gd name="csX2" fmla="*/ 2599988 w 4703971"/>
                <a:gd name="csY2" fmla="*/ 243543 h 4203104"/>
                <a:gd name="csX3" fmla="*/ 4409070 w 4703971"/>
                <a:gd name="csY3" fmla="*/ 212399 h 4203104"/>
                <a:gd name="csX4" fmla="*/ 4452929 w 4703971"/>
                <a:gd name="csY4" fmla="*/ 1779263 h 4203104"/>
                <a:gd name="csX5" fmla="*/ 2642912 w 4703971"/>
                <a:gd name="csY5" fmla="*/ 2610731 h 4203104"/>
                <a:gd name="csX6" fmla="*/ 8594 w 4703971"/>
                <a:gd name="csY6" fmla="*/ 4195888 h 4203104"/>
                <a:gd name="csX0" fmla="*/ 8594 w 4703971"/>
                <a:gd name="csY0" fmla="*/ 4213778 h 4220994"/>
                <a:gd name="csX1" fmla="*/ 1738740 w 4703971"/>
                <a:gd name="csY1" fmla="*/ 1837310 h 4220994"/>
                <a:gd name="csX2" fmla="*/ 2599988 w 4703971"/>
                <a:gd name="csY2" fmla="*/ 261433 h 4220994"/>
                <a:gd name="csX3" fmla="*/ 4409070 w 4703971"/>
                <a:gd name="csY3" fmla="*/ 230289 h 4220994"/>
                <a:gd name="csX4" fmla="*/ 4452929 w 4703971"/>
                <a:gd name="csY4" fmla="*/ 1797153 h 4220994"/>
                <a:gd name="csX5" fmla="*/ 2642912 w 4703971"/>
                <a:gd name="csY5" fmla="*/ 2628621 h 4220994"/>
                <a:gd name="csX6" fmla="*/ 8594 w 4703971"/>
                <a:gd name="csY6" fmla="*/ 4213778 h 4220994"/>
                <a:gd name="csX0" fmla="*/ 8594 w 4855548"/>
                <a:gd name="csY0" fmla="*/ 4390510 h 4397726"/>
                <a:gd name="csX1" fmla="*/ 1738740 w 4855548"/>
                <a:gd name="csY1" fmla="*/ 2014042 h 4397726"/>
                <a:gd name="csX2" fmla="*/ 2599988 w 4855548"/>
                <a:gd name="csY2" fmla="*/ 438165 h 4397726"/>
                <a:gd name="csX3" fmla="*/ 4756647 w 4855548"/>
                <a:gd name="csY3" fmla="*/ 26825 h 4397726"/>
                <a:gd name="csX4" fmla="*/ 4452929 w 4855548"/>
                <a:gd name="csY4" fmla="*/ 1973885 h 4397726"/>
                <a:gd name="csX5" fmla="*/ 2642912 w 4855548"/>
                <a:gd name="csY5" fmla="*/ 2805353 h 4397726"/>
                <a:gd name="csX6" fmla="*/ 8594 w 4855548"/>
                <a:gd name="csY6" fmla="*/ 4390510 h 4397726"/>
                <a:gd name="csX0" fmla="*/ 8594 w 5018748"/>
                <a:gd name="csY0" fmla="*/ 4545598 h 4552814"/>
                <a:gd name="csX1" fmla="*/ 1738740 w 5018748"/>
                <a:gd name="csY1" fmla="*/ 2169130 h 4552814"/>
                <a:gd name="csX2" fmla="*/ 2599988 w 5018748"/>
                <a:gd name="csY2" fmla="*/ 593253 h 4552814"/>
                <a:gd name="csX3" fmla="*/ 4973062 w 5018748"/>
                <a:gd name="csY3" fmla="*/ 18136 h 4552814"/>
                <a:gd name="csX4" fmla="*/ 4452929 w 5018748"/>
                <a:gd name="csY4" fmla="*/ 2128973 h 4552814"/>
                <a:gd name="csX5" fmla="*/ 2642912 w 5018748"/>
                <a:gd name="csY5" fmla="*/ 2960441 h 4552814"/>
                <a:gd name="csX6" fmla="*/ 8594 w 5018748"/>
                <a:gd name="csY6" fmla="*/ 4545598 h 4552814"/>
                <a:gd name="csX0" fmla="*/ 8594 w 5002691"/>
                <a:gd name="csY0" fmla="*/ 4537753 h 4544969"/>
                <a:gd name="csX1" fmla="*/ 1738740 w 5002691"/>
                <a:gd name="csY1" fmla="*/ 2161285 h 4544969"/>
                <a:gd name="csX2" fmla="*/ 2599988 w 5002691"/>
                <a:gd name="csY2" fmla="*/ 585408 h 4544969"/>
                <a:gd name="csX3" fmla="*/ 4973062 w 5002691"/>
                <a:gd name="csY3" fmla="*/ 10291 h 4544969"/>
                <a:gd name="csX4" fmla="*/ 4452929 w 5002691"/>
                <a:gd name="csY4" fmla="*/ 2121128 h 4544969"/>
                <a:gd name="csX5" fmla="*/ 2642912 w 5002691"/>
                <a:gd name="csY5" fmla="*/ 2952596 h 4544969"/>
                <a:gd name="csX6" fmla="*/ 8594 w 5002691"/>
                <a:gd name="csY6" fmla="*/ 4537753 h 4544969"/>
                <a:gd name="csX0" fmla="*/ 8594 w 4705059"/>
                <a:gd name="csY0" fmla="*/ 4122711 h 4129927"/>
                <a:gd name="csX1" fmla="*/ 1738740 w 4705059"/>
                <a:gd name="csY1" fmla="*/ 1746243 h 4129927"/>
                <a:gd name="csX2" fmla="*/ 2599988 w 4705059"/>
                <a:gd name="csY2" fmla="*/ 170366 h 4129927"/>
                <a:gd name="csX3" fmla="*/ 4446032 w 4705059"/>
                <a:gd name="csY3" fmla="*/ 89415 h 4129927"/>
                <a:gd name="csX4" fmla="*/ 4452929 w 4705059"/>
                <a:gd name="csY4" fmla="*/ 1706086 h 4129927"/>
                <a:gd name="csX5" fmla="*/ 2642912 w 4705059"/>
                <a:gd name="csY5" fmla="*/ 2537554 h 4129927"/>
                <a:gd name="csX6" fmla="*/ 8594 w 4705059"/>
                <a:gd name="csY6" fmla="*/ 4122711 h 4129927"/>
                <a:gd name="csX0" fmla="*/ 8594 w 4596663"/>
                <a:gd name="csY0" fmla="*/ 4215533 h 4224499"/>
                <a:gd name="csX1" fmla="*/ 1738740 w 4596663"/>
                <a:gd name="csY1" fmla="*/ 1839065 h 4224499"/>
                <a:gd name="csX2" fmla="*/ 2599988 w 4596663"/>
                <a:gd name="csY2" fmla="*/ 263188 h 4224499"/>
                <a:gd name="csX3" fmla="*/ 4446032 w 4596663"/>
                <a:gd name="csY3" fmla="*/ 182237 h 4224499"/>
                <a:gd name="csX4" fmla="*/ 4129398 w 4596663"/>
                <a:gd name="csY4" fmla="*/ 2079669 h 4224499"/>
                <a:gd name="csX5" fmla="*/ 2642912 w 4596663"/>
                <a:gd name="csY5" fmla="*/ 2630376 h 4224499"/>
                <a:gd name="csX6" fmla="*/ 8594 w 4596663"/>
                <a:gd name="csY6" fmla="*/ 4215533 h 4224499"/>
                <a:gd name="csX0" fmla="*/ 10635 w 4618520"/>
                <a:gd name="csY0" fmla="*/ 4140860 h 4149826"/>
                <a:gd name="csX1" fmla="*/ 1740781 w 4618520"/>
                <a:gd name="csY1" fmla="*/ 1764392 h 4149826"/>
                <a:gd name="csX2" fmla="*/ 2330962 w 4618520"/>
                <a:gd name="csY2" fmla="*/ 399085 h 4149826"/>
                <a:gd name="csX3" fmla="*/ 4448073 w 4618520"/>
                <a:gd name="csY3" fmla="*/ 107564 h 4149826"/>
                <a:gd name="csX4" fmla="*/ 4131439 w 4618520"/>
                <a:gd name="csY4" fmla="*/ 2004996 h 4149826"/>
                <a:gd name="csX5" fmla="*/ 2644953 w 4618520"/>
                <a:gd name="csY5" fmla="*/ 2555703 h 4149826"/>
                <a:gd name="csX6" fmla="*/ 10635 w 4618520"/>
                <a:gd name="csY6" fmla="*/ 4140860 h 4149826"/>
                <a:gd name="csX0" fmla="*/ 2473 w 4610358"/>
                <a:gd name="csY0" fmla="*/ 4148168 h 4152706"/>
                <a:gd name="csX1" fmla="*/ 2161081 w 4610358"/>
                <a:gd name="csY1" fmla="*/ 2013468 h 4152706"/>
                <a:gd name="csX2" fmla="*/ 2322800 w 4610358"/>
                <a:gd name="csY2" fmla="*/ 406393 h 4152706"/>
                <a:gd name="csX3" fmla="*/ 4439911 w 4610358"/>
                <a:gd name="csY3" fmla="*/ 114872 h 4152706"/>
                <a:gd name="csX4" fmla="*/ 4123277 w 4610358"/>
                <a:gd name="csY4" fmla="*/ 2012304 h 4152706"/>
                <a:gd name="csX5" fmla="*/ 2636791 w 4610358"/>
                <a:gd name="csY5" fmla="*/ 2563011 h 4152706"/>
                <a:gd name="csX6" fmla="*/ 2473 w 4610358"/>
                <a:gd name="csY6" fmla="*/ 4148168 h 4152706"/>
                <a:gd name="csX0" fmla="*/ 400 w 4608285"/>
                <a:gd name="csY0" fmla="*/ 4148168 h 4148397"/>
                <a:gd name="csX1" fmla="*/ 2159008 w 4608285"/>
                <a:gd name="csY1" fmla="*/ 2013468 h 4148397"/>
                <a:gd name="csX2" fmla="*/ 2320727 w 4608285"/>
                <a:gd name="csY2" fmla="*/ 406393 h 4148397"/>
                <a:gd name="csX3" fmla="*/ 4437838 w 4608285"/>
                <a:gd name="csY3" fmla="*/ 114872 h 4148397"/>
                <a:gd name="csX4" fmla="*/ 4121204 w 4608285"/>
                <a:gd name="csY4" fmla="*/ 2012304 h 4148397"/>
                <a:gd name="csX5" fmla="*/ 2346163 w 4608285"/>
                <a:gd name="csY5" fmla="*/ 2149669 h 4148397"/>
                <a:gd name="csX6" fmla="*/ 400 w 4608285"/>
                <a:gd name="csY6" fmla="*/ 4148168 h 4148397"/>
                <a:gd name="csX0" fmla="*/ 400 w 4547161"/>
                <a:gd name="csY0" fmla="*/ 4069645 h 4069874"/>
                <a:gd name="csX1" fmla="*/ 2159008 w 4547161"/>
                <a:gd name="csY1" fmla="*/ 1934945 h 4069874"/>
                <a:gd name="csX2" fmla="*/ 2320727 w 4547161"/>
                <a:gd name="csY2" fmla="*/ 327870 h 4069874"/>
                <a:gd name="csX3" fmla="*/ 4437838 w 4547161"/>
                <a:gd name="csY3" fmla="*/ 36349 h 4069874"/>
                <a:gd name="csX4" fmla="*/ 4121204 w 4547161"/>
                <a:gd name="csY4" fmla="*/ 1933781 h 4069874"/>
                <a:gd name="csX5" fmla="*/ 2346163 w 4547161"/>
                <a:gd name="csY5" fmla="*/ 2071146 h 4069874"/>
                <a:gd name="csX6" fmla="*/ 400 w 4547161"/>
                <a:gd name="csY6" fmla="*/ 4069645 h 4069874"/>
                <a:gd name="csX0" fmla="*/ 536 w 3991476"/>
                <a:gd name="csY0" fmla="*/ 3539321 h 3539632"/>
                <a:gd name="csX1" fmla="*/ 1603323 w 3991476"/>
                <a:gd name="csY1" fmla="*/ 1934945 h 3539632"/>
                <a:gd name="csX2" fmla="*/ 1765042 w 3991476"/>
                <a:gd name="csY2" fmla="*/ 327870 h 3539632"/>
                <a:gd name="csX3" fmla="*/ 3882153 w 3991476"/>
                <a:gd name="csY3" fmla="*/ 36349 h 3539632"/>
                <a:gd name="csX4" fmla="*/ 3565519 w 3991476"/>
                <a:gd name="csY4" fmla="*/ 1933781 h 3539632"/>
                <a:gd name="csX5" fmla="*/ 1790478 w 3991476"/>
                <a:gd name="csY5" fmla="*/ 2071146 h 3539632"/>
                <a:gd name="csX6" fmla="*/ 536 w 3991476"/>
                <a:gd name="csY6" fmla="*/ 3539321 h 3539632"/>
                <a:gd name="csX0" fmla="*/ 527 w 4017318"/>
                <a:gd name="csY0" fmla="*/ 3573908 h 3574212"/>
                <a:gd name="csX1" fmla="*/ 1629165 w 4017318"/>
                <a:gd name="csY1" fmla="*/ 1934945 h 3574212"/>
                <a:gd name="csX2" fmla="*/ 1790884 w 4017318"/>
                <a:gd name="csY2" fmla="*/ 327870 h 3574212"/>
                <a:gd name="csX3" fmla="*/ 3907995 w 4017318"/>
                <a:gd name="csY3" fmla="*/ 36349 h 3574212"/>
                <a:gd name="csX4" fmla="*/ 3591361 w 4017318"/>
                <a:gd name="csY4" fmla="*/ 1933781 h 3574212"/>
                <a:gd name="csX5" fmla="*/ 1816320 w 4017318"/>
                <a:gd name="csY5" fmla="*/ 2071146 h 3574212"/>
                <a:gd name="csX6" fmla="*/ 527 w 4017318"/>
                <a:gd name="csY6" fmla="*/ 3573908 h 3574212"/>
                <a:gd name="csX0" fmla="*/ 3641 w 4020432"/>
                <a:gd name="csY0" fmla="*/ 3573908 h 3577567"/>
                <a:gd name="csX1" fmla="*/ 1632279 w 4020432"/>
                <a:gd name="csY1" fmla="*/ 1934945 h 3577567"/>
                <a:gd name="csX2" fmla="*/ 1793998 w 4020432"/>
                <a:gd name="csY2" fmla="*/ 327870 h 3577567"/>
                <a:gd name="csX3" fmla="*/ 3911109 w 4020432"/>
                <a:gd name="csY3" fmla="*/ 36349 h 3577567"/>
                <a:gd name="csX4" fmla="*/ 3594475 w 4020432"/>
                <a:gd name="csY4" fmla="*/ 1933781 h 3577567"/>
                <a:gd name="csX5" fmla="*/ 1819434 w 4020432"/>
                <a:gd name="csY5" fmla="*/ 2071146 h 3577567"/>
                <a:gd name="csX6" fmla="*/ 3641 w 4020432"/>
                <a:gd name="csY6" fmla="*/ 3573908 h 3577567"/>
                <a:gd name="csX0" fmla="*/ 11923 w 4028714"/>
                <a:gd name="csY0" fmla="*/ 3573908 h 3583559"/>
                <a:gd name="csX1" fmla="*/ 1640561 w 4028714"/>
                <a:gd name="csY1" fmla="*/ 1934945 h 3583559"/>
                <a:gd name="csX2" fmla="*/ 1802280 w 4028714"/>
                <a:gd name="csY2" fmla="*/ 327870 h 3583559"/>
                <a:gd name="csX3" fmla="*/ 3919391 w 4028714"/>
                <a:gd name="csY3" fmla="*/ 36349 h 3583559"/>
                <a:gd name="csX4" fmla="*/ 3602757 w 4028714"/>
                <a:gd name="csY4" fmla="*/ 1933781 h 3583559"/>
                <a:gd name="csX5" fmla="*/ 1827716 w 4028714"/>
                <a:gd name="csY5" fmla="*/ 2071146 h 3583559"/>
                <a:gd name="csX6" fmla="*/ 11923 w 4028714"/>
                <a:gd name="csY6" fmla="*/ 3573908 h 3583559"/>
                <a:gd name="csX0" fmla="*/ 1130 w 4017921"/>
                <a:gd name="csY0" fmla="*/ 3573908 h 3577714"/>
                <a:gd name="csX1" fmla="*/ 1629768 w 4017921"/>
                <a:gd name="csY1" fmla="*/ 1934945 h 3577714"/>
                <a:gd name="csX2" fmla="*/ 1791487 w 4017921"/>
                <a:gd name="csY2" fmla="*/ 327870 h 3577714"/>
                <a:gd name="csX3" fmla="*/ 3908598 w 4017921"/>
                <a:gd name="csY3" fmla="*/ 36349 h 3577714"/>
                <a:gd name="csX4" fmla="*/ 3591964 w 4017921"/>
                <a:gd name="csY4" fmla="*/ 1933781 h 3577714"/>
                <a:gd name="csX5" fmla="*/ 1906115 w 4017921"/>
                <a:gd name="csY5" fmla="*/ 2373434 h 3577714"/>
                <a:gd name="csX6" fmla="*/ 1130 w 4017921"/>
                <a:gd name="csY6" fmla="*/ 3573908 h 3577714"/>
                <a:gd name="csX0" fmla="*/ 434 w 4017225"/>
                <a:gd name="csY0" fmla="*/ 3573908 h 3574428"/>
                <a:gd name="csX1" fmla="*/ 1629072 w 4017225"/>
                <a:gd name="csY1" fmla="*/ 1934945 h 3574428"/>
                <a:gd name="csX2" fmla="*/ 1790791 w 4017225"/>
                <a:gd name="csY2" fmla="*/ 327870 h 3574428"/>
                <a:gd name="csX3" fmla="*/ 3907902 w 4017225"/>
                <a:gd name="csY3" fmla="*/ 36349 h 3574428"/>
                <a:gd name="csX4" fmla="*/ 3591268 w 4017225"/>
                <a:gd name="csY4" fmla="*/ 1933781 h 3574428"/>
                <a:gd name="csX5" fmla="*/ 1798394 w 4017225"/>
                <a:gd name="csY5" fmla="*/ 2110926 h 3574428"/>
                <a:gd name="csX6" fmla="*/ 434 w 4017225"/>
                <a:gd name="csY6" fmla="*/ 3573908 h 3574428"/>
                <a:gd name="csX0" fmla="*/ 434 w 4017225"/>
                <a:gd name="csY0" fmla="*/ 3573908 h 3574310"/>
                <a:gd name="csX1" fmla="*/ 1629072 w 4017225"/>
                <a:gd name="csY1" fmla="*/ 1934945 h 3574310"/>
                <a:gd name="csX2" fmla="*/ 1790791 w 4017225"/>
                <a:gd name="csY2" fmla="*/ 327870 h 3574310"/>
                <a:gd name="csX3" fmla="*/ 3907902 w 4017225"/>
                <a:gd name="csY3" fmla="*/ 36349 h 3574310"/>
                <a:gd name="csX4" fmla="*/ 3591268 w 4017225"/>
                <a:gd name="csY4" fmla="*/ 1933781 h 3574310"/>
                <a:gd name="csX5" fmla="*/ 1798394 w 4017225"/>
                <a:gd name="csY5" fmla="*/ 2110926 h 3574310"/>
                <a:gd name="csX6" fmla="*/ 434 w 4017225"/>
                <a:gd name="csY6" fmla="*/ 3573908 h 3574310"/>
                <a:gd name="csX0" fmla="*/ 434 w 4017225"/>
                <a:gd name="csY0" fmla="*/ 3573908 h 3576627"/>
                <a:gd name="csX1" fmla="*/ 1629072 w 4017225"/>
                <a:gd name="csY1" fmla="*/ 1934945 h 3576627"/>
                <a:gd name="csX2" fmla="*/ 1790791 w 4017225"/>
                <a:gd name="csY2" fmla="*/ 327870 h 3576627"/>
                <a:gd name="csX3" fmla="*/ 3907902 w 4017225"/>
                <a:gd name="csY3" fmla="*/ 36349 h 3576627"/>
                <a:gd name="csX4" fmla="*/ 3591268 w 4017225"/>
                <a:gd name="csY4" fmla="*/ 1933781 h 3576627"/>
                <a:gd name="csX5" fmla="*/ 1798395 w 4017225"/>
                <a:gd name="csY5" fmla="*/ 2365482 h 3576627"/>
                <a:gd name="csX6" fmla="*/ 434 w 4017225"/>
                <a:gd name="csY6" fmla="*/ 3573908 h 3576627"/>
                <a:gd name="csX0" fmla="*/ 434 w 4017225"/>
                <a:gd name="csY0" fmla="*/ 3573908 h 3576355"/>
                <a:gd name="csX1" fmla="*/ 1629072 w 4017225"/>
                <a:gd name="csY1" fmla="*/ 1934945 h 3576355"/>
                <a:gd name="csX2" fmla="*/ 1790791 w 4017225"/>
                <a:gd name="csY2" fmla="*/ 327870 h 3576355"/>
                <a:gd name="csX3" fmla="*/ 3907902 w 4017225"/>
                <a:gd name="csY3" fmla="*/ 36349 h 3576355"/>
                <a:gd name="csX4" fmla="*/ 3591268 w 4017225"/>
                <a:gd name="csY4" fmla="*/ 1933781 h 3576355"/>
                <a:gd name="csX5" fmla="*/ 1798395 w 4017225"/>
                <a:gd name="csY5" fmla="*/ 2365482 h 3576355"/>
                <a:gd name="csX6" fmla="*/ 434 w 4017225"/>
                <a:gd name="csY6" fmla="*/ 3573908 h 3576355"/>
                <a:gd name="csX0" fmla="*/ 434 w 4017225"/>
                <a:gd name="csY0" fmla="*/ 3573908 h 3583502"/>
                <a:gd name="csX1" fmla="*/ 1629072 w 4017225"/>
                <a:gd name="csY1" fmla="*/ 1934945 h 3583502"/>
                <a:gd name="csX2" fmla="*/ 1790791 w 4017225"/>
                <a:gd name="csY2" fmla="*/ 327870 h 3583502"/>
                <a:gd name="csX3" fmla="*/ 3907902 w 4017225"/>
                <a:gd name="csY3" fmla="*/ 36349 h 3583502"/>
                <a:gd name="csX4" fmla="*/ 3591268 w 4017225"/>
                <a:gd name="csY4" fmla="*/ 1933781 h 3583502"/>
                <a:gd name="csX5" fmla="*/ 1798396 w 4017225"/>
                <a:gd name="csY5" fmla="*/ 2715497 h 3583502"/>
                <a:gd name="csX6" fmla="*/ 434 w 4017225"/>
                <a:gd name="csY6" fmla="*/ 3573908 h 3583502"/>
                <a:gd name="csX0" fmla="*/ 20204 w 4036995"/>
                <a:gd name="csY0" fmla="*/ 3574326 h 3583563"/>
                <a:gd name="csX1" fmla="*/ 908564 w 4036995"/>
                <a:gd name="csY1" fmla="*/ 1951275 h 3583563"/>
                <a:gd name="csX2" fmla="*/ 1810561 w 4036995"/>
                <a:gd name="csY2" fmla="*/ 328288 h 3583563"/>
                <a:gd name="csX3" fmla="*/ 3927672 w 4036995"/>
                <a:gd name="csY3" fmla="*/ 36767 h 3583563"/>
                <a:gd name="csX4" fmla="*/ 3611038 w 4036995"/>
                <a:gd name="csY4" fmla="*/ 1934199 h 3583563"/>
                <a:gd name="csX5" fmla="*/ 1818166 w 4036995"/>
                <a:gd name="csY5" fmla="*/ 2715915 h 3583563"/>
                <a:gd name="csX6" fmla="*/ 20204 w 4036995"/>
                <a:gd name="csY6" fmla="*/ 3574326 h 3583563"/>
                <a:gd name="csX0" fmla="*/ 12549 w 4029340"/>
                <a:gd name="csY0" fmla="*/ 3574326 h 3583563"/>
                <a:gd name="csX1" fmla="*/ 900909 w 4029340"/>
                <a:gd name="csY1" fmla="*/ 1951275 h 3583563"/>
                <a:gd name="csX2" fmla="*/ 1802906 w 4029340"/>
                <a:gd name="csY2" fmla="*/ 328288 h 3583563"/>
                <a:gd name="csX3" fmla="*/ 3920017 w 4029340"/>
                <a:gd name="csY3" fmla="*/ 36767 h 3583563"/>
                <a:gd name="csX4" fmla="*/ 3603383 w 4029340"/>
                <a:gd name="csY4" fmla="*/ 1934199 h 3583563"/>
                <a:gd name="csX5" fmla="*/ 1810511 w 4029340"/>
                <a:gd name="csY5" fmla="*/ 2715915 h 3583563"/>
                <a:gd name="csX6" fmla="*/ 12549 w 4029340"/>
                <a:gd name="csY6" fmla="*/ 3574326 h 3583563"/>
                <a:gd name="csX0" fmla="*/ 2018 w 4018809"/>
                <a:gd name="csY0" fmla="*/ 3573908 h 3583502"/>
                <a:gd name="csX1" fmla="*/ 1389840 w 4018809"/>
                <a:gd name="csY1" fmla="*/ 1934947 h 3583502"/>
                <a:gd name="csX2" fmla="*/ 1792375 w 4018809"/>
                <a:gd name="csY2" fmla="*/ 327870 h 3583502"/>
                <a:gd name="csX3" fmla="*/ 3909486 w 4018809"/>
                <a:gd name="csY3" fmla="*/ 36349 h 3583502"/>
                <a:gd name="csX4" fmla="*/ 3592852 w 4018809"/>
                <a:gd name="csY4" fmla="*/ 1933781 h 3583502"/>
                <a:gd name="csX5" fmla="*/ 1799980 w 4018809"/>
                <a:gd name="csY5" fmla="*/ 2715497 h 3583502"/>
                <a:gd name="csX6" fmla="*/ 2018 w 4018809"/>
                <a:gd name="csY6" fmla="*/ 3573908 h 3583502"/>
                <a:gd name="csX0" fmla="*/ 2018 w 4018809"/>
                <a:gd name="csY0" fmla="*/ 3573908 h 3575401"/>
                <a:gd name="csX1" fmla="*/ 1389840 w 4018809"/>
                <a:gd name="csY1" fmla="*/ 1934947 h 3575401"/>
                <a:gd name="csX2" fmla="*/ 1792375 w 4018809"/>
                <a:gd name="csY2" fmla="*/ 327870 h 3575401"/>
                <a:gd name="csX3" fmla="*/ 3909486 w 4018809"/>
                <a:gd name="csY3" fmla="*/ 36349 h 3575401"/>
                <a:gd name="csX4" fmla="*/ 3592852 w 4018809"/>
                <a:gd name="csY4" fmla="*/ 1933781 h 3575401"/>
                <a:gd name="csX5" fmla="*/ 1799983 w 4018809"/>
                <a:gd name="csY5" fmla="*/ 2277981 h 3575401"/>
                <a:gd name="csX6" fmla="*/ 2018 w 4018809"/>
                <a:gd name="csY6" fmla="*/ 3573908 h 3575401"/>
                <a:gd name="csX0" fmla="*/ 2279 w 4019070"/>
                <a:gd name="csY0" fmla="*/ 3573908 h 3576883"/>
                <a:gd name="csX1" fmla="*/ 1390101 w 4019070"/>
                <a:gd name="csY1" fmla="*/ 1934947 h 3576883"/>
                <a:gd name="csX2" fmla="*/ 1792636 w 4019070"/>
                <a:gd name="csY2" fmla="*/ 327870 h 3576883"/>
                <a:gd name="csX3" fmla="*/ 3909747 w 4019070"/>
                <a:gd name="csY3" fmla="*/ 36349 h 3576883"/>
                <a:gd name="csX4" fmla="*/ 3593113 w 4019070"/>
                <a:gd name="csY4" fmla="*/ 1933781 h 3576883"/>
                <a:gd name="csX5" fmla="*/ 1827004 w 4019070"/>
                <a:gd name="csY5" fmla="*/ 2405261 h 3576883"/>
                <a:gd name="csX6" fmla="*/ 2279 w 4019070"/>
                <a:gd name="csY6" fmla="*/ 3573908 h 3576883"/>
                <a:gd name="csX0" fmla="*/ 3304 w 4020095"/>
                <a:gd name="csY0" fmla="*/ 3573700 h 3576772"/>
                <a:gd name="csX1" fmla="*/ 1310858 w 4020095"/>
                <a:gd name="csY1" fmla="*/ 1926786 h 3576772"/>
                <a:gd name="csX2" fmla="*/ 1793661 w 4020095"/>
                <a:gd name="csY2" fmla="*/ 327662 h 3576772"/>
                <a:gd name="csX3" fmla="*/ 3910772 w 4020095"/>
                <a:gd name="csY3" fmla="*/ 36141 h 3576772"/>
                <a:gd name="csX4" fmla="*/ 3594138 w 4020095"/>
                <a:gd name="csY4" fmla="*/ 1933573 h 3576772"/>
                <a:gd name="csX5" fmla="*/ 1828029 w 4020095"/>
                <a:gd name="csY5" fmla="*/ 2405053 h 3576772"/>
                <a:gd name="csX6" fmla="*/ 3304 w 4020095"/>
                <a:gd name="csY6" fmla="*/ 3573700 h 3576772"/>
                <a:gd name="csX0" fmla="*/ 3254 w 4020045"/>
                <a:gd name="csY0" fmla="*/ 3573700 h 3576772"/>
                <a:gd name="csX1" fmla="*/ 1310808 w 4020045"/>
                <a:gd name="csY1" fmla="*/ 1926786 h 3576772"/>
                <a:gd name="csX2" fmla="*/ 1793611 w 4020045"/>
                <a:gd name="csY2" fmla="*/ 327662 h 3576772"/>
                <a:gd name="csX3" fmla="*/ 3910722 w 4020045"/>
                <a:gd name="csY3" fmla="*/ 36141 h 3576772"/>
                <a:gd name="csX4" fmla="*/ 3594088 w 4020045"/>
                <a:gd name="csY4" fmla="*/ 1933573 h 3576772"/>
                <a:gd name="csX5" fmla="*/ 1827979 w 4020045"/>
                <a:gd name="csY5" fmla="*/ 2405053 h 3576772"/>
                <a:gd name="csX6" fmla="*/ 3254 w 4020045"/>
                <a:gd name="csY6" fmla="*/ 3573700 h 35767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020045" h="3576772">
                  <a:moveTo>
                    <a:pt x="3254" y="3573700"/>
                  </a:moveTo>
                  <a:cubicBezTo>
                    <a:pt x="-82941" y="3493989"/>
                    <a:pt x="1574310" y="2340515"/>
                    <a:pt x="1310808" y="1926786"/>
                  </a:cubicBezTo>
                  <a:cubicBezTo>
                    <a:pt x="1047306" y="1513057"/>
                    <a:pt x="1360292" y="642769"/>
                    <a:pt x="1793611" y="327662"/>
                  </a:cubicBezTo>
                  <a:cubicBezTo>
                    <a:pt x="2226930" y="12555"/>
                    <a:pt x="3750548" y="-52136"/>
                    <a:pt x="3910722" y="36141"/>
                  </a:cubicBezTo>
                  <a:cubicBezTo>
                    <a:pt x="4070896" y="124418"/>
                    <a:pt x="4120351" y="1358027"/>
                    <a:pt x="3594088" y="1933573"/>
                  </a:cubicBezTo>
                  <a:cubicBezTo>
                    <a:pt x="3171099" y="2391895"/>
                    <a:pt x="2301583" y="2656718"/>
                    <a:pt x="1827979" y="2405053"/>
                  </a:cubicBezTo>
                  <a:cubicBezTo>
                    <a:pt x="1354375" y="2153388"/>
                    <a:pt x="89449" y="3653411"/>
                    <a:pt x="3254" y="3573700"/>
                  </a:cubicBezTo>
                  <a:close/>
                </a:path>
              </a:pathLst>
            </a:custGeom>
            <a:noFill/>
            <a:ln>
              <a:solidFill>
                <a:srgbClr val="0C26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0" name="Freeform 1019">
              <a:extLst>
                <a:ext uri="{FF2B5EF4-FFF2-40B4-BE49-F238E27FC236}">
                  <a16:creationId xmlns:a16="http://schemas.microsoft.com/office/drawing/2014/main" id="{6C524A56-8879-C9CE-CC27-DB83D77DAC27}"/>
                </a:ext>
              </a:extLst>
            </p:cNvPr>
            <p:cNvSpPr/>
            <p:nvPr userDrawn="1"/>
          </p:nvSpPr>
          <p:spPr>
            <a:xfrm rot="16200000">
              <a:off x="6199874" y="1243468"/>
              <a:ext cx="2615869" cy="2682270"/>
            </a:xfrm>
            <a:custGeom>
              <a:avLst/>
              <a:gdLst>
                <a:gd name="csX0" fmla="*/ 1893 w 3484511"/>
                <a:gd name="csY0" fmla="*/ 3509215 h 3511799"/>
                <a:gd name="csX1" fmla="*/ 1514170 w 3484511"/>
                <a:gd name="csY1" fmla="*/ 1703861 h 3511799"/>
                <a:gd name="csX2" fmla="*/ 2029985 w 3484511"/>
                <a:gd name="csY2" fmla="*/ 226753 h 3511799"/>
                <a:gd name="csX3" fmla="*/ 3378139 w 3484511"/>
                <a:gd name="csY3" fmla="*/ 144692 h 3511799"/>
                <a:gd name="csX4" fmla="*/ 3225739 w 3484511"/>
                <a:gd name="csY4" fmla="*/ 1586630 h 3511799"/>
                <a:gd name="csX5" fmla="*/ 1854139 w 3484511"/>
                <a:gd name="csY5" fmla="*/ 2090723 h 3511799"/>
                <a:gd name="csX6" fmla="*/ 1893 w 3484511"/>
                <a:gd name="csY6" fmla="*/ 3509215 h 3511799"/>
                <a:gd name="csX0" fmla="*/ 1352 w 4094215"/>
                <a:gd name="csY0" fmla="*/ 4103738 h 4105568"/>
                <a:gd name="csX1" fmla="*/ 2123874 w 4094215"/>
                <a:gd name="csY1" fmla="*/ 1703861 h 4105568"/>
                <a:gd name="csX2" fmla="*/ 2639689 w 4094215"/>
                <a:gd name="csY2" fmla="*/ 226753 h 4105568"/>
                <a:gd name="csX3" fmla="*/ 3987843 w 4094215"/>
                <a:gd name="csY3" fmla="*/ 144692 h 4105568"/>
                <a:gd name="csX4" fmla="*/ 3835443 w 4094215"/>
                <a:gd name="csY4" fmla="*/ 1586630 h 4105568"/>
                <a:gd name="csX5" fmla="*/ 2463843 w 4094215"/>
                <a:gd name="csY5" fmla="*/ 2090723 h 4105568"/>
                <a:gd name="csX6" fmla="*/ 1352 w 4094215"/>
                <a:gd name="csY6" fmla="*/ 4103738 h 4105568"/>
                <a:gd name="csX0" fmla="*/ 1978 w 4094841"/>
                <a:gd name="csY0" fmla="*/ 4101966 h 4104114"/>
                <a:gd name="csX1" fmla="*/ 2058783 w 4094841"/>
                <a:gd name="csY1" fmla="*/ 1668597 h 4104114"/>
                <a:gd name="csX2" fmla="*/ 2640315 w 4094841"/>
                <a:gd name="csY2" fmla="*/ 224981 h 4104114"/>
                <a:gd name="csX3" fmla="*/ 3988469 w 4094841"/>
                <a:gd name="csY3" fmla="*/ 142920 h 4104114"/>
                <a:gd name="csX4" fmla="*/ 3836069 w 4094841"/>
                <a:gd name="csY4" fmla="*/ 1584858 h 4104114"/>
                <a:gd name="csX5" fmla="*/ 2464469 w 4094841"/>
                <a:gd name="csY5" fmla="*/ 2088951 h 4104114"/>
                <a:gd name="csX6" fmla="*/ 1978 w 4094841"/>
                <a:gd name="csY6" fmla="*/ 4101966 h 4104114"/>
                <a:gd name="csX0" fmla="*/ 1943 w 4132359"/>
                <a:gd name="csY0" fmla="*/ 3750277 h 3752868"/>
                <a:gd name="csX1" fmla="*/ 2096301 w 4132359"/>
                <a:gd name="csY1" fmla="*/ 1668597 h 3752868"/>
                <a:gd name="csX2" fmla="*/ 2677833 w 4132359"/>
                <a:gd name="csY2" fmla="*/ 224981 h 3752868"/>
                <a:gd name="csX3" fmla="*/ 4025987 w 4132359"/>
                <a:gd name="csY3" fmla="*/ 142920 h 3752868"/>
                <a:gd name="csX4" fmla="*/ 3873587 w 4132359"/>
                <a:gd name="csY4" fmla="*/ 1584858 h 3752868"/>
                <a:gd name="csX5" fmla="*/ 2501987 w 4132359"/>
                <a:gd name="csY5" fmla="*/ 2088951 h 3752868"/>
                <a:gd name="csX6" fmla="*/ 1943 w 4132359"/>
                <a:gd name="csY6" fmla="*/ 3750277 h 3752868"/>
                <a:gd name="csX0" fmla="*/ 7123 w 4137539"/>
                <a:gd name="csY0" fmla="*/ 3776554 h 3776601"/>
                <a:gd name="csX1" fmla="*/ 1782278 w 4137539"/>
                <a:gd name="csY1" fmla="*/ 2163796 h 3776601"/>
                <a:gd name="csX2" fmla="*/ 2683013 w 4137539"/>
                <a:gd name="csY2" fmla="*/ 251258 h 3776601"/>
                <a:gd name="csX3" fmla="*/ 4031167 w 4137539"/>
                <a:gd name="csY3" fmla="*/ 169197 h 3776601"/>
                <a:gd name="csX4" fmla="*/ 3878767 w 4137539"/>
                <a:gd name="csY4" fmla="*/ 1611135 h 3776601"/>
                <a:gd name="csX5" fmla="*/ 2507167 w 4137539"/>
                <a:gd name="csY5" fmla="*/ 2115228 h 3776601"/>
                <a:gd name="csX6" fmla="*/ 7123 w 4137539"/>
                <a:gd name="csY6" fmla="*/ 3776554 h 3776601"/>
                <a:gd name="csX0" fmla="*/ 25 w 4130441"/>
                <a:gd name="csY0" fmla="*/ 3776554 h 3776586"/>
                <a:gd name="csX1" fmla="*/ 1775180 w 4130441"/>
                <a:gd name="csY1" fmla="*/ 2163796 h 3776586"/>
                <a:gd name="csX2" fmla="*/ 2675915 w 4130441"/>
                <a:gd name="csY2" fmla="*/ 251258 h 3776586"/>
                <a:gd name="csX3" fmla="*/ 4024069 w 4130441"/>
                <a:gd name="csY3" fmla="*/ 169197 h 3776586"/>
                <a:gd name="csX4" fmla="*/ 3871669 w 4130441"/>
                <a:gd name="csY4" fmla="*/ 1611135 h 3776586"/>
                <a:gd name="csX5" fmla="*/ 1814719 w 4130441"/>
                <a:gd name="csY5" fmla="*/ 2207339 h 3776586"/>
                <a:gd name="csX6" fmla="*/ 25 w 4130441"/>
                <a:gd name="csY6" fmla="*/ 3776554 h 3776586"/>
                <a:gd name="csX0" fmla="*/ 25 w 4130441"/>
                <a:gd name="csY0" fmla="*/ 3776554 h 3776589"/>
                <a:gd name="csX1" fmla="*/ 1775180 w 4130441"/>
                <a:gd name="csY1" fmla="*/ 2163796 h 3776589"/>
                <a:gd name="csX2" fmla="*/ 2675915 w 4130441"/>
                <a:gd name="csY2" fmla="*/ 251258 h 3776589"/>
                <a:gd name="csX3" fmla="*/ 4024069 w 4130441"/>
                <a:gd name="csY3" fmla="*/ 169197 h 3776589"/>
                <a:gd name="csX4" fmla="*/ 3871669 w 4130441"/>
                <a:gd name="csY4" fmla="*/ 1611135 h 3776589"/>
                <a:gd name="csX5" fmla="*/ 1814719 w 4130441"/>
                <a:gd name="csY5" fmla="*/ 2207339 h 3776589"/>
                <a:gd name="csX6" fmla="*/ 25 w 4130441"/>
                <a:gd name="csY6" fmla="*/ 3776554 h 3776589"/>
                <a:gd name="csX0" fmla="*/ 25 w 3957457"/>
                <a:gd name="csY0" fmla="*/ 3611866 h 3611901"/>
                <a:gd name="csX1" fmla="*/ 1775180 w 3957457"/>
                <a:gd name="csY1" fmla="*/ 1999108 h 3611901"/>
                <a:gd name="csX2" fmla="*/ 2675915 w 3957457"/>
                <a:gd name="csY2" fmla="*/ 86570 h 3611901"/>
                <a:gd name="csX3" fmla="*/ 3554650 w 3957457"/>
                <a:gd name="csY3" fmla="*/ 439934 h 3611901"/>
                <a:gd name="csX4" fmla="*/ 3871669 w 3957457"/>
                <a:gd name="csY4" fmla="*/ 1446447 h 3611901"/>
                <a:gd name="csX5" fmla="*/ 1814719 w 3957457"/>
                <a:gd name="csY5" fmla="*/ 2042651 h 3611901"/>
                <a:gd name="csX6" fmla="*/ 25 w 3957457"/>
                <a:gd name="csY6" fmla="*/ 3611866 h 3611901"/>
                <a:gd name="csX0" fmla="*/ 25 w 3957253"/>
                <a:gd name="csY0" fmla="*/ 3368639 h 3368674"/>
                <a:gd name="csX1" fmla="*/ 1775180 w 3957253"/>
                <a:gd name="csY1" fmla="*/ 1755881 h 3368674"/>
                <a:gd name="csX2" fmla="*/ 2685304 w 3957253"/>
                <a:gd name="csY2" fmla="*/ 144791 h 3368674"/>
                <a:gd name="csX3" fmla="*/ 3554650 w 3957253"/>
                <a:gd name="csY3" fmla="*/ 196707 h 3368674"/>
                <a:gd name="csX4" fmla="*/ 3871669 w 3957253"/>
                <a:gd name="csY4" fmla="*/ 1203220 h 3368674"/>
                <a:gd name="csX5" fmla="*/ 1814719 w 3957253"/>
                <a:gd name="csY5" fmla="*/ 1799424 h 3368674"/>
                <a:gd name="csX6" fmla="*/ 25 w 3957253"/>
                <a:gd name="csY6" fmla="*/ 3368639 h 3368674"/>
                <a:gd name="csX0" fmla="*/ 25 w 3705517"/>
                <a:gd name="csY0" fmla="*/ 3358570 h 3358603"/>
                <a:gd name="csX1" fmla="*/ 1775180 w 3705517"/>
                <a:gd name="csY1" fmla="*/ 1745812 h 3358603"/>
                <a:gd name="csX2" fmla="*/ 2685304 w 3705517"/>
                <a:gd name="csY2" fmla="*/ 134722 h 3358603"/>
                <a:gd name="csX3" fmla="*/ 3554650 w 3705517"/>
                <a:gd name="csY3" fmla="*/ 186638 h 3358603"/>
                <a:gd name="csX4" fmla="*/ 3552464 w 3705517"/>
                <a:gd name="csY4" fmla="*/ 975438 h 3358603"/>
                <a:gd name="csX5" fmla="*/ 1814719 w 3705517"/>
                <a:gd name="csY5" fmla="*/ 1789355 h 3358603"/>
                <a:gd name="csX6" fmla="*/ 25 w 3705517"/>
                <a:gd name="csY6" fmla="*/ 3358570 h 3358603"/>
                <a:gd name="csX0" fmla="*/ 2290 w 3707782"/>
                <a:gd name="csY0" fmla="*/ 3305196 h 3314287"/>
                <a:gd name="csX1" fmla="*/ 2199921 w 3707782"/>
                <a:gd name="csY1" fmla="*/ 955568 h 3314287"/>
                <a:gd name="csX2" fmla="*/ 2687569 w 3707782"/>
                <a:gd name="csY2" fmla="*/ 81348 h 3314287"/>
                <a:gd name="csX3" fmla="*/ 3556915 w 3707782"/>
                <a:gd name="csY3" fmla="*/ 133264 h 3314287"/>
                <a:gd name="csX4" fmla="*/ 3554729 w 3707782"/>
                <a:gd name="csY4" fmla="*/ 922064 h 3314287"/>
                <a:gd name="csX5" fmla="*/ 1816984 w 3707782"/>
                <a:gd name="csY5" fmla="*/ 1735981 h 3314287"/>
                <a:gd name="csX6" fmla="*/ 2290 w 3707782"/>
                <a:gd name="csY6" fmla="*/ 3305196 h 3314287"/>
                <a:gd name="csX0" fmla="*/ 377 w 3705869"/>
                <a:gd name="csY0" fmla="*/ 3305196 h 3313168"/>
                <a:gd name="csX1" fmla="*/ 2198008 w 3705869"/>
                <a:gd name="csY1" fmla="*/ 955568 h 3313168"/>
                <a:gd name="csX2" fmla="*/ 2685656 w 3705869"/>
                <a:gd name="csY2" fmla="*/ 81348 h 3313168"/>
                <a:gd name="csX3" fmla="*/ 3555002 w 3705869"/>
                <a:gd name="csY3" fmla="*/ 133264 h 3313168"/>
                <a:gd name="csX4" fmla="*/ 3552816 w 3705869"/>
                <a:gd name="csY4" fmla="*/ 922064 h 3313168"/>
                <a:gd name="csX5" fmla="*/ 2378375 w 3705869"/>
                <a:gd name="csY5" fmla="*/ 1694113 h 3313168"/>
                <a:gd name="csX6" fmla="*/ 377 w 3705869"/>
                <a:gd name="csY6" fmla="*/ 3305196 h 3313168"/>
                <a:gd name="csX0" fmla="*/ 377 w 3705869"/>
                <a:gd name="csY0" fmla="*/ 3305196 h 3311216"/>
                <a:gd name="csX1" fmla="*/ 2198008 w 3705869"/>
                <a:gd name="csY1" fmla="*/ 955568 h 3311216"/>
                <a:gd name="csX2" fmla="*/ 2685656 w 3705869"/>
                <a:gd name="csY2" fmla="*/ 81348 h 3311216"/>
                <a:gd name="csX3" fmla="*/ 3555002 w 3705869"/>
                <a:gd name="csY3" fmla="*/ 133264 h 3311216"/>
                <a:gd name="csX4" fmla="*/ 3552816 w 3705869"/>
                <a:gd name="csY4" fmla="*/ 922064 h 3311216"/>
                <a:gd name="csX5" fmla="*/ 2378375 w 3705869"/>
                <a:gd name="csY5" fmla="*/ 1694113 h 3311216"/>
                <a:gd name="csX6" fmla="*/ 377 w 3705869"/>
                <a:gd name="csY6" fmla="*/ 3305196 h 3311216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31250"/>
                <a:gd name="csY0" fmla="*/ 3306034 h 3313991"/>
                <a:gd name="csX1" fmla="*/ 2198008 w 4431250"/>
                <a:gd name="csY1" fmla="*/ 956406 h 3313991"/>
                <a:gd name="csX2" fmla="*/ 2685656 w 4431250"/>
                <a:gd name="csY2" fmla="*/ 82186 h 3313991"/>
                <a:gd name="csX3" fmla="*/ 3555002 w 4431250"/>
                <a:gd name="csY3" fmla="*/ 134102 h 3313991"/>
                <a:gd name="csX4" fmla="*/ 4425936 w 4431250"/>
                <a:gd name="csY4" fmla="*/ 939649 h 3313991"/>
                <a:gd name="csX5" fmla="*/ 2378375 w 4431250"/>
                <a:gd name="csY5" fmla="*/ 1694951 h 3313991"/>
                <a:gd name="csX6" fmla="*/ 377 w 4431250"/>
                <a:gd name="csY6" fmla="*/ 3306034 h 3313991"/>
                <a:gd name="csX0" fmla="*/ 377 w 4425936"/>
                <a:gd name="csY0" fmla="*/ 3306034 h 3313991"/>
                <a:gd name="csX1" fmla="*/ 2198008 w 4425936"/>
                <a:gd name="csY1" fmla="*/ 956406 h 3313991"/>
                <a:gd name="csX2" fmla="*/ 2685656 w 4425936"/>
                <a:gd name="csY2" fmla="*/ 82186 h 3313991"/>
                <a:gd name="csX3" fmla="*/ 3555002 w 4425936"/>
                <a:gd name="csY3" fmla="*/ 134102 h 3313991"/>
                <a:gd name="csX4" fmla="*/ 4425936 w 4425936"/>
                <a:gd name="csY4" fmla="*/ 939649 h 3313991"/>
                <a:gd name="csX5" fmla="*/ 2378375 w 4425936"/>
                <a:gd name="csY5" fmla="*/ 1694951 h 3313991"/>
                <a:gd name="csX6" fmla="*/ 377 w 4425936"/>
                <a:gd name="csY6" fmla="*/ 3306034 h 3313991"/>
                <a:gd name="csX0" fmla="*/ 377 w 4472878"/>
                <a:gd name="csY0" fmla="*/ 3303952 h 3311947"/>
                <a:gd name="csX1" fmla="*/ 2198008 w 4472878"/>
                <a:gd name="csY1" fmla="*/ 954324 h 3311947"/>
                <a:gd name="csX2" fmla="*/ 2685656 w 4472878"/>
                <a:gd name="csY2" fmla="*/ 80104 h 3311947"/>
                <a:gd name="csX3" fmla="*/ 3555002 w 4472878"/>
                <a:gd name="csY3" fmla="*/ 132020 h 3311947"/>
                <a:gd name="csX4" fmla="*/ 4472878 w 4472878"/>
                <a:gd name="csY4" fmla="*/ 895700 h 3311947"/>
                <a:gd name="csX5" fmla="*/ 2378375 w 4472878"/>
                <a:gd name="csY5" fmla="*/ 1692869 h 3311947"/>
                <a:gd name="csX6" fmla="*/ 377 w 4472878"/>
                <a:gd name="csY6" fmla="*/ 3303952 h 3311947"/>
                <a:gd name="csX0" fmla="*/ 377 w 4472878"/>
                <a:gd name="csY0" fmla="*/ 3489034 h 3497029"/>
                <a:gd name="csX1" fmla="*/ 2198008 w 4472878"/>
                <a:gd name="csY1" fmla="*/ 1139406 h 3497029"/>
                <a:gd name="csX2" fmla="*/ 2685656 w 4472878"/>
                <a:gd name="csY2" fmla="*/ 265186 h 3497029"/>
                <a:gd name="csX3" fmla="*/ 3742770 w 4472878"/>
                <a:gd name="csY3" fmla="*/ 49148 h 3497029"/>
                <a:gd name="csX4" fmla="*/ 4472878 w 4472878"/>
                <a:gd name="csY4" fmla="*/ 1080782 h 3497029"/>
                <a:gd name="csX5" fmla="*/ 2378375 w 4472878"/>
                <a:gd name="csY5" fmla="*/ 1877951 h 3497029"/>
                <a:gd name="csX6" fmla="*/ 377 w 4472878"/>
                <a:gd name="csY6" fmla="*/ 3489034 h 3497029"/>
                <a:gd name="csX0" fmla="*/ 377 w 4482266"/>
                <a:gd name="csY0" fmla="*/ 3489034 h 3497029"/>
                <a:gd name="csX1" fmla="*/ 2198008 w 4482266"/>
                <a:gd name="csY1" fmla="*/ 1139406 h 3497029"/>
                <a:gd name="csX2" fmla="*/ 2685656 w 4482266"/>
                <a:gd name="csY2" fmla="*/ 265186 h 3497029"/>
                <a:gd name="csX3" fmla="*/ 3742770 w 4482266"/>
                <a:gd name="csY3" fmla="*/ 49148 h 3497029"/>
                <a:gd name="csX4" fmla="*/ 4482266 w 4482266"/>
                <a:gd name="csY4" fmla="*/ 1080782 h 3497029"/>
                <a:gd name="csX5" fmla="*/ 2378375 w 4482266"/>
                <a:gd name="csY5" fmla="*/ 1877951 h 3497029"/>
                <a:gd name="csX6" fmla="*/ 377 w 4482266"/>
                <a:gd name="csY6" fmla="*/ 3489034 h 3497029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10188 w 4492077"/>
                <a:gd name="csY0" fmla="*/ 3488052 h 3497366"/>
                <a:gd name="csX1" fmla="*/ 1804118 w 4492077"/>
                <a:gd name="csY1" fmla="*/ 1096559 h 3497366"/>
                <a:gd name="csX2" fmla="*/ 2695467 w 4492077"/>
                <a:gd name="csY2" fmla="*/ 264204 h 3497366"/>
                <a:gd name="csX3" fmla="*/ 3752581 w 4492077"/>
                <a:gd name="csY3" fmla="*/ 48166 h 3497366"/>
                <a:gd name="csX4" fmla="*/ 4492077 w 4492077"/>
                <a:gd name="csY4" fmla="*/ 1079800 h 3497366"/>
                <a:gd name="csX5" fmla="*/ 2688616 w 4492077"/>
                <a:gd name="csY5" fmla="*/ 1893718 h 3497366"/>
                <a:gd name="csX6" fmla="*/ 10188 w 4492077"/>
                <a:gd name="csY6" fmla="*/ 3488052 h 3497366"/>
                <a:gd name="csX0" fmla="*/ 10188 w 4492077"/>
                <a:gd name="csY0" fmla="*/ 3488052 h 3500595"/>
                <a:gd name="csX1" fmla="*/ 1804118 w 4492077"/>
                <a:gd name="csY1" fmla="*/ 1096559 h 3500595"/>
                <a:gd name="csX2" fmla="*/ 2695467 w 4492077"/>
                <a:gd name="csY2" fmla="*/ 264204 h 3500595"/>
                <a:gd name="csX3" fmla="*/ 3752581 w 4492077"/>
                <a:gd name="csY3" fmla="*/ 48166 h 3500595"/>
                <a:gd name="csX4" fmla="*/ 4492077 w 4492077"/>
                <a:gd name="csY4" fmla="*/ 1079800 h 3500595"/>
                <a:gd name="csX5" fmla="*/ 2688616 w 4492077"/>
                <a:gd name="csY5" fmla="*/ 1893718 h 3500595"/>
                <a:gd name="csX6" fmla="*/ 10188 w 4492077"/>
                <a:gd name="csY6" fmla="*/ 3488052 h 3500595"/>
                <a:gd name="csX0" fmla="*/ 10188 w 4492077"/>
                <a:gd name="csY0" fmla="*/ 3488052 h 3500888"/>
                <a:gd name="csX1" fmla="*/ 1804118 w 4492077"/>
                <a:gd name="csY1" fmla="*/ 1096559 h 3500888"/>
                <a:gd name="csX2" fmla="*/ 2695467 w 4492077"/>
                <a:gd name="csY2" fmla="*/ 264204 h 3500888"/>
                <a:gd name="csX3" fmla="*/ 3752581 w 4492077"/>
                <a:gd name="csY3" fmla="*/ 48166 h 3500888"/>
                <a:gd name="csX4" fmla="*/ 4492077 w 4492077"/>
                <a:gd name="csY4" fmla="*/ 1079800 h 3500888"/>
                <a:gd name="csX5" fmla="*/ 2688616 w 4492077"/>
                <a:gd name="csY5" fmla="*/ 1893718 h 3500888"/>
                <a:gd name="csX6" fmla="*/ 10188 w 4492077"/>
                <a:gd name="csY6" fmla="*/ 3488052 h 3500888"/>
                <a:gd name="csX0" fmla="*/ 27731 w 3289130"/>
                <a:gd name="csY0" fmla="*/ 2449732 h 2473361"/>
                <a:gd name="csX1" fmla="*/ 601171 w 3289130"/>
                <a:gd name="csY1" fmla="*/ 1096559 h 2473361"/>
                <a:gd name="csX2" fmla="*/ 1492520 w 3289130"/>
                <a:gd name="csY2" fmla="*/ 264204 h 2473361"/>
                <a:gd name="csX3" fmla="*/ 2549634 w 3289130"/>
                <a:gd name="csY3" fmla="*/ 48166 h 2473361"/>
                <a:gd name="csX4" fmla="*/ 3289130 w 3289130"/>
                <a:gd name="csY4" fmla="*/ 1079800 h 2473361"/>
                <a:gd name="csX5" fmla="*/ 1485669 w 3289130"/>
                <a:gd name="csY5" fmla="*/ 1893718 h 2473361"/>
                <a:gd name="csX6" fmla="*/ 27731 w 3289130"/>
                <a:gd name="csY6" fmla="*/ 2449732 h 2473361"/>
                <a:gd name="csX0" fmla="*/ 367 w 3261766"/>
                <a:gd name="csY0" fmla="*/ 2449732 h 2449966"/>
                <a:gd name="csX1" fmla="*/ 573807 w 3261766"/>
                <a:gd name="csY1" fmla="*/ 1096559 h 2449966"/>
                <a:gd name="csX2" fmla="*/ 1465156 w 3261766"/>
                <a:gd name="csY2" fmla="*/ 264204 h 2449966"/>
                <a:gd name="csX3" fmla="*/ 2522270 w 3261766"/>
                <a:gd name="csY3" fmla="*/ 48166 h 2449966"/>
                <a:gd name="csX4" fmla="*/ 3261766 w 3261766"/>
                <a:gd name="csY4" fmla="*/ 1079800 h 2449966"/>
                <a:gd name="csX5" fmla="*/ 1458305 w 3261766"/>
                <a:gd name="csY5" fmla="*/ 1893718 h 2449966"/>
                <a:gd name="csX6" fmla="*/ 367 w 3261766"/>
                <a:gd name="csY6" fmla="*/ 2449732 h 2449966"/>
                <a:gd name="csX0" fmla="*/ 62959 w 3324358"/>
                <a:gd name="csY0" fmla="*/ 2449732 h 2487147"/>
                <a:gd name="csX1" fmla="*/ 636399 w 3324358"/>
                <a:gd name="csY1" fmla="*/ 1096559 h 2487147"/>
                <a:gd name="csX2" fmla="*/ 1527748 w 3324358"/>
                <a:gd name="csY2" fmla="*/ 264204 h 2487147"/>
                <a:gd name="csX3" fmla="*/ 2584862 w 3324358"/>
                <a:gd name="csY3" fmla="*/ 48166 h 2487147"/>
                <a:gd name="csX4" fmla="*/ 3324358 w 3324358"/>
                <a:gd name="csY4" fmla="*/ 1079800 h 2487147"/>
                <a:gd name="csX5" fmla="*/ 1520897 w 3324358"/>
                <a:gd name="csY5" fmla="*/ 1893718 h 2487147"/>
                <a:gd name="csX6" fmla="*/ 62959 w 3324358"/>
                <a:gd name="csY6" fmla="*/ 2449732 h 2487147"/>
                <a:gd name="csX0" fmla="*/ 38478 w 4482813"/>
                <a:gd name="csY0" fmla="*/ 3496425 h 3519813"/>
                <a:gd name="csX1" fmla="*/ 1794854 w 4482813"/>
                <a:gd name="csY1" fmla="*/ 1096559 h 3519813"/>
                <a:gd name="csX2" fmla="*/ 2686203 w 4482813"/>
                <a:gd name="csY2" fmla="*/ 264204 h 3519813"/>
                <a:gd name="csX3" fmla="*/ 3743317 w 4482813"/>
                <a:gd name="csY3" fmla="*/ 48166 h 3519813"/>
                <a:gd name="csX4" fmla="*/ 4482813 w 4482813"/>
                <a:gd name="csY4" fmla="*/ 1079800 h 3519813"/>
                <a:gd name="csX5" fmla="*/ 2679352 w 4482813"/>
                <a:gd name="csY5" fmla="*/ 1893718 h 3519813"/>
                <a:gd name="csX6" fmla="*/ 38478 w 4482813"/>
                <a:gd name="csY6" fmla="*/ 3496425 h 3519813"/>
                <a:gd name="csX0" fmla="*/ 9071 w 4453406"/>
                <a:gd name="csY0" fmla="*/ 3496425 h 3510301"/>
                <a:gd name="csX1" fmla="*/ 1765447 w 4453406"/>
                <a:gd name="csY1" fmla="*/ 1096559 h 3510301"/>
                <a:gd name="csX2" fmla="*/ 2656796 w 4453406"/>
                <a:gd name="csY2" fmla="*/ 264204 h 3510301"/>
                <a:gd name="csX3" fmla="*/ 3713910 w 4453406"/>
                <a:gd name="csY3" fmla="*/ 48166 h 3510301"/>
                <a:gd name="csX4" fmla="*/ 4453406 w 4453406"/>
                <a:gd name="csY4" fmla="*/ 1079800 h 3510301"/>
                <a:gd name="csX5" fmla="*/ 2649945 w 4453406"/>
                <a:gd name="csY5" fmla="*/ 1893718 h 3510301"/>
                <a:gd name="csX6" fmla="*/ 9071 w 4453406"/>
                <a:gd name="csY6" fmla="*/ 3496425 h 3510301"/>
                <a:gd name="csX0" fmla="*/ 9071 w 4453406"/>
                <a:gd name="csY0" fmla="*/ 3496425 h 3512169"/>
                <a:gd name="csX1" fmla="*/ 1765447 w 4453406"/>
                <a:gd name="csY1" fmla="*/ 1096559 h 3512169"/>
                <a:gd name="csX2" fmla="*/ 2656796 w 4453406"/>
                <a:gd name="csY2" fmla="*/ 264204 h 3512169"/>
                <a:gd name="csX3" fmla="*/ 3713910 w 4453406"/>
                <a:gd name="csY3" fmla="*/ 48166 h 3512169"/>
                <a:gd name="csX4" fmla="*/ 4453406 w 4453406"/>
                <a:gd name="csY4" fmla="*/ 1079800 h 3512169"/>
                <a:gd name="csX5" fmla="*/ 2649945 w 4453406"/>
                <a:gd name="csY5" fmla="*/ 1893718 h 3512169"/>
                <a:gd name="csX6" fmla="*/ 9071 w 4453406"/>
                <a:gd name="csY6" fmla="*/ 3496425 h 3512169"/>
                <a:gd name="csX0" fmla="*/ 9640 w 4453975"/>
                <a:gd name="csY0" fmla="*/ 3496425 h 3512169"/>
                <a:gd name="csX1" fmla="*/ 1766016 w 4453975"/>
                <a:gd name="csY1" fmla="*/ 1096559 h 3512169"/>
                <a:gd name="csX2" fmla="*/ 2657365 w 4453975"/>
                <a:gd name="csY2" fmla="*/ 264204 h 3512169"/>
                <a:gd name="csX3" fmla="*/ 3714479 w 4453975"/>
                <a:gd name="csY3" fmla="*/ 48166 h 3512169"/>
                <a:gd name="csX4" fmla="*/ 4453975 w 4453975"/>
                <a:gd name="csY4" fmla="*/ 1079800 h 3512169"/>
                <a:gd name="csX5" fmla="*/ 2650514 w 4453975"/>
                <a:gd name="csY5" fmla="*/ 1893718 h 3512169"/>
                <a:gd name="csX6" fmla="*/ 9640 w 4453975"/>
                <a:gd name="csY6" fmla="*/ 3496425 h 3512169"/>
                <a:gd name="csX0" fmla="*/ 9640 w 4453975"/>
                <a:gd name="csY0" fmla="*/ 3993467 h 4008123"/>
                <a:gd name="csX1" fmla="*/ 1766016 w 4453975"/>
                <a:gd name="csY1" fmla="*/ 1593601 h 4008123"/>
                <a:gd name="csX2" fmla="*/ 2601034 w 4453975"/>
                <a:gd name="csY2" fmla="*/ 41122 h 4008123"/>
                <a:gd name="csX3" fmla="*/ 3714479 w 4453975"/>
                <a:gd name="csY3" fmla="*/ 545208 h 4008123"/>
                <a:gd name="csX4" fmla="*/ 4453975 w 4453975"/>
                <a:gd name="csY4" fmla="*/ 1576842 h 4008123"/>
                <a:gd name="csX5" fmla="*/ 2650514 w 4453975"/>
                <a:gd name="csY5" fmla="*/ 2390760 h 4008123"/>
                <a:gd name="csX6" fmla="*/ 9640 w 4453975"/>
                <a:gd name="csY6" fmla="*/ 3993467 h 4008123"/>
                <a:gd name="csX0" fmla="*/ 9640 w 4453975"/>
                <a:gd name="csY0" fmla="*/ 3952894 h 3967550"/>
                <a:gd name="csX1" fmla="*/ 1766016 w 4453975"/>
                <a:gd name="csY1" fmla="*/ 1553028 h 3967550"/>
                <a:gd name="csX2" fmla="*/ 2601034 w 4453975"/>
                <a:gd name="csY2" fmla="*/ 549 h 3967550"/>
                <a:gd name="csX3" fmla="*/ 3714479 w 4453975"/>
                <a:gd name="csY3" fmla="*/ 504635 h 3967550"/>
                <a:gd name="csX4" fmla="*/ 4453975 w 4453975"/>
                <a:gd name="csY4" fmla="*/ 1536269 h 3967550"/>
                <a:gd name="csX5" fmla="*/ 2650514 w 4453975"/>
                <a:gd name="csY5" fmla="*/ 2350187 h 3967550"/>
                <a:gd name="csX6" fmla="*/ 9640 w 4453975"/>
                <a:gd name="csY6" fmla="*/ 3952894 h 3967550"/>
                <a:gd name="csX0" fmla="*/ 9640 w 4453975"/>
                <a:gd name="csY0" fmla="*/ 3952971 h 3968477"/>
                <a:gd name="csX1" fmla="*/ 1766016 w 4453975"/>
                <a:gd name="csY1" fmla="*/ 1553105 h 3968477"/>
                <a:gd name="csX2" fmla="*/ 2601034 w 4453975"/>
                <a:gd name="csY2" fmla="*/ 626 h 3968477"/>
                <a:gd name="csX3" fmla="*/ 3714479 w 4453975"/>
                <a:gd name="csY3" fmla="*/ 504712 h 3968477"/>
                <a:gd name="csX4" fmla="*/ 4453975 w 4453975"/>
                <a:gd name="csY4" fmla="*/ 1536346 h 3968477"/>
                <a:gd name="csX5" fmla="*/ 2650514 w 4453975"/>
                <a:gd name="csY5" fmla="*/ 2350264 h 3968477"/>
                <a:gd name="csX6" fmla="*/ 9640 w 4453975"/>
                <a:gd name="csY6" fmla="*/ 3952971 h 3968477"/>
                <a:gd name="csX0" fmla="*/ 9640 w 4517542"/>
                <a:gd name="csY0" fmla="*/ 4153948 h 4169453"/>
                <a:gd name="csX1" fmla="*/ 1766016 w 4517542"/>
                <a:gd name="csY1" fmla="*/ 1754082 h 4169453"/>
                <a:gd name="csX2" fmla="*/ 2601034 w 4517542"/>
                <a:gd name="csY2" fmla="*/ 201603 h 4169453"/>
                <a:gd name="csX3" fmla="*/ 4390442 w 4517542"/>
                <a:gd name="csY3" fmla="*/ 186529 h 4169453"/>
                <a:gd name="csX4" fmla="*/ 4453975 w 4517542"/>
                <a:gd name="csY4" fmla="*/ 1737323 h 4169453"/>
                <a:gd name="csX5" fmla="*/ 2650514 w 4517542"/>
                <a:gd name="csY5" fmla="*/ 2551241 h 4169453"/>
                <a:gd name="csX6" fmla="*/ 9640 w 4517542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719798"/>
                <a:gd name="csY0" fmla="*/ 4153948 h 4169453"/>
                <a:gd name="csX1" fmla="*/ 1766016 w 4719798"/>
                <a:gd name="csY1" fmla="*/ 1754082 h 4169453"/>
                <a:gd name="csX2" fmla="*/ 2601034 w 4719798"/>
                <a:gd name="csY2" fmla="*/ 201603 h 4169453"/>
                <a:gd name="csX3" fmla="*/ 4390442 w 4719798"/>
                <a:gd name="csY3" fmla="*/ 186529 h 4169453"/>
                <a:gd name="csX4" fmla="*/ 4453975 w 4719798"/>
                <a:gd name="csY4" fmla="*/ 1737323 h 4169453"/>
                <a:gd name="csX5" fmla="*/ 2650514 w 4719798"/>
                <a:gd name="csY5" fmla="*/ 2551241 h 4169453"/>
                <a:gd name="csX6" fmla="*/ 9640 w 4719798"/>
                <a:gd name="csY6" fmla="*/ 4153948 h 4169453"/>
                <a:gd name="csX0" fmla="*/ 9640 w 4684091"/>
                <a:gd name="csY0" fmla="*/ 4153948 h 4169453"/>
                <a:gd name="csX1" fmla="*/ 1766016 w 4684091"/>
                <a:gd name="csY1" fmla="*/ 1754082 h 4169453"/>
                <a:gd name="csX2" fmla="*/ 2601034 w 4684091"/>
                <a:gd name="csY2" fmla="*/ 201603 h 4169453"/>
                <a:gd name="csX3" fmla="*/ 4390442 w 4684091"/>
                <a:gd name="csY3" fmla="*/ 186529 h 4169453"/>
                <a:gd name="csX4" fmla="*/ 4453975 w 4684091"/>
                <a:gd name="csY4" fmla="*/ 1737323 h 4169453"/>
                <a:gd name="csX5" fmla="*/ 2650514 w 4684091"/>
                <a:gd name="csY5" fmla="*/ 2551241 h 4169453"/>
                <a:gd name="csX6" fmla="*/ 9640 w 4684091"/>
                <a:gd name="csY6" fmla="*/ 4153948 h 4169453"/>
                <a:gd name="csX0" fmla="*/ 9640 w 4747938"/>
                <a:gd name="csY0" fmla="*/ 4153948 h 4169453"/>
                <a:gd name="csX1" fmla="*/ 1766016 w 4747938"/>
                <a:gd name="csY1" fmla="*/ 1754082 h 4169453"/>
                <a:gd name="csX2" fmla="*/ 2601034 w 4747938"/>
                <a:gd name="csY2" fmla="*/ 201603 h 4169453"/>
                <a:gd name="csX3" fmla="*/ 4390442 w 4747938"/>
                <a:gd name="csY3" fmla="*/ 186529 h 4169453"/>
                <a:gd name="csX4" fmla="*/ 4453975 w 4747938"/>
                <a:gd name="csY4" fmla="*/ 1737323 h 4169453"/>
                <a:gd name="csX5" fmla="*/ 2650514 w 4747938"/>
                <a:gd name="csY5" fmla="*/ 2551241 h 4169453"/>
                <a:gd name="csX6" fmla="*/ 9640 w 4747938"/>
                <a:gd name="csY6" fmla="*/ 4153948 h 4169453"/>
                <a:gd name="csX0" fmla="*/ 9640 w 4747938"/>
                <a:gd name="csY0" fmla="*/ 4205765 h 4221270"/>
                <a:gd name="csX1" fmla="*/ 1766016 w 4747938"/>
                <a:gd name="csY1" fmla="*/ 1805899 h 4221270"/>
                <a:gd name="csX2" fmla="*/ 2601034 w 4747938"/>
                <a:gd name="csY2" fmla="*/ 253420 h 4221270"/>
                <a:gd name="csX3" fmla="*/ 4390442 w 4747938"/>
                <a:gd name="csY3" fmla="*/ 238346 h 4221270"/>
                <a:gd name="csX4" fmla="*/ 4453975 w 4747938"/>
                <a:gd name="csY4" fmla="*/ 1789140 h 4221270"/>
                <a:gd name="csX5" fmla="*/ 2650514 w 4747938"/>
                <a:gd name="csY5" fmla="*/ 2603058 h 4221270"/>
                <a:gd name="csX6" fmla="*/ 9640 w 4747938"/>
                <a:gd name="csY6" fmla="*/ 4205765 h 4221270"/>
                <a:gd name="csX0" fmla="*/ 9640 w 4769359"/>
                <a:gd name="csY0" fmla="*/ 4189897 h 4205402"/>
                <a:gd name="csX1" fmla="*/ 1766016 w 4769359"/>
                <a:gd name="csY1" fmla="*/ 1790031 h 4205402"/>
                <a:gd name="csX2" fmla="*/ 2601034 w 4769359"/>
                <a:gd name="csY2" fmla="*/ 237552 h 4205402"/>
                <a:gd name="csX3" fmla="*/ 4446772 w 4769359"/>
                <a:gd name="csY3" fmla="*/ 163863 h 4205402"/>
                <a:gd name="csX4" fmla="*/ 4453975 w 4769359"/>
                <a:gd name="csY4" fmla="*/ 1773272 h 4205402"/>
                <a:gd name="csX5" fmla="*/ 2650514 w 4769359"/>
                <a:gd name="csY5" fmla="*/ 2587190 h 4205402"/>
                <a:gd name="csX6" fmla="*/ 9640 w 4769359"/>
                <a:gd name="csY6" fmla="*/ 4189897 h 4205402"/>
                <a:gd name="csX0" fmla="*/ 9640 w 4747938"/>
                <a:gd name="csY0" fmla="*/ 4212142 h 4227647"/>
                <a:gd name="csX1" fmla="*/ 1766016 w 4747938"/>
                <a:gd name="csY1" fmla="*/ 1812276 h 4227647"/>
                <a:gd name="csX2" fmla="*/ 2601034 w 4747938"/>
                <a:gd name="csY2" fmla="*/ 259797 h 4227647"/>
                <a:gd name="csX3" fmla="*/ 4390441 w 4747938"/>
                <a:gd name="csY3" fmla="*/ 152614 h 4227647"/>
                <a:gd name="csX4" fmla="*/ 4453975 w 4747938"/>
                <a:gd name="csY4" fmla="*/ 1795517 h 4227647"/>
                <a:gd name="csX5" fmla="*/ 2650514 w 4747938"/>
                <a:gd name="csY5" fmla="*/ 2609435 h 4227647"/>
                <a:gd name="csX6" fmla="*/ 9640 w 4747938"/>
                <a:gd name="csY6" fmla="*/ 4212142 h 4227647"/>
                <a:gd name="csX0" fmla="*/ 8567 w 4746865"/>
                <a:gd name="csY0" fmla="*/ 4212143 h 4219435"/>
                <a:gd name="csX1" fmla="*/ 1745271 w 4746865"/>
                <a:gd name="csY1" fmla="*/ 1812279 h 4219435"/>
                <a:gd name="csX2" fmla="*/ 2599961 w 4746865"/>
                <a:gd name="csY2" fmla="*/ 259798 h 4219435"/>
                <a:gd name="csX3" fmla="*/ 4389368 w 4746865"/>
                <a:gd name="csY3" fmla="*/ 152615 h 4219435"/>
                <a:gd name="csX4" fmla="*/ 4452902 w 4746865"/>
                <a:gd name="csY4" fmla="*/ 1795518 h 4219435"/>
                <a:gd name="csX5" fmla="*/ 2649441 w 4746865"/>
                <a:gd name="csY5" fmla="*/ 2609436 h 4219435"/>
                <a:gd name="csX6" fmla="*/ 8567 w 4746865"/>
                <a:gd name="csY6" fmla="*/ 4212143 h 4219435"/>
                <a:gd name="csX0" fmla="*/ 8451 w 4746749"/>
                <a:gd name="csY0" fmla="*/ 4212143 h 4219813"/>
                <a:gd name="csX1" fmla="*/ 1745155 w 4746749"/>
                <a:gd name="csY1" fmla="*/ 1812279 h 4219813"/>
                <a:gd name="csX2" fmla="*/ 2599845 w 4746749"/>
                <a:gd name="csY2" fmla="*/ 259798 h 4219813"/>
                <a:gd name="csX3" fmla="*/ 4389252 w 4746749"/>
                <a:gd name="csY3" fmla="*/ 152615 h 4219813"/>
                <a:gd name="csX4" fmla="*/ 4452786 w 4746749"/>
                <a:gd name="csY4" fmla="*/ 1795518 h 4219813"/>
                <a:gd name="csX5" fmla="*/ 2642769 w 4746749"/>
                <a:gd name="csY5" fmla="*/ 2626986 h 4219813"/>
                <a:gd name="csX6" fmla="*/ 8451 w 4746749"/>
                <a:gd name="csY6" fmla="*/ 4212143 h 4219813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594 w 4746892"/>
                <a:gd name="csY0" fmla="*/ 4213311 h 4220527"/>
                <a:gd name="csX1" fmla="*/ 1738740 w 4746892"/>
                <a:gd name="csY1" fmla="*/ 1836843 h 4220527"/>
                <a:gd name="csX2" fmla="*/ 2599988 w 4746892"/>
                <a:gd name="csY2" fmla="*/ 260966 h 4220527"/>
                <a:gd name="csX3" fmla="*/ 4389395 w 4746892"/>
                <a:gd name="csY3" fmla="*/ 153783 h 4220527"/>
                <a:gd name="csX4" fmla="*/ 4452929 w 4746892"/>
                <a:gd name="csY4" fmla="*/ 1796686 h 4220527"/>
                <a:gd name="csX5" fmla="*/ 2642912 w 4746892"/>
                <a:gd name="csY5" fmla="*/ 2628154 h 4220527"/>
                <a:gd name="csX6" fmla="*/ 8594 w 4746892"/>
                <a:gd name="csY6" fmla="*/ 4213311 h 4220527"/>
                <a:gd name="csX0" fmla="*/ 8594 w 4693867"/>
                <a:gd name="csY0" fmla="*/ 4136922 h 4144138"/>
                <a:gd name="csX1" fmla="*/ 1738740 w 4693867"/>
                <a:gd name="csY1" fmla="*/ 1760454 h 4144138"/>
                <a:gd name="csX2" fmla="*/ 2599988 w 4693867"/>
                <a:gd name="csY2" fmla="*/ 184577 h 4144138"/>
                <a:gd name="csX3" fmla="*/ 4389395 w 4693867"/>
                <a:gd name="csY3" fmla="*/ 77394 h 4144138"/>
                <a:gd name="csX4" fmla="*/ 4452929 w 4693867"/>
                <a:gd name="csY4" fmla="*/ 1720297 h 4144138"/>
                <a:gd name="csX5" fmla="*/ 2642912 w 4693867"/>
                <a:gd name="csY5" fmla="*/ 2551765 h 4144138"/>
                <a:gd name="csX6" fmla="*/ 8594 w 4693867"/>
                <a:gd name="csY6" fmla="*/ 4136922 h 4144138"/>
                <a:gd name="csX0" fmla="*/ 8594 w 4699247"/>
                <a:gd name="csY0" fmla="*/ 4098901 h 4106117"/>
                <a:gd name="csX1" fmla="*/ 1738740 w 4699247"/>
                <a:gd name="csY1" fmla="*/ 1722433 h 4106117"/>
                <a:gd name="csX2" fmla="*/ 2599988 w 4699247"/>
                <a:gd name="csY2" fmla="*/ 146556 h 4106117"/>
                <a:gd name="csX3" fmla="*/ 4409070 w 4699247"/>
                <a:gd name="csY3" fmla="*/ 115412 h 4106117"/>
                <a:gd name="csX4" fmla="*/ 4452929 w 4699247"/>
                <a:gd name="csY4" fmla="*/ 1682276 h 4106117"/>
                <a:gd name="csX5" fmla="*/ 2642912 w 4699247"/>
                <a:gd name="csY5" fmla="*/ 2513744 h 4106117"/>
                <a:gd name="csX6" fmla="*/ 8594 w 4699247"/>
                <a:gd name="csY6" fmla="*/ 4098901 h 4106117"/>
                <a:gd name="csX0" fmla="*/ 8594 w 4703971"/>
                <a:gd name="csY0" fmla="*/ 4107920 h 4115136"/>
                <a:gd name="csX1" fmla="*/ 1738740 w 4703971"/>
                <a:gd name="csY1" fmla="*/ 1731452 h 4115136"/>
                <a:gd name="csX2" fmla="*/ 2599988 w 4703971"/>
                <a:gd name="csY2" fmla="*/ 155575 h 4115136"/>
                <a:gd name="csX3" fmla="*/ 4409070 w 4703971"/>
                <a:gd name="csY3" fmla="*/ 124431 h 4115136"/>
                <a:gd name="csX4" fmla="*/ 4452929 w 4703971"/>
                <a:gd name="csY4" fmla="*/ 1691295 h 4115136"/>
                <a:gd name="csX5" fmla="*/ 2642912 w 4703971"/>
                <a:gd name="csY5" fmla="*/ 2522763 h 4115136"/>
                <a:gd name="csX6" fmla="*/ 8594 w 4703971"/>
                <a:gd name="csY6" fmla="*/ 4107920 h 4115136"/>
                <a:gd name="csX0" fmla="*/ 8594 w 4703971"/>
                <a:gd name="csY0" fmla="*/ 4195888 h 4203104"/>
                <a:gd name="csX1" fmla="*/ 1738740 w 4703971"/>
                <a:gd name="csY1" fmla="*/ 1819420 h 4203104"/>
                <a:gd name="csX2" fmla="*/ 2599988 w 4703971"/>
                <a:gd name="csY2" fmla="*/ 243543 h 4203104"/>
                <a:gd name="csX3" fmla="*/ 4409070 w 4703971"/>
                <a:gd name="csY3" fmla="*/ 212399 h 4203104"/>
                <a:gd name="csX4" fmla="*/ 4452929 w 4703971"/>
                <a:gd name="csY4" fmla="*/ 1779263 h 4203104"/>
                <a:gd name="csX5" fmla="*/ 2642912 w 4703971"/>
                <a:gd name="csY5" fmla="*/ 2610731 h 4203104"/>
                <a:gd name="csX6" fmla="*/ 8594 w 4703971"/>
                <a:gd name="csY6" fmla="*/ 4195888 h 4203104"/>
                <a:gd name="csX0" fmla="*/ 8594 w 4703971"/>
                <a:gd name="csY0" fmla="*/ 4213778 h 4220994"/>
                <a:gd name="csX1" fmla="*/ 1738740 w 4703971"/>
                <a:gd name="csY1" fmla="*/ 1837310 h 4220994"/>
                <a:gd name="csX2" fmla="*/ 2599988 w 4703971"/>
                <a:gd name="csY2" fmla="*/ 261433 h 4220994"/>
                <a:gd name="csX3" fmla="*/ 4409070 w 4703971"/>
                <a:gd name="csY3" fmla="*/ 230289 h 4220994"/>
                <a:gd name="csX4" fmla="*/ 4452929 w 4703971"/>
                <a:gd name="csY4" fmla="*/ 1797153 h 4220994"/>
                <a:gd name="csX5" fmla="*/ 2642912 w 4703971"/>
                <a:gd name="csY5" fmla="*/ 2628621 h 4220994"/>
                <a:gd name="csX6" fmla="*/ 8594 w 4703971"/>
                <a:gd name="csY6" fmla="*/ 4213778 h 4220994"/>
                <a:gd name="csX0" fmla="*/ 8594 w 4855548"/>
                <a:gd name="csY0" fmla="*/ 4390510 h 4397726"/>
                <a:gd name="csX1" fmla="*/ 1738740 w 4855548"/>
                <a:gd name="csY1" fmla="*/ 2014042 h 4397726"/>
                <a:gd name="csX2" fmla="*/ 2599988 w 4855548"/>
                <a:gd name="csY2" fmla="*/ 438165 h 4397726"/>
                <a:gd name="csX3" fmla="*/ 4756647 w 4855548"/>
                <a:gd name="csY3" fmla="*/ 26825 h 4397726"/>
                <a:gd name="csX4" fmla="*/ 4452929 w 4855548"/>
                <a:gd name="csY4" fmla="*/ 1973885 h 4397726"/>
                <a:gd name="csX5" fmla="*/ 2642912 w 4855548"/>
                <a:gd name="csY5" fmla="*/ 2805353 h 4397726"/>
                <a:gd name="csX6" fmla="*/ 8594 w 4855548"/>
                <a:gd name="csY6" fmla="*/ 4390510 h 4397726"/>
                <a:gd name="csX0" fmla="*/ 8594 w 5018748"/>
                <a:gd name="csY0" fmla="*/ 4545598 h 4552814"/>
                <a:gd name="csX1" fmla="*/ 1738740 w 5018748"/>
                <a:gd name="csY1" fmla="*/ 2169130 h 4552814"/>
                <a:gd name="csX2" fmla="*/ 2599988 w 5018748"/>
                <a:gd name="csY2" fmla="*/ 593253 h 4552814"/>
                <a:gd name="csX3" fmla="*/ 4973062 w 5018748"/>
                <a:gd name="csY3" fmla="*/ 18136 h 4552814"/>
                <a:gd name="csX4" fmla="*/ 4452929 w 5018748"/>
                <a:gd name="csY4" fmla="*/ 2128973 h 4552814"/>
                <a:gd name="csX5" fmla="*/ 2642912 w 5018748"/>
                <a:gd name="csY5" fmla="*/ 2960441 h 4552814"/>
                <a:gd name="csX6" fmla="*/ 8594 w 5018748"/>
                <a:gd name="csY6" fmla="*/ 4545598 h 4552814"/>
                <a:gd name="csX0" fmla="*/ 8594 w 5002691"/>
                <a:gd name="csY0" fmla="*/ 4537753 h 4544969"/>
                <a:gd name="csX1" fmla="*/ 1738740 w 5002691"/>
                <a:gd name="csY1" fmla="*/ 2161285 h 4544969"/>
                <a:gd name="csX2" fmla="*/ 2599988 w 5002691"/>
                <a:gd name="csY2" fmla="*/ 585408 h 4544969"/>
                <a:gd name="csX3" fmla="*/ 4973062 w 5002691"/>
                <a:gd name="csY3" fmla="*/ 10291 h 4544969"/>
                <a:gd name="csX4" fmla="*/ 4452929 w 5002691"/>
                <a:gd name="csY4" fmla="*/ 2121128 h 4544969"/>
                <a:gd name="csX5" fmla="*/ 2642912 w 5002691"/>
                <a:gd name="csY5" fmla="*/ 2952596 h 4544969"/>
                <a:gd name="csX6" fmla="*/ 8594 w 5002691"/>
                <a:gd name="csY6" fmla="*/ 4537753 h 4544969"/>
                <a:gd name="csX0" fmla="*/ 8594 w 4705059"/>
                <a:gd name="csY0" fmla="*/ 4122711 h 4129927"/>
                <a:gd name="csX1" fmla="*/ 1738740 w 4705059"/>
                <a:gd name="csY1" fmla="*/ 1746243 h 4129927"/>
                <a:gd name="csX2" fmla="*/ 2599988 w 4705059"/>
                <a:gd name="csY2" fmla="*/ 170366 h 4129927"/>
                <a:gd name="csX3" fmla="*/ 4446032 w 4705059"/>
                <a:gd name="csY3" fmla="*/ 89415 h 4129927"/>
                <a:gd name="csX4" fmla="*/ 4452929 w 4705059"/>
                <a:gd name="csY4" fmla="*/ 1706086 h 4129927"/>
                <a:gd name="csX5" fmla="*/ 2642912 w 4705059"/>
                <a:gd name="csY5" fmla="*/ 2537554 h 4129927"/>
                <a:gd name="csX6" fmla="*/ 8594 w 4705059"/>
                <a:gd name="csY6" fmla="*/ 4122711 h 4129927"/>
                <a:gd name="csX0" fmla="*/ 8594 w 4596663"/>
                <a:gd name="csY0" fmla="*/ 4215533 h 4224499"/>
                <a:gd name="csX1" fmla="*/ 1738740 w 4596663"/>
                <a:gd name="csY1" fmla="*/ 1839065 h 4224499"/>
                <a:gd name="csX2" fmla="*/ 2599988 w 4596663"/>
                <a:gd name="csY2" fmla="*/ 263188 h 4224499"/>
                <a:gd name="csX3" fmla="*/ 4446032 w 4596663"/>
                <a:gd name="csY3" fmla="*/ 182237 h 4224499"/>
                <a:gd name="csX4" fmla="*/ 4129398 w 4596663"/>
                <a:gd name="csY4" fmla="*/ 2079669 h 4224499"/>
                <a:gd name="csX5" fmla="*/ 2642912 w 4596663"/>
                <a:gd name="csY5" fmla="*/ 2630376 h 4224499"/>
                <a:gd name="csX6" fmla="*/ 8594 w 4596663"/>
                <a:gd name="csY6" fmla="*/ 4215533 h 4224499"/>
                <a:gd name="csX0" fmla="*/ 10635 w 4618520"/>
                <a:gd name="csY0" fmla="*/ 4140860 h 4149826"/>
                <a:gd name="csX1" fmla="*/ 1740781 w 4618520"/>
                <a:gd name="csY1" fmla="*/ 1764392 h 4149826"/>
                <a:gd name="csX2" fmla="*/ 2330962 w 4618520"/>
                <a:gd name="csY2" fmla="*/ 399085 h 4149826"/>
                <a:gd name="csX3" fmla="*/ 4448073 w 4618520"/>
                <a:gd name="csY3" fmla="*/ 107564 h 4149826"/>
                <a:gd name="csX4" fmla="*/ 4131439 w 4618520"/>
                <a:gd name="csY4" fmla="*/ 2004996 h 4149826"/>
                <a:gd name="csX5" fmla="*/ 2644953 w 4618520"/>
                <a:gd name="csY5" fmla="*/ 2555703 h 4149826"/>
                <a:gd name="csX6" fmla="*/ 10635 w 4618520"/>
                <a:gd name="csY6" fmla="*/ 4140860 h 4149826"/>
                <a:gd name="csX0" fmla="*/ 2473 w 4610358"/>
                <a:gd name="csY0" fmla="*/ 4148168 h 4152706"/>
                <a:gd name="csX1" fmla="*/ 2161081 w 4610358"/>
                <a:gd name="csY1" fmla="*/ 2013468 h 4152706"/>
                <a:gd name="csX2" fmla="*/ 2322800 w 4610358"/>
                <a:gd name="csY2" fmla="*/ 406393 h 4152706"/>
                <a:gd name="csX3" fmla="*/ 4439911 w 4610358"/>
                <a:gd name="csY3" fmla="*/ 114872 h 4152706"/>
                <a:gd name="csX4" fmla="*/ 4123277 w 4610358"/>
                <a:gd name="csY4" fmla="*/ 2012304 h 4152706"/>
                <a:gd name="csX5" fmla="*/ 2636791 w 4610358"/>
                <a:gd name="csY5" fmla="*/ 2563011 h 4152706"/>
                <a:gd name="csX6" fmla="*/ 2473 w 4610358"/>
                <a:gd name="csY6" fmla="*/ 4148168 h 4152706"/>
                <a:gd name="csX0" fmla="*/ 400 w 4608285"/>
                <a:gd name="csY0" fmla="*/ 4148168 h 4148397"/>
                <a:gd name="csX1" fmla="*/ 2159008 w 4608285"/>
                <a:gd name="csY1" fmla="*/ 2013468 h 4148397"/>
                <a:gd name="csX2" fmla="*/ 2320727 w 4608285"/>
                <a:gd name="csY2" fmla="*/ 406393 h 4148397"/>
                <a:gd name="csX3" fmla="*/ 4437838 w 4608285"/>
                <a:gd name="csY3" fmla="*/ 114872 h 4148397"/>
                <a:gd name="csX4" fmla="*/ 4121204 w 4608285"/>
                <a:gd name="csY4" fmla="*/ 2012304 h 4148397"/>
                <a:gd name="csX5" fmla="*/ 2346163 w 4608285"/>
                <a:gd name="csY5" fmla="*/ 2149669 h 4148397"/>
                <a:gd name="csX6" fmla="*/ 400 w 4608285"/>
                <a:gd name="csY6" fmla="*/ 4148168 h 4148397"/>
                <a:gd name="csX0" fmla="*/ 400 w 4547161"/>
                <a:gd name="csY0" fmla="*/ 4069645 h 4069874"/>
                <a:gd name="csX1" fmla="*/ 2159008 w 4547161"/>
                <a:gd name="csY1" fmla="*/ 1934945 h 4069874"/>
                <a:gd name="csX2" fmla="*/ 2320727 w 4547161"/>
                <a:gd name="csY2" fmla="*/ 327870 h 4069874"/>
                <a:gd name="csX3" fmla="*/ 4437838 w 4547161"/>
                <a:gd name="csY3" fmla="*/ 36349 h 4069874"/>
                <a:gd name="csX4" fmla="*/ 4121204 w 4547161"/>
                <a:gd name="csY4" fmla="*/ 1933781 h 4069874"/>
                <a:gd name="csX5" fmla="*/ 2346163 w 4547161"/>
                <a:gd name="csY5" fmla="*/ 2071146 h 4069874"/>
                <a:gd name="csX6" fmla="*/ 400 w 4547161"/>
                <a:gd name="csY6" fmla="*/ 4069645 h 4069874"/>
                <a:gd name="csX0" fmla="*/ 536 w 3991476"/>
                <a:gd name="csY0" fmla="*/ 3539321 h 3539632"/>
                <a:gd name="csX1" fmla="*/ 1603323 w 3991476"/>
                <a:gd name="csY1" fmla="*/ 1934945 h 3539632"/>
                <a:gd name="csX2" fmla="*/ 1765042 w 3991476"/>
                <a:gd name="csY2" fmla="*/ 327870 h 3539632"/>
                <a:gd name="csX3" fmla="*/ 3882153 w 3991476"/>
                <a:gd name="csY3" fmla="*/ 36349 h 3539632"/>
                <a:gd name="csX4" fmla="*/ 3565519 w 3991476"/>
                <a:gd name="csY4" fmla="*/ 1933781 h 3539632"/>
                <a:gd name="csX5" fmla="*/ 1790478 w 3991476"/>
                <a:gd name="csY5" fmla="*/ 2071146 h 3539632"/>
                <a:gd name="csX6" fmla="*/ 536 w 3991476"/>
                <a:gd name="csY6" fmla="*/ 3539321 h 3539632"/>
                <a:gd name="csX0" fmla="*/ 527 w 4017318"/>
                <a:gd name="csY0" fmla="*/ 3573908 h 3574212"/>
                <a:gd name="csX1" fmla="*/ 1629165 w 4017318"/>
                <a:gd name="csY1" fmla="*/ 1934945 h 3574212"/>
                <a:gd name="csX2" fmla="*/ 1790884 w 4017318"/>
                <a:gd name="csY2" fmla="*/ 327870 h 3574212"/>
                <a:gd name="csX3" fmla="*/ 3907995 w 4017318"/>
                <a:gd name="csY3" fmla="*/ 36349 h 3574212"/>
                <a:gd name="csX4" fmla="*/ 3591361 w 4017318"/>
                <a:gd name="csY4" fmla="*/ 1933781 h 3574212"/>
                <a:gd name="csX5" fmla="*/ 1816320 w 4017318"/>
                <a:gd name="csY5" fmla="*/ 2071146 h 3574212"/>
                <a:gd name="csX6" fmla="*/ 527 w 4017318"/>
                <a:gd name="csY6" fmla="*/ 3573908 h 3574212"/>
                <a:gd name="csX0" fmla="*/ 3641 w 4020432"/>
                <a:gd name="csY0" fmla="*/ 3573908 h 3577567"/>
                <a:gd name="csX1" fmla="*/ 1632279 w 4020432"/>
                <a:gd name="csY1" fmla="*/ 1934945 h 3577567"/>
                <a:gd name="csX2" fmla="*/ 1793998 w 4020432"/>
                <a:gd name="csY2" fmla="*/ 327870 h 3577567"/>
                <a:gd name="csX3" fmla="*/ 3911109 w 4020432"/>
                <a:gd name="csY3" fmla="*/ 36349 h 3577567"/>
                <a:gd name="csX4" fmla="*/ 3594475 w 4020432"/>
                <a:gd name="csY4" fmla="*/ 1933781 h 3577567"/>
                <a:gd name="csX5" fmla="*/ 1819434 w 4020432"/>
                <a:gd name="csY5" fmla="*/ 2071146 h 3577567"/>
                <a:gd name="csX6" fmla="*/ 3641 w 4020432"/>
                <a:gd name="csY6" fmla="*/ 3573908 h 3577567"/>
                <a:gd name="csX0" fmla="*/ 11923 w 4028714"/>
                <a:gd name="csY0" fmla="*/ 3573908 h 3583559"/>
                <a:gd name="csX1" fmla="*/ 1640561 w 4028714"/>
                <a:gd name="csY1" fmla="*/ 1934945 h 3583559"/>
                <a:gd name="csX2" fmla="*/ 1802280 w 4028714"/>
                <a:gd name="csY2" fmla="*/ 327870 h 3583559"/>
                <a:gd name="csX3" fmla="*/ 3919391 w 4028714"/>
                <a:gd name="csY3" fmla="*/ 36349 h 3583559"/>
                <a:gd name="csX4" fmla="*/ 3602757 w 4028714"/>
                <a:gd name="csY4" fmla="*/ 1933781 h 3583559"/>
                <a:gd name="csX5" fmla="*/ 1827716 w 4028714"/>
                <a:gd name="csY5" fmla="*/ 2071146 h 3583559"/>
                <a:gd name="csX6" fmla="*/ 11923 w 4028714"/>
                <a:gd name="csY6" fmla="*/ 3573908 h 3583559"/>
                <a:gd name="csX0" fmla="*/ 1130 w 4017921"/>
                <a:gd name="csY0" fmla="*/ 3573908 h 3577714"/>
                <a:gd name="csX1" fmla="*/ 1629768 w 4017921"/>
                <a:gd name="csY1" fmla="*/ 1934945 h 3577714"/>
                <a:gd name="csX2" fmla="*/ 1791487 w 4017921"/>
                <a:gd name="csY2" fmla="*/ 327870 h 3577714"/>
                <a:gd name="csX3" fmla="*/ 3908598 w 4017921"/>
                <a:gd name="csY3" fmla="*/ 36349 h 3577714"/>
                <a:gd name="csX4" fmla="*/ 3591964 w 4017921"/>
                <a:gd name="csY4" fmla="*/ 1933781 h 3577714"/>
                <a:gd name="csX5" fmla="*/ 1906115 w 4017921"/>
                <a:gd name="csY5" fmla="*/ 2373434 h 3577714"/>
                <a:gd name="csX6" fmla="*/ 1130 w 4017921"/>
                <a:gd name="csY6" fmla="*/ 3573908 h 3577714"/>
                <a:gd name="csX0" fmla="*/ 434 w 4017225"/>
                <a:gd name="csY0" fmla="*/ 3573908 h 3574428"/>
                <a:gd name="csX1" fmla="*/ 1629072 w 4017225"/>
                <a:gd name="csY1" fmla="*/ 1934945 h 3574428"/>
                <a:gd name="csX2" fmla="*/ 1790791 w 4017225"/>
                <a:gd name="csY2" fmla="*/ 327870 h 3574428"/>
                <a:gd name="csX3" fmla="*/ 3907902 w 4017225"/>
                <a:gd name="csY3" fmla="*/ 36349 h 3574428"/>
                <a:gd name="csX4" fmla="*/ 3591268 w 4017225"/>
                <a:gd name="csY4" fmla="*/ 1933781 h 3574428"/>
                <a:gd name="csX5" fmla="*/ 1798394 w 4017225"/>
                <a:gd name="csY5" fmla="*/ 2110926 h 3574428"/>
                <a:gd name="csX6" fmla="*/ 434 w 4017225"/>
                <a:gd name="csY6" fmla="*/ 3573908 h 3574428"/>
                <a:gd name="csX0" fmla="*/ 434 w 4017225"/>
                <a:gd name="csY0" fmla="*/ 3573908 h 3574310"/>
                <a:gd name="csX1" fmla="*/ 1629072 w 4017225"/>
                <a:gd name="csY1" fmla="*/ 1934945 h 3574310"/>
                <a:gd name="csX2" fmla="*/ 1790791 w 4017225"/>
                <a:gd name="csY2" fmla="*/ 327870 h 3574310"/>
                <a:gd name="csX3" fmla="*/ 3907902 w 4017225"/>
                <a:gd name="csY3" fmla="*/ 36349 h 3574310"/>
                <a:gd name="csX4" fmla="*/ 3591268 w 4017225"/>
                <a:gd name="csY4" fmla="*/ 1933781 h 3574310"/>
                <a:gd name="csX5" fmla="*/ 1798394 w 4017225"/>
                <a:gd name="csY5" fmla="*/ 2110926 h 3574310"/>
                <a:gd name="csX6" fmla="*/ 434 w 4017225"/>
                <a:gd name="csY6" fmla="*/ 3573908 h 3574310"/>
                <a:gd name="csX0" fmla="*/ 434 w 4017225"/>
                <a:gd name="csY0" fmla="*/ 3573908 h 3576627"/>
                <a:gd name="csX1" fmla="*/ 1629072 w 4017225"/>
                <a:gd name="csY1" fmla="*/ 1934945 h 3576627"/>
                <a:gd name="csX2" fmla="*/ 1790791 w 4017225"/>
                <a:gd name="csY2" fmla="*/ 327870 h 3576627"/>
                <a:gd name="csX3" fmla="*/ 3907902 w 4017225"/>
                <a:gd name="csY3" fmla="*/ 36349 h 3576627"/>
                <a:gd name="csX4" fmla="*/ 3591268 w 4017225"/>
                <a:gd name="csY4" fmla="*/ 1933781 h 3576627"/>
                <a:gd name="csX5" fmla="*/ 1798395 w 4017225"/>
                <a:gd name="csY5" fmla="*/ 2365482 h 3576627"/>
                <a:gd name="csX6" fmla="*/ 434 w 4017225"/>
                <a:gd name="csY6" fmla="*/ 3573908 h 3576627"/>
                <a:gd name="csX0" fmla="*/ 434 w 4017225"/>
                <a:gd name="csY0" fmla="*/ 3573908 h 3576355"/>
                <a:gd name="csX1" fmla="*/ 1629072 w 4017225"/>
                <a:gd name="csY1" fmla="*/ 1934945 h 3576355"/>
                <a:gd name="csX2" fmla="*/ 1790791 w 4017225"/>
                <a:gd name="csY2" fmla="*/ 327870 h 3576355"/>
                <a:gd name="csX3" fmla="*/ 3907902 w 4017225"/>
                <a:gd name="csY3" fmla="*/ 36349 h 3576355"/>
                <a:gd name="csX4" fmla="*/ 3591268 w 4017225"/>
                <a:gd name="csY4" fmla="*/ 1933781 h 3576355"/>
                <a:gd name="csX5" fmla="*/ 1798395 w 4017225"/>
                <a:gd name="csY5" fmla="*/ 2365482 h 3576355"/>
                <a:gd name="csX6" fmla="*/ 434 w 4017225"/>
                <a:gd name="csY6" fmla="*/ 3573908 h 3576355"/>
                <a:gd name="csX0" fmla="*/ 434 w 4017225"/>
                <a:gd name="csY0" fmla="*/ 3573908 h 3583502"/>
                <a:gd name="csX1" fmla="*/ 1629072 w 4017225"/>
                <a:gd name="csY1" fmla="*/ 1934945 h 3583502"/>
                <a:gd name="csX2" fmla="*/ 1790791 w 4017225"/>
                <a:gd name="csY2" fmla="*/ 327870 h 3583502"/>
                <a:gd name="csX3" fmla="*/ 3907902 w 4017225"/>
                <a:gd name="csY3" fmla="*/ 36349 h 3583502"/>
                <a:gd name="csX4" fmla="*/ 3591268 w 4017225"/>
                <a:gd name="csY4" fmla="*/ 1933781 h 3583502"/>
                <a:gd name="csX5" fmla="*/ 1798396 w 4017225"/>
                <a:gd name="csY5" fmla="*/ 2715497 h 3583502"/>
                <a:gd name="csX6" fmla="*/ 434 w 4017225"/>
                <a:gd name="csY6" fmla="*/ 3573908 h 3583502"/>
                <a:gd name="csX0" fmla="*/ 20204 w 4036995"/>
                <a:gd name="csY0" fmla="*/ 3574326 h 3583563"/>
                <a:gd name="csX1" fmla="*/ 908564 w 4036995"/>
                <a:gd name="csY1" fmla="*/ 1951275 h 3583563"/>
                <a:gd name="csX2" fmla="*/ 1810561 w 4036995"/>
                <a:gd name="csY2" fmla="*/ 328288 h 3583563"/>
                <a:gd name="csX3" fmla="*/ 3927672 w 4036995"/>
                <a:gd name="csY3" fmla="*/ 36767 h 3583563"/>
                <a:gd name="csX4" fmla="*/ 3611038 w 4036995"/>
                <a:gd name="csY4" fmla="*/ 1934199 h 3583563"/>
                <a:gd name="csX5" fmla="*/ 1818166 w 4036995"/>
                <a:gd name="csY5" fmla="*/ 2715915 h 3583563"/>
                <a:gd name="csX6" fmla="*/ 20204 w 4036995"/>
                <a:gd name="csY6" fmla="*/ 3574326 h 3583563"/>
                <a:gd name="csX0" fmla="*/ 12549 w 4029340"/>
                <a:gd name="csY0" fmla="*/ 3574326 h 3583563"/>
                <a:gd name="csX1" fmla="*/ 900909 w 4029340"/>
                <a:gd name="csY1" fmla="*/ 1951275 h 3583563"/>
                <a:gd name="csX2" fmla="*/ 1802906 w 4029340"/>
                <a:gd name="csY2" fmla="*/ 328288 h 3583563"/>
                <a:gd name="csX3" fmla="*/ 3920017 w 4029340"/>
                <a:gd name="csY3" fmla="*/ 36767 h 3583563"/>
                <a:gd name="csX4" fmla="*/ 3603383 w 4029340"/>
                <a:gd name="csY4" fmla="*/ 1934199 h 3583563"/>
                <a:gd name="csX5" fmla="*/ 1810511 w 4029340"/>
                <a:gd name="csY5" fmla="*/ 2715915 h 3583563"/>
                <a:gd name="csX6" fmla="*/ 12549 w 4029340"/>
                <a:gd name="csY6" fmla="*/ 3574326 h 3583563"/>
                <a:gd name="csX0" fmla="*/ 2018 w 4018809"/>
                <a:gd name="csY0" fmla="*/ 3573908 h 3583502"/>
                <a:gd name="csX1" fmla="*/ 1389840 w 4018809"/>
                <a:gd name="csY1" fmla="*/ 1934947 h 3583502"/>
                <a:gd name="csX2" fmla="*/ 1792375 w 4018809"/>
                <a:gd name="csY2" fmla="*/ 327870 h 3583502"/>
                <a:gd name="csX3" fmla="*/ 3909486 w 4018809"/>
                <a:gd name="csY3" fmla="*/ 36349 h 3583502"/>
                <a:gd name="csX4" fmla="*/ 3592852 w 4018809"/>
                <a:gd name="csY4" fmla="*/ 1933781 h 3583502"/>
                <a:gd name="csX5" fmla="*/ 1799980 w 4018809"/>
                <a:gd name="csY5" fmla="*/ 2715497 h 3583502"/>
                <a:gd name="csX6" fmla="*/ 2018 w 4018809"/>
                <a:gd name="csY6" fmla="*/ 3573908 h 3583502"/>
                <a:gd name="csX0" fmla="*/ 2018 w 4018809"/>
                <a:gd name="csY0" fmla="*/ 3573908 h 3575401"/>
                <a:gd name="csX1" fmla="*/ 1389840 w 4018809"/>
                <a:gd name="csY1" fmla="*/ 1934947 h 3575401"/>
                <a:gd name="csX2" fmla="*/ 1792375 w 4018809"/>
                <a:gd name="csY2" fmla="*/ 327870 h 3575401"/>
                <a:gd name="csX3" fmla="*/ 3909486 w 4018809"/>
                <a:gd name="csY3" fmla="*/ 36349 h 3575401"/>
                <a:gd name="csX4" fmla="*/ 3592852 w 4018809"/>
                <a:gd name="csY4" fmla="*/ 1933781 h 3575401"/>
                <a:gd name="csX5" fmla="*/ 1799983 w 4018809"/>
                <a:gd name="csY5" fmla="*/ 2277981 h 3575401"/>
                <a:gd name="csX6" fmla="*/ 2018 w 4018809"/>
                <a:gd name="csY6" fmla="*/ 3573908 h 3575401"/>
                <a:gd name="csX0" fmla="*/ 2279 w 4019070"/>
                <a:gd name="csY0" fmla="*/ 3573908 h 3576883"/>
                <a:gd name="csX1" fmla="*/ 1390101 w 4019070"/>
                <a:gd name="csY1" fmla="*/ 1934947 h 3576883"/>
                <a:gd name="csX2" fmla="*/ 1792636 w 4019070"/>
                <a:gd name="csY2" fmla="*/ 327870 h 3576883"/>
                <a:gd name="csX3" fmla="*/ 3909747 w 4019070"/>
                <a:gd name="csY3" fmla="*/ 36349 h 3576883"/>
                <a:gd name="csX4" fmla="*/ 3593113 w 4019070"/>
                <a:gd name="csY4" fmla="*/ 1933781 h 3576883"/>
                <a:gd name="csX5" fmla="*/ 1827004 w 4019070"/>
                <a:gd name="csY5" fmla="*/ 2405261 h 3576883"/>
                <a:gd name="csX6" fmla="*/ 2279 w 4019070"/>
                <a:gd name="csY6" fmla="*/ 3573908 h 3576883"/>
                <a:gd name="csX0" fmla="*/ 3304 w 4020095"/>
                <a:gd name="csY0" fmla="*/ 3573700 h 3576772"/>
                <a:gd name="csX1" fmla="*/ 1310858 w 4020095"/>
                <a:gd name="csY1" fmla="*/ 1926786 h 3576772"/>
                <a:gd name="csX2" fmla="*/ 1793661 w 4020095"/>
                <a:gd name="csY2" fmla="*/ 327662 h 3576772"/>
                <a:gd name="csX3" fmla="*/ 3910772 w 4020095"/>
                <a:gd name="csY3" fmla="*/ 36141 h 3576772"/>
                <a:gd name="csX4" fmla="*/ 3594138 w 4020095"/>
                <a:gd name="csY4" fmla="*/ 1933573 h 3576772"/>
                <a:gd name="csX5" fmla="*/ 1828029 w 4020095"/>
                <a:gd name="csY5" fmla="*/ 2405053 h 3576772"/>
                <a:gd name="csX6" fmla="*/ 3304 w 4020095"/>
                <a:gd name="csY6" fmla="*/ 3573700 h 3576772"/>
                <a:gd name="csX0" fmla="*/ 3254 w 4020045"/>
                <a:gd name="csY0" fmla="*/ 3573700 h 3576772"/>
                <a:gd name="csX1" fmla="*/ 1310808 w 4020045"/>
                <a:gd name="csY1" fmla="*/ 1926786 h 3576772"/>
                <a:gd name="csX2" fmla="*/ 1793611 w 4020045"/>
                <a:gd name="csY2" fmla="*/ 327662 h 3576772"/>
                <a:gd name="csX3" fmla="*/ 3910722 w 4020045"/>
                <a:gd name="csY3" fmla="*/ 36141 h 3576772"/>
                <a:gd name="csX4" fmla="*/ 3594088 w 4020045"/>
                <a:gd name="csY4" fmla="*/ 1933573 h 3576772"/>
                <a:gd name="csX5" fmla="*/ 1827979 w 4020045"/>
                <a:gd name="csY5" fmla="*/ 2405053 h 3576772"/>
                <a:gd name="csX6" fmla="*/ 3254 w 4020045"/>
                <a:gd name="csY6" fmla="*/ 3573700 h 35767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020045" h="3576772">
                  <a:moveTo>
                    <a:pt x="3254" y="3573700"/>
                  </a:moveTo>
                  <a:cubicBezTo>
                    <a:pt x="-82941" y="3493989"/>
                    <a:pt x="1574310" y="2340515"/>
                    <a:pt x="1310808" y="1926786"/>
                  </a:cubicBezTo>
                  <a:cubicBezTo>
                    <a:pt x="1047306" y="1513057"/>
                    <a:pt x="1360292" y="642769"/>
                    <a:pt x="1793611" y="327662"/>
                  </a:cubicBezTo>
                  <a:cubicBezTo>
                    <a:pt x="2226930" y="12555"/>
                    <a:pt x="3750548" y="-52136"/>
                    <a:pt x="3910722" y="36141"/>
                  </a:cubicBezTo>
                  <a:cubicBezTo>
                    <a:pt x="4070896" y="124418"/>
                    <a:pt x="4120351" y="1358027"/>
                    <a:pt x="3594088" y="1933573"/>
                  </a:cubicBezTo>
                  <a:cubicBezTo>
                    <a:pt x="3171099" y="2391895"/>
                    <a:pt x="2301583" y="2656718"/>
                    <a:pt x="1827979" y="2405053"/>
                  </a:cubicBezTo>
                  <a:cubicBezTo>
                    <a:pt x="1354375" y="2153388"/>
                    <a:pt x="89449" y="3653411"/>
                    <a:pt x="3254" y="3573700"/>
                  </a:cubicBezTo>
                  <a:close/>
                </a:path>
              </a:pathLst>
            </a:custGeom>
            <a:noFill/>
            <a:ln>
              <a:solidFill>
                <a:srgbClr val="0C26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1" name="Freeform 1020">
              <a:extLst>
                <a:ext uri="{FF2B5EF4-FFF2-40B4-BE49-F238E27FC236}">
                  <a16:creationId xmlns:a16="http://schemas.microsoft.com/office/drawing/2014/main" id="{7920D5F1-ECC9-D7F4-30DC-648A833C9CAD}"/>
                </a:ext>
              </a:extLst>
            </p:cNvPr>
            <p:cNvSpPr/>
            <p:nvPr userDrawn="1"/>
          </p:nvSpPr>
          <p:spPr>
            <a:xfrm rot="16200000">
              <a:off x="6284575" y="1328730"/>
              <a:ext cx="2615869" cy="2682270"/>
            </a:xfrm>
            <a:custGeom>
              <a:avLst/>
              <a:gdLst>
                <a:gd name="csX0" fmla="*/ 1893 w 3484511"/>
                <a:gd name="csY0" fmla="*/ 3509215 h 3511799"/>
                <a:gd name="csX1" fmla="*/ 1514170 w 3484511"/>
                <a:gd name="csY1" fmla="*/ 1703861 h 3511799"/>
                <a:gd name="csX2" fmla="*/ 2029985 w 3484511"/>
                <a:gd name="csY2" fmla="*/ 226753 h 3511799"/>
                <a:gd name="csX3" fmla="*/ 3378139 w 3484511"/>
                <a:gd name="csY3" fmla="*/ 144692 h 3511799"/>
                <a:gd name="csX4" fmla="*/ 3225739 w 3484511"/>
                <a:gd name="csY4" fmla="*/ 1586630 h 3511799"/>
                <a:gd name="csX5" fmla="*/ 1854139 w 3484511"/>
                <a:gd name="csY5" fmla="*/ 2090723 h 3511799"/>
                <a:gd name="csX6" fmla="*/ 1893 w 3484511"/>
                <a:gd name="csY6" fmla="*/ 3509215 h 3511799"/>
                <a:gd name="csX0" fmla="*/ 1352 w 4094215"/>
                <a:gd name="csY0" fmla="*/ 4103738 h 4105568"/>
                <a:gd name="csX1" fmla="*/ 2123874 w 4094215"/>
                <a:gd name="csY1" fmla="*/ 1703861 h 4105568"/>
                <a:gd name="csX2" fmla="*/ 2639689 w 4094215"/>
                <a:gd name="csY2" fmla="*/ 226753 h 4105568"/>
                <a:gd name="csX3" fmla="*/ 3987843 w 4094215"/>
                <a:gd name="csY3" fmla="*/ 144692 h 4105568"/>
                <a:gd name="csX4" fmla="*/ 3835443 w 4094215"/>
                <a:gd name="csY4" fmla="*/ 1586630 h 4105568"/>
                <a:gd name="csX5" fmla="*/ 2463843 w 4094215"/>
                <a:gd name="csY5" fmla="*/ 2090723 h 4105568"/>
                <a:gd name="csX6" fmla="*/ 1352 w 4094215"/>
                <a:gd name="csY6" fmla="*/ 4103738 h 4105568"/>
                <a:gd name="csX0" fmla="*/ 1978 w 4094841"/>
                <a:gd name="csY0" fmla="*/ 4101966 h 4104114"/>
                <a:gd name="csX1" fmla="*/ 2058783 w 4094841"/>
                <a:gd name="csY1" fmla="*/ 1668597 h 4104114"/>
                <a:gd name="csX2" fmla="*/ 2640315 w 4094841"/>
                <a:gd name="csY2" fmla="*/ 224981 h 4104114"/>
                <a:gd name="csX3" fmla="*/ 3988469 w 4094841"/>
                <a:gd name="csY3" fmla="*/ 142920 h 4104114"/>
                <a:gd name="csX4" fmla="*/ 3836069 w 4094841"/>
                <a:gd name="csY4" fmla="*/ 1584858 h 4104114"/>
                <a:gd name="csX5" fmla="*/ 2464469 w 4094841"/>
                <a:gd name="csY5" fmla="*/ 2088951 h 4104114"/>
                <a:gd name="csX6" fmla="*/ 1978 w 4094841"/>
                <a:gd name="csY6" fmla="*/ 4101966 h 4104114"/>
                <a:gd name="csX0" fmla="*/ 1943 w 4132359"/>
                <a:gd name="csY0" fmla="*/ 3750277 h 3752868"/>
                <a:gd name="csX1" fmla="*/ 2096301 w 4132359"/>
                <a:gd name="csY1" fmla="*/ 1668597 h 3752868"/>
                <a:gd name="csX2" fmla="*/ 2677833 w 4132359"/>
                <a:gd name="csY2" fmla="*/ 224981 h 3752868"/>
                <a:gd name="csX3" fmla="*/ 4025987 w 4132359"/>
                <a:gd name="csY3" fmla="*/ 142920 h 3752868"/>
                <a:gd name="csX4" fmla="*/ 3873587 w 4132359"/>
                <a:gd name="csY4" fmla="*/ 1584858 h 3752868"/>
                <a:gd name="csX5" fmla="*/ 2501987 w 4132359"/>
                <a:gd name="csY5" fmla="*/ 2088951 h 3752868"/>
                <a:gd name="csX6" fmla="*/ 1943 w 4132359"/>
                <a:gd name="csY6" fmla="*/ 3750277 h 3752868"/>
                <a:gd name="csX0" fmla="*/ 7123 w 4137539"/>
                <a:gd name="csY0" fmla="*/ 3776554 h 3776601"/>
                <a:gd name="csX1" fmla="*/ 1782278 w 4137539"/>
                <a:gd name="csY1" fmla="*/ 2163796 h 3776601"/>
                <a:gd name="csX2" fmla="*/ 2683013 w 4137539"/>
                <a:gd name="csY2" fmla="*/ 251258 h 3776601"/>
                <a:gd name="csX3" fmla="*/ 4031167 w 4137539"/>
                <a:gd name="csY3" fmla="*/ 169197 h 3776601"/>
                <a:gd name="csX4" fmla="*/ 3878767 w 4137539"/>
                <a:gd name="csY4" fmla="*/ 1611135 h 3776601"/>
                <a:gd name="csX5" fmla="*/ 2507167 w 4137539"/>
                <a:gd name="csY5" fmla="*/ 2115228 h 3776601"/>
                <a:gd name="csX6" fmla="*/ 7123 w 4137539"/>
                <a:gd name="csY6" fmla="*/ 3776554 h 3776601"/>
                <a:gd name="csX0" fmla="*/ 25 w 4130441"/>
                <a:gd name="csY0" fmla="*/ 3776554 h 3776586"/>
                <a:gd name="csX1" fmla="*/ 1775180 w 4130441"/>
                <a:gd name="csY1" fmla="*/ 2163796 h 3776586"/>
                <a:gd name="csX2" fmla="*/ 2675915 w 4130441"/>
                <a:gd name="csY2" fmla="*/ 251258 h 3776586"/>
                <a:gd name="csX3" fmla="*/ 4024069 w 4130441"/>
                <a:gd name="csY3" fmla="*/ 169197 h 3776586"/>
                <a:gd name="csX4" fmla="*/ 3871669 w 4130441"/>
                <a:gd name="csY4" fmla="*/ 1611135 h 3776586"/>
                <a:gd name="csX5" fmla="*/ 1814719 w 4130441"/>
                <a:gd name="csY5" fmla="*/ 2207339 h 3776586"/>
                <a:gd name="csX6" fmla="*/ 25 w 4130441"/>
                <a:gd name="csY6" fmla="*/ 3776554 h 3776586"/>
                <a:gd name="csX0" fmla="*/ 25 w 4130441"/>
                <a:gd name="csY0" fmla="*/ 3776554 h 3776589"/>
                <a:gd name="csX1" fmla="*/ 1775180 w 4130441"/>
                <a:gd name="csY1" fmla="*/ 2163796 h 3776589"/>
                <a:gd name="csX2" fmla="*/ 2675915 w 4130441"/>
                <a:gd name="csY2" fmla="*/ 251258 h 3776589"/>
                <a:gd name="csX3" fmla="*/ 4024069 w 4130441"/>
                <a:gd name="csY3" fmla="*/ 169197 h 3776589"/>
                <a:gd name="csX4" fmla="*/ 3871669 w 4130441"/>
                <a:gd name="csY4" fmla="*/ 1611135 h 3776589"/>
                <a:gd name="csX5" fmla="*/ 1814719 w 4130441"/>
                <a:gd name="csY5" fmla="*/ 2207339 h 3776589"/>
                <a:gd name="csX6" fmla="*/ 25 w 4130441"/>
                <a:gd name="csY6" fmla="*/ 3776554 h 3776589"/>
                <a:gd name="csX0" fmla="*/ 25 w 3957457"/>
                <a:gd name="csY0" fmla="*/ 3611866 h 3611901"/>
                <a:gd name="csX1" fmla="*/ 1775180 w 3957457"/>
                <a:gd name="csY1" fmla="*/ 1999108 h 3611901"/>
                <a:gd name="csX2" fmla="*/ 2675915 w 3957457"/>
                <a:gd name="csY2" fmla="*/ 86570 h 3611901"/>
                <a:gd name="csX3" fmla="*/ 3554650 w 3957457"/>
                <a:gd name="csY3" fmla="*/ 439934 h 3611901"/>
                <a:gd name="csX4" fmla="*/ 3871669 w 3957457"/>
                <a:gd name="csY4" fmla="*/ 1446447 h 3611901"/>
                <a:gd name="csX5" fmla="*/ 1814719 w 3957457"/>
                <a:gd name="csY5" fmla="*/ 2042651 h 3611901"/>
                <a:gd name="csX6" fmla="*/ 25 w 3957457"/>
                <a:gd name="csY6" fmla="*/ 3611866 h 3611901"/>
                <a:gd name="csX0" fmla="*/ 25 w 3957253"/>
                <a:gd name="csY0" fmla="*/ 3368639 h 3368674"/>
                <a:gd name="csX1" fmla="*/ 1775180 w 3957253"/>
                <a:gd name="csY1" fmla="*/ 1755881 h 3368674"/>
                <a:gd name="csX2" fmla="*/ 2685304 w 3957253"/>
                <a:gd name="csY2" fmla="*/ 144791 h 3368674"/>
                <a:gd name="csX3" fmla="*/ 3554650 w 3957253"/>
                <a:gd name="csY3" fmla="*/ 196707 h 3368674"/>
                <a:gd name="csX4" fmla="*/ 3871669 w 3957253"/>
                <a:gd name="csY4" fmla="*/ 1203220 h 3368674"/>
                <a:gd name="csX5" fmla="*/ 1814719 w 3957253"/>
                <a:gd name="csY5" fmla="*/ 1799424 h 3368674"/>
                <a:gd name="csX6" fmla="*/ 25 w 3957253"/>
                <a:gd name="csY6" fmla="*/ 3368639 h 3368674"/>
                <a:gd name="csX0" fmla="*/ 25 w 3705517"/>
                <a:gd name="csY0" fmla="*/ 3358570 h 3358603"/>
                <a:gd name="csX1" fmla="*/ 1775180 w 3705517"/>
                <a:gd name="csY1" fmla="*/ 1745812 h 3358603"/>
                <a:gd name="csX2" fmla="*/ 2685304 w 3705517"/>
                <a:gd name="csY2" fmla="*/ 134722 h 3358603"/>
                <a:gd name="csX3" fmla="*/ 3554650 w 3705517"/>
                <a:gd name="csY3" fmla="*/ 186638 h 3358603"/>
                <a:gd name="csX4" fmla="*/ 3552464 w 3705517"/>
                <a:gd name="csY4" fmla="*/ 975438 h 3358603"/>
                <a:gd name="csX5" fmla="*/ 1814719 w 3705517"/>
                <a:gd name="csY5" fmla="*/ 1789355 h 3358603"/>
                <a:gd name="csX6" fmla="*/ 25 w 3705517"/>
                <a:gd name="csY6" fmla="*/ 3358570 h 3358603"/>
                <a:gd name="csX0" fmla="*/ 2290 w 3707782"/>
                <a:gd name="csY0" fmla="*/ 3305196 h 3314287"/>
                <a:gd name="csX1" fmla="*/ 2199921 w 3707782"/>
                <a:gd name="csY1" fmla="*/ 955568 h 3314287"/>
                <a:gd name="csX2" fmla="*/ 2687569 w 3707782"/>
                <a:gd name="csY2" fmla="*/ 81348 h 3314287"/>
                <a:gd name="csX3" fmla="*/ 3556915 w 3707782"/>
                <a:gd name="csY3" fmla="*/ 133264 h 3314287"/>
                <a:gd name="csX4" fmla="*/ 3554729 w 3707782"/>
                <a:gd name="csY4" fmla="*/ 922064 h 3314287"/>
                <a:gd name="csX5" fmla="*/ 1816984 w 3707782"/>
                <a:gd name="csY5" fmla="*/ 1735981 h 3314287"/>
                <a:gd name="csX6" fmla="*/ 2290 w 3707782"/>
                <a:gd name="csY6" fmla="*/ 3305196 h 3314287"/>
                <a:gd name="csX0" fmla="*/ 377 w 3705869"/>
                <a:gd name="csY0" fmla="*/ 3305196 h 3313168"/>
                <a:gd name="csX1" fmla="*/ 2198008 w 3705869"/>
                <a:gd name="csY1" fmla="*/ 955568 h 3313168"/>
                <a:gd name="csX2" fmla="*/ 2685656 w 3705869"/>
                <a:gd name="csY2" fmla="*/ 81348 h 3313168"/>
                <a:gd name="csX3" fmla="*/ 3555002 w 3705869"/>
                <a:gd name="csY3" fmla="*/ 133264 h 3313168"/>
                <a:gd name="csX4" fmla="*/ 3552816 w 3705869"/>
                <a:gd name="csY4" fmla="*/ 922064 h 3313168"/>
                <a:gd name="csX5" fmla="*/ 2378375 w 3705869"/>
                <a:gd name="csY5" fmla="*/ 1694113 h 3313168"/>
                <a:gd name="csX6" fmla="*/ 377 w 3705869"/>
                <a:gd name="csY6" fmla="*/ 3305196 h 3313168"/>
                <a:gd name="csX0" fmla="*/ 377 w 3705869"/>
                <a:gd name="csY0" fmla="*/ 3305196 h 3311216"/>
                <a:gd name="csX1" fmla="*/ 2198008 w 3705869"/>
                <a:gd name="csY1" fmla="*/ 955568 h 3311216"/>
                <a:gd name="csX2" fmla="*/ 2685656 w 3705869"/>
                <a:gd name="csY2" fmla="*/ 81348 h 3311216"/>
                <a:gd name="csX3" fmla="*/ 3555002 w 3705869"/>
                <a:gd name="csY3" fmla="*/ 133264 h 3311216"/>
                <a:gd name="csX4" fmla="*/ 3552816 w 3705869"/>
                <a:gd name="csY4" fmla="*/ 922064 h 3311216"/>
                <a:gd name="csX5" fmla="*/ 2378375 w 3705869"/>
                <a:gd name="csY5" fmla="*/ 1694113 h 3311216"/>
                <a:gd name="csX6" fmla="*/ 377 w 3705869"/>
                <a:gd name="csY6" fmla="*/ 3305196 h 3311216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31250"/>
                <a:gd name="csY0" fmla="*/ 3306034 h 3313991"/>
                <a:gd name="csX1" fmla="*/ 2198008 w 4431250"/>
                <a:gd name="csY1" fmla="*/ 956406 h 3313991"/>
                <a:gd name="csX2" fmla="*/ 2685656 w 4431250"/>
                <a:gd name="csY2" fmla="*/ 82186 h 3313991"/>
                <a:gd name="csX3" fmla="*/ 3555002 w 4431250"/>
                <a:gd name="csY3" fmla="*/ 134102 h 3313991"/>
                <a:gd name="csX4" fmla="*/ 4425936 w 4431250"/>
                <a:gd name="csY4" fmla="*/ 939649 h 3313991"/>
                <a:gd name="csX5" fmla="*/ 2378375 w 4431250"/>
                <a:gd name="csY5" fmla="*/ 1694951 h 3313991"/>
                <a:gd name="csX6" fmla="*/ 377 w 4431250"/>
                <a:gd name="csY6" fmla="*/ 3306034 h 3313991"/>
                <a:gd name="csX0" fmla="*/ 377 w 4425936"/>
                <a:gd name="csY0" fmla="*/ 3306034 h 3313991"/>
                <a:gd name="csX1" fmla="*/ 2198008 w 4425936"/>
                <a:gd name="csY1" fmla="*/ 956406 h 3313991"/>
                <a:gd name="csX2" fmla="*/ 2685656 w 4425936"/>
                <a:gd name="csY2" fmla="*/ 82186 h 3313991"/>
                <a:gd name="csX3" fmla="*/ 3555002 w 4425936"/>
                <a:gd name="csY3" fmla="*/ 134102 h 3313991"/>
                <a:gd name="csX4" fmla="*/ 4425936 w 4425936"/>
                <a:gd name="csY4" fmla="*/ 939649 h 3313991"/>
                <a:gd name="csX5" fmla="*/ 2378375 w 4425936"/>
                <a:gd name="csY5" fmla="*/ 1694951 h 3313991"/>
                <a:gd name="csX6" fmla="*/ 377 w 4425936"/>
                <a:gd name="csY6" fmla="*/ 3306034 h 3313991"/>
                <a:gd name="csX0" fmla="*/ 377 w 4472878"/>
                <a:gd name="csY0" fmla="*/ 3303952 h 3311947"/>
                <a:gd name="csX1" fmla="*/ 2198008 w 4472878"/>
                <a:gd name="csY1" fmla="*/ 954324 h 3311947"/>
                <a:gd name="csX2" fmla="*/ 2685656 w 4472878"/>
                <a:gd name="csY2" fmla="*/ 80104 h 3311947"/>
                <a:gd name="csX3" fmla="*/ 3555002 w 4472878"/>
                <a:gd name="csY3" fmla="*/ 132020 h 3311947"/>
                <a:gd name="csX4" fmla="*/ 4472878 w 4472878"/>
                <a:gd name="csY4" fmla="*/ 895700 h 3311947"/>
                <a:gd name="csX5" fmla="*/ 2378375 w 4472878"/>
                <a:gd name="csY5" fmla="*/ 1692869 h 3311947"/>
                <a:gd name="csX6" fmla="*/ 377 w 4472878"/>
                <a:gd name="csY6" fmla="*/ 3303952 h 3311947"/>
                <a:gd name="csX0" fmla="*/ 377 w 4472878"/>
                <a:gd name="csY0" fmla="*/ 3489034 h 3497029"/>
                <a:gd name="csX1" fmla="*/ 2198008 w 4472878"/>
                <a:gd name="csY1" fmla="*/ 1139406 h 3497029"/>
                <a:gd name="csX2" fmla="*/ 2685656 w 4472878"/>
                <a:gd name="csY2" fmla="*/ 265186 h 3497029"/>
                <a:gd name="csX3" fmla="*/ 3742770 w 4472878"/>
                <a:gd name="csY3" fmla="*/ 49148 h 3497029"/>
                <a:gd name="csX4" fmla="*/ 4472878 w 4472878"/>
                <a:gd name="csY4" fmla="*/ 1080782 h 3497029"/>
                <a:gd name="csX5" fmla="*/ 2378375 w 4472878"/>
                <a:gd name="csY5" fmla="*/ 1877951 h 3497029"/>
                <a:gd name="csX6" fmla="*/ 377 w 4472878"/>
                <a:gd name="csY6" fmla="*/ 3489034 h 3497029"/>
                <a:gd name="csX0" fmla="*/ 377 w 4482266"/>
                <a:gd name="csY0" fmla="*/ 3489034 h 3497029"/>
                <a:gd name="csX1" fmla="*/ 2198008 w 4482266"/>
                <a:gd name="csY1" fmla="*/ 1139406 h 3497029"/>
                <a:gd name="csX2" fmla="*/ 2685656 w 4482266"/>
                <a:gd name="csY2" fmla="*/ 265186 h 3497029"/>
                <a:gd name="csX3" fmla="*/ 3742770 w 4482266"/>
                <a:gd name="csY3" fmla="*/ 49148 h 3497029"/>
                <a:gd name="csX4" fmla="*/ 4482266 w 4482266"/>
                <a:gd name="csY4" fmla="*/ 1080782 h 3497029"/>
                <a:gd name="csX5" fmla="*/ 2378375 w 4482266"/>
                <a:gd name="csY5" fmla="*/ 1877951 h 3497029"/>
                <a:gd name="csX6" fmla="*/ 377 w 4482266"/>
                <a:gd name="csY6" fmla="*/ 3489034 h 3497029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10188 w 4492077"/>
                <a:gd name="csY0" fmla="*/ 3488052 h 3497366"/>
                <a:gd name="csX1" fmla="*/ 1804118 w 4492077"/>
                <a:gd name="csY1" fmla="*/ 1096559 h 3497366"/>
                <a:gd name="csX2" fmla="*/ 2695467 w 4492077"/>
                <a:gd name="csY2" fmla="*/ 264204 h 3497366"/>
                <a:gd name="csX3" fmla="*/ 3752581 w 4492077"/>
                <a:gd name="csY3" fmla="*/ 48166 h 3497366"/>
                <a:gd name="csX4" fmla="*/ 4492077 w 4492077"/>
                <a:gd name="csY4" fmla="*/ 1079800 h 3497366"/>
                <a:gd name="csX5" fmla="*/ 2688616 w 4492077"/>
                <a:gd name="csY5" fmla="*/ 1893718 h 3497366"/>
                <a:gd name="csX6" fmla="*/ 10188 w 4492077"/>
                <a:gd name="csY6" fmla="*/ 3488052 h 3497366"/>
                <a:gd name="csX0" fmla="*/ 10188 w 4492077"/>
                <a:gd name="csY0" fmla="*/ 3488052 h 3500595"/>
                <a:gd name="csX1" fmla="*/ 1804118 w 4492077"/>
                <a:gd name="csY1" fmla="*/ 1096559 h 3500595"/>
                <a:gd name="csX2" fmla="*/ 2695467 w 4492077"/>
                <a:gd name="csY2" fmla="*/ 264204 h 3500595"/>
                <a:gd name="csX3" fmla="*/ 3752581 w 4492077"/>
                <a:gd name="csY3" fmla="*/ 48166 h 3500595"/>
                <a:gd name="csX4" fmla="*/ 4492077 w 4492077"/>
                <a:gd name="csY4" fmla="*/ 1079800 h 3500595"/>
                <a:gd name="csX5" fmla="*/ 2688616 w 4492077"/>
                <a:gd name="csY5" fmla="*/ 1893718 h 3500595"/>
                <a:gd name="csX6" fmla="*/ 10188 w 4492077"/>
                <a:gd name="csY6" fmla="*/ 3488052 h 3500595"/>
                <a:gd name="csX0" fmla="*/ 10188 w 4492077"/>
                <a:gd name="csY0" fmla="*/ 3488052 h 3500888"/>
                <a:gd name="csX1" fmla="*/ 1804118 w 4492077"/>
                <a:gd name="csY1" fmla="*/ 1096559 h 3500888"/>
                <a:gd name="csX2" fmla="*/ 2695467 w 4492077"/>
                <a:gd name="csY2" fmla="*/ 264204 h 3500888"/>
                <a:gd name="csX3" fmla="*/ 3752581 w 4492077"/>
                <a:gd name="csY3" fmla="*/ 48166 h 3500888"/>
                <a:gd name="csX4" fmla="*/ 4492077 w 4492077"/>
                <a:gd name="csY4" fmla="*/ 1079800 h 3500888"/>
                <a:gd name="csX5" fmla="*/ 2688616 w 4492077"/>
                <a:gd name="csY5" fmla="*/ 1893718 h 3500888"/>
                <a:gd name="csX6" fmla="*/ 10188 w 4492077"/>
                <a:gd name="csY6" fmla="*/ 3488052 h 3500888"/>
                <a:gd name="csX0" fmla="*/ 27731 w 3289130"/>
                <a:gd name="csY0" fmla="*/ 2449732 h 2473361"/>
                <a:gd name="csX1" fmla="*/ 601171 w 3289130"/>
                <a:gd name="csY1" fmla="*/ 1096559 h 2473361"/>
                <a:gd name="csX2" fmla="*/ 1492520 w 3289130"/>
                <a:gd name="csY2" fmla="*/ 264204 h 2473361"/>
                <a:gd name="csX3" fmla="*/ 2549634 w 3289130"/>
                <a:gd name="csY3" fmla="*/ 48166 h 2473361"/>
                <a:gd name="csX4" fmla="*/ 3289130 w 3289130"/>
                <a:gd name="csY4" fmla="*/ 1079800 h 2473361"/>
                <a:gd name="csX5" fmla="*/ 1485669 w 3289130"/>
                <a:gd name="csY5" fmla="*/ 1893718 h 2473361"/>
                <a:gd name="csX6" fmla="*/ 27731 w 3289130"/>
                <a:gd name="csY6" fmla="*/ 2449732 h 2473361"/>
                <a:gd name="csX0" fmla="*/ 367 w 3261766"/>
                <a:gd name="csY0" fmla="*/ 2449732 h 2449966"/>
                <a:gd name="csX1" fmla="*/ 573807 w 3261766"/>
                <a:gd name="csY1" fmla="*/ 1096559 h 2449966"/>
                <a:gd name="csX2" fmla="*/ 1465156 w 3261766"/>
                <a:gd name="csY2" fmla="*/ 264204 h 2449966"/>
                <a:gd name="csX3" fmla="*/ 2522270 w 3261766"/>
                <a:gd name="csY3" fmla="*/ 48166 h 2449966"/>
                <a:gd name="csX4" fmla="*/ 3261766 w 3261766"/>
                <a:gd name="csY4" fmla="*/ 1079800 h 2449966"/>
                <a:gd name="csX5" fmla="*/ 1458305 w 3261766"/>
                <a:gd name="csY5" fmla="*/ 1893718 h 2449966"/>
                <a:gd name="csX6" fmla="*/ 367 w 3261766"/>
                <a:gd name="csY6" fmla="*/ 2449732 h 2449966"/>
                <a:gd name="csX0" fmla="*/ 62959 w 3324358"/>
                <a:gd name="csY0" fmla="*/ 2449732 h 2487147"/>
                <a:gd name="csX1" fmla="*/ 636399 w 3324358"/>
                <a:gd name="csY1" fmla="*/ 1096559 h 2487147"/>
                <a:gd name="csX2" fmla="*/ 1527748 w 3324358"/>
                <a:gd name="csY2" fmla="*/ 264204 h 2487147"/>
                <a:gd name="csX3" fmla="*/ 2584862 w 3324358"/>
                <a:gd name="csY3" fmla="*/ 48166 h 2487147"/>
                <a:gd name="csX4" fmla="*/ 3324358 w 3324358"/>
                <a:gd name="csY4" fmla="*/ 1079800 h 2487147"/>
                <a:gd name="csX5" fmla="*/ 1520897 w 3324358"/>
                <a:gd name="csY5" fmla="*/ 1893718 h 2487147"/>
                <a:gd name="csX6" fmla="*/ 62959 w 3324358"/>
                <a:gd name="csY6" fmla="*/ 2449732 h 2487147"/>
                <a:gd name="csX0" fmla="*/ 38478 w 4482813"/>
                <a:gd name="csY0" fmla="*/ 3496425 h 3519813"/>
                <a:gd name="csX1" fmla="*/ 1794854 w 4482813"/>
                <a:gd name="csY1" fmla="*/ 1096559 h 3519813"/>
                <a:gd name="csX2" fmla="*/ 2686203 w 4482813"/>
                <a:gd name="csY2" fmla="*/ 264204 h 3519813"/>
                <a:gd name="csX3" fmla="*/ 3743317 w 4482813"/>
                <a:gd name="csY3" fmla="*/ 48166 h 3519813"/>
                <a:gd name="csX4" fmla="*/ 4482813 w 4482813"/>
                <a:gd name="csY4" fmla="*/ 1079800 h 3519813"/>
                <a:gd name="csX5" fmla="*/ 2679352 w 4482813"/>
                <a:gd name="csY5" fmla="*/ 1893718 h 3519813"/>
                <a:gd name="csX6" fmla="*/ 38478 w 4482813"/>
                <a:gd name="csY6" fmla="*/ 3496425 h 3519813"/>
                <a:gd name="csX0" fmla="*/ 9071 w 4453406"/>
                <a:gd name="csY0" fmla="*/ 3496425 h 3510301"/>
                <a:gd name="csX1" fmla="*/ 1765447 w 4453406"/>
                <a:gd name="csY1" fmla="*/ 1096559 h 3510301"/>
                <a:gd name="csX2" fmla="*/ 2656796 w 4453406"/>
                <a:gd name="csY2" fmla="*/ 264204 h 3510301"/>
                <a:gd name="csX3" fmla="*/ 3713910 w 4453406"/>
                <a:gd name="csY3" fmla="*/ 48166 h 3510301"/>
                <a:gd name="csX4" fmla="*/ 4453406 w 4453406"/>
                <a:gd name="csY4" fmla="*/ 1079800 h 3510301"/>
                <a:gd name="csX5" fmla="*/ 2649945 w 4453406"/>
                <a:gd name="csY5" fmla="*/ 1893718 h 3510301"/>
                <a:gd name="csX6" fmla="*/ 9071 w 4453406"/>
                <a:gd name="csY6" fmla="*/ 3496425 h 3510301"/>
                <a:gd name="csX0" fmla="*/ 9071 w 4453406"/>
                <a:gd name="csY0" fmla="*/ 3496425 h 3512169"/>
                <a:gd name="csX1" fmla="*/ 1765447 w 4453406"/>
                <a:gd name="csY1" fmla="*/ 1096559 h 3512169"/>
                <a:gd name="csX2" fmla="*/ 2656796 w 4453406"/>
                <a:gd name="csY2" fmla="*/ 264204 h 3512169"/>
                <a:gd name="csX3" fmla="*/ 3713910 w 4453406"/>
                <a:gd name="csY3" fmla="*/ 48166 h 3512169"/>
                <a:gd name="csX4" fmla="*/ 4453406 w 4453406"/>
                <a:gd name="csY4" fmla="*/ 1079800 h 3512169"/>
                <a:gd name="csX5" fmla="*/ 2649945 w 4453406"/>
                <a:gd name="csY5" fmla="*/ 1893718 h 3512169"/>
                <a:gd name="csX6" fmla="*/ 9071 w 4453406"/>
                <a:gd name="csY6" fmla="*/ 3496425 h 3512169"/>
                <a:gd name="csX0" fmla="*/ 9640 w 4453975"/>
                <a:gd name="csY0" fmla="*/ 3496425 h 3512169"/>
                <a:gd name="csX1" fmla="*/ 1766016 w 4453975"/>
                <a:gd name="csY1" fmla="*/ 1096559 h 3512169"/>
                <a:gd name="csX2" fmla="*/ 2657365 w 4453975"/>
                <a:gd name="csY2" fmla="*/ 264204 h 3512169"/>
                <a:gd name="csX3" fmla="*/ 3714479 w 4453975"/>
                <a:gd name="csY3" fmla="*/ 48166 h 3512169"/>
                <a:gd name="csX4" fmla="*/ 4453975 w 4453975"/>
                <a:gd name="csY4" fmla="*/ 1079800 h 3512169"/>
                <a:gd name="csX5" fmla="*/ 2650514 w 4453975"/>
                <a:gd name="csY5" fmla="*/ 1893718 h 3512169"/>
                <a:gd name="csX6" fmla="*/ 9640 w 4453975"/>
                <a:gd name="csY6" fmla="*/ 3496425 h 3512169"/>
                <a:gd name="csX0" fmla="*/ 9640 w 4453975"/>
                <a:gd name="csY0" fmla="*/ 3993467 h 4008123"/>
                <a:gd name="csX1" fmla="*/ 1766016 w 4453975"/>
                <a:gd name="csY1" fmla="*/ 1593601 h 4008123"/>
                <a:gd name="csX2" fmla="*/ 2601034 w 4453975"/>
                <a:gd name="csY2" fmla="*/ 41122 h 4008123"/>
                <a:gd name="csX3" fmla="*/ 3714479 w 4453975"/>
                <a:gd name="csY3" fmla="*/ 545208 h 4008123"/>
                <a:gd name="csX4" fmla="*/ 4453975 w 4453975"/>
                <a:gd name="csY4" fmla="*/ 1576842 h 4008123"/>
                <a:gd name="csX5" fmla="*/ 2650514 w 4453975"/>
                <a:gd name="csY5" fmla="*/ 2390760 h 4008123"/>
                <a:gd name="csX6" fmla="*/ 9640 w 4453975"/>
                <a:gd name="csY6" fmla="*/ 3993467 h 4008123"/>
                <a:gd name="csX0" fmla="*/ 9640 w 4453975"/>
                <a:gd name="csY0" fmla="*/ 3952894 h 3967550"/>
                <a:gd name="csX1" fmla="*/ 1766016 w 4453975"/>
                <a:gd name="csY1" fmla="*/ 1553028 h 3967550"/>
                <a:gd name="csX2" fmla="*/ 2601034 w 4453975"/>
                <a:gd name="csY2" fmla="*/ 549 h 3967550"/>
                <a:gd name="csX3" fmla="*/ 3714479 w 4453975"/>
                <a:gd name="csY3" fmla="*/ 504635 h 3967550"/>
                <a:gd name="csX4" fmla="*/ 4453975 w 4453975"/>
                <a:gd name="csY4" fmla="*/ 1536269 h 3967550"/>
                <a:gd name="csX5" fmla="*/ 2650514 w 4453975"/>
                <a:gd name="csY5" fmla="*/ 2350187 h 3967550"/>
                <a:gd name="csX6" fmla="*/ 9640 w 4453975"/>
                <a:gd name="csY6" fmla="*/ 3952894 h 3967550"/>
                <a:gd name="csX0" fmla="*/ 9640 w 4453975"/>
                <a:gd name="csY0" fmla="*/ 3952971 h 3968477"/>
                <a:gd name="csX1" fmla="*/ 1766016 w 4453975"/>
                <a:gd name="csY1" fmla="*/ 1553105 h 3968477"/>
                <a:gd name="csX2" fmla="*/ 2601034 w 4453975"/>
                <a:gd name="csY2" fmla="*/ 626 h 3968477"/>
                <a:gd name="csX3" fmla="*/ 3714479 w 4453975"/>
                <a:gd name="csY3" fmla="*/ 504712 h 3968477"/>
                <a:gd name="csX4" fmla="*/ 4453975 w 4453975"/>
                <a:gd name="csY4" fmla="*/ 1536346 h 3968477"/>
                <a:gd name="csX5" fmla="*/ 2650514 w 4453975"/>
                <a:gd name="csY5" fmla="*/ 2350264 h 3968477"/>
                <a:gd name="csX6" fmla="*/ 9640 w 4453975"/>
                <a:gd name="csY6" fmla="*/ 3952971 h 3968477"/>
                <a:gd name="csX0" fmla="*/ 9640 w 4517542"/>
                <a:gd name="csY0" fmla="*/ 4153948 h 4169453"/>
                <a:gd name="csX1" fmla="*/ 1766016 w 4517542"/>
                <a:gd name="csY1" fmla="*/ 1754082 h 4169453"/>
                <a:gd name="csX2" fmla="*/ 2601034 w 4517542"/>
                <a:gd name="csY2" fmla="*/ 201603 h 4169453"/>
                <a:gd name="csX3" fmla="*/ 4390442 w 4517542"/>
                <a:gd name="csY3" fmla="*/ 186529 h 4169453"/>
                <a:gd name="csX4" fmla="*/ 4453975 w 4517542"/>
                <a:gd name="csY4" fmla="*/ 1737323 h 4169453"/>
                <a:gd name="csX5" fmla="*/ 2650514 w 4517542"/>
                <a:gd name="csY5" fmla="*/ 2551241 h 4169453"/>
                <a:gd name="csX6" fmla="*/ 9640 w 4517542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719798"/>
                <a:gd name="csY0" fmla="*/ 4153948 h 4169453"/>
                <a:gd name="csX1" fmla="*/ 1766016 w 4719798"/>
                <a:gd name="csY1" fmla="*/ 1754082 h 4169453"/>
                <a:gd name="csX2" fmla="*/ 2601034 w 4719798"/>
                <a:gd name="csY2" fmla="*/ 201603 h 4169453"/>
                <a:gd name="csX3" fmla="*/ 4390442 w 4719798"/>
                <a:gd name="csY3" fmla="*/ 186529 h 4169453"/>
                <a:gd name="csX4" fmla="*/ 4453975 w 4719798"/>
                <a:gd name="csY4" fmla="*/ 1737323 h 4169453"/>
                <a:gd name="csX5" fmla="*/ 2650514 w 4719798"/>
                <a:gd name="csY5" fmla="*/ 2551241 h 4169453"/>
                <a:gd name="csX6" fmla="*/ 9640 w 4719798"/>
                <a:gd name="csY6" fmla="*/ 4153948 h 4169453"/>
                <a:gd name="csX0" fmla="*/ 9640 w 4684091"/>
                <a:gd name="csY0" fmla="*/ 4153948 h 4169453"/>
                <a:gd name="csX1" fmla="*/ 1766016 w 4684091"/>
                <a:gd name="csY1" fmla="*/ 1754082 h 4169453"/>
                <a:gd name="csX2" fmla="*/ 2601034 w 4684091"/>
                <a:gd name="csY2" fmla="*/ 201603 h 4169453"/>
                <a:gd name="csX3" fmla="*/ 4390442 w 4684091"/>
                <a:gd name="csY3" fmla="*/ 186529 h 4169453"/>
                <a:gd name="csX4" fmla="*/ 4453975 w 4684091"/>
                <a:gd name="csY4" fmla="*/ 1737323 h 4169453"/>
                <a:gd name="csX5" fmla="*/ 2650514 w 4684091"/>
                <a:gd name="csY5" fmla="*/ 2551241 h 4169453"/>
                <a:gd name="csX6" fmla="*/ 9640 w 4684091"/>
                <a:gd name="csY6" fmla="*/ 4153948 h 4169453"/>
                <a:gd name="csX0" fmla="*/ 9640 w 4747938"/>
                <a:gd name="csY0" fmla="*/ 4153948 h 4169453"/>
                <a:gd name="csX1" fmla="*/ 1766016 w 4747938"/>
                <a:gd name="csY1" fmla="*/ 1754082 h 4169453"/>
                <a:gd name="csX2" fmla="*/ 2601034 w 4747938"/>
                <a:gd name="csY2" fmla="*/ 201603 h 4169453"/>
                <a:gd name="csX3" fmla="*/ 4390442 w 4747938"/>
                <a:gd name="csY3" fmla="*/ 186529 h 4169453"/>
                <a:gd name="csX4" fmla="*/ 4453975 w 4747938"/>
                <a:gd name="csY4" fmla="*/ 1737323 h 4169453"/>
                <a:gd name="csX5" fmla="*/ 2650514 w 4747938"/>
                <a:gd name="csY5" fmla="*/ 2551241 h 4169453"/>
                <a:gd name="csX6" fmla="*/ 9640 w 4747938"/>
                <a:gd name="csY6" fmla="*/ 4153948 h 4169453"/>
                <a:gd name="csX0" fmla="*/ 9640 w 4747938"/>
                <a:gd name="csY0" fmla="*/ 4205765 h 4221270"/>
                <a:gd name="csX1" fmla="*/ 1766016 w 4747938"/>
                <a:gd name="csY1" fmla="*/ 1805899 h 4221270"/>
                <a:gd name="csX2" fmla="*/ 2601034 w 4747938"/>
                <a:gd name="csY2" fmla="*/ 253420 h 4221270"/>
                <a:gd name="csX3" fmla="*/ 4390442 w 4747938"/>
                <a:gd name="csY3" fmla="*/ 238346 h 4221270"/>
                <a:gd name="csX4" fmla="*/ 4453975 w 4747938"/>
                <a:gd name="csY4" fmla="*/ 1789140 h 4221270"/>
                <a:gd name="csX5" fmla="*/ 2650514 w 4747938"/>
                <a:gd name="csY5" fmla="*/ 2603058 h 4221270"/>
                <a:gd name="csX6" fmla="*/ 9640 w 4747938"/>
                <a:gd name="csY6" fmla="*/ 4205765 h 4221270"/>
                <a:gd name="csX0" fmla="*/ 9640 w 4769359"/>
                <a:gd name="csY0" fmla="*/ 4189897 h 4205402"/>
                <a:gd name="csX1" fmla="*/ 1766016 w 4769359"/>
                <a:gd name="csY1" fmla="*/ 1790031 h 4205402"/>
                <a:gd name="csX2" fmla="*/ 2601034 w 4769359"/>
                <a:gd name="csY2" fmla="*/ 237552 h 4205402"/>
                <a:gd name="csX3" fmla="*/ 4446772 w 4769359"/>
                <a:gd name="csY3" fmla="*/ 163863 h 4205402"/>
                <a:gd name="csX4" fmla="*/ 4453975 w 4769359"/>
                <a:gd name="csY4" fmla="*/ 1773272 h 4205402"/>
                <a:gd name="csX5" fmla="*/ 2650514 w 4769359"/>
                <a:gd name="csY5" fmla="*/ 2587190 h 4205402"/>
                <a:gd name="csX6" fmla="*/ 9640 w 4769359"/>
                <a:gd name="csY6" fmla="*/ 4189897 h 4205402"/>
                <a:gd name="csX0" fmla="*/ 9640 w 4747938"/>
                <a:gd name="csY0" fmla="*/ 4212142 h 4227647"/>
                <a:gd name="csX1" fmla="*/ 1766016 w 4747938"/>
                <a:gd name="csY1" fmla="*/ 1812276 h 4227647"/>
                <a:gd name="csX2" fmla="*/ 2601034 w 4747938"/>
                <a:gd name="csY2" fmla="*/ 259797 h 4227647"/>
                <a:gd name="csX3" fmla="*/ 4390441 w 4747938"/>
                <a:gd name="csY3" fmla="*/ 152614 h 4227647"/>
                <a:gd name="csX4" fmla="*/ 4453975 w 4747938"/>
                <a:gd name="csY4" fmla="*/ 1795517 h 4227647"/>
                <a:gd name="csX5" fmla="*/ 2650514 w 4747938"/>
                <a:gd name="csY5" fmla="*/ 2609435 h 4227647"/>
                <a:gd name="csX6" fmla="*/ 9640 w 4747938"/>
                <a:gd name="csY6" fmla="*/ 4212142 h 4227647"/>
                <a:gd name="csX0" fmla="*/ 8567 w 4746865"/>
                <a:gd name="csY0" fmla="*/ 4212143 h 4219435"/>
                <a:gd name="csX1" fmla="*/ 1745271 w 4746865"/>
                <a:gd name="csY1" fmla="*/ 1812279 h 4219435"/>
                <a:gd name="csX2" fmla="*/ 2599961 w 4746865"/>
                <a:gd name="csY2" fmla="*/ 259798 h 4219435"/>
                <a:gd name="csX3" fmla="*/ 4389368 w 4746865"/>
                <a:gd name="csY3" fmla="*/ 152615 h 4219435"/>
                <a:gd name="csX4" fmla="*/ 4452902 w 4746865"/>
                <a:gd name="csY4" fmla="*/ 1795518 h 4219435"/>
                <a:gd name="csX5" fmla="*/ 2649441 w 4746865"/>
                <a:gd name="csY5" fmla="*/ 2609436 h 4219435"/>
                <a:gd name="csX6" fmla="*/ 8567 w 4746865"/>
                <a:gd name="csY6" fmla="*/ 4212143 h 4219435"/>
                <a:gd name="csX0" fmla="*/ 8451 w 4746749"/>
                <a:gd name="csY0" fmla="*/ 4212143 h 4219813"/>
                <a:gd name="csX1" fmla="*/ 1745155 w 4746749"/>
                <a:gd name="csY1" fmla="*/ 1812279 h 4219813"/>
                <a:gd name="csX2" fmla="*/ 2599845 w 4746749"/>
                <a:gd name="csY2" fmla="*/ 259798 h 4219813"/>
                <a:gd name="csX3" fmla="*/ 4389252 w 4746749"/>
                <a:gd name="csY3" fmla="*/ 152615 h 4219813"/>
                <a:gd name="csX4" fmla="*/ 4452786 w 4746749"/>
                <a:gd name="csY4" fmla="*/ 1795518 h 4219813"/>
                <a:gd name="csX5" fmla="*/ 2642769 w 4746749"/>
                <a:gd name="csY5" fmla="*/ 2626986 h 4219813"/>
                <a:gd name="csX6" fmla="*/ 8451 w 4746749"/>
                <a:gd name="csY6" fmla="*/ 4212143 h 4219813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594 w 4746892"/>
                <a:gd name="csY0" fmla="*/ 4213311 h 4220527"/>
                <a:gd name="csX1" fmla="*/ 1738740 w 4746892"/>
                <a:gd name="csY1" fmla="*/ 1836843 h 4220527"/>
                <a:gd name="csX2" fmla="*/ 2599988 w 4746892"/>
                <a:gd name="csY2" fmla="*/ 260966 h 4220527"/>
                <a:gd name="csX3" fmla="*/ 4389395 w 4746892"/>
                <a:gd name="csY3" fmla="*/ 153783 h 4220527"/>
                <a:gd name="csX4" fmla="*/ 4452929 w 4746892"/>
                <a:gd name="csY4" fmla="*/ 1796686 h 4220527"/>
                <a:gd name="csX5" fmla="*/ 2642912 w 4746892"/>
                <a:gd name="csY5" fmla="*/ 2628154 h 4220527"/>
                <a:gd name="csX6" fmla="*/ 8594 w 4746892"/>
                <a:gd name="csY6" fmla="*/ 4213311 h 4220527"/>
                <a:gd name="csX0" fmla="*/ 8594 w 4693867"/>
                <a:gd name="csY0" fmla="*/ 4136922 h 4144138"/>
                <a:gd name="csX1" fmla="*/ 1738740 w 4693867"/>
                <a:gd name="csY1" fmla="*/ 1760454 h 4144138"/>
                <a:gd name="csX2" fmla="*/ 2599988 w 4693867"/>
                <a:gd name="csY2" fmla="*/ 184577 h 4144138"/>
                <a:gd name="csX3" fmla="*/ 4389395 w 4693867"/>
                <a:gd name="csY3" fmla="*/ 77394 h 4144138"/>
                <a:gd name="csX4" fmla="*/ 4452929 w 4693867"/>
                <a:gd name="csY4" fmla="*/ 1720297 h 4144138"/>
                <a:gd name="csX5" fmla="*/ 2642912 w 4693867"/>
                <a:gd name="csY5" fmla="*/ 2551765 h 4144138"/>
                <a:gd name="csX6" fmla="*/ 8594 w 4693867"/>
                <a:gd name="csY6" fmla="*/ 4136922 h 4144138"/>
                <a:gd name="csX0" fmla="*/ 8594 w 4699247"/>
                <a:gd name="csY0" fmla="*/ 4098901 h 4106117"/>
                <a:gd name="csX1" fmla="*/ 1738740 w 4699247"/>
                <a:gd name="csY1" fmla="*/ 1722433 h 4106117"/>
                <a:gd name="csX2" fmla="*/ 2599988 w 4699247"/>
                <a:gd name="csY2" fmla="*/ 146556 h 4106117"/>
                <a:gd name="csX3" fmla="*/ 4409070 w 4699247"/>
                <a:gd name="csY3" fmla="*/ 115412 h 4106117"/>
                <a:gd name="csX4" fmla="*/ 4452929 w 4699247"/>
                <a:gd name="csY4" fmla="*/ 1682276 h 4106117"/>
                <a:gd name="csX5" fmla="*/ 2642912 w 4699247"/>
                <a:gd name="csY5" fmla="*/ 2513744 h 4106117"/>
                <a:gd name="csX6" fmla="*/ 8594 w 4699247"/>
                <a:gd name="csY6" fmla="*/ 4098901 h 4106117"/>
                <a:gd name="csX0" fmla="*/ 8594 w 4703971"/>
                <a:gd name="csY0" fmla="*/ 4107920 h 4115136"/>
                <a:gd name="csX1" fmla="*/ 1738740 w 4703971"/>
                <a:gd name="csY1" fmla="*/ 1731452 h 4115136"/>
                <a:gd name="csX2" fmla="*/ 2599988 w 4703971"/>
                <a:gd name="csY2" fmla="*/ 155575 h 4115136"/>
                <a:gd name="csX3" fmla="*/ 4409070 w 4703971"/>
                <a:gd name="csY3" fmla="*/ 124431 h 4115136"/>
                <a:gd name="csX4" fmla="*/ 4452929 w 4703971"/>
                <a:gd name="csY4" fmla="*/ 1691295 h 4115136"/>
                <a:gd name="csX5" fmla="*/ 2642912 w 4703971"/>
                <a:gd name="csY5" fmla="*/ 2522763 h 4115136"/>
                <a:gd name="csX6" fmla="*/ 8594 w 4703971"/>
                <a:gd name="csY6" fmla="*/ 4107920 h 4115136"/>
                <a:gd name="csX0" fmla="*/ 8594 w 4703971"/>
                <a:gd name="csY0" fmla="*/ 4195888 h 4203104"/>
                <a:gd name="csX1" fmla="*/ 1738740 w 4703971"/>
                <a:gd name="csY1" fmla="*/ 1819420 h 4203104"/>
                <a:gd name="csX2" fmla="*/ 2599988 w 4703971"/>
                <a:gd name="csY2" fmla="*/ 243543 h 4203104"/>
                <a:gd name="csX3" fmla="*/ 4409070 w 4703971"/>
                <a:gd name="csY3" fmla="*/ 212399 h 4203104"/>
                <a:gd name="csX4" fmla="*/ 4452929 w 4703971"/>
                <a:gd name="csY4" fmla="*/ 1779263 h 4203104"/>
                <a:gd name="csX5" fmla="*/ 2642912 w 4703971"/>
                <a:gd name="csY5" fmla="*/ 2610731 h 4203104"/>
                <a:gd name="csX6" fmla="*/ 8594 w 4703971"/>
                <a:gd name="csY6" fmla="*/ 4195888 h 4203104"/>
                <a:gd name="csX0" fmla="*/ 8594 w 4703971"/>
                <a:gd name="csY0" fmla="*/ 4213778 h 4220994"/>
                <a:gd name="csX1" fmla="*/ 1738740 w 4703971"/>
                <a:gd name="csY1" fmla="*/ 1837310 h 4220994"/>
                <a:gd name="csX2" fmla="*/ 2599988 w 4703971"/>
                <a:gd name="csY2" fmla="*/ 261433 h 4220994"/>
                <a:gd name="csX3" fmla="*/ 4409070 w 4703971"/>
                <a:gd name="csY3" fmla="*/ 230289 h 4220994"/>
                <a:gd name="csX4" fmla="*/ 4452929 w 4703971"/>
                <a:gd name="csY4" fmla="*/ 1797153 h 4220994"/>
                <a:gd name="csX5" fmla="*/ 2642912 w 4703971"/>
                <a:gd name="csY5" fmla="*/ 2628621 h 4220994"/>
                <a:gd name="csX6" fmla="*/ 8594 w 4703971"/>
                <a:gd name="csY6" fmla="*/ 4213778 h 4220994"/>
                <a:gd name="csX0" fmla="*/ 8594 w 4855548"/>
                <a:gd name="csY0" fmla="*/ 4390510 h 4397726"/>
                <a:gd name="csX1" fmla="*/ 1738740 w 4855548"/>
                <a:gd name="csY1" fmla="*/ 2014042 h 4397726"/>
                <a:gd name="csX2" fmla="*/ 2599988 w 4855548"/>
                <a:gd name="csY2" fmla="*/ 438165 h 4397726"/>
                <a:gd name="csX3" fmla="*/ 4756647 w 4855548"/>
                <a:gd name="csY3" fmla="*/ 26825 h 4397726"/>
                <a:gd name="csX4" fmla="*/ 4452929 w 4855548"/>
                <a:gd name="csY4" fmla="*/ 1973885 h 4397726"/>
                <a:gd name="csX5" fmla="*/ 2642912 w 4855548"/>
                <a:gd name="csY5" fmla="*/ 2805353 h 4397726"/>
                <a:gd name="csX6" fmla="*/ 8594 w 4855548"/>
                <a:gd name="csY6" fmla="*/ 4390510 h 4397726"/>
                <a:gd name="csX0" fmla="*/ 8594 w 5018748"/>
                <a:gd name="csY0" fmla="*/ 4545598 h 4552814"/>
                <a:gd name="csX1" fmla="*/ 1738740 w 5018748"/>
                <a:gd name="csY1" fmla="*/ 2169130 h 4552814"/>
                <a:gd name="csX2" fmla="*/ 2599988 w 5018748"/>
                <a:gd name="csY2" fmla="*/ 593253 h 4552814"/>
                <a:gd name="csX3" fmla="*/ 4973062 w 5018748"/>
                <a:gd name="csY3" fmla="*/ 18136 h 4552814"/>
                <a:gd name="csX4" fmla="*/ 4452929 w 5018748"/>
                <a:gd name="csY4" fmla="*/ 2128973 h 4552814"/>
                <a:gd name="csX5" fmla="*/ 2642912 w 5018748"/>
                <a:gd name="csY5" fmla="*/ 2960441 h 4552814"/>
                <a:gd name="csX6" fmla="*/ 8594 w 5018748"/>
                <a:gd name="csY6" fmla="*/ 4545598 h 4552814"/>
                <a:gd name="csX0" fmla="*/ 8594 w 5002691"/>
                <a:gd name="csY0" fmla="*/ 4537753 h 4544969"/>
                <a:gd name="csX1" fmla="*/ 1738740 w 5002691"/>
                <a:gd name="csY1" fmla="*/ 2161285 h 4544969"/>
                <a:gd name="csX2" fmla="*/ 2599988 w 5002691"/>
                <a:gd name="csY2" fmla="*/ 585408 h 4544969"/>
                <a:gd name="csX3" fmla="*/ 4973062 w 5002691"/>
                <a:gd name="csY3" fmla="*/ 10291 h 4544969"/>
                <a:gd name="csX4" fmla="*/ 4452929 w 5002691"/>
                <a:gd name="csY4" fmla="*/ 2121128 h 4544969"/>
                <a:gd name="csX5" fmla="*/ 2642912 w 5002691"/>
                <a:gd name="csY5" fmla="*/ 2952596 h 4544969"/>
                <a:gd name="csX6" fmla="*/ 8594 w 5002691"/>
                <a:gd name="csY6" fmla="*/ 4537753 h 4544969"/>
                <a:gd name="csX0" fmla="*/ 8594 w 4705059"/>
                <a:gd name="csY0" fmla="*/ 4122711 h 4129927"/>
                <a:gd name="csX1" fmla="*/ 1738740 w 4705059"/>
                <a:gd name="csY1" fmla="*/ 1746243 h 4129927"/>
                <a:gd name="csX2" fmla="*/ 2599988 w 4705059"/>
                <a:gd name="csY2" fmla="*/ 170366 h 4129927"/>
                <a:gd name="csX3" fmla="*/ 4446032 w 4705059"/>
                <a:gd name="csY3" fmla="*/ 89415 h 4129927"/>
                <a:gd name="csX4" fmla="*/ 4452929 w 4705059"/>
                <a:gd name="csY4" fmla="*/ 1706086 h 4129927"/>
                <a:gd name="csX5" fmla="*/ 2642912 w 4705059"/>
                <a:gd name="csY5" fmla="*/ 2537554 h 4129927"/>
                <a:gd name="csX6" fmla="*/ 8594 w 4705059"/>
                <a:gd name="csY6" fmla="*/ 4122711 h 4129927"/>
                <a:gd name="csX0" fmla="*/ 8594 w 4596663"/>
                <a:gd name="csY0" fmla="*/ 4215533 h 4224499"/>
                <a:gd name="csX1" fmla="*/ 1738740 w 4596663"/>
                <a:gd name="csY1" fmla="*/ 1839065 h 4224499"/>
                <a:gd name="csX2" fmla="*/ 2599988 w 4596663"/>
                <a:gd name="csY2" fmla="*/ 263188 h 4224499"/>
                <a:gd name="csX3" fmla="*/ 4446032 w 4596663"/>
                <a:gd name="csY3" fmla="*/ 182237 h 4224499"/>
                <a:gd name="csX4" fmla="*/ 4129398 w 4596663"/>
                <a:gd name="csY4" fmla="*/ 2079669 h 4224499"/>
                <a:gd name="csX5" fmla="*/ 2642912 w 4596663"/>
                <a:gd name="csY5" fmla="*/ 2630376 h 4224499"/>
                <a:gd name="csX6" fmla="*/ 8594 w 4596663"/>
                <a:gd name="csY6" fmla="*/ 4215533 h 4224499"/>
                <a:gd name="csX0" fmla="*/ 10635 w 4618520"/>
                <a:gd name="csY0" fmla="*/ 4140860 h 4149826"/>
                <a:gd name="csX1" fmla="*/ 1740781 w 4618520"/>
                <a:gd name="csY1" fmla="*/ 1764392 h 4149826"/>
                <a:gd name="csX2" fmla="*/ 2330962 w 4618520"/>
                <a:gd name="csY2" fmla="*/ 399085 h 4149826"/>
                <a:gd name="csX3" fmla="*/ 4448073 w 4618520"/>
                <a:gd name="csY3" fmla="*/ 107564 h 4149826"/>
                <a:gd name="csX4" fmla="*/ 4131439 w 4618520"/>
                <a:gd name="csY4" fmla="*/ 2004996 h 4149826"/>
                <a:gd name="csX5" fmla="*/ 2644953 w 4618520"/>
                <a:gd name="csY5" fmla="*/ 2555703 h 4149826"/>
                <a:gd name="csX6" fmla="*/ 10635 w 4618520"/>
                <a:gd name="csY6" fmla="*/ 4140860 h 4149826"/>
                <a:gd name="csX0" fmla="*/ 2473 w 4610358"/>
                <a:gd name="csY0" fmla="*/ 4148168 h 4152706"/>
                <a:gd name="csX1" fmla="*/ 2161081 w 4610358"/>
                <a:gd name="csY1" fmla="*/ 2013468 h 4152706"/>
                <a:gd name="csX2" fmla="*/ 2322800 w 4610358"/>
                <a:gd name="csY2" fmla="*/ 406393 h 4152706"/>
                <a:gd name="csX3" fmla="*/ 4439911 w 4610358"/>
                <a:gd name="csY3" fmla="*/ 114872 h 4152706"/>
                <a:gd name="csX4" fmla="*/ 4123277 w 4610358"/>
                <a:gd name="csY4" fmla="*/ 2012304 h 4152706"/>
                <a:gd name="csX5" fmla="*/ 2636791 w 4610358"/>
                <a:gd name="csY5" fmla="*/ 2563011 h 4152706"/>
                <a:gd name="csX6" fmla="*/ 2473 w 4610358"/>
                <a:gd name="csY6" fmla="*/ 4148168 h 4152706"/>
                <a:gd name="csX0" fmla="*/ 400 w 4608285"/>
                <a:gd name="csY0" fmla="*/ 4148168 h 4148397"/>
                <a:gd name="csX1" fmla="*/ 2159008 w 4608285"/>
                <a:gd name="csY1" fmla="*/ 2013468 h 4148397"/>
                <a:gd name="csX2" fmla="*/ 2320727 w 4608285"/>
                <a:gd name="csY2" fmla="*/ 406393 h 4148397"/>
                <a:gd name="csX3" fmla="*/ 4437838 w 4608285"/>
                <a:gd name="csY3" fmla="*/ 114872 h 4148397"/>
                <a:gd name="csX4" fmla="*/ 4121204 w 4608285"/>
                <a:gd name="csY4" fmla="*/ 2012304 h 4148397"/>
                <a:gd name="csX5" fmla="*/ 2346163 w 4608285"/>
                <a:gd name="csY5" fmla="*/ 2149669 h 4148397"/>
                <a:gd name="csX6" fmla="*/ 400 w 4608285"/>
                <a:gd name="csY6" fmla="*/ 4148168 h 4148397"/>
                <a:gd name="csX0" fmla="*/ 400 w 4547161"/>
                <a:gd name="csY0" fmla="*/ 4069645 h 4069874"/>
                <a:gd name="csX1" fmla="*/ 2159008 w 4547161"/>
                <a:gd name="csY1" fmla="*/ 1934945 h 4069874"/>
                <a:gd name="csX2" fmla="*/ 2320727 w 4547161"/>
                <a:gd name="csY2" fmla="*/ 327870 h 4069874"/>
                <a:gd name="csX3" fmla="*/ 4437838 w 4547161"/>
                <a:gd name="csY3" fmla="*/ 36349 h 4069874"/>
                <a:gd name="csX4" fmla="*/ 4121204 w 4547161"/>
                <a:gd name="csY4" fmla="*/ 1933781 h 4069874"/>
                <a:gd name="csX5" fmla="*/ 2346163 w 4547161"/>
                <a:gd name="csY5" fmla="*/ 2071146 h 4069874"/>
                <a:gd name="csX6" fmla="*/ 400 w 4547161"/>
                <a:gd name="csY6" fmla="*/ 4069645 h 4069874"/>
                <a:gd name="csX0" fmla="*/ 536 w 3991476"/>
                <a:gd name="csY0" fmla="*/ 3539321 h 3539632"/>
                <a:gd name="csX1" fmla="*/ 1603323 w 3991476"/>
                <a:gd name="csY1" fmla="*/ 1934945 h 3539632"/>
                <a:gd name="csX2" fmla="*/ 1765042 w 3991476"/>
                <a:gd name="csY2" fmla="*/ 327870 h 3539632"/>
                <a:gd name="csX3" fmla="*/ 3882153 w 3991476"/>
                <a:gd name="csY3" fmla="*/ 36349 h 3539632"/>
                <a:gd name="csX4" fmla="*/ 3565519 w 3991476"/>
                <a:gd name="csY4" fmla="*/ 1933781 h 3539632"/>
                <a:gd name="csX5" fmla="*/ 1790478 w 3991476"/>
                <a:gd name="csY5" fmla="*/ 2071146 h 3539632"/>
                <a:gd name="csX6" fmla="*/ 536 w 3991476"/>
                <a:gd name="csY6" fmla="*/ 3539321 h 3539632"/>
                <a:gd name="csX0" fmla="*/ 527 w 4017318"/>
                <a:gd name="csY0" fmla="*/ 3573908 h 3574212"/>
                <a:gd name="csX1" fmla="*/ 1629165 w 4017318"/>
                <a:gd name="csY1" fmla="*/ 1934945 h 3574212"/>
                <a:gd name="csX2" fmla="*/ 1790884 w 4017318"/>
                <a:gd name="csY2" fmla="*/ 327870 h 3574212"/>
                <a:gd name="csX3" fmla="*/ 3907995 w 4017318"/>
                <a:gd name="csY3" fmla="*/ 36349 h 3574212"/>
                <a:gd name="csX4" fmla="*/ 3591361 w 4017318"/>
                <a:gd name="csY4" fmla="*/ 1933781 h 3574212"/>
                <a:gd name="csX5" fmla="*/ 1816320 w 4017318"/>
                <a:gd name="csY5" fmla="*/ 2071146 h 3574212"/>
                <a:gd name="csX6" fmla="*/ 527 w 4017318"/>
                <a:gd name="csY6" fmla="*/ 3573908 h 3574212"/>
                <a:gd name="csX0" fmla="*/ 3641 w 4020432"/>
                <a:gd name="csY0" fmla="*/ 3573908 h 3577567"/>
                <a:gd name="csX1" fmla="*/ 1632279 w 4020432"/>
                <a:gd name="csY1" fmla="*/ 1934945 h 3577567"/>
                <a:gd name="csX2" fmla="*/ 1793998 w 4020432"/>
                <a:gd name="csY2" fmla="*/ 327870 h 3577567"/>
                <a:gd name="csX3" fmla="*/ 3911109 w 4020432"/>
                <a:gd name="csY3" fmla="*/ 36349 h 3577567"/>
                <a:gd name="csX4" fmla="*/ 3594475 w 4020432"/>
                <a:gd name="csY4" fmla="*/ 1933781 h 3577567"/>
                <a:gd name="csX5" fmla="*/ 1819434 w 4020432"/>
                <a:gd name="csY5" fmla="*/ 2071146 h 3577567"/>
                <a:gd name="csX6" fmla="*/ 3641 w 4020432"/>
                <a:gd name="csY6" fmla="*/ 3573908 h 3577567"/>
                <a:gd name="csX0" fmla="*/ 11923 w 4028714"/>
                <a:gd name="csY0" fmla="*/ 3573908 h 3583559"/>
                <a:gd name="csX1" fmla="*/ 1640561 w 4028714"/>
                <a:gd name="csY1" fmla="*/ 1934945 h 3583559"/>
                <a:gd name="csX2" fmla="*/ 1802280 w 4028714"/>
                <a:gd name="csY2" fmla="*/ 327870 h 3583559"/>
                <a:gd name="csX3" fmla="*/ 3919391 w 4028714"/>
                <a:gd name="csY3" fmla="*/ 36349 h 3583559"/>
                <a:gd name="csX4" fmla="*/ 3602757 w 4028714"/>
                <a:gd name="csY4" fmla="*/ 1933781 h 3583559"/>
                <a:gd name="csX5" fmla="*/ 1827716 w 4028714"/>
                <a:gd name="csY5" fmla="*/ 2071146 h 3583559"/>
                <a:gd name="csX6" fmla="*/ 11923 w 4028714"/>
                <a:gd name="csY6" fmla="*/ 3573908 h 3583559"/>
                <a:gd name="csX0" fmla="*/ 1130 w 4017921"/>
                <a:gd name="csY0" fmla="*/ 3573908 h 3577714"/>
                <a:gd name="csX1" fmla="*/ 1629768 w 4017921"/>
                <a:gd name="csY1" fmla="*/ 1934945 h 3577714"/>
                <a:gd name="csX2" fmla="*/ 1791487 w 4017921"/>
                <a:gd name="csY2" fmla="*/ 327870 h 3577714"/>
                <a:gd name="csX3" fmla="*/ 3908598 w 4017921"/>
                <a:gd name="csY3" fmla="*/ 36349 h 3577714"/>
                <a:gd name="csX4" fmla="*/ 3591964 w 4017921"/>
                <a:gd name="csY4" fmla="*/ 1933781 h 3577714"/>
                <a:gd name="csX5" fmla="*/ 1906115 w 4017921"/>
                <a:gd name="csY5" fmla="*/ 2373434 h 3577714"/>
                <a:gd name="csX6" fmla="*/ 1130 w 4017921"/>
                <a:gd name="csY6" fmla="*/ 3573908 h 3577714"/>
                <a:gd name="csX0" fmla="*/ 434 w 4017225"/>
                <a:gd name="csY0" fmla="*/ 3573908 h 3574428"/>
                <a:gd name="csX1" fmla="*/ 1629072 w 4017225"/>
                <a:gd name="csY1" fmla="*/ 1934945 h 3574428"/>
                <a:gd name="csX2" fmla="*/ 1790791 w 4017225"/>
                <a:gd name="csY2" fmla="*/ 327870 h 3574428"/>
                <a:gd name="csX3" fmla="*/ 3907902 w 4017225"/>
                <a:gd name="csY3" fmla="*/ 36349 h 3574428"/>
                <a:gd name="csX4" fmla="*/ 3591268 w 4017225"/>
                <a:gd name="csY4" fmla="*/ 1933781 h 3574428"/>
                <a:gd name="csX5" fmla="*/ 1798394 w 4017225"/>
                <a:gd name="csY5" fmla="*/ 2110926 h 3574428"/>
                <a:gd name="csX6" fmla="*/ 434 w 4017225"/>
                <a:gd name="csY6" fmla="*/ 3573908 h 3574428"/>
                <a:gd name="csX0" fmla="*/ 434 w 4017225"/>
                <a:gd name="csY0" fmla="*/ 3573908 h 3574310"/>
                <a:gd name="csX1" fmla="*/ 1629072 w 4017225"/>
                <a:gd name="csY1" fmla="*/ 1934945 h 3574310"/>
                <a:gd name="csX2" fmla="*/ 1790791 w 4017225"/>
                <a:gd name="csY2" fmla="*/ 327870 h 3574310"/>
                <a:gd name="csX3" fmla="*/ 3907902 w 4017225"/>
                <a:gd name="csY3" fmla="*/ 36349 h 3574310"/>
                <a:gd name="csX4" fmla="*/ 3591268 w 4017225"/>
                <a:gd name="csY4" fmla="*/ 1933781 h 3574310"/>
                <a:gd name="csX5" fmla="*/ 1798394 w 4017225"/>
                <a:gd name="csY5" fmla="*/ 2110926 h 3574310"/>
                <a:gd name="csX6" fmla="*/ 434 w 4017225"/>
                <a:gd name="csY6" fmla="*/ 3573908 h 3574310"/>
                <a:gd name="csX0" fmla="*/ 434 w 4017225"/>
                <a:gd name="csY0" fmla="*/ 3573908 h 3576627"/>
                <a:gd name="csX1" fmla="*/ 1629072 w 4017225"/>
                <a:gd name="csY1" fmla="*/ 1934945 h 3576627"/>
                <a:gd name="csX2" fmla="*/ 1790791 w 4017225"/>
                <a:gd name="csY2" fmla="*/ 327870 h 3576627"/>
                <a:gd name="csX3" fmla="*/ 3907902 w 4017225"/>
                <a:gd name="csY3" fmla="*/ 36349 h 3576627"/>
                <a:gd name="csX4" fmla="*/ 3591268 w 4017225"/>
                <a:gd name="csY4" fmla="*/ 1933781 h 3576627"/>
                <a:gd name="csX5" fmla="*/ 1798395 w 4017225"/>
                <a:gd name="csY5" fmla="*/ 2365482 h 3576627"/>
                <a:gd name="csX6" fmla="*/ 434 w 4017225"/>
                <a:gd name="csY6" fmla="*/ 3573908 h 3576627"/>
                <a:gd name="csX0" fmla="*/ 434 w 4017225"/>
                <a:gd name="csY0" fmla="*/ 3573908 h 3576355"/>
                <a:gd name="csX1" fmla="*/ 1629072 w 4017225"/>
                <a:gd name="csY1" fmla="*/ 1934945 h 3576355"/>
                <a:gd name="csX2" fmla="*/ 1790791 w 4017225"/>
                <a:gd name="csY2" fmla="*/ 327870 h 3576355"/>
                <a:gd name="csX3" fmla="*/ 3907902 w 4017225"/>
                <a:gd name="csY3" fmla="*/ 36349 h 3576355"/>
                <a:gd name="csX4" fmla="*/ 3591268 w 4017225"/>
                <a:gd name="csY4" fmla="*/ 1933781 h 3576355"/>
                <a:gd name="csX5" fmla="*/ 1798395 w 4017225"/>
                <a:gd name="csY5" fmla="*/ 2365482 h 3576355"/>
                <a:gd name="csX6" fmla="*/ 434 w 4017225"/>
                <a:gd name="csY6" fmla="*/ 3573908 h 3576355"/>
                <a:gd name="csX0" fmla="*/ 434 w 4017225"/>
                <a:gd name="csY0" fmla="*/ 3573908 h 3583502"/>
                <a:gd name="csX1" fmla="*/ 1629072 w 4017225"/>
                <a:gd name="csY1" fmla="*/ 1934945 h 3583502"/>
                <a:gd name="csX2" fmla="*/ 1790791 w 4017225"/>
                <a:gd name="csY2" fmla="*/ 327870 h 3583502"/>
                <a:gd name="csX3" fmla="*/ 3907902 w 4017225"/>
                <a:gd name="csY3" fmla="*/ 36349 h 3583502"/>
                <a:gd name="csX4" fmla="*/ 3591268 w 4017225"/>
                <a:gd name="csY4" fmla="*/ 1933781 h 3583502"/>
                <a:gd name="csX5" fmla="*/ 1798396 w 4017225"/>
                <a:gd name="csY5" fmla="*/ 2715497 h 3583502"/>
                <a:gd name="csX6" fmla="*/ 434 w 4017225"/>
                <a:gd name="csY6" fmla="*/ 3573908 h 3583502"/>
                <a:gd name="csX0" fmla="*/ 20204 w 4036995"/>
                <a:gd name="csY0" fmla="*/ 3574326 h 3583563"/>
                <a:gd name="csX1" fmla="*/ 908564 w 4036995"/>
                <a:gd name="csY1" fmla="*/ 1951275 h 3583563"/>
                <a:gd name="csX2" fmla="*/ 1810561 w 4036995"/>
                <a:gd name="csY2" fmla="*/ 328288 h 3583563"/>
                <a:gd name="csX3" fmla="*/ 3927672 w 4036995"/>
                <a:gd name="csY3" fmla="*/ 36767 h 3583563"/>
                <a:gd name="csX4" fmla="*/ 3611038 w 4036995"/>
                <a:gd name="csY4" fmla="*/ 1934199 h 3583563"/>
                <a:gd name="csX5" fmla="*/ 1818166 w 4036995"/>
                <a:gd name="csY5" fmla="*/ 2715915 h 3583563"/>
                <a:gd name="csX6" fmla="*/ 20204 w 4036995"/>
                <a:gd name="csY6" fmla="*/ 3574326 h 3583563"/>
                <a:gd name="csX0" fmla="*/ 12549 w 4029340"/>
                <a:gd name="csY0" fmla="*/ 3574326 h 3583563"/>
                <a:gd name="csX1" fmla="*/ 900909 w 4029340"/>
                <a:gd name="csY1" fmla="*/ 1951275 h 3583563"/>
                <a:gd name="csX2" fmla="*/ 1802906 w 4029340"/>
                <a:gd name="csY2" fmla="*/ 328288 h 3583563"/>
                <a:gd name="csX3" fmla="*/ 3920017 w 4029340"/>
                <a:gd name="csY3" fmla="*/ 36767 h 3583563"/>
                <a:gd name="csX4" fmla="*/ 3603383 w 4029340"/>
                <a:gd name="csY4" fmla="*/ 1934199 h 3583563"/>
                <a:gd name="csX5" fmla="*/ 1810511 w 4029340"/>
                <a:gd name="csY5" fmla="*/ 2715915 h 3583563"/>
                <a:gd name="csX6" fmla="*/ 12549 w 4029340"/>
                <a:gd name="csY6" fmla="*/ 3574326 h 3583563"/>
                <a:gd name="csX0" fmla="*/ 2018 w 4018809"/>
                <a:gd name="csY0" fmla="*/ 3573908 h 3583502"/>
                <a:gd name="csX1" fmla="*/ 1389840 w 4018809"/>
                <a:gd name="csY1" fmla="*/ 1934947 h 3583502"/>
                <a:gd name="csX2" fmla="*/ 1792375 w 4018809"/>
                <a:gd name="csY2" fmla="*/ 327870 h 3583502"/>
                <a:gd name="csX3" fmla="*/ 3909486 w 4018809"/>
                <a:gd name="csY3" fmla="*/ 36349 h 3583502"/>
                <a:gd name="csX4" fmla="*/ 3592852 w 4018809"/>
                <a:gd name="csY4" fmla="*/ 1933781 h 3583502"/>
                <a:gd name="csX5" fmla="*/ 1799980 w 4018809"/>
                <a:gd name="csY5" fmla="*/ 2715497 h 3583502"/>
                <a:gd name="csX6" fmla="*/ 2018 w 4018809"/>
                <a:gd name="csY6" fmla="*/ 3573908 h 3583502"/>
                <a:gd name="csX0" fmla="*/ 2018 w 4018809"/>
                <a:gd name="csY0" fmla="*/ 3573908 h 3575401"/>
                <a:gd name="csX1" fmla="*/ 1389840 w 4018809"/>
                <a:gd name="csY1" fmla="*/ 1934947 h 3575401"/>
                <a:gd name="csX2" fmla="*/ 1792375 w 4018809"/>
                <a:gd name="csY2" fmla="*/ 327870 h 3575401"/>
                <a:gd name="csX3" fmla="*/ 3909486 w 4018809"/>
                <a:gd name="csY3" fmla="*/ 36349 h 3575401"/>
                <a:gd name="csX4" fmla="*/ 3592852 w 4018809"/>
                <a:gd name="csY4" fmla="*/ 1933781 h 3575401"/>
                <a:gd name="csX5" fmla="*/ 1799983 w 4018809"/>
                <a:gd name="csY5" fmla="*/ 2277981 h 3575401"/>
                <a:gd name="csX6" fmla="*/ 2018 w 4018809"/>
                <a:gd name="csY6" fmla="*/ 3573908 h 3575401"/>
                <a:gd name="csX0" fmla="*/ 2279 w 4019070"/>
                <a:gd name="csY0" fmla="*/ 3573908 h 3576883"/>
                <a:gd name="csX1" fmla="*/ 1390101 w 4019070"/>
                <a:gd name="csY1" fmla="*/ 1934947 h 3576883"/>
                <a:gd name="csX2" fmla="*/ 1792636 w 4019070"/>
                <a:gd name="csY2" fmla="*/ 327870 h 3576883"/>
                <a:gd name="csX3" fmla="*/ 3909747 w 4019070"/>
                <a:gd name="csY3" fmla="*/ 36349 h 3576883"/>
                <a:gd name="csX4" fmla="*/ 3593113 w 4019070"/>
                <a:gd name="csY4" fmla="*/ 1933781 h 3576883"/>
                <a:gd name="csX5" fmla="*/ 1827004 w 4019070"/>
                <a:gd name="csY5" fmla="*/ 2405261 h 3576883"/>
                <a:gd name="csX6" fmla="*/ 2279 w 4019070"/>
                <a:gd name="csY6" fmla="*/ 3573908 h 3576883"/>
                <a:gd name="csX0" fmla="*/ 3304 w 4020095"/>
                <a:gd name="csY0" fmla="*/ 3573700 h 3576772"/>
                <a:gd name="csX1" fmla="*/ 1310858 w 4020095"/>
                <a:gd name="csY1" fmla="*/ 1926786 h 3576772"/>
                <a:gd name="csX2" fmla="*/ 1793661 w 4020095"/>
                <a:gd name="csY2" fmla="*/ 327662 h 3576772"/>
                <a:gd name="csX3" fmla="*/ 3910772 w 4020095"/>
                <a:gd name="csY3" fmla="*/ 36141 h 3576772"/>
                <a:gd name="csX4" fmla="*/ 3594138 w 4020095"/>
                <a:gd name="csY4" fmla="*/ 1933573 h 3576772"/>
                <a:gd name="csX5" fmla="*/ 1828029 w 4020095"/>
                <a:gd name="csY5" fmla="*/ 2405053 h 3576772"/>
                <a:gd name="csX6" fmla="*/ 3304 w 4020095"/>
                <a:gd name="csY6" fmla="*/ 3573700 h 3576772"/>
                <a:gd name="csX0" fmla="*/ 3254 w 4020045"/>
                <a:gd name="csY0" fmla="*/ 3573700 h 3576772"/>
                <a:gd name="csX1" fmla="*/ 1310808 w 4020045"/>
                <a:gd name="csY1" fmla="*/ 1926786 h 3576772"/>
                <a:gd name="csX2" fmla="*/ 1793611 w 4020045"/>
                <a:gd name="csY2" fmla="*/ 327662 h 3576772"/>
                <a:gd name="csX3" fmla="*/ 3910722 w 4020045"/>
                <a:gd name="csY3" fmla="*/ 36141 h 3576772"/>
                <a:gd name="csX4" fmla="*/ 3594088 w 4020045"/>
                <a:gd name="csY4" fmla="*/ 1933573 h 3576772"/>
                <a:gd name="csX5" fmla="*/ 1827979 w 4020045"/>
                <a:gd name="csY5" fmla="*/ 2405053 h 3576772"/>
                <a:gd name="csX6" fmla="*/ 3254 w 4020045"/>
                <a:gd name="csY6" fmla="*/ 3573700 h 35767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020045" h="3576772">
                  <a:moveTo>
                    <a:pt x="3254" y="3573700"/>
                  </a:moveTo>
                  <a:cubicBezTo>
                    <a:pt x="-82941" y="3493989"/>
                    <a:pt x="1574310" y="2340515"/>
                    <a:pt x="1310808" y="1926786"/>
                  </a:cubicBezTo>
                  <a:cubicBezTo>
                    <a:pt x="1047306" y="1513057"/>
                    <a:pt x="1360292" y="642769"/>
                    <a:pt x="1793611" y="327662"/>
                  </a:cubicBezTo>
                  <a:cubicBezTo>
                    <a:pt x="2226930" y="12555"/>
                    <a:pt x="3750548" y="-52136"/>
                    <a:pt x="3910722" y="36141"/>
                  </a:cubicBezTo>
                  <a:cubicBezTo>
                    <a:pt x="4070896" y="124418"/>
                    <a:pt x="4120351" y="1358027"/>
                    <a:pt x="3594088" y="1933573"/>
                  </a:cubicBezTo>
                  <a:cubicBezTo>
                    <a:pt x="3171099" y="2391895"/>
                    <a:pt x="2301583" y="2656718"/>
                    <a:pt x="1827979" y="2405053"/>
                  </a:cubicBezTo>
                  <a:cubicBezTo>
                    <a:pt x="1354375" y="2153388"/>
                    <a:pt x="89449" y="3653411"/>
                    <a:pt x="3254" y="3573700"/>
                  </a:cubicBezTo>
                  <a:close/>
                </a:path>
              </a:pathLst>
            </a:custGeom>
            <a:noFill/>
            <a:ln>
              <a:solidFill>
                <a:srgbClr val="0C26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2" name="Freeform 1021">
              <a:extLst>
                <a:ext uri="{FF2B5EF4-FFF2-40B4-BE49-F238E27FC236}">
                  <a16:creationId xmlns:a16="http://schemas.microsoft.com/office/drawing/2014/main" id="{8646073C-6F23-3C0B-A234-28BFE84B1380}"/>
                </a:ext>
              </a:extLst>
            </p:cNvPr>
            <p:cNvSpPr/>
            <p:nvPr userDrawn="1"/>
          </p:nvSpPr>
          <p:spPr>
            <a:xfrm rot="16200000">
              <a:off x="6369276" y="1413992"/>
              <a:ext cx="2615869" cy="2682270"/>
            </a:xfrm>
            <a:custGeom>
              <a:avLst/>
              <a:gdLst>
                <a:gd name="csX0" fmla="*/ 1893 w 3484511"/>
                <a:gd name="csY0" fmla="*/ 3509215 h 3511799"/>
                <a:gd name="csX1" fmla="*/ 1514170 w 3484511"/>
                <a:gd name="csY1" fmla="*/ 1703861 h 3511799"/>
                <a:gd name="csX2" fmla="*/ 2029985 w 3484511"/>
                <a:gd name="csY2" fmla="*/ 226753 h 3511799"/>
                <a:gd name="csX3" fmla="*/ 3378139 w 3484511"/>
                <a:gd name="csY3" fmla="*/ 144692 h 3511799"/>
                <a:gd name="csX4" fmla="*/ 3225739 w 3484511"/>
                <a:gd name="csY4" fmla="*/ 1586630 h 3511799"/>
                <a:gd name="csX5" fmla="*/ 1854139 w 3484511"/>
                <a:gd name="csY5" fmla="*/ 2090723 h 3511799"/>
                <a:gd name="csX6" fmla="*/ 1893 w 3484511"/>
                <a:gd name="csY6" fmla="*/ 3509215 h 3511799"/>
                <a:gd name="csX0" fmla="*/ 1352 w 4094215"/>
                <a:gd name="csY0" fmla="*/ 4103738 h 4105568"/>
                <a:gd name="csX1" fmla="*/ 2123874 w 4094215"/>
                <a:gd name="csY1" fmla="*/ 1703861 h 4105568"/>
                <a:gd name="csX2" fmla="*/ 2639689 w 4094215"/>
                <a:gd name="csY2" fmla="*/ 226753 h 4105568"/>
                <a:gd name="csX3" fmla="*/ 3987843 w 4094215"/>
                <a:gd name="csY3" fmla="*/ 144692 h 4105568"/>
                <a:gd name="csX4" fmla="*/ 3835443 w 4094215"/>
                <a:gd name="csY4" fmla="*/ 1586630 h 4105568"/>
                <a:gd name="csX5" fmla="*/ 2463843 w 4094215"/>
                <a:gd name="csY5" fmla="*/ 2090723 h 4105568"/>
                <a:gd name="csX6" fmla="*/ 1352 w 4094215"/>
                <a:gd name="csY6" fmla="*/ 4103738 h 4105568"/>
                <a:gd name="csX0" fmla="*/ 1978 w 4094841"/>
                <a:gd name="csY0" fmla="*/ 4101966 h 4104114"/>
                <a:gd name="csX1" fmla="*/ 2058783 w 4094841"/>
                <a:gd name="csY1" fmla="*/ 1668597 h 4104114"/>
                <a:gd name="csX2" fmla="*/ 2640315 w 4094841"/>
                <a:gd name="csY2" fmla="*/ 224981 h 4104114"/>
                <a:gd name="csX3" fmla="*/ 3988469 w 4094841"/>
                <a:gd name="csY3" fmla="*/ 142920 h 4104114"/>
                <a:gd name="csX4" fmla="*/ 3836069 w 4094841"/>
                <a:gd name="csY4" fmla="*/ 1584858 h 4104114"/>
                <a:gd name="csX5" fmla="*/ 2464469 w 4094841"/>
                <a:gd name="csY5" fmla="*/ 2088951 h 4104114"/>
                <a:gd name="csX6" fmla="*/ 1978 w 4094841"/>
                <a:gd name="csY6" fmla="*/ 4101966 h 4104114"/>
                <a:gd name="csX0" fmla="*/ 1943 w 4132359"/>
                <a:gd name="csY0" fmla="*/ 3750277 h 3752868"/>
                <a:gd name="csX1" fmla="*/ 2096301 w 4132359"/>
                <a:gd name="csY1" fmla="*/ 1668597 h 3752868"/>
                <a:gd name="csX2" fmla="*/ 2677833 w 4132359"/>
                <a:gd name="csY2" fmla="*/ 224981 h 3752868"/>
                <a:gd name="csX3" fmla="*/ 4025987 w 4132359"/>
                <a:gd name="csY3" fmla="*/ 142920 h 3752868"/>
                <a:gd name="csX4" fmla="*/ 3873587 w 4132359"/>
                <a:gd name="csY4" fmla="*/ 1584858 h 3752868"/>
                <a:gd name="csX5" fmla="*/ 2501987 w 4132359"/>
                <a:gd name="csY5" fmla="*/ 2088951 h 3752868"/>
                <a:gd name="csX6" fmla="*/ 1943 w 4132359"/>
                <a:gd name="csY6" fmla="*/ 3750277 h 3752868"/>
                <a:gd name="csX0" fmla="*/ 7123 w 4137539"/>
                <a:gd name="csY0" fmla="*/ 3776554 h 3776601"/>
                <a:gd name="csX1" fmla="*/ 1782278 w 4137539"/>
                <a:gd name="csY1" fmla="*/ 2163796 h 3776601"/>
                <a:gd name="csX2" fmla="*/ 2683013 w 4137539"/>
                <a:gd name="csY2" fmla="*/ 251258 h 3776601"/>
                <a:gd name="csX3" fmla="*/ 4031167 w 4137539"/>
                <a:gd name="csY3" fmla="*/ 169197 h 3776601"/>
                <a:gd name="csX4" fmla="*/ 3878767 w 4137539"/>
                <a:gd name="csY4" fmla="*/ 1611135 h 3776601"/>
                <a:gd name="csX5" fmla="*/ 2507167 w 4137539"/>
                <a:gd name="csY5" fmla="*/ 2115228 h 3776601"/>
                <a:gd name="csX6" fmla="*/ 7123 w 4137539"/>
                <a:gd name="csY6" fmla="*/ 3776554 h 3776601"/>
                <a:gd name="csX0" fmla="*/ 25 w 4130441"/>
                <a:gd name="csY0" fmla="*/ 3776554 h 3776586"/>
                <a:gd name="csX1" fmla="*/ 1775180 w 4130441"/>
                <a:gd name="csY1" fmla="*/ 2163796 h 3776586"/>
                <a:gd name="csX2" fmla="*/ 2675915 w 4130441"/>
                <a:gd name="csY2" fmla="*/ 251258 h 3776586"/>
                <a:gd name="csX3" fmla="*/ 4024069 w 4130441"/>
                <a:gd name="csY3" fmla="*/ 169197 h 3776586"/>
                <a:gd name="csX4" fmla="*/ 3871669 w 4130441"/>
                <a:gd name="csY4" fmla="*/ 1611135 h 3776586"/>
                <a:gd name="csX5" fmla="*/ 1814719 w 4130441"/>
                <a:gd name="csY5" fmla="*/ 2207339 h 3776586"/>
                <a:gd name="csX6" fmla="*/ 25 w 4130441"/>
                <a:gd name="csY6" fmla="*/ 3776554 h 3776586"/>
                <a:gd name="csX0" fmla="*/ 25 w 4130441"/>
                <a:gd name="csY0" fmla="*/ 3776554 h 3776589"/>
                <a:gd name="csX1" fmla="*/ 1775180 w 4130441"/>
                <a:gd name="csY1" fmla="*/ 2163796 h 3776589"/>
                <a:gd name="csX2" fmla="*/ 2675915 w 4130441"/>
                <a:gd name="csY2" fmla="*/ 251258 h 3776589"/>
                <a:gd name="csX3" fmla="*/ 4024069 w 4130441"/>
                <a:gd name="csY3" fmla="*/ 169197 h 3776589"/>
                <a:gd name="csX4" fmla="*/ 3871669 w 4130441"/>
                <a:gd name="csY4" fmla="*/ 1611135 h 3776589"/>
                <a:gd name="csX5" fmla="*/ 1814719 w 4130441"/>
                <a:gd name="csY5" fmla="*/ 2207339 h 3776589"/>
                <a:gd name="csX6" fmla="*/ 25 w 4130441"/>
                <a:gd name="csY6" fmla="*/ 3776554 h 3776589"/>
                <a:gd name="csX0" fmla="*/ 25 w 3957457"/>
                <a:gd name="csY0" fmla="*/ 3611866 h 3611901"/>
                <a:gd name="csX1" fmla="*/ 1775180 w 3957457"/>
                <a:gd name="csY1" fmla="*/ 1999108 h 3611901"/>
                <a:gd name="csX2" fmla="*/ 2675915 w 3957457"/>
                <a:gd name="csY2" fmla="*/ 86570 h 3611901"/>
                <a:gd name="csX3" fmla="*/ 3554650 w 3957457"/>
                <a:gd name="csY3" fmla="*/ 439934 h 3611901"/>
                <a:gd name="csX4" fmla="*/ 3871669 w 3957457"/>
                <a:gd name="csY4" fmla="*/ 1446447 h 3611901"/>
                <a:gd name="csX5" fmla="*/ 1814719 w 3957457"/>
                <a:gd name="csY5" fmla="*/ 2042651 h 3611901"/>
                <a:gd name="csX6" fmla="*/ 25 w 3957457"/>
                <a:gd name="csY6" fmla="*/ 3611866 h 3611901"/>
                <a:gd name="csX0" fmla="*/ 25 w 3957253"/>
                <a:gd name="csY0" fmla="*/ 3368639 h 3368674"/>
                <a:gd name="csX1" fmla="*/ 1775180 w 3957253"/>
                <a:gd name="csY1" fmla="*/ 1755881 h 3368674"/>
                <a:gd name="csX2" fmla="*/ 2685304 w 3957253"/>
                <a:gd name="csY2" fmla="*/ 144791 h 3368674"/>
                <a:gd name="csX3" fmla="*/ 3554650 w 3957253"/>
                <a:gd name="csY3" fmla="*/ 196707 h 3368674"/>
                <a:gd name="csX4" fmla="*/ 3871669 w 3957253"/>
                <a:gd name="csY4" fmla="*/ 1203220 h 3368674"/>
                <a:gd name="csX5" fmla="*/ 1814719 w 3957253"/>
                <a:gd name="csY5" fmla="*/ 1799424 h 3368674"/>
                <a:gd name="csX6" fmla="*/ 25 w 3957253"/>
                <a:gd name="csY6" fmla="*/ 3368639 h 3368674"/>
                <a:gd name="csX0" fmla="*/ 25 w 3705517"/>
                <a:gd name="csY0" fmla="*/ 3358570 h 3358603"/>
                <a:gd name="csX1" fmla="*/ 1775180 w 3705517"/>
                <a:gd name="csY1" fmla="*/ 1745812 h 3358603"/>
                <a:gd name="csX2" fmla="*/ 2685304 w 3705517"/>
                <a:gd name="csY2" fmla="*/ 134722 h 3358603"/>
                <a:gd name="csX3" fmla="*/ 3554650 w 3705517"/>
                <a:gd name="csY3" fmla="*/ 186638 h 3358603"/>
                <a:gd name="csX4" fmla="*/ 3552464 w 3705517"/>
                <a:gd name="csY4" fmla="*/ 975438 h 3358603"/>
                <a:gd name="csX5" fmla="*/ 1814719 w 3705517"/>
                <a:gd name="csY5" fmla="*/ 1789355 h 3358603"/>
                <a:gd name="csX6" fmla="*/ 25 w 3705517"/>
                <a:gd name="csY6" fmla="*/ 3358570 h 3358603"/>
                <a:gd name="csX0" fmla="*/ 2290 w 3707782"/>
                <a:gd name="csY0" fmla="*/ 3305196 h 3314287"/>
                <a:gd name="csX1" fmla="*/ 2199921 w 3707782"/>
                <a:gd name="csY1" fmla="*/ 955568 h 3314287"/>
                <a:gd name="csX2" fmla="*/ 2687569 w 3707782"/>
                <a:gd name="csY2" fmla="*/ 81348 h 3314287"/>
                <a:gd name="csX3" fmla="*/ 3556915 w 3707782"/>
                <a:gd name="csY3" fmla="*/ 133264 h 3314287"/>
                <a:gd name="csX4" fmla="*/ 3554729 w 3707782"/>
                <a:gd name="csY4" fmla="*/ 922064 h 3314287"/>
                <a:gd name="csX5" fmla="*/ 1816984 w 3707782"/>
                <a:gd name="csY5" fmla="*/ 1735981 h 3314287"/>
                <a:gd name="csX6" fmla="*/ 2290 w 3707782"/>
                <a:gd name="csY6" fmla="*/ 3305196 h 3314287"/>
                <a:gd name="csX0" fmla="*/ 377 w 3705869"/>
                <a:gd name="csY0" fmla="*/ 3305196 h 3313168"/>
                <a:gd name="csX1" fmla="*/ 2198008 w 3705869"/>
                <a:gd name="csY1" fmla="*/ 955568 h 3313168"/>
                <a:gd name="csX2" fmla="*/ 2685656 w 3705869"/>
                <a:gd name="csY2" fmla="*/ 81348 h 3313168"/>
                <a:gd name="csX3" fmla="*/ 3555002 w 3705869"/>
                <a:gd name="csY3" fmla="*/ 133264 h 3313168"/>
                <a:gd name="csX4" fmla="*/ 3552816 w 3705869"/>
                <a:gd name="csY4" fmla="*/ 922064 h 3313168"/>
                <a:gd name="csX5" fmla="*/ 2378375 w 3705869"/>
                <a:gd name="csY5" fmla="*/ 1694113 h 3313168"/>
                <a:gd name="csX6" fmla="*/ 377 w 3705869"/>
                <a:gd name="csY6" fmla="*/ 3305196 h 3313168"/>
                <a:gd name="csX0" fmla="*/ 377 w 3705869"/>
                <a:gd name="csY0" fmla="*/ 3305196 h 3311216"/>
                <a:gd name="csX1" fmla="*/ 2198008 w 3705869"/>
                <a:gd name="csY1" fmla="*/ 955568 h 3311216"/>
                <a:gd name="csX2" fmla="*/ 2685656 w 3705869"/>
                <a:gd name="csY2" fmla="*/ 81348 h 3311216"/>
                <a:gd name="csX3" fmla="*/ 3555002 w 3705869"/>
                <a:gd name="csY3" fmla="*/ 133264 h 3311216"/>
                <a:gd name="csX4" fmla="*/ 3552816 w 3705869"/>
                <a:gd name="csY4" fmla="*/ 922064 h 3311216"/>
                <a:gd name="csX5" fmla="*/ 2378375 w 3705869"/>
                <a:gd name="csY5" fmla="*/ 1694113 h 3311216"/>
                <a:gd name="csX6" fmla="*/ 377 w 3705869"/>
                <a:gd name="csY6" fmla="*/ 3305196 h 3311216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31250"/>
                <a:gd name="csY0" fmla="*/ 3306034 h 3313991"/>
                <a:gd name="csX1" fmla="*/ 2198008 w 4431250"/>
                <a:gd name="csY1" fmla="*/ 956406 h 3313991"/>
                <a:gd name="csX2" fmla="*/ 2685656 w 4431250"/>
                <a:gd name="csY2" fmla="*/ 82186 h 3313991"/>
                <a:gd name="csX3" fmla="*/ 3555002 w 4431250"/>
                <a:gd name="csY3" fmla="*/ 134102 h 3313991"/>
                <a:gd name="csX4" fmla="*/ 4425936 w 4431250"/>
                <a:gd name="csY4" fmla="*/ 939649 h 3313991"/>
                <a:gd name="csX5" fmla="*/ 2378375 w 4431250"/>
                <a:gd name="csY5" fmla="*/ 1694951 h 3313991"/>
                <a:gd name="csX6" fmla="*/ 377 w 4431250"/>
                <a:gd name="csY6" fmla="*/ 3306034 h 3313991"/>
                <a:gd name="csX0" fmla="*/ 377 w 4425936"/>
                <a:gd name="csY0" fmla="*/ 3306034 h 3313991"/>
                <a:gd name="csX1" fmla="*/ 2198008 w 4425936"/>
                <a:gd name="csY1" fmla="*/ 956406 h 3313991"/>
                <a:gd name="csX2" fmla="*/ 2685656 w 4425936"/>
                <a:gd name="csY2" fmla="*/ 82186 h 3313991"/>
                <a:gd name="csX3" fmla="*/ 3555002 w 4425936"/>
                <a:gd name="csY3" fmla="*/ 134102 h 3313991"/>
                <a:gd name="csX4" fmla="*/ 4425936 w 4425936"/>
                <a:gd name="csY4" fmla="*/ 939649 h 3313991"/>
                <a:gd name="csX5" fmla="*/ 2378375 w 4425936"/>
                <a:gd name="csY5" fmla="*/ 1694951 h 3313991"/>
                <a:gd name="csX6" fmla="*/ 377 w 4425936"/>
                <a:gd name="csY6" fmla="*/ 3306034 h 3313991"/>
                <a:gd name="csX0" fmla="*/ 377 w 4472878"/>
                <a:gd name="csY0" fmla="*/ 3303952 h 3311947"/>
                <a:gd name="csX1" fmla="*/ 2198008 w 4472878"/>
                <a:gd name="csY1" fmla="*/ 954324 h 3311947"/>
                <a:gd name="csX2" fmla="*/ 2685656 w 4472878"/>
                <a:gd name="csY2" fmla="*/ 80104 h 3311947"/>
                <a:gd name="csX3" fmla="*/ 3555002 w 4472878"/>
                <a:gd name="csY3" fmla="*/ 132020 h 3311947"/>
                <a:gd name="csX4" fmla="*/ 4472878 w 4472878"/>
                <a:gd name="csY4" fmla="*/ 895700 h 3311947"/>
                <a:gd name="csX5" fmla="*/ 2378375 w 4472878"/>
                <a:gd name="csY5" fmla="*/ 1692869 h 3311947"/>
                <a:gd name="csX6" fmla="*/ 377 w 4472878"/>
                <a:gd name="csY6" fmla="*/ 3303952 h 3311947"/>
                <a:gd name="csX0" fmla="*/ 377 w 4472878"/>
                <a:gd name="csY0" fmla="*/ 3489034 h 3497029"/>
                <a:gd name="csX1" fmla="*/ 2198008 w 4472878"/>
                <a:gd name="csY1" fmla="*/ 1139406 h 3497029"/>
                <a:gd name="csX2" fmla="*/ 2685656 w 4472878"/>
                <a:gd name="csY2" fmla="*/ 265186 h 3497029"/>
                <a:gd name="csX3" fmla="*/ 3742770 w 4472878"/>
                <a:gd name="csY3" fmla="*/ 49148 h 3497029"/>
                <a:gd name="csX4" fmla="*/ 4472878 w 4472878"/>
                <a:gd name="csY4" fmla="*/ 1080782 h 3497029"/>
                <a:gd name="csX5" fmla="*/ 2378375 w 4472878"/>
                <a:gd name="csY5" fmla="*/ 1877951 h 3497029"/>
                <a:gd name="csX6" fmla="*/ 377 w 4472878"/>
                <a:gd name="csY6" fmla="*/ 3489034 h 3497029"/>
                <a:gd name="csX0" fmla="*/ 377 w 4482266"/>
                <a:gd name="csY0" fmla="*/ 3489034 h 3497029"/>
                <a:gd name="csX1" fmla="*/ 2198008 w 4482266"/>
                <a:gd name="csY1" fmla="*/ 1139406 h 3497029"/>
                <a:gd name="csX2" fmla="*/ 2685656 w 4482266"/>
                <a:gd name="csY2" fmla="*/ 265186 h 3497029"/>
                <a:gd name="csX3" fmla="*/ 3742770 w 4482266"/>
                <a:gd name="csY3" fmla="*/ 49148 h 3497029"/>
                <a:gd name="csX4" fmla="*/ 4482266 w 4482266"/>
                <a:gd name="csY4" fmla="*/ 1080782 h 3497029"/>
                <a:gd name="csX5" fmla="*/ 2378375 w 4482266"/>
                <a:gd name="csY5" fmla="*/ 1877951 h 3497029"/>
                <a:gd name="csX6" fmla="*/ 377 w 4482266"/>
                <a:gd name="csY6" fmla="*/ 3489034 h 3497029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10188 w 4492077"/>
                <a:gd name="csY0" fmla="*/ 3488052 h 3497366"/>
                <a:gd name="csX1" fmla="*/ 1804118 w 4492077"/>
                <a:gd name="csY1" fmla="*/ 1096559 h 3497366"/>
                <a:gd name="csX2" fmla="*/ 2695467 w 4492077"/>
                <a:gd name="csY2" fmla="*/ 264204 h 3497366"/>
                <a:gd name="csX3" fmla="*/ 3752581 w 4492077"/>
                <a:gd name="csY3" fmla="*/ 48166 h 3497366"/>
                <a:gd name="csX4" fmla="*/ 4492077 w 4492077"/>
                <a:gd name="csY4" fmla="*/ 1079800 h 3497366"/>
                <a:gd name="csX5" fmla="*/ 2688616 w 4492077"/>
                <a:gd name="csY5" fmla="*/ 1893718 h 3497366"/>
                <a:gd name="csX6" fmla="*/ 10188 w 4492077"/>
                <a:gd name="csY6" fmla="*/ 3488052 h 3497366"/>
                <a:gd name="csX0" fmla="*/ 10188 w 4492077"/>
                <a:gd name="csY0" fmla="*/ 3488052 h 3500595"/>
                <a:gd name="csX1" fmla="*/ 1804118 w 4492077"/>
                <a:gd name="csY1" fmla="*/ 1096559 h 3500595"/>
                <a:gd name="csX2" fmla="*/ 2695467 w 4492077"/>
                <a:gd name="csY2" fmla="*/ 264204 h 3500595"/>
                <a:gd name="csX3" fmla="*/ 3752581 w 4492077"/>
                <a:gd name="csY3" fmla="*/ 48166 h 3500595"/>
                <a:gd name="csX4" fmla="*/ 4492077 w 4492077"/>
                <a:gd name="csY4" fmla="*/ 1079800 h 3500595"/>
                <a:gd name="csX5" fmla="*/ 2688616 w 4492077"/>
                <a:gd name="csY5" fmla="*/ 1893718 h 3500595"/>
                <a:gd name="csX6" fmla="*/ 10188 w 4492077"/>
                <a:gd name="csY6" fmla="*/ 3488052 h 3500595"/>
                <a:gd name="csX0" fmla="*/ 10188 w 4492077"/>
                <a:gd name="csY0" fmla="*/ 3488052 h 3500888"/>
                <a:gd name="csX1" fmla="*/ 1804118 w 4492077"/>
                <a:gd name="csY1" fmla="*/ 1096559 h 3500888"/>
                <a:gd name="csX2" fmla="*/ 2695467 w 4492077"/>
                <a:gd name="csY2" fmla="*/ 264204 h 3500888"/>
                <a:gd name="csX3" fmla="*/ 3752581 w 4492077"/>
                <a:gd name="csY3" fmla="*/ 48166 h 3500888"/>
                <a:gd name="csX4" fmla="*/ 4492077 w 4492077"/>
                <a:gd name="csY4" fmla="*/ 1079800 h 3500888"/>
                <a:gd name="csX5" fmla="*/ 2688616 w 4492077"/>
                <a:gd name="csY5" fmla="*/ 1893718 h 3500888"/>
                <a:gd name="csX6" fmla="*/ 10188 w 4492077"/>
                <a:gd name="csY6" fmla="*/ 3488052 h 3500888"/>
                <a:gd name="csX0" fmla="*/ 27731 w 3289130"/>
                <a:gd name="csY0" fmla="*/ 2449732 h 2473361"/>
                <a:gd name="csX1" fmla="*/ 601171 w 3289130"/>
                <a:gd name="csY1" fmla="*/ 1096559 h 2473361"/>
                <a:gd name="csX2" fmla="*/ 1492520 w 3289130"/>
                <a:gd name="csY2" fmla="*/ 264204 h 2473361"/>
                <a:gd name="csX3" fmla="*/ 2549634 w 3289130"/>
                <a:gd name="csY3" fmla="*/ 48166 h 2473361"/>
                <a:gd name="csX4" fmla="*/ 3289130 w 3289130"/>
                <a:gd name="csY4" fmla="*/ 1079800 h 2473361"/>
                <a:gd name="csX5" fmla="*/ 1485669 w 3289130"/>
                <a:gd name="csY5" fmla="*/ 1893718 h 2473361"/>
                <a:gd name="csX6" fmla="*/ 27731 w 3289130"/>
                <a:gd name="csY6" fmla="*/ 2449732 h 2473361"/>
                <a:gd name="csX0" fmla="*/ 367 w 3261766"/>
                <a:gd name="csY0" fmla="*/ 2449732 h 2449966"/>
                <a:gd name="csX1" fmla="*/ 573807 w 3261766"/>
                <a:gd name="csY1" fmla="*/ 1096559 h 2449966"/>
                <a:gd name="csX2" fmla="*/ 1465156 w 3261766"/>
                <a:gd name="csY2" fmla="*/ 264204 h 2449966"/>
                <a:gd name="csX3" fmla="*/ 2522270 w 3261766"/>
                <a:gd name="csY3" fmla="*/ 48166 h 2449966"/>
                <a:gd name="csX4" fmla="*/ 3261766 w 3261766"/>
                <a:gd name="csY4" fmla="*/ 1079800 h 2449966"/>
                <a:gd name="csX5" fmla="*/ 1458305 w 3261766"/>
                <a:gd name="csY5" fmla="*/ 1893718 h 2449966"/>
                <a:gd name="csX6" fmla="*/ 367 w 3261766"/>
                <a:gd name="csY6" fmla="*/ 2449732 h 2449966"/>
                <a:gd name="csX0" fmla="*/ 62959 w 3324358"/>
                <a:gd name="csY0" fmla="*/ 2449732 h 2487147"/>
                <a:gd name="csX1" fmla="*/ 636399 w 3324358"/>
                <a:gd name="csY1" fmla="*/ 1096559 h 2487147"/>
                <a:gd name="csX2" fmla="*/ 1527748 w 3324358"/>
                <a:gd name="csY2" fmla="*/ 264204 h 2487147"/>
                <a:gd name="csX3" fmla="*/ 2584862 w 3324358"/>
                <a:gd name="csY3" fmla="*/ 48166 h 2487147"/>
                <a:gd name="csX4" fmla="*/ 3324358 w 3324358"/>
                <a:gd name="csY4" fmla="*/ 1079800 h 2487147"/>
                <a:gd name="csX5" fmla="*/ 1520897 w 3324358"/>
                <a:gd name="csY5" fmla="*/ 1893718 h 2487147"/>
                <a:gd name="csX6" fmla="*/ 62959 w 3324358"/>
                <a:gd name="csY6" fmla="*/ 2449732 h 2487147"/>
                <a:gd name="csX0" fmla="*/ 38478 w 4482813"/>
                <a:gd name="csY0" fmla="*/ 3496425 h 3519813"/>
                <a:gd name="csX1" fmla="*/ 1794854 w 4482813"/>
                <a:gd name="csY1" fmla="*/ 1096559 h 3519813"/>
                <a:gd name="csX2" fmla="*/ 2686203 w 4482813"/>
                <a:gd name="csY2" fmla="*/ 264204 h 3519813"/>
                <a:gd name="csX3" fmla="*/ 3743317 w 4482813"/>
                <a:gd name="csY3" fmla="*/ 48166 h 3519813"/>
                <a:gd name="csX4" fmla="*/ 4482813 w 4482813"/>
                <a:gd name="csY4" fmla="*/ 1079800 h 3519813"/>
                <a:gd name="csX5" fmla="*/ 2679352 w 4482813"/>
                <a:gd name="csY5" fmla="*/ 1893718 h 3519813"/>
                <a:gd name="csX6" fmla="*/ 38478 w 4482813"/>
                <a:gd name="csY6" fmla="*/ 3496425 h 3519813"/>
                <a:gd name="csX0" fmla="*/ 9071 w 4453406"/>
                <a:gd name="csY0" fmla="*/ 3496425 h 3510301"/>
                <a:gd name="csX1" fmla="*/ 1765447 w 4453406"/>
                <a:gd name="csY1" fmla="*/ 1096559 h 3510301"/>
                <a:gd name="csX2" fmla="*/ 2656796 w 4453406"/>
                <a:gd name="csY2" fmla="*/ 264204 h 3510301"/>
                <a:gd name="csX3" fmla="*/ 3713910 w 4453406"/>
                <a:gd name="csY3" fmla="*/ 48166 h 3510301"/>
                <a:gd name="csX4" fmla="*/ 4453406 w 4453406"/>
                <a:gd name="csY4" fmla="*/ 1079800 h 3510301"/>
                <a:gd name="csX5" fmla="*/ 2649945 w 4453406"/>
                <a:gd name="csY5" fmla="*/ 1893718 h 3510301"/>
                <a:gd name="csX6" fmla="*/ 9071 w 4453406"/>
                <a:gd name="csY6" fmla="*/ 3496425 h 3510301"/>
                <a:gd name="csX0" fmla="*/ 9071 w 4453406"/>
                <a:gd name="csY0" fmla="*/ 3496425 h 3512169"/>
                <a:gd name="csX1" fmla="*/ 1765447 w 4453406"/>
                <a:gd name="csY1" fmla="*/ 1096559 h 3512169"/>
                <a:gd name="csX2" fmla="*/ 2656796 w 4453406"/>
                <a:gd name="csY2" fmla="*/ 264204 h 3512169"/>
                <a:gd name="csX3" fmla="*/ 3713910 w 4453406"/>
                <a:gd name="csY3" fmla="*/ 48166 h 3512169"/>
                <a:gd name="csX4" fmla="*/ 4453406 w 4453406"/>
                <a:gd name="csY4" fmla="*/ 1079800 h 3512169"/>
                <a:gd name="csX5" fmla="*/ 2649945 w 4453406"/>
                <a:gd name="csY5" fmla="*/ 1893718 h 3512169"/>
                <a:gd name="csX6" fmla="*/ 9071 w 4453406"/>
                <a:gd name="csY6" fmla="*/ 3496425 h 3512169"/>
                <a:gd name="csX0" fmla="*/ 9640 w 4453975"/>
                <a:gd name="csY0" fmla="*/ 3496425 h 3512169"/>
                <a:gd name="csX1" fmla="*/ 1766016 w 4453975"/>
                <a:gd name="csY1" fmla="*/ 1096559 h 3512169"/>
                <a:gd name="csX2" fmla="*/ 2657365 w 4453975"/>
                <a:gd name="csY2" fmla="*/ 264204 h 3512169"/>
                <a:gd name="csX3" fmla="*/ 3714479 w 4453975"/>
                <a:gd name="csY3" fmla="*/ 48166 h 3512169"/>
                <a:gd name="csX4" fmla="*/ 4453975 w 4453975"/>
                <a:gd name="csY4" fmla="*/ 1079800 h 3512169"/>
                <a:gd name="csX5" fmla="*/ 2650514 w 4453975"/>
                <a:gd name="csY5" fmla="*/ 1893718 h 3512169"/>
                <a:gd name="csX6" fmla="*/ 9640 w 4453975"/>
                <a:gd name="csY6" fmla="*/ 3496425 h 3512169"/>
                <a:gd name="csX0" fmla="*/ 9640 w 4453975"/>
                <a:gd name="csY0" fmla="*/ 3993467 h 4008123"/>
                <a:gd name="csX1" fmla="*/ 1766016 w 4453975"/>
                <a:gd name="csY1" fmla="*/ 1593601 h 4008123"/>
                <a:gd name="csX2" fmla="*/ 2601034 w 4453975"/>
                <a:gd name="csY2" fmla="*/ 41122 h 4008123"/>
                <a:gd name="csX3" fmla="*/ 3714479 w 4453975"/>
                <a:gd name="csY3" fmla="*/ 545208 h 4008123"/>
                <a:gd name="csX4" fmla="*/ 4453975 w 4453975"/>
                <a:gd name="csY4" fmla="*/ 1576842 h 4008123"/>
                <a:gd name="csX5" fmla="*/ 2650514 w 4453975"/>
                <a:gd name="csY5" fmla="*/ 2390760 h 4008123"/>
                <a:gd name="csX6" fmla="*/ 9640 w 4453975"/>
                <a:gd name="csY6" fmla="*/ 3993467 h 4008123"/>
                <a:gd name="csX0" fmla="*/ 9640 w 4453975"/>
                <a:gd name="csY0" fmla="*/ 3952894 h 3967550"/>
                <a:gd name="csX1" fmla="*/ 1766016 w 4453975"/>
                <a:gd name="csY1" fmla="*/ 1553028 h 3967550"/>
                <a:gd name="csX2" fmla="*/ 2601034 w 4453975"/>
                <a:gd name="csY2" fmla="*/ 549 h 3967550"/>
                <a:gd name="csX3" fmla="*/ 3714479 w 4453975"/>
                <a:gd name="csY3" fmla="*/ 504635 h 3967550"/>
                <a:gd name="csX4" fmla="*/ 4453975 w 4453975"/>
                <a:gd name="csY4" fmla="*/ 1536269 h 3967550"/>
                <a:gd name="csX5" fmla="*/ 2650514 w 4453975"/>
                <a:gd name="csY5" fmla="*/ 2350187 h 3967550"/>
                <a:gd name="csX6" fmla="*/ 9640 w 4453975"/>
                <a:gd name="csY6" fmla="*/ 3952894 h 3967550"/>
                <a:gd name="csX0" fmla="*/ 9640 w 4453975"/>
                <a:gd name="csY0" fmla="*/ 3952971 h 3968477"/>
                <a:gd name="csX1" fmla="*/ 1766016 w 4453975"/>
                <a:gd name="csY1" fmla="*/ 1553105 h 3968477"/>
                <a:gd name="csX2" fmla="*/ 2601034 w 4453975"/>
                <a:gd name="csY2" fmla="*/ 626 h 3968477"/>
                <a:gd name="csX3" fmla="*/ 3714479 w 4453975"/>
                <a:gd name="csY3" fmla="*/ 504712 h 3968477"/>
                <a:gd name="csX4" fmla="*/ 4453975 w 4453975"/>
                <a:gd name="csY4" fmla="*/ 1536346 h 3968477"/>
                <a:gd name="csX5" fmla="*/ 2650514 w 4453975"/>
                <a:gd name="csY5" fmla="*/ 2350264 h 3968477"/>
                <a:gd name="csX6" fmla="*/ 9640 w 4453975"/>
                <a:gd name="csY6" fmla="*/ 3952971 h 3968477"/>
                <a:gd name="csX0" fmla="*/ 9640 w 4517542"/>
                <a:gd name="csY0" fmla="*/ 4153948 h 4169453"/>
                <a:gd name="csX1" fmla="*/ 1766016 w 4517542"/>
                <a:gd name="csY1" fmla="*/ 1754082 h 4169453"/>
                <a:gd name="csX2" fmla="*/ 2601034 w 4517542"/>
                <a:gd name="csY2" fmla="*/ 201603 h 4169453"/>
                <a:gd name="csX3" fmla="*/ 4390442 w 4517542"/>
                <a:gd name="csY3" fmla="*/ 186529 h 4169453"/>
                <a:gd name="csX4" fmla="*/ 4453975 w 4517542"/>
                <a:gd name="csY4" fmla="*/ 1737323 h 4169453"/>
                <a:gd name="csX5" fmla="*/ 2650514 w 4517542"/>
                <a:gd name="csY5" fmla="*/ 2551241 h 4169453"/>
                <a:gd name="csX6" fmla="*/ 9640 w 4517542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719798"/>
                <a:gd name="csY0" fmla="*/ 4153948 h 4169453"/>
                <a:gd name="csX1" fmla="*/ 1766016 w 4719798"/>
                <a:gd name="csY1" fmla="*/ 1754082 h 4169453"/>
                <a:gd name="csX2" fmla="*/ 2601034 w 4719798"/>
                <a:gd name="csY2" fmla="*/ 201603 h 4169453"/>
                <a:gd name="csX3" fmla="*/ 4390442 w 4719798"/>
                <a:gd name="csY3" fmla="*/ 186529 h 4169453"/>
                <a:gd name="csX4" fmla="*/ 4453975 w 4719798"/>
                <a:gd name="csY4" fmla="*/ 1737323 h 4169453"/>
                <a:gd name="csX5" fmla="*/ 2650514 w 4719798"/>
                <a:gd name="csY5" fmla="*/ 2551241 h 4169453"/>
                <a:gd name="csX6" fmla="*/ 9640 w 4719798"/>
                <a:gd name="csY6" fmla="*/ 4153948 h 4169453"/>
                <a:gd name="csX0" fmla="*/ 9640 w 4684091"/>
                <a:gd name="csY0" fmla="*/ 4153948 h 4169453"/>
                <a:gd name="csX1" fmla="*/ 1766016 w 4684091"/>
                <a:gd name="csY1" fmla="*/ 1754082 h 4169453"/>
                <a:gd name="csX2" fmla="*/ 2601034 w 4684091"/>
                <a:gd name="csY2" fmla="*/ 201603 h 4169453"/>
                <a:gd name="csX3" fmla="*/ 4390442 w 4684091"/>
                <a:gd name="csY3" fmla="*/ 186529 h 4169453"/>
                <a:gd name="csX4" fmla="*/ 4453975 w 4684091"/>
                <a:gd name="csY4" fmla="*/ 1737323 h 4169453"/>
                <a:gd name="csX5" fmla="*/ 2650514 w 4684091"/>
                <a:gd name="csY5" fmla="*/ 2551241 h 4169453"/>
                <a:gd name="csX6" fmla="*/ 9640 w 4684091"/>
                <a:gd name="csY6" fmla="*/ 4153948 h 4169453"/>
                <a:gd name="csX0" fmla="*/ 9640 w 4747938"/>
                <a:gd name="csY0" fmla="*/ 4153948 h 4169453"/>
                <a:gd name="csX1" fmla="*/ 1766016 w 4747938"/>
                <a:gd name="csY1" fmla="*/ 1754082 h 4169453"/>
                <a:gd name="csX2" fmla="*/ 2601034 w 4747938"/>
                <a:gd name="csY2" fmla="*/ 201603 h 4169453"/>
                <a:gd name="csX3" fmla="*/ 4390442 w 4747938"/>
                <a:gd name="csY3" fmla="*/ 186529 h 4169453"/>
                <a:gd name="csX4" fmla="*/ 4453975 w 4747938"/>
                <a:gd name="csY4" fmla="*/ 1737323 h 4169453"/>
                <a:gd name="csX5" fmla="*/ 2650514 w 4747938"/>
                <a:gd name="csY5" fmla="*/ 2551241 h 4169453"/>
                <a:gd name="csX6" fmla="*/ 9640 w 4747938"/>
                <a:gd name="csY6" fmla="*/ 4153948 h 4169453"/>
                <a:gd name="csX0" fmla="*/ 9640 w 4747938"/>
                <a:gd name="csY0" fmla="*/ 4205765 h 4221270"/>
                <a:gd name="csX1" fmla="*/ 1766016 w 4747938"/>
                <a:gd name="csY1" fmla="*/ 1805899 h 4221270"/>
                <a:gd name="csX2" fmla="*/ 2601034 w 4747938"/>
                <a:gd name="csY2" fmla="*/ 253420 h 4221270"/>
                <a:gd name="csX3" fmla="*/ 4390442 w 4747938"/>
                <a:gd name="csY3" fmla="*/ 238346 h 4221270"/>
                <a:gd name="csX4" fmla="*/ 4453975 w 4747938"/>
                <a:gd name="csY4" fmla="*/ 1789140 h 4221270"/>
                <a:gd name="csX5" fmla="*/ 2650514 w 4747938"/>
                <a:gd name="csY5" fmla="*/ 2603058 h 4221270"/>
                <a:gd name="csX6" fmla="*/ 9640 w 4747938"/>
                <a:gd name="csY6" fmla="*/ 4205765 h 4221270"/>
                <a:gd name="csX0" fmla="*/ 9640 w 4769359"/>
                <a:gd name="csY0" fmla="*/ 4189897 h 4205402"/>
                <a:gd name="csX1" fmla="*/ 1766016 w 4769359"/>
                <a:gd name="csY1" fmla="*/ 1790031 h 4205402"/>
                <a:gd name="csX2" fmla="*/ 2601034 w 4769359"/>
                <a:gd name="csY2" fmla="*/ 237552 h 4205402"/>
                <a:gd name="csX3" fmla="*/ 4446772 w 4769359"/>
                <a:gd name="csY3" fmla="*/ 163863 h 4205402"/>
                <a:gd name="csX4" fmla="*/ 4453975 w 4769359"/>
                <a:gd name="csY4" fmla="*/ 1773272 h 4205402"/>
                <a:gd name="csX5" fmla="*/ 2650514 w 4769359"/>
                <a:gd name="csY5" fmla="*/ 2587190 h 4205402"/>
                <a:gd name="csX6" fmla="*/ 9640 w 4769359"/>
                <a:gd name="csY6" fmla="*/ 4189897 h 4205402"/>
                <a:gd name="csX0" fmla="*/ 9640 w 4747938"/>
                <a:gd name="csY0" fmla="*/ 4212142 h 4227647"/>
                <a:gd name="csX1" fmla="*/ 1766016 w 4747938"/>
                <a:gd name="csY1" fmla="*/ 1812276 h 4227647"/>
                <a:gd name="csX2" fmla="*/ 2601034 w 4747938"/>
                <a:gd name="csY2" fmla="*/ 259797 h 4227647"/>
                <a:gd name="csX3" fmla="*/ 4390441 w 4747938"/>
                <a:gd name="csY3" fmla="*/ 152614 h 4227647"/>
                <a:gd name="csX4" fmla="*/ 4453975 w 4747938"/>
                <a:gd name="csY4" fmla="*/ 1795517 h 4227647"/>
                <a:gd name="csX5" fmla="*/ 2650514 w 4747938"/>
                <a:gd name="csY5" fmla="*/ 2609435 h 4227647"/>
                <a:gd name="csX6" fmla="*/ 9640 w 4747938"/>
                <a:gd name="csY6" fmla="*/ 4212142 h 4227647"/>
                <a:gd name="csX0" fmla="*/ 8567 w 4746865"/>
                <a:gd name="csY0" fmla="*/ 4212143 h 4219435"/>
                <a:gd name="csX1" fmla="*/ 1745271 w 4746865"/>
                <a:gd name="csY1" fmla="*/ 1812279 h 4219435"/>
                <a:gd name="csX2" fmla="*/ 2599961 w 4746865"/>
                <a:gd name="csY2" fmla="*/ 259798 h 4219435"/>
                <a:gd name="csX3" fmla="*/ 4389368 w 4746865"/>
                <a:gd name="csY3" fmla="*/ 152615 h 4219435"/>
                <a:gd name="csX4" fmla="*/ 4452902 w 4746865"/>
                <a:gd name="csY4" fmla="*/ 1795518 h 4219435"/>
                <a:gd name="csX5" fmla="*/ 2649441 w 4746865"/>
                <a:gd name="csY5" fmla="*/ 2609436 h 4219435"/>
                <a:gd name="csX6" fmla="*/ 8567 w 4746865"/>
                <a:gd name="csY6" fmla="*/ 4212143 h 4219435"/>
                <a:gd name="csX0" fmla="*/ 8451 w 4746749"/>
                <a:gd name="csY0" fmla="*/ 4212143 h 4219813"/>
                <a:gd name="csX1" fmla="*/ 1745155 w 4746749"/>
                <a:gd name="csY1" fmla="*/ 1812279 h 4219813"/>
                <a:gd name="csX2" fmla="*/ 2599845 w 4746749"/>
                <a:gd name="csY2" fmla="*/ 259798 h 4219813"/>
                <a:gd name="csX3" fmla="*/ 4389252 w 4746749"/>
                <a:gd name="csY3" fmla="*/ 152615 h 4219813"/>
                <a:gd name="csX4" fmla="*/ 4452786 w 4746749"/>
                <a:gd name="csY4" fmla="*/ 1795518 h 4219813"/>
                <a:gd name="csX5" fmla="*/ 2642769 w 4746749"/>
                <a:gd name="csY5" fmla="*/ 2626986 h 4219813"/>
                <a:gd name="csX6" fmla="*/ 8451 w 4746749"/>
                <a:gd name="csY6" fmla="*/ 4212143 h 4219813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594 w 4746892"/>
                <a:gd name="csY0" fmla="*/ 4213311 h 4220527"/>
                <a:gd name="csX1" fmla="*/ 1738740 w 4746892"/>
                <a:gd name="csY1" fmla="*/ 1836843 h 4220527"/>
                <a:gd name="csX2" fmla="*/ 2599988 w 4746892"/>
                <a:gd name="csY2" fmla="*/ 260966 h 4220527"/>
                <a:gd name="csX3" fmla="*/ 4389395 w 4746892"/>
                <a:gd name="csY3" fmla="*/ 153783 h 4220527"/>
                <a:gd name="csX4" fmla="*/ 4452929 w 4746892"/>
                <a:gd name="csY4" fmla="*/ 1796686 h 4220527"/>
                <a:gd name="csX5" fmla="*/ 2642912 w 4746892"/>
                <a:gd name="csY5" fmla="*/ 2628154 h 4220527"/>
                <a:gd name="csX6" fmla="*/ 8594 w 4746892"/>
                <a:gd name="csY6" fmla="*/ 4213311 h 4220527"/>
                <a:gd name="csX0" fmla="*/ 8594 w 4693867"/>
                <a:gd name="csY0" fmla="*/ 4136922 h 4144138"/>
                <a:gd name="csX1" fmla="*/ 1738740 w 4693867"/>
                <a:gd name="csY1" fmla="*/ 1760454 h 4144138"/>
                <a:gd name="csX2" fmla="*/ 2599988 w 4693867"/>
                <a:gd name="csY2" fmla="*/ 184577 h 4144138"/>
                <a:gd name="csX3" fmla="*/ 4389395 w 4693867"/>
                <a:gd name="csY3" fmla="*/ 77394 h 4144138"/>
                <a:gd name="csX4" fmla="*/ 4452929 w 4693867"/>
                <a:gd name="csY4" fmla="*/ 1720297 h 4144138"/>
                <a:gd name="csX5" fmla="*/ 2642912 w 4693867"/>
                <a:gd name="csY5" fmla="*/ 2551765 h 4144138"/>
                <a:gd name="csX6" fmla="*/ 8594 w 4693867"/>
                <a:gd name="csY6" fmla="*/ 4136922 h 4144138"/>
                <a:gd name="csX0" fmla="*/ 8594 w 4699247"/>
                <a:gd name="csY0" fmla="*/ 4098901 h 4106117"/>
                <a:gd name="csX1" fmla="*/ 1738740 w 4699247"/>
                <a:gd name="csY1" fmla="*/ 1722433 h 4106117"/>
                <a:gd name="csX2" fmla="*/ 2599988 w 4699247"/>
                <a:gd name="csY2" fmla="*/ 146556 h 4106117"/>
                <a:gd name="csX3" fmla="*/ 4409070 w 4699247"/>
                <a:gd name="csY3" fmla="*/ 115412 h 4106117"/>
                <a:gd name="csX4" fmla="*/ 4452929 w 4699247"/>
                <a:gd name="csY4" fmla="*/ 1682276 h 4106117"/>
                <a:gd name="csX5" fmla="*/ 2642912 w 4699247"/>
                <a:gd name="csY5" fmla="*/ 2513744 h 4106117"/>
                <a:gd name="csX6" fmla="*/ 8594 w 4699247"/>
                <a:gd name="csY6" fmla="*/ 4098901 h 4106117"/>
                <a:gd name="csX0" fmla="*/ 8594 w 4703971"/>
                <a:gd name="csY0" fmla="*/ 4107920 h 4115136"/>
                <a:gd name="csX1" fmla="*/ 1738740 w 4703971"/>
                <a:gd name="csY1" fmla="*/ 1731452 h 4115136"/>
                <a:gd name="csX2" fmla="*/ 2599988 w 4703971"/>
                <a:gd name="csY2" fmla="*/ 155575 h 4115136"/>
                <a:gd name="csX3" fmla="*/ 4409070 w 4703971"/>
                <a:gd name="csY3" fmla="*/ 124431 h 4115136"/>
                <a:gd name="csX4" fmla="*/ 4452929 w 4703971"/>
                <a:gd name="csY4" fmla="*/ 1691295 h 4115136"/>
                <a:gd name="csX5" fmla="*/ 2642912 w 4703971"/>
                <a:gd name="csY5" fmla="*/ 2522763 h 4115136"/>
                <a:gd name="csX6" fmla="*/ 8594 w 4703971"/>
                <a:gd name="csY6" fmla="*/ 4107920 h 4115136"/>
                <a:gd name="csX0" fmla="*/ 8594 w 4703971"/>
                <a:gd name="csY0" fmla="*/ 4195888 h 4203104"/>
                <a:gd name="csX1" fmla="*/ 1738740 w 4703971"/>
                <a:gd name="csY1" fmla="*/ 1819420 h 4203104"/>
                <a:gd name="csX2" fmla="*/ 2599988 w 4703971"/>
                <a:gd name="csY2" fmla="*/ 243543 h 4203104"/>
                <a:gd name="csX3" fmla="*/ 4409070 w 4703971"/>
                <a:gd name="csY3" fmla="*/ 212399 h 4203104"/>
                <a:gd name="csX4" fmla="*/ 4452929 w 4703971"/>
                <a:gd name="csY4" fmla="*/ 1779263 h 4203104"/>
                <a:gd name="csX5" fmla="*/ 2642912 w 4703971"/>
                <a:gd name="csY5" fmla="*/ 2610731 h 4203104"/>
                <a:gd name="csX6" fmla="*/ 8594 w 4703971"/>
                <a:gd name="csY6" fmla="*/ 4195888 h 4203104"/>
                <a:gd name="csX0" fmla="*/ 8594 w 4703971"/>
                <a:gd name="csY0" fmla="*/ 4213778 h 4220994"/>
                <a:gd name="csX1" fmla="*/ 1738740 w 4703971"/>
                <a:gd name="csY1" fmla="*/ 1837310 h 4220994"/>
                <a:gd name="csX2" fmla="*/ 2599988 w 4703971"/>
                <a:gd name="csY2" fmla="*/ 261433 h 4220994"/>
                <a:gd name="csX3" fmla="*/ 4409070 w 4703971"/>
                <a:gd name="csY3" fmla="*/ 230289 h 4220994"/>
                <a:gd name="csX4" fmla="*/ 4452929 w 4703971"/>
                <a:gd name="csY4" fmla="*/ 1797153 h 4220994"/>
                <a:gd name="csX5" fmla="*/ 2642912 w 4703971"/>
                <a:gd name="csY5" fmla="*/ 2628621 h 4220994"/>
                <a:gd name="csX6" fmla="*/ 8594 w 4703971"/>
                <a:gd name="csY6" fmla="*/ 4213778 h 4220994"/>
                <a:gd name="csX0" fmla="*/ 8594 w 4855548"/>
                <a:gd name="csY0" fmla="*/ 4390510 h 4397726"/>
                <a:gd name="csX1" fmla="*/ 1738740 w 4855548"/>
                <a:gd name="csY1" fmla="*/ 2014042 h 4397726"/>
                <a:gd name="csX2" fmla="*/ 2599988 w 4855548"/>
                <a:gd name="csY2" fmla="*/ 438165 h 4397726"/>
                <a:gd name="csX3" fmla="*/ 4756647 w 4855548"/>
                <a:gd name="csY3" fmla="*/ 26825 h 4397726"/>
                <a:gd name="csX4" fmla="*/ 4452929 w 4855548"/>
                <a:gd name="csY4" fmla="*/ 1973885 h 4397726"/>
                <a:gd name="csX5" fmla="*/ 2642912 w 4855548"/>
                <a:gd name="csY5" fmla="*/ 2805353 h 4397726"/>
                <a:gd name="csX6" fmla="*/ 8594 w 4855548"/>
                <a:gd name="csY6" fmla="*/ 4390510 h 4397726"/>
                <a:gd name="csX0" fmla="*/ 8594 w 5018748"/>
                <a:gd name="csY0" fmla="*/ 4545598 h 4552814"/>
                <a:gd name="csX1" fmla="*/ 1738740 w 5018748"/>
                <a:gd name="csY1" fmla="*/ 2169130 h 4552814"/>
                <a:gd name="csX2" fmla="*/ 2599988 w 5018748"/>
                <a:gd name="csY2" fmla="*/ 593253 h 4552814"/>
                <a:gd name="csX3" fmla="*/ 4973062 w 5018748"/>
                <a:gd name="csY3" fmla="*/ 18136 h 4552814"/>
                <a:gd name="csX4" fmla="*/ 4452929 w 5018748"/>
                <a:gd name="csY4" fmla="*/ 2128973 h 4552814"/>
                <a:gd name="csX5" fmla="*/ 2642912 w 5018748"/>
                <a:gd name="csY5" fmla="*/ 2960441 h 4552814"/>
                <a:gd name="csX6" fmla="*/ 8594 w 5018748"/>
                <a:gd name="csY6" fmla="*/ 4545598 h 4552814"/>
                <a:gd name="csX0" fmla="*/ 8594 w 5002691"/>
                <a:gd name="csY0" fmla="*/ 4537753 h 4544969"/>
                <a:gd name="csX1" fmla="*/ 1738740 w 5002691"/>
                <a:gd name="csY1" fmla="*/ 2161285 h 4544969"/>
                <a:gd name="csX2" fmla="*/ 2599988 w 5002691"/>
                <a:gd name="csY2" fmla="*/ 585408 h 4544969"/>
                <a:gd name="csX3" fmla="*/ 4973062 w 5002691"/>
                <a:gd name="csY3" fmla="*/ 10291 h 4544969"/>
                <a:gd name="csX4" fmla="*/ 4452929 w 5002691"/>
                <a:gd name="csY4" fmla="*/ 2121128 h 4544969"/>
                <a:gd name="csX5" fmla="*/ 2642912 w 5002691"/>
                <a:gd name="csY5" fmla="*/ 2952596 h 4544969"/>
                <a:gd name="csX6" fmla="*/ 8594 w 5002691"/>
                <a:gd name="csY6" fmla="*/ 4537753 h 4544969"/>
                <a:gd name="csX0" fmla="*/ 8594 w 4705059"/>
                <a:gd name="csY0" fmla="*/ 4122711 h 4129927"/>
                <a:gd name="csX1" fmla="*/ 1738740 w 4705059"/>
                <a:gd name="csY1" fmla="*/ 1746243 h 4129927"/>
                <a:gd name="csX2" fmla="*/ 2599988 w 4705059"/>
                <a:gd name="csY2" fmla="*/ 170366 h 4129927"/>
                <a:gd name="csX3" fmla="*/ 4446032 w 4705059"/>
                <a:gd name="csY3" fmla="*/ 89415 h 4129927"/>
                <a:gd name="csX4" fmla="*/ 4452929 w 4705059"/>
                <a:gd name="csY4" fmla="*/ 1706086 h 4129927"/>
                <a:gd name="csX5" fmla="*/ 2642912 w 4705059"/>
                <a:gd name="csY5" fmla="*/ 2537554 h 4129927"/>
                <a:gd name="csX6" fmla="*/ 8594 w 4705059"/>
                <a:gd name="csY6" fmla="*/ 4122711 h 4129927"/>
                <a:gd name="csX0" fmla="*/ 8594 w 4596663"/>
                <a:gd name="csY0" fmla="*/ 4215533 h 4224499"/>
                <a:gd name="csX1" fmla="*/ 1738740 w 4596663"/>
                <a:gd name="csY1" fmla="*/ 1839065 h 4224499"/>
                <a:gd name="csX2" fmla="*/ 2599988 w 4596663"/>
                <a:gd name="csY2" fmla="*/ 263188 h 4224499"/>
                <a:gd name="csX3" fmla="*/ 4446032 w 4596663"/>
                <a:gd name="csY3" fmla="*/ 182237 h 4224499"/>
                <a:gd name="csX4" fmla="*/ 4129398 w 4596663"/>
                <a:gd name="csY4" fmla="*/ 2079669 h 4224499"/>
                <a:gd name="csX5" fmla="*/ 2642912 w 4596663"/>
                <a:gd name="csY5" fmla="*/ 2630376 h 4224499"/>
                <a:gd name="csX6" fmla="*/ 8594 w 4596663"/>
                <a:gd name="csY6" fmla="*/ 4215533 h 4224499"/>
                <a:gd name="csX0" fmla="*/ 10635 w 4618520"/>
                <a:gd name="csY0" fmla="*/ 4140860 h 4149826"/>
                <a:gd name="csX1" fmla="*/ 1740781 w 4618520"/>
                <a:gd name="csY1" fmla="*/ 1764392 h 4149826"/>
                <a:gd name="csX2" fmla="*/ 2330962 w 4618520"/>
                <a:gd name="csY2" fmla="*/ 399085 h 4149826"/>
                <a:gd name="csX3" fmla="*/ 4448073 w 4618520"/>
                <a:gd name="csY3" fmla="*/ 107564 h 4149826"/>
                <a:gd name="csX4" fmla="*/ 4131439 w 4618520"/>
                <a:gd name="csY4" fmla="*/ 2004996 h 4149826"/>
                <a:gd name="csX5" fmla="*/ 2644953 w 4618520"/>
                <a:gd name="csY5" fmla="*/ 2555703 h 4149826"/>
                <a:gd name="csX6" fmla="*/ 10635 w 4618520"/>
                <a:gd name="csY6" fmla="*/ 4140860 h 4149826"/>
                <a:gd name="csX0" fmla="*/ 2473 w 4610358"/>
                <a:gd name="csY0" fmla="*/ 4148168 h 4152706"/>
                <a:gd name="csX1" fmla="*/ 2161081 w 4610358"/>
                <a:gd name="csY1" fmla="*/ 2013468 h 4152706"/>
                <a:gd name="csX2" fmla="*/ 2322800 w 4610358"/>
                <a:gd name="csY2" fmla="*/ 406393 h 4152706"/>
                <a:gd name="csX3" fmla="*/ 4439911 w 4610358"/>
                <a:gd name="csY3" fmla="*/ 114872 h 4152706"/>
                <a:gd name="csX4" fmla="*/ 4123277 w 4610358"/>
                <a:gd name="csY4" fmla="*/ 2012304 h 4152706"/>
                <a:gd name="csX5" fmla="*/ 2636791 w 4610358"/>
                <a:gd name="csY5" fmla="*/ 2563011 h 4152706"/>
                <a:gd name="csX6" fmla="*/ 2473 w 4610358"/>
                <a:gd name="csY6" fmla="*/ 4148168 h 4152706"/>
                <a:gd name="csX0" fmla="*/ 400 w 4608285"/>
                <a:gd name="csY0" fmla="*/ 4148168 h 4148397"/>
                <a:gd name="csX1" fmla="*/ 2159008 w 4608285"/>
                <a:gd name="csY1" fmla="*/ 2013468 h 4148397"/>
                <a:gd name="csX2" fmla="*/ 2320727 w 4608285"/>
                <a:gd name="csY2" fmla="*/ 406393 h 4148397"/>
                <a:gd name="csX3" fmla="*/ 4437838 w 4608285"/>
                <a:gd name="csY3" fmla="*/ 114872 h 4148397"/>
                <a:gd name="csX4" fmla="*/ 4121204 w 4608285"/>
                <a:gd name="csY4" fmla="*/ 2012304 h 4148397"/>
                <a:gd name="csX5" fmla="*/ 2346163 w 4608285"/>
                <a:gd name="csY5" fmla="*/ 2149669 h 4148397"/>
                <a:gd name="csX6" fmla="*/ 400 w 4608285"/>
                <a:gd name="csY6" fmla="*/ 4148168 h 4148397"/>
                <a:gd name="csX0" fmla="*/ 400 w 4547161"/>
                <a:gd name="csY0" fmla="*/ 4069645 h 4069874"/>
                <a:gd name="csX1" fmla="*/ 2159008 w 4547161"/>
                <a:gd name="csY1" fmla="*/ 1934945 h 4069874"/>
                <a:gd name="csX2" fmla="*/ 2320727 w 4547161"/>
                <a:gd name="csY2" fmla="*/ 327870 h 4069874"/>
                <a:gd name="csX3" fmla="*/ 4437838 w 4547161"/>
                <a:gd name="csY3" fmla="*/ 36349 h 4069874"/>
                <a:gd name="csX4" fmla="*/ 4121204 w 4547161"/>
                <a:gd name="csY4" fmla="*/ 1933781 h 4069874"/>
                <a:gd name="csX5" fmla="*/ 2346163 w 4547161"/>
                <a:gd name="csY5" fmla="*/ 2071146 h 4069874"/>
                <a:gd name="csX6" fmla="*/ 400 w 4547161"/>
                <a:gd name="csY6" fmla="*/ 4069645 h 4069874"/>
                <a:gd name="csX0" fmla="*/ 536 w 3991476"/>
                <a:gd name="csY0" fmla="*/ 3539321 h 3539632"/>
                <a:gd name="csX1" fmla="*/ 1603323 w 3991476"/>
                <a:gd name="csY1" fmla="*/ 1934945 h 3539632"/>
                <a:gd name="csX2" fmla="*/ 1765042 w 3991476"/>
                <a:gd name="csY2" fmla="*/ 327870 h 3539632"/>
                <a:gd name="csX3" fmla="*/ 3882153 w 3991476"/>
                <a:gd name="csY3" fmla="*/ 36349 h 3539632"/>
                <a:gd name="csX4" fmla="*/ 3565519 w 3991476"/>
                <a:gd name="csY4" fmla="*/ 1933781 h 3539632"/>
                <a:gd name="csX5" fmla="*/ 1790478 w 3991476"/>
                <a:gd name="csY5" fmla="*/ 2071146 h 3539632"/>
                <a:gd name="csX6" fmla="*/ 536 w 3991476"/>
                <a:gd name="csY6" fmla="*/ 3539321 h 3539632"/>
                <a:gd name="csX0" fmla="*/ 527 w 4017318"/>
                <a:gd name="csY0" fmla="*/ 3573908 h 3574212"/>
                <a:gd name="csX1" fmla="*/ 1629165 w 4017318"/>
                <a:gd name="csY1" fmla="*/ 1934945 h 3574212"/>
                <a:gd name="csX2" fmla="*/ 1790884 w 4017318"/>
                <a:gd name="csY2" fmla="*/ 327870 h 3574212"/>
                <a:gd name="csX3" fmla="*/ 3907995 w 4017318"/>
                <a:gd name="csY3" fmla="*/ 36349 h 3574212"/>
                <a:gd name="csX4" fmla="*/ 3591361 w 4017318"/>
                <a:gd name="csY4" fmla="*/ 1933781 h 3574212"/>
                <a:gd name="csX5" fmla="*/ 1816320 w 4017318"/>
                <a:gd name="csY5" fmla="*/ 2071146 h 3574212"/>
                <a:gd name="csX6" fmla="*/ 527 w 4017318"/>
                <a:gd name="csY6" fmla="*/ 3573908 h 3574212"/>
                <a:gd name="csX0" fmla="*/ 3641 w 4020432"/>
                <a:gd name="csY0" fmla="*/ 3573908 h 3577567"/>
                <a:gd name="csX1" fmla="*/ 1632279 w 4020432"/>
                <a:gd name="csY1" fmla="*/ 1934945 h 3577567"/>
                <a:gd name="csX2" fmla="*/ 1793998 w 4020432"/>
                <a:gd name="csY2" fmla="*/ 327870 h 3577567"/>
                <a:gd name="csX3" fmla="*/ 3911109 w 4020432"/>
                <a:gd name="csY3" fmla="*/ 36349 h 3577567"/>
                <a:gd name="csX4" fmla="*/ 3594475 w 4020432"/>
                <a:gd name="csY4" fmla="*/ 1933781 h 3577567"/>
                <a:gd name="csX5" fmla="*/ 1819434 w 4020432"/>
                <a:gd name="csY5" fmla="*/ 2071146 h 3577567"/>
                <a:gd name="csX6" fmla="*/ 3641 w 4020432"/>
                <a:gd name="csY6" fmla="*/ 3573908 h 3577567"/>
                <a:gd name="csX0" fmla="*/ 11923 w 4028714"/>
                <a:gd name="csY0" fmla="*/ 3573908 h 3583559"/>
                <a:gd name="csX1" fmla="*/ 1640561 w 4028714"/>
                <a:gd name="csY1" fmla="*/ 1934945 h 3583559"/>
                <a:gd name="csX2" fmla="*/ 1802280 w 4028714"/>
                <a:gd name="csY2" fmla="*/ 327870 h 3583559"/>
                <a:gd name="csX3" fmla="*/ 3919391 w 4028714"/>
                <a:gd name="csY3" fmla="*/ 36349 h 3583559"/>
                <a:gd name="csX4" fmla="*/ 3602757 w 4028714"/>
                <a:gd name="csY4" fmla="*/ 1933781 h 3583559"/>
                <a:gd name="csX5" fmla="*/ 1827716 w 4028714"/>
                <a:gd name="csY5" fmla="*/ 2071146 h 3583559"/>
                <a:gd name="csX6" fmla="*/ 11923 w 4028714"/>
                <a:gd name="csY6" fmla="*/ 3573908 h 3583559"/>
                <a:gd name="csX0" fmla="*/ 1130 w 4017921"/>
                <a:gd name="csY0" fmla="*/ 3573908 h 3577714"/>
                <a:gd name="csX1" fmla="*/ 1629768 w 4017921"/>
                <a:gd name="csY1" fmla="*/ 1934945 h 3577714"/>
                <a:gd name="csX2" fmla="*/ 1791487 w 4017921"/>
                <a:gd name="csY2" fmla="*/ 327870 h 3577714"/>
                <a:gd name="csX3" fmla="*/ 3908598 w 4017921"/>
                <a:gd name="csY3" fmla="*/ 36349 h 3577714"/>
                <a:gd name="csX4" fmla="*/ 3591964 w 4017921"/>
                <a:gd name="csY4" fmla="*/ 1933781 h 3577714"/>
                <a:gd name="csX5" fmla="*/ 1906115 w 4017921"/>
                <a:gd name="csY5" fmla="*/ 2373434 h 3577714"/>
                <a:gd name="csX6" fmla="*/ 1130 w 4017921"/>
                <a:gd name="csY6" fmla="*/ 3573908 h 3577714"/>
                <a:gd name="csX0" fmla="*/ 434 w 4017225"/>
                <a:gd name="csY0" fmla="*/ 3573908 h 3574428"/>
                <a:gd name="csX1" fmla="*/ 1629072 w 4017225"/>
                <a:gd name="csY1" fmla="*/ 1934945 h 3574428"/>
                <a:gd name="csX2" fmla="*/ 1790791 w 4017225"/>
                <a:gd name="csY2" fmla="*/ 327870 h 3574428"/>
                <a:gd name="csX3" fmla="*/ 3907902 w 4017225"/>
                <a:gd name="csY3" fmla="*/ 36349 h 3574428"/>
                <a:gd name="csX4" fmla="*/ 3591268 w 4017225"/>
                <a:gd name="csY4" fmla="*/ 1933781 h 3574428"/>
                <a:gd name="csX5" fmla="*/ 1798394 w 4017225"/>
                <a:gd name="csY5" fmla="*/ 2110926 h 3574428"/>
                <a:gd name="csX6" fmla="*/ 434 w 4017225"/>
                <a:gd name="csY6" fmla="*/ 3573908 h 3574428"/>
                <a:gd name="csX0" fmla="*/ 434 w 4017225"/>
                <a:gd name="csY0" fmla="*/ 3573908 h 3574310"/>
                <a:gd name="csX1" fmla="*/ 1629072 w 4017225"/>
                <a:gd name="csY1" fmla="*/ 1934945 h 3574310"/>
                <a:gd name="csX2" fmla="*/ 1790791 w 4017225"/>
                <a:gd name="csY2" fmla="*/ 327870 h 3574310"/>
                <a:gd name="csX3" fmla="*/ 3907902 w 4017225"/>
                <a:gd name="csY3" fmla="*/ 36349 h 3574310"/>
                <a:gd name="csX4" fmla="*/ 3591268 w 4017225"/>
                <a:gd name="csY4" fmla="*/ 1933781 h 3574310"/>
                <a:gd name="csX5" fmla="*/ 1798394 w 4017225"/>
                <a:gd name="csY5" fmla="*/ 2110926 h 3574310"/>
                <a:gd name="csX6" fmla="*/ 434 w 4017225"/>
                <a:gd name="csY6" fmla="*/ 3573908 h 3574310"/>
                <a:gd name="csX0" fmla="*/ 434 w 4017225"/>
                <a:gd name="csY0" fmla="*/ 3573908 h 3576627"/>
                <a:gd name="csX1" fmla="*/ 1629072 w 4017225"/>
                <a:gd name="csY1" fmla="*/ 1934945 h 3576627"/>
                <a:gd name="csX2" fmla="*/ 1790791 w 4017225"/>
                <a:gd name="csY2" fmla="*/ 327870 h 3576627"/>
                <a:gd name="csX3" fmla="*/ 3907902 w 4017225"/>
                <a:gd name="csY3" fmla="*/ 36349 h 3576627"/>
                <a:gd name="csX4" fmla="*/ 3591268 w 4017225"/>
                <a:gd name="csY4" fmla="*/ 1933781 h 3576627"/>
                <a:gd name="csX5" fmla="*/ 1798395 w 4017225"/>
                <a:gd name="csY5" fmla="*/ 2365482 h 3576627"/>
                <a:gd name="csX6" fmla="*/ 434 w 4017225"/>
                <a:gd name="csY6" fmla="*/ 3573908 h 3576627"/>
                <a:gd name="csX0" fmla="*/ 434 w 4017225"/>
                <a:gd name="csY0" fmla="*/ 3573908 h 3576355"/>
                <a:gd name="csX1" fmla="*/ 1629072 w 4017225"/>
                <a:gd name="csY1" fmla="*/ 1934945 h 3576355"/>
                <a:gd name="csX2" fmla="*/ 1790791 w 4017225"/>
                <a:gd name="csY2" fmla="*/ 327870 h 3576355"/>
                <a:gd name="csX3" fmla="*/ 3907902 w 4017225"/>
                <a:gd name="csY3" fmla="*/ 36349 h 3576355"/>
                <a:gd name="csX4" fmla="*/ 3591268 w 4017225"/>
                <a:gd name="csY4" fmla="*/ 1933781 h 3576355"/>
                <a:gd name="csX5" fmla="*/ 1798395 w 4017225"/>
                <a:gd name="csY5" fmla="*/ 2365482 h 3576355"/>
                <a:gd name="csX6" fmla="*/ 434 w 4017225"/>
                <a:gd name="csY6" fmla="*/ 3573908 h 3576355"/>
                <a:gd name="csX0" fmla="*/ 434 w 4017225"/>
                <a:gd name="csY0" fmla="*/ 3573908 h 3583502"/>
                <a:gd name="csX1" fmla="*/ 1629072 w 4017225"/>
                <a:gd name="csY1" fmla="*/ 1934945 h 3583502"/>
                <a:gd name="csX2" fmla="*/ 1790791 w 4017225"/>
                <a:gd name="csY2" fmla="*/ 327870 h 3583502"/>
                <a:gd name="csX3" fmla="*/ 3907902 w 4017225"/>
                <a:gd name="csY3" fmla="*/ 36349 h 3583502"/>
                <a:gd name="csX4" fmla="*/ 3591268 w 4017225"/>
                <a:gd name="csY4" fmla="*/ 1933781 h 3583502"/>
                <a:gd name="csX5" fmla="*/ 1798396 w 4017225"/>
                <a:gd name="csY5" fmla="*/ 2715497 h 3583502"/>
                <a:gd name="csX6" fmla="*/ 434 w 4017225"/>
                <a:gd name="csY6" fmla="*/ 3573908 h 3583502"/>
                <a:gd name="csX0" fmla="*/ 20204 w 4036995"/>
                <a:gd name="csY0" fmla="*/ 3574326 h 3583563"/>
                <a:gd name="csX1" fmla="*/ 908564 w 4036995"/>
                <a:gd name="csY1" fmla="*/ 1951275 h 3583563"/>
                <a:gd name="csX2" fmla="*/ 1810561 w 4036995"/>
                <a:gd name="csY2" fmla="*/ 328288 h 3583563"/>
                <a:gd name="csX3" fmla="*/ 3927672 w 4036995"/>
                <a:gd name="csY3" fmla="*/ 36767 h 3583563"/>
                <a:gd name="csX4" fmla="*/ 3611038 w 4036995"/>
                <a:gd name="csY4" fmla="*/ 1934199 h 3583563"/>
                <a:gd name="csX5" fmla="*/ 1818166 w 4036995"/>
                <a:gd name="csY5" fmla="*/ 2715915 h 3583563"/>
                <a:gd name="csX6" fmla="*/ 20204 w 4036995"/>
                <a:gd name="csY6" fmla="*/ 3574326 h 3583563"/>
                <a:gd name="csX0" fmla="*/ 12549 w 4029340"/>
                <a:gd name="csY0" fmla="*/ 3574326 h 3583563"/>
                <a:gd name="csX1" fmla="*/ 900909 w 4029340"/>
                <a:gd name="csY1" fmla="*/ 1951275 h 3583563"/>
                <a:gd name="csX2" fmla="*/ 1802906 w 4029340"/>
                <a:gd name="csY2" fmla="*/ 328288 h 3583563"/>
                <a:gd name="csX3" fmla="*/ 3920017 w 4029340"/>
                <a:gd name="csY3" fmla="*/ 36767 h 3583563"/>
                <a:gd name="csX4" fmla="*/ 3603383 w 4029340"/>
                <a:gd name="csY4" fmla="*/ 1934199 h 3583563"/>
                <a:gd name="csX5" fmla="*/ 1810511 w 4029340"/>
                <a:gd name="csY5" fmla="*/ 2715915 h 3583563"/>
                <a:gd name="csX6" fmla="*/ 12549 w 4029340"/>
                <a:gd name="csY6" fmla="*/ 3574326 h 3583563"/>
                <a:gd name="csX0" fmla="*/ 2018 w 4018809"/>
                <a:gd name="csY0" fmla="*/ 3573908 h 3583502"/>
                <a:gd name="csX1" fmla="*/ 1389840 w 4018809"/>
                <a:gd name="csY1" fmla="*/ 1934947 h 3583502"/>
                <a:gd name="csX2" fmla="*/ 1792375 w 4018809"/>
                <a:gd name="csY2" fmla="*/ 327870 h 3583502"/>
                <a:gd name="csX3" fmla="*/ 3909486 w 4018809"/>
                <a:gd name="csY3" fmla="*/ 36349 h 3583502"/>
                <a:gd name="csX4" fmla="*/ 3592852 w 4018809"/>
                <a:gd name="csY4" fmla="*/ 1933781 h 3583502"/>
                <a:gd name="csX5" fmla="*/ 1799980 w 4018809"/>
                <a:gd name="csY5" fmla="*/ 2715497 h 3583502"/>
                <a:gd name="csX6" fmla="*/ 2018 w 4018809"/>
                <a:gd name="csY6" fmla="*/ 3573908 h 3583502"/>
                <a:gd name="csX0" fmla="*/ 2018 w 4018809"/>
                <a:gd name="csY0" fmla="*/ 3573908 h 3575401"/>
                <a:gd name="csX1" fmla="*/ 1389840 w 4018809"/>
                <a:gd name="csY1" fmla="*/ 1934947 h 3575401"/>
                <a:gd name="csX2" fmla="*/ 1792375 w 4018809"/>
                <a:gd name="csY2" fmla="*/ 327870 h 3575401"/>
                <a:gd name="csX3" fmla="*/ 3909486 w 4018809"/>
                <a:gd name="csY3" fmla="*/ 36349 h 3575401"/>
                <a:gd name="csX4" fmla="*/ 3592852 w 4018809"/>
                <a:gd name="csY4" fmla="*/ 1933781 h 3575401"/>
                <a:gd name="csX5" fmla="*/ 1799983 w 4018809"/>
                <a:gd name="csY5" fmla="*/ 2277981 h 3575401"/>
                <a:gd name="csX6" fmla="*/ 2018 w 4018809"/>
                <a:gd name="csY6" fmla="*/ 3573908 h 3575401"/>
                <a:gd name="csX0" fmla="*/ 2279 w 4019070"/>
                <a:gd name="csY0" fmla="*/ 3573908 h 3576883"/>
                <a:gd name="csX1" fmla="*/ 1390101 w 4019070"/>
                <a:gd name="csY1" fmla="*/ 1934947 h 3576883"/>
                <a:gd name="csX2" fmla="*/ 1792636 w 4019070"/>
                <a:gd name="csY2" fmla="*/ 327870 h 3576883"/>
                <a:gd name="csX3" fmla="*/ 3909747 w 4019070"/>
                <a:gd name="csY3" fmla="*/ 36349 h 3576883"/>
                <a:gd name="csX4" fmla="*/ 3593113 w 4019070"/>
                <a:gd name="csY4" fmla="*/ 1933781 h 3576883"/>
                <a:gd name="csX5" fmla="*/ 1827004 w 4019070"/>
                <a:gd name="csY5" fmla="*/ 2405261 h 3576883"/>
                <a:gd name="csX6" fmla="*/ 2279 w 4019070"/>
                <a:gd name="csY6" fmla="*/ 3573908 h 3576883"/>
                <a:gd name="csX0" fmla="*/ 3304 w 4020095"/>
                <a:gd name="csY0" fmla="*/ 3573700 h 3576772"/>
                <a:gd name="csX1" fmla="*/ 1310858 w 4020095"/>
                <a:gd name="csY1" fmla="*/ 1926786 h 3576772"/>
                <a:gd name="csX2" fmla="*/ 1793661 w 4020095"/>
                <a:gd name="csY2" fmla="*/ 327662 h 3576772"/>
                <a:gd name="csX3" fmla="*/ 3910772 w 4020095"/>
                <a:gd name="csY3" fmla="*/ 36141 h 3576772"/>
                <a:gd name="csX4" fmla="*/ 3594138 w 4020095"/>
                <a:gd name="csY4" fmla="*/ 1933573 h 3576772"/>
                <a:gd name="csX5" fmla="*/ 1828029 w 4020095"/>
                <a:gd name="csY5" fmla="*/ 2405053 h 3576772"/>
                <a:gd name="csX6" fmla="*/ 3304 w 4020095"/>
                <a:gd name="csY6" fmla="*/ 3573700 h 3576772"/>
                <a:gd name="csX0" fmla="*/ 3254 w 4020045"/>
                <a:gd name="csY0" fmla="*/ 3573700 h 3576772"/>
                <a:gd name="csX1" fmla="*/ 1310808 w 4020045"/>
                <a:gd name="csY1" fmla="*/ 1926786 h 3576772"/>
                <a:gd name="csX2" fmla="*/ 1793611 w 4020045"/>
                <a:gd name="csY2" fmla="*/ 327662 h 3576772"/>
                <a:gd name="csX3" fmla="*/ 3910722 w 4020045"/>
                <a:gd name="csY3" fmla="*/ 36141 h 3576772"/>
                <a:gd name="csX4" fmla="*/ 3594088 w 4020045"/>
                <a:gd name="csY4" fmla="*/ 1933573 h 3576772"/>
                <a:gd name="csX5" fmla="*/ 1827979 w 4020045"/>
                <a:gd name="csY5" fmla="*/ 2405053 h 3576772"/>
                <a:gd name="csX6" fmla="*/ 3254 w 4020045"/>
                <a:gd name="csY6" fmla="*/ 3573700 h 35767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020045" h="3576772">
                  <a:moveTo>
                    <a:pt x="3254" y="3573700"/>
                  </a:moveTo>
                  <a:cubicBezTo>
                    <a:pt x="-82941" y="3493989"/>
                    <a:pt x="1574310" y="2340515"/>
                    <a:pt x="1310808" y="1926786"/>
                  </a:cubicBezTo>
                  <a:cubicBezTo>
                    <a:pt x="1047306" y="1513057"/>
                    <a:pt x="1360292" y="642769"/>
                    <a:pt x="1793611" y="327662"/>
                  </a:cubicBezTo>
                  <a:cubicBezTo>
                    <a:pt x="2226930" y="12555"/>
                    <a:pt x="3750548" y="-52136"/>
                    <a:pt x="3910722" y="36141"/>
                  </a:cubicBezTo>
                  <a:cubicBezTo>
                    <a:pt x="4070896" y="124418"/>
                    <a:pt x="4120351" y="1358027"/>
                    <a:pt x="3594088" y="1933573"/>
                  </a:cubicBezTo>
                  <a:cubicBezTo>
                    <a:pt x="3171099" y="2391895"/>
                    <a:pt x="2301583" y="2656718"/>
                    <a:pt x="1827979" y="2405053"/>
                  </a:cubicBezTo>
                  <a:cubicBezTo>
                    <a:pt x="1354375" y="2153388"/>
                    <a:pt x="89449" y="3653411"/>
                    <a:pt x="3254" y="3573700"/>
                  </a:cubicBezTo>
                  <a:close/>
                </a:path>
              </a:pathLst>
            </a:custGeom>
            <a:noFill/>
            <a:ln>
              <a:solidFill>
                <a:srgbClr val="0C26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3" name="Freeform 1022">
              <a:extLst>
                <a:ext uri="{FF2B5EF4-FFF2-40B4-BE49-F238E27FC236}">
                  <a16:creationId xmlns:a16="http://schemas.microsoft.com/office/drawing/2014/main" id="{1545EDBE-785E-5B7B-068E-72CA68654D65}"/>
                </a:ext>
              </a:extLst>
            </p:cNvPr>
            <p:cNvSpPr/>
            <p:nvPr userDrawn="1"/>
          </p:nvSpPr>
          <p:spPr>
            <a:xfrm rot="16200000">
              <a:off x="6453977" y="1499256"/>
              <a:ext cx="2615869" cy="2682267"/>
            </a:xfrm>
            <a:custGeom>
              <a:avLst/>
              <a:gdLst>
                <a:gd name="csX0" fmla="*/ 1893 w 3484511"/>
                <a:gd name="csY0" fmla="*/ 3509215 h 3511799"/>
                <a:gd name="csX1" fmla="*/ 1514170 w 3484511"/>
                <a:gd name="csY1" fmla="*/ 1703861 h 3511799"/>
                <a:gd name="csX2" fmla="*/ 2029985 w 3484511"/>
                <a:gd name="csY2" fmla="*/ 226753 h 3511799"/>
                <a:gd name="csX3" fmla="*/ 3378139 w 3484511"/>
                <a:gd name="csY3" fmla="*/ 144692 h 3511799"/>
                <a:gd name="csX4" fmla="*/ 3225739 w 3484511"/>
                <a:gd name="csY4" fmla="*/ 1586630 h 3511799"/>
                <a:gd name="csX5" fmla="*/ 1854139 w 3484511"/>
                <a:gd name="csY5" fmla="*/ 2090723 h 3511799"/>
                <a:gd name="csX6" fmla="*/ 1893 w 3484511"/>
                <a:gd name="csY6" fmla="*/ 3509215 h 3511799"/>
                <a:gd name="csX0" fmla="*/ 1352 w 4094215"/>
                <a:gd name="csY0" fmla="*/ 4103738 h 4105568"/>
                <a:gd name="csX1" fmla="*/ 2123874 w 4094215"/>
                <a:gd name="csY1" fmla="*/ 1703861 h 4105568"/>
                <a:gd name="csX2" fmla="*/ 2639689 w 4094215"/>
                <a:gd name="csY2" fmla="*/ 226753 h 4105568"/>
                <a:gd name="csX3" fmla="*/ 3987843 w 4094215"/>
                <a:gd name="csY3" fmla="*/ 144692 h 4105568"/>
                <a:gd name="csX4" fmla="*/ 3835443 w 4094215"/>
                <a:gd name="csY4" fmla="*/ 1586630 h 4105568"/>
                <a:gd name="csX5" fmla="*/ 2463843 w 4094215"/>
                <a:gd name="csY5" fmla="*/ 2090723 h 4105568"/>
                <a:gd name="csX6" fmla="*/ 1352 w 4094215"/>
                <a:gd name="csY6" fmla="*/ 4103738 h 4105568"/>
                <a:gd name="csX0" fmla="*/ 1978 w 4094841"/>
                <a:gd name="csY0" fmla="*/ 4101966 h 4104114"/>
                <a:gd name="csX1" fmla="*/ 2058783 w 4094841"/>
                <a:gd name="csY1" fmla="*/ 1668597 h 4104114"/>
                <a:gd name="csX2" fmla="*/ 2640315 w 4094841"/>
                <a:gd name="csY2" fmla="*/ 224981 h 4104114"/>
                <a:gd name="csX3" fmla="*/ 3988469 w 4094841"/>
                <a:gd name="csY3" fmla="*/ 142920 h 4104114"/>
                <a:gd name="csX4" fmla="*/ 3836069 w 4094841"/>
                <a:gd name="csY4" fmla="*/ 1584858 h 4104114"/>
                <a:gd name="csX5" fmla="*/ 2464469 w 4094841"/>
                <a:gd name="csY5" fmla="*/ 2088951 h 4104114"/>
                <a:gd name="csX6" fmla="*/ 1978 w 4094841"/>
                <a:gd name="csY6" fmla="*/ 4101966 h 4104114"/>
                <a:gd name="csX0" fmla="*/ 1943 w 4132359"/>
                <a:gd name="csY0" fmla="*/ 3750277 h 3752868"/>
                <a:gd name="csX1" fmla="*/ 2096301 w 4132359"/>
                <a:gd name="csY1" fmla="*/ 1668597 h 3752868"/>
                <a:gd name="csX2" fmla="*/ 2677833 w 4132359"/>
                <a:gd name="csY2" fmla="*/ 224981 h 3752868"/>
                <a:gd name="csX3" fmla="*/ 4025987 w 4132359"/>
                <a:gd name="csY3" fmla="*/ 142920 h 3752868"/>
                <a:gd name="csX4" fmla="*/ 3873587 w 4132359"/>
                <a:gd name="csY4" fmla="*/ 1584858 h 3752868"/>
                <a:gd name="csX5" fmla="*/ 2501987 w 4132359"/>
                <a:gd name="csY5" fmla="*/ 2088951 h 3752868"/>
                <a:gd name="csX6" fmla="*/ 1943 w 4132359"/>
                <a:gd name="csY6" fmla="*/ 3750277 h 3752868"/>
                <a:gd name="csX0" fmla="*/ 7123 w 4137539"/>
                <a:gd name="csY0" fmla="*/ 3776554 h 3776601"/>
                <a:gd name="csX1" fmla="*/ 1782278 w 4137539"/>
                <a:gd name="csY1" fmla="*/ 2163796 h 3776601"/>
                <a:gd name="csX2" fmla="*/ 2683013 w 4137539"/>
                <a:gd name="csY2" fmla="*/ 251258 h 3776601"/>
                <a:gd name="csX3" fmla="*/ 4031167 w 4137539"/>
                <a:gd name="csY3" fmla="*/ 169197 h 3776601"/>
                <a:gd name="csX4" fmla="*/ 3878767 w 4137539"/>
                <a:gd name="csY4" fmla="*/ 1611135 h 3776601"/>
                <a:gd name="csX5" fmla="*/ 2507167 w 4137539"/>
                <a:gd name="csY5" fmla="*/ 2115228 h 3776601"/>
                <a:gd name="csX6" fmla="*/ 7123 w 4137539"/>
                <a:gd name="csY6" fmla="*/ 3776554 h 3776601"/>
                <a:gd name="csX0" fmla="*/ 25 w 4130441"/>
                <a:gd name="csY0" fmla="*/ 3776554 h 3776586"/>
                <a:gd name="csX1" fmla="*/ 1775180 w 4130441"/>
                <a:gd name="csY1" fmla="*/ 2163796 h 3776586"/>
                <a:gd name="csX2" fmla="*/ 2675915 w 4130441"/>
                <a:gd name="csY2" fmla="*/ 251258 h 3776586"/>
                <a:gd name="csX3" fmla="*/ 4024069 w 4130441"/>
                <a:gd name="csY3" fmla="*/ 169197 h 3776586"/>
                <a:gd name="csX4" fmla="*/ 3871669 w 4130441"/>
                <a:gd name="csY4" fmla="*/ 1611135 h 3776586"/>
                <a:gd name="csX5" fmla="*/ 1814719 w 4130441"/>
                <a:gd name="csY5" fmla="*/ 2207339 h 3776586"/>
                <a:gd name="csX6" fmla="*/ 25 w 4130441"/>
                <a:gd name="csY6" fmla="*/ 3776554 h 3776586"/>
                <a:gd name="csX0" fmla="*/ 25 w 4130441"/>
                <a:gd name="csY0" fmla="*/ 3776554 h 3776589"/>
                <a:gd name="csX1" fmla="*/ 1775180 w 4130441"/>
                <a:gd name="csY1" fmla="*/ 2163796 h 3776589"/>
                <a:gd name="csX2" fmla="*/ 2675915 w 4130441"/>
                <a:gd name="csY2" fmla="*/ 251258 h 3776589"/>
                <a:gd name="csX3" fmla="*/ 4024069 w 4130441"/>
                <a:gd name="csY3" fmla="*/ 169197 h 3776589"/>
                <a:gd name="csX4" fmla="*/ 3871669 w 4130441"/>
                <a:gd name="csY4" fmla="*/ 1611135 h 3776589"/>
                <a:gd name="csX5" fmla="*/ 1814719 w 4130441"/>
                <a:gd name="csY5" fmla="*/ 2207339 h 3776589"/>
                <a:gd name="csX6" fmla="*/ 25 w 4130441"/>
                <a:gd name="csY6" fmla="*/ 3776554 h 3776589"/>
                <a:gd name="csX0" fmla="*/ 25 w 3957457"/>
                <a:gd name="csY0" fmla="*/ 3611866 h 3611901"/>
                <a:gd name="csX1" fmla="*/ 1775180 w 3957457"/>
                <a:gd name="csY1" fmla="*/ 1999108 h 3611901"/>
                <a:gd name="csX2" fmla="*/ 2675915 w 3957457"/>
                <a:gd name="csY2" fmla="*/ 86570 h 3611901"/>
                <a:gd name="csX3" fmla="*/ 3554650 w 3957457"/>
                <a:gd name="csY3" fmla="*/ 439934 h 3611901"/>
                <a:gd name="csX4" fmla="*/ 3871669 w 3957457"/>
                <a:gd name="csY4" fmla="*/ 1446447 h 3611901"/>
                <a:gd name="csX5" fmla="*/ 1814719 w 3957457"/>
                <a:gd name="csY5" fmla="*/ 2042651 h 3611901"/>
                <a:gd name="csX6" fmla="*/ 25 w 3957457"/>
                <a:gd name="csY6" fmla="*/ 3611866 h 3611901"/>
                <a:gd name="csX0" fmla="*/ 25 w 3957253"/>
                <a:gd name="csY0" fmla="*/ 3368639 h 3368674"/>
                <a:gd name="csX1" fmla="*/ 1775180 w 3957253"/>
                <a:gd name="csY1" fmla="*/ 1755881 h 3368674"/>
                <a:gd name="csX2" fmla="*/ 2685304 w 3957253"/>
                <a:gd name="csY2" fmla="*/ 144791 h 3368674"/>
                <a:gd name="csX3" fmla="*/ 3554650 w 3957253"/>
                <a:gd name="csY3" fmla="*/ 196707 h 3368674"/>
                <a:gd name="csX4" fmla="*/ 3871669 w 3957253"/>
                <a:gd name="csY4" fmla="*/ 1203220 h 3368674"/>
                <a:gd name="csX5" fmla="*/ 1814719 w 3957253"/>
                <a:gd name="csY5" fmla="*/ 1799424 h 3368674"/>
                <a:gd name="csX6" fmla="*/ 25 w 3957253"/>
                <a:gd name="csY6" fmla="*/ 3368639 h 3368674"/>
                <a:gd name="csX0" fmla="*/ 25 w 3705517"/>
                <a:gd name="csY0" fmla="*/ 3358570 h 3358603"/>
                <a:gd name="csX1" fmla="*/ 1775180 w 3705517"/>
                <a:gd name="csY1" fmla="*/ 1745812 h 3358603"/>
                <a:gd name="csX2" fmla="*/ 2685304 w 3705517"/>
                <a:gd name="csY2" fmla="*/ 134722 h 3358603"/>
                <a:gd name="csX3" fmla="*/ 3554650 w 3705517"/>
                <a:gd name="csY3" fmla="*/ 186638 h 3358603"/>
                <a:gd name="csX4" fmla="*/ 3552464 w 3705517"/>
                <a:gd name="csY4" fmla="*/ 975438 h 3358603"/>
                <a:gd name="csX5" fmla="*/ 1814719 w 3705517"/>
                <a:gd name="csY5" fmla="*/ 1789355 h 3358603"/>
                <a:gd name="csX6" fmla="*/ 25 w 3705517"/>
                <a:gd name="csY6" fmla="*/ 3358570 h 3358603"/>
                <a:gd name="csX0" fmla="*/ 2290 w 3707782"/>
                <a:gd name="csY0" fmla="*/ 3305196 h 3314287"/>
                <a:gd name="csX1" fmla="*/ 2199921 w 3707782"/>
                <a:gd name="csY1" fmla="*/ 955568 h 3314287"/>
                <a:gd name="csX2" fmla="*/ 2687569 w 3707782"/>
                <a:gd name="csY2" fmla="*/ 81348 h 3314287"/>
                <a:gd name="csX3" fmla="*/ 3556915 w 3707782"/>
                <a:gd name="csY3" fmla="*/ 133264 h 3314287"/>
                <a:gd name="csX4" fmla="*/ 3554729 w 3707782"/>
                <a:gd name="csY4" fmla="*/ 922064 h 3314287"/>
                <a:gd name="csX5" fmla="*/ 1816984 w 3707782"/>
                <a:gd name="csY5" fmla="*/ 1735981 h 3314287"/>
                <a:gd name="csX6" fmla="*/ 2290 w 3707782"/>
                <a:gd name="csY6" fmla="*/ 3305196 h 3314287"/>
                <a:gd name="csX0" fmla="*/ 377 w 3705869"/>
                <a:gd name="csY0" fmla="*/ 3305196 h 3313168"/>
                <a:gd name="csX1" fmla="*/ 2198008 w 3705869"/>
                <a:gd name="csY1" fmla="*/ 955568 h 3313168"/>
                <a:gd name="csX2" fmla="*/ 2685656 w 3705869"/>
                <a:gd name="csY2" fmla="*/ 81348 h 3313168"/>
                <a:gd name="csX3" fmla="*/ 3555002 w 3705869"/>
                <a:gd name="csY3" fmla="*/ 133264 h 3313168"/>
                <a:gd name="csX4" fmla="*/ 3552816 w 3705869"/>
                <a:gd name="csY4" fmla="*/ 922064 h 3313168"/>
                <a:gd name="csX5" fmla="*/ 2378375 w 3705869"/>
                <a:gd name="csY5" fmla="*/ 1694113 h 3313168"/>
                <a:gd name="csX6" fmla="*/ 377 w 3705869"/>
                <a:gd name="csY6" fmla="*/ 3305196 h 3313168"/>
                <a:gd name="csX0" fmla="*/ 377 w 3705869"/>
                <a:gd name="csY0" fmla="*/ 3305196 h 3311216"/>
                <a:gd name="csX1" fmla="*/ 2198008 w 3705869"/>
                <a:gd name="csY1" fmla="*/ 955568 h 3311216"/>
                <a:gd name="csX2" fmla="*/ 2685656 w 3705869"/>
                <a:gd name="csY2" fmla="*/ 81348 h 3311216"/>
                <a:gd name="csX3" fmla="*/ 3555002 w 3705869"/>
                <a:gd name="csY3" fmla="*/ 133264 h 3311216"/>
                <a:gd name="csX4" fmla="*/ 3552816 w 3705869"/>
                <a:gd name="csY4" fmla="*/ 922064 h 3311216"/>
                <a:gd name="csX5" fmla="*/ 2378375 w 3705869"/>
                <a:gd name="csY5" fmla="*/ 1694113 h 3311216"/>
                <a:gd name="csX6" fmla="*/ 377 w 3705869"/>
                <a:gd name="csY6" fmla="*/ 3305196 h 3311216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31250"/>
                <a:gd name="csY0" fmla="*/ 3306034 h 3313991"/>
                <a:gd name="csX1" fmla="*/ 2198008 w 4431250"/>
                <a:gd name="csY1" fmla="*/ 956406 h 3313991"/>
                <a:gd name="csX2" fmla="*/ 2685656 w 4431250"/>
                <a:gd name="csY2" fmla="*/ 82186 h 3313991"/>
                <a:gd name="csX3" fmla="*/ 3555002 w 4431250"/>
                <a:gd name="csY3" fmla="*/ 134102 h 3313991"/>
                <a:gd name="csX4" fmla="*/ 4425936 w 4431250"/>
                <a:gd name="csY4" fmla="*/ 939649 h 3313991"/>
                <a:gd name="csX5" fmla="*/ 2378375 w 4431250"/>
                <a:gd name="csY5" fmla="*/ 1694951 h 3313991"/>
                <a:gd name="csX6" fmla="*/ 377 w 4431250"/>
                <a:gd name="csY6" fmla="*/ 3306034 h 3313991"/>
                <a:gd name="csX0" fmla="*/ 377 w 4425936"/>
                <a:gd name="csY0" fmla="*/ 3306034 h 3313991"/>
                <a:gd name="csX1" fmla="*/ 2198008 w 4425936"/>
                <a:gd name="csY1" fmla="*/ 956406 h 3313991"/>
                <a:gd name="csX2" fmla="*/ 2685656 w 4425936"/>
                <a:gd name="csY2" fmla="*/ 82186 h 3313991"/>
                <a:gd name="csX3" fmla="*/ 3555002 w 4425936"/>
                <a:gd name="csY3" fmla="*/ 134102 h 3313991"/>
                <a:gd name="csX4" fmla="*/ 4425936 w 4425936"/>
                <a:gd name="csY4" fmla="*/ 939649 h 3313991"/>
                <a:gd name="csX5" fmla="*/ 2378375 w 4425936"/>
                <a:gd name="csY5" fmla="*/ 1694951 h 3313991"/>
                <a:gd name="csX6" fmla="*/ 377 w 4425936"/>
                <a:gd name="csY6" fmla="*/ 3306034 h 3313991"/>
                <a:gd name="csX0" fmla="*/ 377 w 4472878"/>
                <a:gd name="csY0" fmla="*/ 3303952 h 3311947"/>
                <a:gd name="csX1" fmla="*/ 2198008 w 4472878"/>
                <a:gd name="csY1" fmla="*/ 954324 h 3311947"/>
                <a:gd name="csX2" fmla="*/ 2685656 w 4472878"/>
                <a:gd name="csY2" fmla="*/ 80104 h 3311947"/>
                <a:gd name="csX3" fmla="*/ 3555002 w 4472878"/>
                <a:gd name="csY3" fmla="*/ 132020 h 3311947"/>
                <a:gd name="csX4" fmla="*/ 4472878 w 4472878"/>
                <a:gd name="csY4" fmla="*/ 895700 h 3311947"/>
                <a:gd name="csX5" fmla="*/ 2378375 w 4472878"/>
                <a:gd name="csY5" fmla="*/ 1692869 h 3311947"/>
                <a:gd name="csX6" fmla="*/ 377 w 4472878"/>
                <a:gd name="csY6" fmla="*/ 3303952 h 3311947"/>
                <a:gd name="csX0" fmla="*/ 377 w 4472878"/>
                <a:gd name="csY0" fmla="*/ 3489034 h 3497029"/>
                <a:gd name="csX1" fmla="*/ 2198008 w 4472878"/>
                <a:gd name="csY1" fmla="*/ 1139406 h 3497029"/>
                <a:gd name="csX2" fmla="*/ 2685656 w 4472878"/>
                <a:gd name="csY2" fmla="*/ 265186 h 3497029"/>
                <a:gd name="csX3" fmla="*/ 3742770 w 4472878"/>
                <a:gd name="csY3" fmla="*/ 49148 h 3497029"/>
                <a:gd name="csX4" fmla="*/ 4472878 w 4472878"/>
                <a:gd name="csY4" fmla="*/ 1080782 h 3497029"/>
                <a:gd name="csX5" fmla="*/ 2378375 w 4472878"/>
                <a:gd name="csY5" fmla="*/ 1877951 h 3497029"/>
                <a:gd name="csX6" fmla="*/ 377 w 4472878"/>
                <a:gd name="csY6" fmla="*/ 3489034 h 3497029"/>
                <a:gd name="csX0" fmla="*/ 377 w 4482266"/>
                <a:gd name="csY0" fmla="*/ 3489034 h 3497029"/>
                <a:gd name="csX1" fmla="*/ 2198008 w 4482266"/>
                <a:gd name="csY1" fmla="*/ 1139406 h 3497029"/>
                <a:gd name="csX2" fmla="*/ 2685656 w 4482266"/>
                <a:gd name="csY2" fmla="*/ 265186 h 3497029"/>
                <a:gd name="csX3" fmla="*/ 3742770 w 4482266"/>
                <a:gd name="csY3" fmla="*/ 49148 h 3497029"/>
                <a:gd name="csX4" fmla="*/ 4482266 w 4482266"/>
                <a:gd name="csY4" fmla="*/ 1080782 h 3497029"/>
                <a:gd name="csX5" fmla="*/ 2378375 w 4482266"/>
                <a:gd name="csY5" fmla="*/ 1877951 h 3497029"/>
                <a:gd name="csX6" fmla="*/ 377 w 4482266"/>
                <a:gd name="csY6" fmla="*/ 3489034 h 3497029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10188 w 4492077"/>
                <a:gd name="csY0" fmla="*/ 3488052 h 3497366"/>
                <a:gd name="csX1" fmla="*/ 1804118 w 4492077"/>
                <a:gd name="csY1" fmla="*/ 1096559 h 3497366"/>
                <a:gd name="csX2" fmla="*/ 2695467 w 4492077"/>
                <a:gd name="csY2" fmla="*/ 264204 h 3497366"/>
                <a:gd name="csX3" fmla="*/ 3752581 w 4492077"/>
                <a:gd name="csY3" fmla="*/ 48166 h 3497366"/>
                <a:gd name="csX4" fmla="*/ 4492077 w 4492077"/>
                <a:gd name="csY4" fmla="*/ 1079800 h 3497366"/>
                <a:gd name="csX5" fmla="*/ 2688616 w 4492077"/>
                <a:gd name="csY5" fmla="*/ 1893718 h 3497366"/>
                <a:gd name="csX6" fmla="*/ 10188 w 4492077"/>
                <a:gd name="csY6" fmla="*/ 3488052 h 3497366"/>
                <a:gd name="csX0" fmla="*/ 10188 w 4492077"/>
                <a:gd name="csY0" fmla="*/ 3488052 h 3500595"/>
                <a:gd name="csX1" fmla="*/ 1804118 w 4492077"/>
                <a:gd name="csY1" fmla="*/ 1096559 h 3500595"/>
                <a:gd name="csX2" fmla="*/ 2695467 w 4492077"/>
                <a:gd name="csY2" fmla="*/ 264204 h 3500595"/>
                <a:gd name="csX3" fmla="*/ 3752581 w 4492077"/>
                <a:gd name="csY3" fmla="*/ 48166 h 3500595"/>
                <a:gd name="csX4" fmla="*/ 4492077 w 4492077"/>
                <a:gd name="csY4" fmla="*/ 1079800 h 3500595"/>
                <a:gd name="csX5" fmla="*/ 2688616 w 4492077"/>
                <a:gd name="csY5" fmla="*/ 1893718 h 3500595"/>
                <a:gd name="csX6" fmla="*/ 10188 w 4492077"/>
                <a:gd name="csY6" fmla="*/ 3488052 h 3500595"/>
                <a:gd name="csX0" fmla="*/ 10188 w 4492077"/>
                <a:gd name="csY0" fmla="*/ 3488052 h 3500888"/>
                <a:gd name="csX1" fmla="*/ 1804118 w 4492077"/>
                <a:gd name="csY1" fmla="*/ 1096559 h 3500888"/>
                <a:gd name="csX2" fmla="*/ 2695467 w 4492077"/>
                <a:gd name="csY2" fmla="*/ 264204 h 3500888"/>
                <a:gd name="csX3" fmla="*/ 3752581 w 4492077"/>
                <a:gd name="csY3" fmla="*/ 48166 h 3500888"/>
                <a:gd name="csX4" fmla="*/ 4492077 w 4492077"/>
                <a:gd name="csY4" fmla="*/ 1079800 h 3500888"/>
                <a:gd name="csX5" fmla="*/ 2688616 w 4492077"/>
                <a:gd name="csY5" fmla="*/ 1893718 h 3500888"/>
                <a:gd name="csX6" fmla="*/ 10188 w 4492077"/>
                <a:gd name="csY6" fmla="*/ 3488052 h 3500888"/>
                <a:gd name="csX0" fmla="*/ 27731 w 3289130"/>
                <a:gd name="csY0" fmla="*/ 2449732 h 2473361"/>
                <a:gd name="csX1" fmla="*/ 601171 w 3289130"/>
                <a:gd name="csY1" fmla="*/ 1096559 h 2473361"/>
                <a:gd name="csX2" fmla="*/ 1492520 w 3289130"/>
                <a:gd name="csY2" fmla="*/ 264204 h 2473361"/>
                <a:gd name="csX3" fmla="*/ 2549634 w 3289130"/>
                <a:gd name="csY3" fmla="*/ 48166 h 2473361"/>
                <a:gd name="csX4" fmla="*/ 3289130 w 3289130"/>
                <a:gd name="csY4" fmla="*/ 1079800 h 2473361"/>
                <a:gd name="csX5" fmla="*/ 1485669 w 3289130"/>
                <a:gd name="csY5" fmla="*/ 1893718 h 2473361"/>
                <a:gd name="csX6" fmla="*/ 27731 w 3289130"/>
                <a:gd name="csY6" fmla="*/ 2449732 h 2473361"/>
                <a:gd name="csX0" fmla="*/ 367 w 3261766"/>
                <a:gd name="csY0" fmla="*/ 2449732 h 2449966"/>
                <a:gd name="csX1" fmla="*/ 573807 w 3261766"/>
                <a:gd name="csY1" fmla="*/ 1096559 h 2449966"/>
                <a:gd name="csX2" fmla="*/ 1465156 w 3261766"/>
                <a:gd name="csY2" fmla="*/ 264204 h 2449966"/>
                <a:gd name="csX3" fmla="*/ 2522270 w 3261766"/>
                <a:gd name="csY3" fmla="*/ 48166 h 2449966"/>
                <a:gd name="csX4" fmla="*/ 3261766 w 3261766"/>
                <a:gd name="csY4" fmla="*/ 1079800 h 2449966"/>
                <a:gd name="csX5" fmla="*/ 1458305 w 3261766"/>
                <a:gd name="csY5" fmla="*/ 1893718 h 2449966"/>
                <a:gd name="csX6" fmla="*/ 367 w 3261766"/>
                <a:gd name="csY6" fmla="*/ 2449732 h 2449966"/>
                <a:gd name="csX0" fmla="*/ 62959 w 3324358"/>
                <a:gd name="csY0" fmla="*/ 2449732 h 2487147"/>
                <a:gd name="csX1" fmla="*/ 636399 w 3324358"/>
                <a:gd name="csY1" fmla="*/ 1096559 h 2487147"/>
                <a:gd name="csX2" fmla="*/ 1527748 w 3324358"/>
                <a:gd name="csY2" fmla="*/ 264204 h 2487147"/>
                <a:gd name="csX3" fmla="*/ 2584862 w 3324358"/>
                <a:gd name="csY3" fmla="*/ 48166 h 2487147"/>
                <a:gd name="csX4" fmla="*/ 3324358 w 3324358"/>
                <a:gd name="csY4" fmla="*/ 1079800 h 2487147"/>
                <a:gd name="csX5" fmla="*/ 1520897 w 3324358"/>
                <a:gd name="csY5" fmla="*/ 1893718 h 2487147"/>
                <a:gd name="csX6" fmla="*/ 62959 w 3324358"/>
                <a:gd name="csY6" fmla="*/ 2449732 h 2487147"/>
                <a:gd name="csX0" fmla="*/ 38478 w 4482813"/>
                <a:gd name="csY0" fmla="*/ 3496425 h 3519813"/>
                <a:gd name="csX1" fmla="*/ 1794854 w 4482813"/>
                <a:gd name="csY1" fmla="*/ 1096559 h 3519813"/>
                <a:gd name="csX2" fmla="*/ 2686203 w 4482813"/>
                <a:gd name="csY2" fmla="*/ 264204 h 3519813"/>
                <a:gd name="csX3" fmla="*/ 3743317 w 4482813"/>
                <a:gd name="csY3" fmla="*/ 48166 h 3519813"/>
                <a:gd name="csX4" fmla="*/ 4482813 w 4482813"/>
                <a:gd name="csY4" fmla="*/ 1079800 h 3519813"/>
                <a:gd name="csX5" fmla="*/ 2679352 w 4482813"/>
                <a:gd name="csY5" fmla="*/ 1893718 h 3519813"/>
                <a:gd name="csX6" fmla="*/ 38478 w 4482813"/>
                <a:gd name="csY6" fmla="*/ 3496425 h 3519813"/>
                <a:gd name="csX0" fmla="*/ 9071 w 4453406"/>
                <a:gd name="csY0" fmla="*/ 3496425 h 3510301"/>
                <a:gd name="csX1" fmla="*/ 1765447 w 4453406"/>
                <a:gd name="csY1" fmla="*/ 1096559 h 3510301"/>
                <a:gd name="csX2" fmla="*/ 2656796 w 4453406"/>
                <a:gd name="csY2" fmla="*/ 264204 h 3510301"/>
                <a:gd name="csX3" fmla="*/ 3713910 w 4453406"/>
                <a:gd name="csY3" fmla="*/ 48166 h 3510301"/>
                <a:gd name="csX4" fmla="*/ 4453406 w 4453406"/>
                <a:gd name="csY4" fmla="*/ 1079800 h 3510301"/>
                <a:gd name="csX5" fmla="*/ 2649945 w 4453406"/>
                <a:gd name="csY5" fmla="*/ 1893718 h 3510301"/>
                <a:gd name="csX6" fmla="*/ 9071 w 4453406"/>
                <a:gd name="csY6" fmla="*/ 3496425 h 3510301"/>
                <a:gd name="csX0" fmla="*/ 9071 w 4453406"/>
                <a:gd name="csY0" fmla="*/ 3496425 h 3512169"/>
                <a:gd name="csX1" fmla="*/ 1765447 w 4453406"/>
                <a:gd name="csY1" fmla="*/ 1096559 h 3512169"/>
                <a:gd name="csX2" fmla="*/ 2656796 w 4453406"/>
                <a:gd name="csY2" fmla="*/ 264204 h 3512169"/>
                <a:gd name="csX3" fmla="*/ 3713910 w 4453406"/>
                <a:gd name="csY3" fmla="*/ 48166 h 3512169"/>
                <a:gd name="csX4" fmla="*/ 4453406 w 4453406"/>
                <a:gd name="csY4" fmla="*/ 1079800 h 3512169"/>
                <a:gd name="csX5" fmla="*/ 2649945 w 4453406"/>
                <a:gd name="csY5" fmla="*/ 1893718 h 3512169"/>
                <a:gd name="csX6" fmla="*/ 9071 w 4453406"/>
                <a:gd name="csY6" fmla="*/ 3496425 h 3512169"/>
                <a:gd name="csX0" fmla="*/ 9640 w 4453975"/>
                <a:gd name="csY0" fmla="*/ 3496425 h 3512169"/>
                <a:gd name="csX1" fmla="*/ 1766016 w 4453975"/>
                <a:gd name="csY1" fmla="*/ 1096559 h 3512169"/>
                <a:gd name="csX2" fmla="*/ 2657365 w 4453975"/>
                <a:gd name="csY2" fmla="*/ 264204 h 3512169"/>
                <a:gd name="csX3" fmla="*/ 3714479 w 4453975"/>
                <a:gd name="csY3" fmla="*/ 48166 h 3512169"/>
                <a:gd name="csX4" fmla="*/ 4453975 w 4453975"/>
                <a:gd name="csY4" fmla="*/ 1079800 h 3512169"/>
                <a:gd name="csX5" fmla="*/ 2650514 w 4453975"/>
                <a:gd name="csY5" fmla="*/ 1893718 h 3512169"/>
                <a:gd name="csX6" fmla="*/ 9640 w 4453975"/>
                <a:gd name="csY6" fmla="*/ 3496425 h 3512169"/>
                <a:gd name="csX0" fmla="*/ 9640 w 4453975"/>
                <a:gd name="csY0" fmla="*/ 3993467 h 4008123"/>
                <a:gd name="csX1" fmla="*/ 1766016 w 4453975"/>
                <a:gd name="csY1" fmla="*/ 1593601 h 4008123"/>
                <a:gd name="csX2" fmla="*/ 2601034 w 4453975"/>
                <a:gd name="csY2" fmla="*/ 41122 h 4008123"/>
                <a:gd name="csX3" fmla="*/ 3714479 w 4453975"/>
                <a:gd name="csY3" fmla="*/ 545208 h 4008123"/>
                <a:gd name="csX4" fmla="*/ 4453975 w 4453975"/>
                <a:gd name="csY4" fmla="*/ 1576842 h 4008123"/>
                <a:gd name="csX5" fmla="*/ 2650514 w 4453975"/>
                <a:gd name="csY5" fmla="*/ 2390760 h 4008123"/>
                <a:gd name="csX6" fmla="*/ 9640 w 4453975"/>
                <a:gd name="csY6" fmla="*/ 3993467 h 4008123"/>
                <a:gd name="csX0" fmla="*/ 9640 w 4453975"/>
                <a:gd name="csY0" fmla="*/ 3952894 h 3967550"/>
                <a:gd name="csX1" fmla="*/ 1766016 w 4453975"/>
                <a:gd name="csY1" fmla="*/ 1553028 h 3967550"/>
                <a:gd name="csX2" fmla="*/ 2601034 w 4453975"/>
                <a:gd name="csY2" fmla="*/ 549 h 3967550"/>
                <a:gd name="csX3" fmla="*/ 3714479 w 4453975"/>
                <a:gd name="csY3" fmla="*/ 504635 h 3967550"/>
                <a:gd name="csX4" fmla="*/ 4453975 w 4453975"/>
                <a:gd name="csY4" fmla="*/ 1536269 h 3967550"/>
                <a:gd name="csX5" fmla="*/ 2650514 w 4453975"/>
                <a:gd name="csY5" fmla="*/ 2350187 h 3967550"/>
                <a:gd name="csX6" fmla="*/ 9640 w 4453975"/>
                <a:gd name="csY6" fmla="*/ 3952894 h 3967550"/>
                <a:gd name="csX0" fmla="*/ 9640 w 4453975"/>
                <a:gd name="csY0" fmla="*/ 3952971 h 3968477"/>
                <a:gd name="csX1" fmla="*/ 1766016 w 4453975"/>
                <a:gd name="csY1" fmla="*/ 1553105 h 3968477"/>
                <a:gd name="csX2" fmla="*/ 2601034 w 4453975"/>
                <a:gd name="csY2" fmla="*/ 626 h 3968477"/>
                <a:gd name="csX3" fmla="*/ 3714479 w 4453975"/>
                <a:gd name="csY3" fmla="*/ 504712 h 3968477"/>
                <a:gd name="csX4" fmla="*/ 4453975 w 4453975"/>
                <a:gd name="csY4" fmla="*/ 1536346 h 3968477"/>
                <a:gd name="csX5" fmla="*/ 2650514 w 4453975"/>
                <a:gd name="csY5" fmla="*/ 2350264 h 3968477"/>
                <a:gd name="csX6" fmla="*/ 9640 w 4453975"/>
                <a:gd name="csY6" fmla="*/ 3952971 h 3968477"/>
                <a:gd name="csX0" fmla="*/ 9640 w 4517542"/>
                <a:gd name="csY0" fmla="*/ 4153948 h 4169453"/>
                <a:gd name="csX1" fmla="*/ 1766016 w 4517542"/>
                <a:gd name="csY1" fmla="*/ 1754082 h 4169453"/>
                <a:gd name="csX2" fmla="*/ 2601034 w 4517542"/>
                <a:gd name="csY2" fmla="*/ 201603 h 4169453"/>
                <a:gd name="csX3" fmla="*/ 4390442 w 4517542"/>
                <a:gd name="csY3" fmla="*/ 186529 h 4169453"/>
                <a:gd name="csX4" fmla="*/ 4453975 w 4517542"/>
                <a:gd name="csY4" fmla="*/ 1737323 h 4169453"/>
                <a:gd name="csX5" fmla="*/ 2650514 w 4517542"/>
                <a:gd name="csY5" fmla="*/ 2551241 h 4169453"/>
                <a:gd name="csX6" fmla="*/ 9640 w 4517542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719798"/>
                <a:gd name="csY0" fmla="*/ 4153948 h 4169453"/>
                <a:gd name="csX1" fmla="*/ 1766016 w 4719798"/>
                <a:gd name="csY1" fmla="*/ 1754082 h 4169453"/>
                <a:gd name="csX2" fmla="*/ 2601034 w 4719798"/>
                <a:gd name="csY2" fmla="*/ 201603 h 4169453"/>
                <a:gd name="csX3" fmla="*/ 4390442 w 4719798"/>
                <a:gd name="csY3" fmla="*/ 186529 h 4169453"/>
                <a:gd name="csX4" fmla="*/ 4453975 w 4719798"/>
                <a:gd name="csY4" fmla="*/ 1737323 h 4169453"/>
                <a:gd name="csX5" fmla="*/ 2650514 w 4719798"/>
                <a:gd name="csY5" fmla="*/ 2551241 h 4169453"/>
                <a:gd name="csX6" fmla="*/ 9640 w 4719798"/>
                <a:gd name="csY6" fmla="*/ 4153948 h 4169453"/>
                <a:gd name="csX0" fmla="*/ 9640 w 4684091"/>
                <a:gd name="csY0" fmla="*/ 4153948 h 4169453"/>
                <a:gd name="csX1" fmla="*/ 1766016 w 4684091"/>
                <a:gd name="csY1" fmla="*/ 1754082 h 4169453"/>
                <a:gd name="csX2" fmla="*/ 2601034 w 4684091"/>
                <a:gd name="csY2" fmla="*/ 201603 h 4169453"/>
                <a:gd name="csX3" fmla="*/ 4390442 w 4684091"/>
                <a:gd name="csY3" fmla="*/ 186529 h 4169453"/>
                <a:gd name="csX4" fmla="*/ 4453975 w 4684091"/>
                <a:gd name="csY4" fmla="*/ 1737323 h 4169453"/>
                <a:gd name="csX5" fmla="*/ 2650514 w 4684091"/>
                <a:gd name="csY5" fmla="*/ 2551241 h 4169453"/>
                <a:gd name="csX6" fmla="*/ 9640 w 4684091"/>
                <a:gd name="csY6" fmla="*/ 4153948 h 4169453"/>
                <a:gd name="csX0" fmla="*/ 9640 w 4747938"/>
                <a:gd name="csY0" fmla="*/ 4153948 h 4169453"/>
                <a:gd name="csX1" fmla="*/ 1766016 w 4747938"/>
                <a:gd name="csY1" fmla="*/ 1754082 h 4169453"/>
                <a:gd name="csX2" fmla="*/ 2601034 w 4747938"/>
                <a:gd name="csY2" fmla="*/ 201603 h 4169453"/>
                <a:gd name="csX3" fmla="*/ 4390442 w 4747938"/>
                <a:gd name="csY3" fmla="*/ 186529 h 4169453"/>
                <a:gd name="csX4" fmla="*/ 4453975 w 4747938"/>
                <a:gd name="csY4" fmla="*/ 1737323 h 4169453"/>
                <a:gd name="csX5" fmla="*/ 2650514 w 4747938"/>
                <a:gd name="csY5" fmla="*/ 2551241 h 4169453"/>
                <a:gd name="csX6" fmla="*/ 9640 w 4747938"/>
                <a:gd name="csY6" fmla="*/ 4153948 h 4169453"/>
                <a:gd name="csX0" fmla="*/ 9640 w 4747938"/>
                <a:gd name="csY0" fmla="*/ 4205765 h 4221270"/>
                <a:gd name="csX1" fmla="*/ 1766016 w 4747938"/>
                <a:gd name="csY1" fmla="*/ 1805899 h 4221270"/>
                <a:gd name="csX2" fmla="*/ 2601034 w 4747938"/>
                <a:gd name="csY2" fmla="*/ 253420 h 4221270"/>
                <a:gd name="csX3" fmla="*/ 4390442 w 4747938"/>
                <a:gd name="csY3" fmla="*/ 238346 h 4221270"/>
                <a:gd name="csX4" fmla="*/ 4453975 w 4747938"/>
                <a:gd name="csY4" fmla="*/ 1789140 h 4221270"/>
                <a:gd name="csX5" fmla="*/ 2650514 w 4747938"/>
                <a:gd name="csY5" fmla="*/ 2603058 h 4221270"/>
                <a:gd name="csX6" fmla="*/ 9640 w 4747938"/>
                <a:gd name="csY6" fmla="*/ 4205765 h 4221270"/>
                <a:gd name="csX0" fmla="*/ 9640 w 4769359"/>
                <a:gd name="csY0" fmla="*/ 4189897 h 4205402"/>
                <a:gd name="csX1" fmla="*/ 1766016 w 4769359"/>
                <a:gd name="csY1" fmla="*/ 1790031 h 4205402"/>
                <a:gd name="csX2" fmla="*/ 2601034 w 4769359"/>
                <a:gd name="csY2" fmla="*/ 237552 h 4205402"/>
                <a:gd name="csX3" fmla="*/ 4446772 w 4769359"/>
                <a:gd name="csY3" fmla="*/ 163863 h 4205402"/>
                <a:gd name="csX4" fmla="*/ 4453975 w 4769359"/>
                <a:gd name="csY4" fmla="*/ 1773272 h 4205402"/>
                <a:gd name="csX5" fmla="*/ 2650514 w 4769359"/>
                <a:gd name="csY5" fmla="*/ 2587190 h 4205402"/>
                <a:gd name="csX6" fmla="*/ 9640 w 4769359"/>
                <a:gd name="csY6" fmla="*/ 4189897 h 4205402"/>
                <a:gd name="csX0" fmla="*/ 9640 w 4747938"/>
                <a:gd name="csY0" fmla="*/ 4212142 h 4227647"/>
                <a:gd name="csX1" fmla="*/ 1766016 w 4747938"/>
                <a:gd name="csY1" fmla="*/ 1812276 h 4227647"/>
                <a:gd name="csX2" fmla="*/ 2601034 w 4747938"/>
                <a:gd name="csY2" fmla="*/ 259797 h 4227647"/>
                <a:gd name="csX3" fmla="*/ 4390441 w 4747938"/>
                <a:gd name="csY3" fmla="*/ 152614 h 4227647"/>
                <a:gd name="csX4" fmla="*/ 4453975 w 4747938"/>
                <a:gd name="csY4" fmla="*/ 1795517 h 4227647"/>
                <a:gd name="csX5" fmla="*/ 2650514 w 4747938"/>
                <a:gd name="csY5" fmla="*/ 2609435 h 4227647"/>
                <a:gd name="csX6" fmla="*/ 9640 w 4747938"/>
                <a:gd name="csY6" fmla="*/ 4212142 h 4227647"/>
                <a:gd name="csX0" fmla="*/ 8567 w 4746865"/>
                <a:gd name="csY0" fmla="*/ 4212143 h 4219435"/>
                <a:gd name="csX1" fmla="*/ 1745271 w 4746865"/>
                <a:gd name="csY1" fmla="*/ 1812279 h 4219435"/>
                <a:gd name="csX2" fmla="*/ 2599961 w 4746865"/>
                <a:gd name="csY2" fmla="*/ 259798 h 4219435"/>
                <a:gd name="csX3" fmla="*/ 4389368 w 4746865"/>
                <a:gd name="csY3" fmla="*/ 152615 h 4219435"/>
                <a:gd name="csX4" fmla="*/ 4452902 w 4746865"/>
                <a:gd name="csY4" fmla="*/ 1795518 h 4219435"/>
                <a:gd name="csX5" fmla="*/ 2649441 w 4746865"/>
                <a:gd name="csY5" fmla="*/ 2609436 h 4219435"/>
                <a:gd name="csX6" fmla="*/ 8567 w 4746865"/>
                <a:gd name="csY6" fmla="*/ 4212143 h 4219435"/>
                <a:gd name="csX0" fmla="*/ 8451 w 4746749"/>
                <a:gd name="csY0" fmla="*/ 4212143 h 4219813"/>
                <a:gd name="csX1" fmla="*/ 1745155 w 4746749"/>
                <a:gd name="csY1" fmla="*/ 1812279 h 4219813"/>
                <a:gd name="csX2" fmla="*/ 2599845 w 4746749"/>
                <a:gd name="csY2" fmla="*/ 259798 h 4219813"/>
                <a:gd name="csX3" fmla="*/ 4389252 w 4746749"/>
                <a:gd name="csY3" fmla="*/ 152615 h 4219813"/>
                <a:gd name="csX4" fmla="*/ 4452786 w 4746749"/>
                <a:gd name="csY4" fmla="*/ 1795518 h 4219813"/>
                <a:gd name="csX5" fmla="*/ 2642769 w 4746749"/>
                <a:gd name="csY5" fmla="*/ 2626986 h 4219813"/>
                <a:gd name="csX6" fmla="*/ 8451 w 4746749"/>
                <a:gd name="csY6" fmla="*/ 4212143 h 4219813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594 w 4746892"/>
                <a:gd name="csY0" fmla="*/ 4213311 h 4220527"/>
                <a:gd name="csX1" fmla="*/ 1738740 w 4746892"/>
                <a:gd name="csY1" fmla="*/ 1836843 h 4220527"/>
                <a:gd name="csX2" fmla="*/ 2599988 w 4746892"/>
                <a:gd name="csY2" fmla="*/ 260966 h 4220527"/>
                <a:gd name="csX3" fmla="*/ 4389395 w 4746892"/>
                <a:gd name="csY3" fmla="*/ 153783 h 4220527"/>
                <a:gd name="csX4" fmla="*/ 4452929 w 4746892"/>
                <a:gd name="csY4" fmla="*/ 1796686 h 4220527"/>
                <a:gd name="csX5" fmla="*/ 2642912 w 4746892"/>
                <a:gd name="csY5" fmla="*/ 2628154 h 4220527"/>
                <a:gd name="csX6" fmla="*/ 8594 w 4746892"/>
                <a:gd name="csY6" fmla="*/ 4213311 h 4220527"/>
                <a:gd name="csX0" fmla="*/ 8594 w 4693867"/>
                <a:gd name="csY0" fmla="*/ 4136922 h 4144138"/>
                <a:gd name="csX1" fmla="*/ 1738740 w 4693867"/>
                <a:gd name="csY1" fmla="*/ 1760454 h 4144138"/>
                <a:gd name="csX2" fmla="*/ 2599988 w 4693867"/>
                <a:gd name="csY2" fmla="*/ 184577 h 4144138"/>
                <a:gd name="csX3" fmla="*/ 4389395 w 4693867"/>
                <a:gd name="csY3" fmla="*/ 77394 h 4144138"/>
                <a:gd name="csX4" fmla="*/ 4452929 w 4693867"/>
                <a:gd name="csY4" fmla="*/ 1720297 h 4144138"/>
                <a:gd name="csX5" fmla="*/ 2642912 w 4693867"/>
                <a:gd name="csY5" fmla="*/ 2551765 h 4144138"/>
                <a:gd name="csX6" fmla="*/ 8594 w 4693867"/>
                <a:gd name="csY6" fmla="*/ 4136922 h 4144138"/>
                <a:gd name="csX0" fmla="*/ 8594 w 4699247"/>
                <a:gd name="csY0" fmla="*/ 4098901 h 4106117"/>
                <a:gd name="csX1" fmla="*/ 1738740 w 4699247"/>
                <a:gd name="csY1" fmla="*/ 1722433 h 4106117"/>
                <a:gd name="csX2" fmla="*/ 2599988 w 4699247"/>
                <a:gd name="csY2" fmla="*/ 146556 h 4106117"/>
                <a:gd name="csX3" fmla="*/ 4409070 w 4699247"/>
                <a:gd name="csY3" fmla="*/ 115412 h 4106117"/>
                <a:gd name="csX4" fmla="*/ 4452929 w 4699247"/>
                <a:gd name="csY4" fmla="*/ 1682276 h 4106117"/>
                <a:gd name="csX5" fmla="*/ 2642912 w 4699247"/>
                <a:gd name="csY5" fmla="*/ 2513744 h 4106117"/>
                <a:gd name="csX6" fmla="*/ 8594 w 4699247"/>
                <a:gd name="csY6" fmla="*/ 4098901 h 4106117"/>
                <a:gd name="csX0" fmla="*/ 8594 w 4703971"/>
                <a:gd name="csY0" fmla="*/ 4107920 h 4115136"/>
                <a:gd name="csX1" fmla="*/ 1738740 w 4703971"/>
                <a:gd name="csY1" fmla="*/ 1731452 h 4115136"/>
                <a:gd name="csX2" fmla="*/ 2599988 w 4703971"/>
                <a:gd name="csY2" fmla="*/ 155575 h 4115136"/>
                <a:gd name="csX3" fmla="*/ 4409070 w 4703971"/>
                <a:gd name="csY3" fmla="*/ 124431 h 4115136"/>
                <a:gd name="csX4" fmla="*/ 4452929 w 4703971"/>
                <a:gd name="csY4" fmla="*/ 1691295 h 4115136"/>
                <a:gd name="csX5" fmla="*/ 2642912 w 4703971"/>
                <a:gd name="csY5" fmla="*/ 2522763 h 4115136"/>
                <a:gd name="csX6" fmla="*/ 8594 w 4703971"/>
                <a:gd name="csY6" fmla="*/ 4107920 h 4115136"/>
                <a:gd name="csX0" fmla="*/ 8594 w 4703971"/>
                <a:gd name="csY0" fmla="*/ 4195888 h 4203104"/>
                <a:gd name="csX1" fmla="*/ 1738740 w 4703971"/>
                <a:gd name="csY1" fmla="*/ 1819420 h 4203104"/>
                <a:gd name="csX2" fmla="*/ 2599988 w 4703971"/>
                <a:gd name="csY2" fmla="*/ 243543 h 4203104"/>
                <a:gd name="csX3" fmla="*/ 4409070 w 4703971"/>
                <a:gd name="csY3" fmla="*/ 212399 h 4203104"/>
                <a:gd name="csX4" fmla="*/ 4452929 w 4703971"/>
                <a:gd name="csY4" fmla="*/ 1779263 h 4203104"/>
                <a:gd name="csX5" fmla="*/ 2642912 w 4703971"/>
                <a:gd name="csY5" fmla="*/ 2610731 h 4203104"/>
                <a:gd name="csX6" fmla="*/ 8594 w 4703971"/>
                <a:gd name="csY6" fmla="*/ 4195888 h 4203104"/>
                <a:gd name="csX0" fmla="*/ 8594 w 4703971"/>
                <a:gd name="csY0" fmla="*/ 4213778 h 4220994"/>
                <a:gd name="csX1" fmla="*/ 1738740 w 4703971"/>
                <a:gd name="csY1" fmla="*/ 1837310 h 4220994"/>
                <a:gd name="csX2" fmla="*/ 2599988 w 4703971"/>
                <a:gd name="csY2" fmla="*/ 261433 h 4220994"/>
                <a:gd name="csX3" fmla="*/ 4409070 w 4703971"/>
                <a:gd name="csY3" fmla="*/ 230289 h 4220994"/>
                <a:gd name="csX4" fmla="*/ 4452929 w 4703971"/>
                <a:gd name="csY4" fmla="*/ 1797153 h 4220994"/>
                <a:gd name="csX5" fmla="*/ 2642912 w 4703971"/>
                <a:gd name="csY5" fmla="*/ 2628621 h 4220994"/>
                <a:gd name="csX6" fmla="*/ 8594 w 4703971"/>
                <a:gd name="csY6" fmla="*/ 4213778 h 4220994"/>
                <a:gd name="csX0" fmla="*/ 8594 w 4855548"/>
                <a:gd name="csY0" fmla="*/ 4390510 h 4397726"/>
                <a:gd name="csX1" fmla="*/ 1738740 w 4855548"/>
                <a:gd name="csY1" fmla="*/ 2014042 h 4397726"/>
                <a:gd name="csX2" fmla="*/ 2599988 w 4855548"/>
                <a:gd name="csY2" fmla="*/ 438165 h 4397726"/>
                <a:gd name="csX3" fmla="*/ 4756647 w 4855548"/>
                <a:gd name="csY3" fmla="*/ 26825 h 4397726"/>
                <a:gd name="csX4" fmla="*/ 4452929 w 4855548"/>
                <a:gd name="csY4" fmla="*/ 1973885 h 4397726"/>
                <a:gd name="csX5" fmla="*/ 2642912 w 4855548"/>
                <a:gd name="csY5" fmla="*/ 2805353 h 4397726"/>
                <a:gd name="csX6" fmla="*/ 8594 w 4855548"/>
                <a:gd name="csY6" fmla="*/ 4390510 h 4397726"/>
                <a:gd name="csX0" fmla="*/ 8594 w 5018748"/>
                <a:gd name="csY0" fmla="*/ 4545598 h 4552814"/>
                <a:gd name="csX1" fmla="*/ 1738740 w 5018748"/>
                <a:gd name="csY1" fmla="*/ 2169130 h 4552814"/>
                <a:gd name="csX2" fmla="*/ 2599988 w 5018748"/>
                <a:gd name="csY2" fmla="*/ 593253 h 4552814"/>
                <a:gd name="csX3" fmla="*/ 4973062 w 5018748"/>
                <a:gd name="csY3" fmla="*/ 18136 h 4552814"/>
                <a:gd name="csX4" fmla="*/ 4452929 w 5018748"/>
                <a:gd name="csY4" fmla="*/ 2128973 h 4552814"/>
                <a:gd name="csX5" fmla="*/ 2642912 w 5018748"/>
                <a:gd name="csY5" fmla="*/ 2960441 h 4552814"/>
                <a:gd name="csX6" fmla="*/ 8594 w 5018748"/>
                <a:gd name="csY6" fmla="*/ 4545598 h 4552814"/>
                <a:gd name="csX0" fmla="*/ 8594 w 5002691"/>
                <a:gd name="csY0" fmla="*/ 4537753 h 4544969"/>
                <a:gd name="csX1" fmla="*/ 1738740 w 5002691"/>
                <a:gd name="csY1" fmla="*/ 2161285 h 4544969"/>
                <a:gd name="csX2" fmla="*/ 2599988 w 5002691"/>
                <a:gd name="csY2" fmla="*/ 585408 h 4544969"/>
                <a:gd name="csX3" fmla="*/ 4973062 w 5002691"/>
                <a:gd name="csY3" fmla="*/ 10291 h 4544969"/>
                <a:gd name="csX4" fmla="*/ 4452929 w 5002691"/>
                <a:gd name="csY4" fmla="*/ 2121128 h 4544969"/>
                <a:gd name="csX5" fmla="*/ 2642912 w 5002691"/>
                <a:gd name="csY5" fmla="*/ 2952596 h 4544969"/>
                <a:gd name="csX6" fmla="*/ 8594 w 5002691"/>
                <a:gd name="csY6" fmla="*/ 4537753 h 4544969"/>
                <a:gd name="csX0" fmla="*/ 8594 w 4705059"/>
                <a:gd name="csY0" fmla="*/ 4122711 h 4129927"/>
                <a:gd name="csX1" fmla="*/ 1738740 w 4705059"/>
                <a:gd name="csY1" fmla="*/ 1746243 h 4129927"/>
                <a:gd name="csX2" fmla="*/ 2599988 w 4705059"/>
                <a:gd name="csY2" fmla="*/ 170366 h 4129927"/>
                <a:gd name="csX3" fmla="*/ 4446032 w 4705059"/>
                <a:gd name="csY3" fmla="*/ 89415 h 4129927"/>
                <a:gd name="csX4" fmla="*/ 4452929 w 4705059"/>
                <a:gd name="csY4" fmla="*/ 1706086 h 4129927"/>
                <a:gd name="csX5" fmla="*/ 2642912 w 4705059"/>
                <a:gd name="csY5" fmla="*/ 2537554 h 4129927"/>
                <a:gd name="csX6" fmla="*/ 8594 w 4705059"/>
                <a:gd name="csY6" fmla="*/ 4122711 h 4129927"/>
                <a:gd name="csX0" fmla="*/ 8594 w 4596663"/>
                <a:gd name="csY0" fmla="*/ 4215533 h 4224499"/>
                <a:gd name="csX1" fmla="*/ 1738740 w 4596663"/>
                <a:gd name="csY1" fmla="*/ 1839065 h 4224499"/>
                <a:gd name="csX2" fmla="*/ 2599988 w 4596663"/>
                <a:gd name="csY2" fmla="*/ 263188 h 4224499"/>
                <a:gd name="csX3" fmla="*/ 4446032 w 4596663"/>
                <a:gd name="csY3" fmla="*/ 182237 h 4224499"/>
                <a:gd name="csX4" fmla="*/ 4129398 w 4596663"/>
                <a:gd name="csY4" fmla="*/ 2079669 h 4224499"/>
                <a:gd name="csX5" fmla="*/ 2642912 w 4596663"/>
                <a:gd name="csY5" fmla="*/ 2630376 h 4224499"/>
                <a:gd name="csX6" fmla="*/ 8594 w 4596663"/>
                <a:gd name="csY6" fmla="*/ 4215533 h 4224499"/>
                <a:gd name="csX0" fmla="*/ 10635 w 4618520"/>
                <a:gd name="csY0" fmla="*/ 4140860 h 4149826"/>
                <a:gd name="csX1" fmla="*/ 1740781 w 4618520"/>
                <a:gd name="csY1" fmla="*/ 1764392 h 4149826"/>
                <a:gd name="csX2" fmla="*/ 2330962 w 4618520"/>
                <a:gd name="csY2" fmla="*/ 399085 h 4149826"/>
                <a:gd name="csX3" fmla="*/ 4448073 w 4618520"/>
                <a:gd name="csY3" fmla="*/ 107564 h 4149826"/>
                <a:gd name="csX4" fmla="*/ 4131439 w 4618520"/>
                <a:gd name="csY4" fmla="*/ 2004996 h 4149826"/>
                <a:gd name="csX5" fmla="*/ 2644953 w 4618520"/>
                <a:gd name="csY5" fmla="*/ 2555703 h 4149826"/>
                <a:gd name="csX6" fmla="*/ 10635 w 4618520"/>
                <a:gd name="csY6" fmla="*/ 4140860 h 4149826"/>
                <a:gd name="csX0" fmla="*/ 2473 w 4610358"/>
                <a:gd name="csY0" fmla="*/ 4148168 h 4152706"/>
                <a:gd name="csX1" fmla="*/ 2161081 w 4610358"/>
                <a:gd name="csY1" fmla="*/ 2013468 h 4152706"/>
                <a:gd name="csX2" fmla="*/ 2322800 w 4610358"/>
                <a:gd name="csY2" fmla="*/ 406393 h 4152706"/>
                <a:gd name="csX3" fmla="*/ 4439911 w 4610358"/>
                <a:gd name="csY3" fmla="*/ 114872 h 4152706"/>
                <a:gd name="csX4" fmla="*/ 4123277 w 4610358"/>
                <a:gd name="csY4" fmla="*/ 2012304 h 4152706"/>
                <a:gd name="csX5" fmla="*/ 2636791 w 4610358"/>
                <a:gd name="csY5" fmla="*/ 2563011 h 4152706"/>
                <a:gd name="csX6" fmla="*/ 2473 w 4610358"/>
                <a:gd name="csY6" fmla="*/ 4148168 h 4152706"/>
                <a:gd name="csX0" fmla="*/ 400 w 4608285"/>
                <a:gd name="csY0" fmla="*/ 4148168 h 4148397"/>
                <a:gd name="csX1" fmla="*/ 2159008 w 4608285"/>
                <a:gd name="csY1" fmla="*/ 2013468 h 4148397"/>
                <a:gd name="csX2" fmla="*/ 2320727 w 4608285"/>
                <a:gd name="csY2" fmla="*/ 406393 h 4148397"/>
                <a:gd name="csX3" fmla="*/ 4437838 w 4608285"/>
                <a:gd name="csY3" fmla="*/ 114872 h 4148397"/>
                <a:gd name="csX4" fmla="*/ 4121204 w 4608285"/>
                <a:gd name="csY4" fmla="*/ 2012304 h 4148397"/>
                <a:gd name="csX5" fmla="*/ 2346163 w 4608285"/>
                <a:gd name="csY5" fmla="*/ 2149669 h 4148397"/>
                <a:gd name="csX6" fmla="*/ 400 w 4608285"/>
                <a:gd name="csY6" fmla="*/ 4148168 h 4148397"/>
                <a:gd name="csX0" fmla="*/ 400 w 4547161"/>
                <a:gd name="csY0" fmla="*/ 4069645 h 4069874"/>
                <a:gd name="csX1" fmla="*/ 2159008 w 4547161"/>
                <a:gd name="csY1" fmla="*/ 1934945 h 4069874"/>
                <a:gd name="csX2" fmla="*/ 2320727 w 4547161"/>
                <a:gd name="csY2" fmla="*/ 327870 h 4069874"/>
                <a:gd name="csX3" fmla="*/ 4437838 w 4547161"/>
                <a:gd name="csY3" fmla="*/ 36349 h 4069874"/>
                <a:gd name="csX4" fmla="*/ 4121204 w 4547161"/>
                <a:gd name="csY4" fmla="*/ 1933781 h 4069874"/>
                <a:gd name="csX5" fmla="*/ 2346163 w 4547161"/>
                <a:gd name="csY5" fmla="*/ 2071146 h 4069874"/>
                <a:gd name="csX6" fmla="*/ 400 w 4547161"/>
                <a:gd name="csY6" fmla="*/ 4069645 h 4069874"/>
                <a:gd name="csX0" fmla="*/ 536 w 3991476"/>
                <a:gd name="csY0" fmla="*/ 3539321 h 3539632"/>
                <a:gd name="csX1" fmla="*/ 1603323 w 3991476"/>
                <a:gd name="csY1" fmla="*/ 1934945 h 3539632"/>
                <a:gd name="csX2" fmla="*/ 1765042 w 3991476"/>
                <a:gd name="csY2" fmla="*/ 327870 h 3539632"/>
                <a:gd name="csX3" fmla="*/ 3882153 w 3991476"/>
                <a:gd name="csY3" fmla="*/ 36349 h 3539632"/>
                <a:gd name="csX4" fmla="*/ 3565519 w 3991476"/>
                <a:gd name="csY4" fmla="*/ 1933781 h 3539632"/>
                <a:gd name="csX5" fmla="*/ 1790478 w 3991476"/>
                <a:gd name="csY5" fmla="*/ 2071146 h 3539632"/>
                <a:gd name="csX6" fmla="*/ 536 w 3991476"/>
                <a:gd name="csY6" fmla="*/ 3539321 h 3539632"/>
                <a:gd name="csX0" fmla="*/ 527 w 4017318"/>
                <a:gd name="csY0" fmla="*/ 3573908 h 3574212"/>
                <a:gd name="csX1" fmla="*/ 1629165 w 4017318"/>
                <a:gd name="csY1" fmla="*/ 1934945 h 3574212"/>
                <a:gd name="csX2" fmla="*/ 1790884 w 4017318"/>
                <a:gd name="csY2" fmla="*/ 327870 h 3574212"/>
                <a:gd name="csX3" fmla="*/ 3907995 w 4017318"/>
                <a:gd name="csY3" fmla="*/ 36349 h 3574212"/>
                <a:gd name="csX4" fmla="*/ 3591361 w 4017318"/>
                <a:gd name="csY4" fmla="*/ 1933781 h 3574212"/>
                <a:gd name="csX5" fmla="*/ 1816320 w 4017318"/>
                <a:gd name="csY5" fmla="*/ 2071146 h 3574212"/>
                <a:gd name="csX6" fmla="*/ 527 w 4017318"/>
                <a:gd name="csY6" fmla="*/ 3573908 h 3574212"/>
                <a:gd name="csX0" fmla="*/ 3641 w 4020432"/>
                <a:gd name="csY0" fmla="*/ 3573908 h 3577567"/>
                <a:gd name="csX1" fmla="*/ 1632279 w 4020432"/>
                <a:gd name="csY1" fmla="*/ 1934945 h 3577567"/>
                <a:gd name="csX2" fmla="*/ 1793998 w 4020432"/>
                <a:gd name="csY2" fmla="*/ 327870 h 3577567"/>
                <a:gd name="csX3" fmla="*/ 3911109 w 4020432"/>
                <a:gd name="csY3" fmla="*/ 36349 h 3577567"/>
                <a:gd name="csX4" fmla="*/ 3594475 w 4020432"/>
                <a:gd name="csY4" fmla="*/ 1933781 h 3577567"/>
                <a:gd name="csX5" fmla="*/ 1819434 w 4020432"/>
                <a:gd name="csY5" fmla="*/ 2071146 h 3577567"/>
                <a:gd name="csX6" fmla="*/ 3641 w 4020432"/>
                <a:gd name="csY6" fmla="*/ 3573908 h 3577567"/>
                <a:gd name="csX0" fmla="*/ 11923 w 4028714"/>
                <a:gd name="csY0" fmla="*/ 3573908 h 3583559"/>
                <a:gd name="csX1" fmla="*/ 1640561 w 4028714"/>
                <a:gd name="csY1" fmla="*/ 1934945 h 3583559"/>
                <a:gd name="csX2" fmla="*/ 1802280 w 4028714"/>
                <a:gd name="csY2" fmla="*/ 327870 h 3583559"/>
                <a:gd name="csX3" fmla="*/ 3919391 w 4028714"/>
                <a:gd name="csY3" fmla="*/ 36349 h 3583559"/>
                <a:gd name="csX4" fmla="*/ 3602757 w 4028714"/>
                <a:gd name="csY4" fmla="*/ 1933781 h 3583559"/>
                <a:gd name="csX5" fmla="*/ 1827716 w 4028714"/>
                <a:gd name="csY5" fmla="*/ 2071146 h 3583559"/>
                <a:gd name="csX6" fmla="*/ 11923 w 4028714"/>
                <a:gd name="csY6" fmla="*/ 3573908 h 3583559"/>
                <a:gd name="csX0" fmla="*/ 1130 w 4017921"/>
                <a:gd name="csY0" fmla="*/ 3573908 h 3577714"/>
                <a:gd name="csX1" fmla="*/ 1629768 w 4017921"/>
                <a:gd name="csY1" fmla="*/ 1934945 h 3577714"/>
                <a:gd name="csX2" fmla="*/ 1791487 w 4017921"/>
                <a:gd name="csY2" fmla="*/ 327870 h 3577714"/>
                <a:gd name="csX3" fmla="*/ 3908598 w 4017921"/>
                <a:gd name="csY3" fmla="*/ 36349 h 3577714"/>
                <a:gd name="csX4" fmla="*/ 3591964 w 4017921"/>
                <a:gd name="csY4" fmla="*/ 1933781 h 3577714"/>
                <a:gd name="csX5" fmla="*/ 1906115 w 4017921"/>
                <a:gd name="csY5" fmla="*/ 2373434 h 3577714"/>
                <a:gd name="csX6" fmla="*/ 1130 w 4017921"/>
                <a:gd name="csY6" fmla="*/ 3573908 h 3577714"/>
                <a:gd name="csX0" fmla="*/ 434 w 4017225"/>
                <a:gd name="csY0" fmla="*/ 3573908 h 3574428"/>
                <a:gd name="csX1" fmla="*/ 1629072 w 4017225"/>
                <a:gd name="csY1" fmla="*/ 1934945 h 3574428"/>
                <a:gd name="csX2" fmla="*/ 1790791 w 4017225"/>
                <a:gd name="csY2" fmla="*/ 327870 h 3574428"/>
                <a:gd name="csX3" fmla="*/ 3907902 w 4017225"/>
                <a:gd name="csY3" fmla="*/ 36349 h 3574428"/>
                <a:gd name="csX4" fmla="*/ 3591268 w 4017225"/>
                <a:gd name="csY4" fmla="*/ 1933781 h 3574428"/>
                <a:gd name="csX5" fmla="*/ 1798394 w 4017225"/>
                <a:gd name="csY5" fmla="*/ 2110926 h 3574428"/>
                <a:gd name="csX6" fmla="*/ 434 w 4017225"/>
                <a:gd name="csY6" fmla="*/ 3573908 h 3574428"/>
                <a:gd name="csX0" fmla="*/ 434 w 4017225"/>
                <a:gd name="csY0" fmla="*/ 3573908 h 3574310"/>
                <a:gd name="csX1" fmla="*/ 1629072 w 4017225"/>
                <a:gd name="csY1" fmla="*/ 1934945 h 3574310"/>
                <a:gd name="csX2" fmla="*/ 1790791 w 4017225"/>
                <a:gd name="csY2" fmla="*/ 327870 h 3574310"/>
                <a:gd name="csX3" fmla="*/ 3907902 w 4017225"/>
                <a:gd name="csY3" fmla="*/ 36349 h 3574310"/>
                <a:gd name="csX4" fmla="*/ 3591268 w 4017225"/>
                <a:gd name="csY4" fmla="*/ 1933781 h 3574310"/>
                <a:gd name="csX5" fmla="*/ 1798394 w 4017225"/>
                <a:gd name="csY5" fmla="*/ 2110926 h 3574310"/>
                <a:gd name="csX6" fmla="*/ 434 w 4017225"/>
                <a:gd name="csY6" fmla="*/ 3573908 h 3574310"/>
                <a:gd name="csX0" fmla="*/ 434 w 4017225"/>
                <a:gd name="csY0" fmla="*/ 3573908 h 3576627"/>
                <a:gd name="csX1" fmla="*/ 1629072 w 4017225"/>
                <a:gd name="csY1" fmla="*/ 1934945 h 3576627"/>
                <a:gd name="csX2" fmla="*/ 1790791 w 4017225"/>
                <a:gd name="csY2" fmla="*/ 327870 h 3576627"/>
                <a:gd name="csX3" fmla="*/ 3907902 w 4017225"/>
                <a:gd name="csY3" fmla="*/ 36349 h 3576627"/>
                <a:gd name="csX4" fmla="*/ 3591268 w 4017225"/>
                <a:gd name="csY4" fmla="*/ 1933781 h 3576627"/>
                <a:gd name="csX5" fmla="*/ 1798395 w 4017225"/>
                <a:gd name="csY5" fmla="*/ 2365482 h 3576627"/>
                <a:gd name="csX6" fmla="*/ 434 w 4017225"/>
                <a:gd name="csY6" fmla="*/ 3573908 h 3576627"/>
                <a:gd name="csX0" fmla="*/ 434 w 4017225"/>
                <a:gd name="csY0" fmla="*/ 3573908 h 3576355"/>
                <a:gd name="csX1" fmla="*/ 1629072 w 4017225"/>
                <a:gd name="csY1" fmla="*/ 1934945 h 3576355"/>
                <a:gd name="csX2" fmla="*/ 1790791 w 4017225"/>
                <a:gd name="csY2" fmla="*/ 327870 h 3576355"/>
                <a:gd name="csX3" fmla="*/ 3907902 w 4017225"/>
                <a:gd name="csY3" fmla="*/ 36349 h 3576355"/>
                <a:gd name="csX4" fmla="*/ 3591268 w 4017225"/>
                <a:gd name="csY4" fmla="*/ 1933781 h 3576355"/>
                <a:gd name="csX5" fmla="*/ 1798395 w 4017225"/>
                <a:gd name="csY5" fmla="*/ 2365482 h 3576355"/>
                <a:gd name="csX6" fmla="*/ 434 w 4017225"/>
                <a:gd name="csY6" fmla="*/ 3573908 h 3576355"/>
                <a:gd name="csX0" fmla="*/ 434 w 4017225"/>
                <a:gd name="csY0" fmla="*/ 3573908 h 3583502"/>
                <a:gd name="csX1" fmla="*/ 1629072 w 4017225"/>
                <a:gd name="csY1" fmla="*/ 1934945 h 3583502"/>
                <a:gd name="csX2" fmla="*/ 1790791 w 4017225"/>
                <a:gd name="csY2" fmla="*/ 327870 h 3583502"/>
                <a:gd name="csX3" fmla="*/ 3907902 w 4017225"/>
                <a:gd name="csY3" fmla="*/ 36349 h 3583502"/>
                <a:gd name="csX4" fmla="*/ 3591268 w 4017225"/>
                <a:gd name="csY4" fmla="*/ 1933781 h 3583502"/>
                <a:gd name="csX5" fmla="*/ 1798396 w 4017225"/>
                <a:gd name="csY5" fmla="*/ 2715497 h 3583502"/>
                <a:gd name="csX6" fmla="*/ 434 w 4017225"/>
                <a:gd name="csY6" fmla="*/ 3573908 h 3583502"/>
                <a:gd name="csX0" fmla="*/ 20204 w 4036995"/>
                <a:gd name="csY0" fmla="*/ 3574326 h 3583563"/>
                <a:gd name="csX1" fmla="*/ 908564 w 4036995"/>
                <a:gd name="csY1" fmla="*/ 1951275 h 3583563"/>
                <a:gd name="csX2" fmla="*/ 1810561 w 4036995"/>
                <a:gd name="csY2" fmla="*/ 328288 h 3583563"/>
                <a:gd name="csX3" fmla="*/ 3927672 w 4036995"/>
                <a:gd name="csY3" fmla="*/ 36767 h 3583563"/>
                <a:gd name="csX4" fmla="*/ 3611038 w 4036995"/>
                <a:gd name="csY4" fmla="*/ 1934199 h 3583563"/>
                <a:gd name="csX5" fmla="*/ 1818166 w 4036995"/>
                <a:gd name="csY5" fmla="*/ 2715915 h 3583563"/>
                <a:gd name="csX6" fmla="*/ 20204 w 4036995"/>
                <a:gd name="csY6" fmla="*/ 3574326 h 3583563"/>
                <a:gd name="csX0" fmla="*/ 12549 w 4029340"/>
                <a:gd name="csY0" fmla="*/ 3574326 h 3583563"/>
                <a:gd name="csX1" fmla="*/ 900909 w 4029340"/>
                <a:gd name="csY1" fmla="*/ 1951275 h 3583563"/>
                <a:gd name="csX2" fmla="*/ 1802906 w 4029340"/>
                <a:gd name="csY2" fmla="*/ 328288 h 3583563"/>
                <a:gd name="csX3" fmla="*/ 3920017 w 4029340"/>
                <a:gd name="csY3" fmla="*/ 36767 h 3583563"/>
                <a:gd name="csX4" fmla="*/ 3603383 w 4029340"/>
                <a:gd name="csY4" fmla="*/ 1934199 h 3583563"/>
                <a:gd name="csX5" fmla="*/ 1810511 w 4029340"/>
                <a:gd name="csY5" fmla="*/ 2715915 h 3583563"/>
                <a:gd name="csX6" fmla="*/ 12549 w 4029340"/>
                <a:gd name="csY6" fmla="*/ 3574326 h 3583563"/>
                <a:gd name="csX0" fmla="*/ 2018 w 4018809"/>
                <a:gd name="csY0" fmla="*/ 3573908 h 3583502"/>
                <a:gd name="csX1" fmla="*/ 1389840 w 4018809"/>
                <a:gd name="csY1" fmla="*/ 1934947 h 3583502"/>
                <a:gd name="csX2" fmla="*/ 1792375 w 4018809"/>
                <a:gd name="csY2" fmla="*/ 327870 h 3583502"/>
                <a:gd name="csX3" fmla="*/ 3909486 w 4018809"/>
                <a:gd name="csY3" fmla="*/ 36349 h 3583502"/>
                <a:gd name="csX4" fmla="*/ 3592852 w 4018809"/>
                <a:gd name="csY4" fmla="*/ 1933781 h 3583502"/>
                <a:gd name="csX5" fmla="*/ 1799980 w 4018809"/>
                <a:gd name="csY5" fmla="*/ 2715497 h 3583502"/>
                <a:gd name="csX6" fmla="*/ 2018 w 4018809"/>
                <a:gd name="csY6" fmla="*/ 3573908 h 3583502"/>
                <a:gd name="csX0" fmla="*/ 2018 w 4018809"/>
                <a:gd name="csY0" fmla="*/ 3573908 h 3575401"/>
                <a:gd name="csX1" fmla="*/ 1389840 w 4018809"/>
                <a:gd name="csY1" fmla="*/ 1934947 h 3575401"/>
                <a:gd name="csX2" fmla="*/ 1792375 w 4018809"/>
                <a:gd name="csY2" fmla="*/ 327870 h 3575401"/>
                <a:gd name="csX3" fmla="*/ 3909486 w 4018809"/>
                <a:gd name="csY3" fmla="*/ 36349 h 3575401"/>
                <a:gd name="csX4" fmla="*/ 3592852 w 4018809"/>
                <a:gd name="csY4" fmla="*/ 1933781 h 3575401"/>
                <a:gd name="csX5" fmla="*/ 1799983 w 4018809"/>
                <a:gd name="csY5" fmla="*/ 2277981 h 3575401"/>
                <a:gd name="csX6" fmla="*/ 2018 w 4018809"/>
                <a:gd name="csY6" fmla="*/ 3573908 h 3575401"/>
                <a:gd name="csX0" fmla="*/ 2279 w 4019070"/>
                <a:gd name="csY0" fmla="*/ 3573908 h 3576883"/>
                <a:gd name="csX1" fmla="*/ 1390101 w 4019070"/>
                <a:gd name="csY1" fmla="*/ 1934947 h 3576883"/>
                <a:gd name="csX2" fmla="*/ 1792636 w 4019070"/>
                <a:gd name="csY2" fmla="*/ 327870 h 3576883"/>
                <a:gd name="csX3" fmla="*/ 3909747 w 4019070"/>
                <a:gd name="csY3" fmla="*/ 36349 h 3576883"/>
                <a:gd name="csX4" fmla="*/ 3593113 w 4019070"/>
                <a:gd name="csY4" fmla="*/ 1933781 h 3576883"/>
                <a:gd name="csX5" fmla="*/ 1827004 w 4019070"/>
                <a:gd name="csY5" fmla="*/ 2405261 h 3576883"/>
                <a:gd name="csX6" fmla="*/ 2279 w 4019070"/>
                <a:gd name="csY6" fmla="*/ 3573908 h 3576883"/>
                <a:gd name="csX0" fmla="*/ 3304 w 4020095"/>
                <a:gd name="csY0" fmla="*/ 3573700 h 3576772"/>
                <a:gd name="csX1" fmla="*/ 1310858 w 4020095"/>
                <a:gd name="csY1" fmla="*/ 1926786 h 3576772"/>
                <a:gd name="csX2" fmla="*/ 1793661 w 4020095"/>
                <a:gd name="csY2" fmla="*/ 327662 h 3576772"/>
                <a:gd name="csX3" fmla="*/ 3910772 w 4020095"/>
                <a:gd name="csY3" fmla="*/ 36141 h 3576772"/>
                <a:gd name="csX4" fmla="*/ 3594138 w 4020095"/>
                <a:gd name="csY4" fmla="*/ 1933573 h 3576772"/>
                <a:gd name="csX5" fmla="*/ 1828029 w 4020095"/>
                <a:gd name="csY5" fmla="*/ 2405053 h 3576772"/>
                <a:gd name="csX6" fmla="*/ 3304 w 4020095"/>
                <a:gd name="csY6" fmla="*/ 3573700 h 3576772"/>
                <a:gd name="csX0" fmla="*/ 3254 w 4020045"/>
                <a:gd name="csY0" fmla="*/ 3573700 h 3576772"/>
                <a:gd name="csX1" fmla="*/ 1310808 w 4020045"/>
                <a:gd name="csY1" fmla="*/ 1926786 h 3576772"/>
                <a:gd name="csX2" fmla="*/ 1793611 w 4020045"/>
                <a:gd name="csY2" fmla="*/ 327662 h 3576772"/>
                <a:gd name="csX3" fmla="*/ 3910722 w 4020045"/>
                <a:gd name="csY3" fmla="*/ 36141 h 3576772"/>
                <a:gd name="csX4" fmla="*/ 3594088 w 4020045"/>
                <a:gd name="csY4" fmla="*/ 1933573 h 3576772"/>
                <a:gd name="csX5" fmla="*/ 1827979 w 4020045"/>
                <a:gd name="csY5" fmla="*/ 2405053 h 3576772"/>
                <a:gd name="csX6" fmla="*/ 3254 w 4020045"/>
                <a:gd name="csY6" fmla="*/ 3573700 h 35767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020045" h="3576772">
                  <a:moveTo>
                    <a:pt x="3254" y="3573700"/>
                  </a:moveTo>
                  <a:cubicBezTo>
                    <a:pt x="-82941" y="3493989"/>
                    <a:pt x="1574310" y="2340515"/>
                    <a:pt x="1310808" y="1926786"/>
                  </a:cubicBezTo>
                  <a:cubicBezTo>
                    <a:pt x="1047306" y="1513057"/>
                    <a:pt x="1360292" y="642769"/>
                    <a:pt x="1793611" y="327662"/>
                  </a:cubicBezTo>
                  <a:cubicBezTo>
                    <a:pt x="2226930" y="12555"/>
                    <a:pt x="3750548" y="-52136"/>
                    <a:pt x="3910722" y="36141"/>
                  </a:cubicBezTo>
                  <a:cubicBezTo>
                    <a:pt x="4070896" y="124418"/>
                    <a:pt x="4120351" y="1358027"/>
                    <a:pt x="3594088" y="1933573"/>
                  </a:cubicBezTo>
                  <a:cubicBezTo>
                    <a:pt x="3171099" y="2391895"/>
                    <a:pt x="2301583" y="2656718"/>
                    <a:pt x="1827979" y="2405053"/>
                  </a:cubicBezTo>
                  <a:cubicBezTo>
                    <a:pt x="1354375" y="2153388"/>
                    <a:pt x="89449" y="3653411"/>
                    <a:pt x="3254" y="3573700"/>
                  </a:cubicBezTo>
                  <a:close/>
                </a:path>
              </a:pathLst>
            </a:custGeom>
            <a:noFill/>
            <a:ln>
              <a:solidFill>
                <a:srgbClr val="0C26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4" name="Freeform 1023">
              <a:extLst>
                <a:ext uri="{FF2B5EF4-FFF2-40B4-BE49-F238E27FC236}">
                  <a16:creationId xmlns:a16="http://schemas.microsoft.com/office/drawing/2014/main" id="{26A1327E-B72E-00A0-EC95-22015A140961}"/>
                </a:ext>
              </a:extLst>
            </p:cNvPr>
            <p:cNvSpPr/>
            <p:nvPr userDrawn="1"/>
          </p:nvSpPr>
          <p:spPr>
            <a:xfrm rot="16200000">
              <a:off x="6538679" y="1584519"/>
              <a:ext cx="2615869" cy="2682267"/>
            </a:xfrm>
            <a:custGeom>
              <a:avLst/>
              <a:gdLst>
                <a:gd name="csX0" fmla="*/ 1893 w 3484511"/>
                <a:gd name="csY0" fmla="*/ 3509215 h 3511799"/>
                <a:gd name="csX1" fmla="*/ 1514170 w 3484511"/>
                <a:gd name="csY1" fmla="*/ 1703861 h 3511799"/>
                <a:gd name="csX2" fmla="*/ 2029985 w 3484511"/>
                <a:gd name="csY2" fmla="*/ 226753 h 3511799"/>
                <a:gd name="csX3" fmla="*/ 3378139 w 3484511"/>
                <a:gd name="csY3" fmla="*/ 144692 h 3511799"/>
                <a:gd name="csX4" fmla="*/ 3225739 w 3484511"/>
                <a:gd name="csY4" fmla="*/ 1586630 h 3511799"/>
                <a:gd name="csX5" fmla="*/ 1854139 w 3484511"/>
                <a:gd name="csY5" fmla="*/ 2090723 h 3511799"/>
                <a:gd name="csX6" fmla="*/ 1893 w 3484511"/>
                <a:gd name="csY6" fmla="*/ 3509215 h 3511799"/>
                <a:gd name="csX0" fmla="*/ 1352 w 4094215"/>
                <a:gd name="csY0" fmla="*/ 4103738 h 4105568"/>
                <a:gd name="csX1" fmla="*/ 2123874 w 4094215"/>
                <a:gd name="csY1" fmla="*/ 1703861 h 4105568"/>
                <a:gd name="csX2" fmla="*/ 2639689 w 4094215"/>
                <a:gd name="csY2" fmla="*/ 226753 h 4105568"/>
                <a:gd name="csX3" fmla="*/ 3987843 w 4094215"/>
                <a:gd name="csY3" fmla="*/ 144692 h 4105568"/>
                <a:gd name="csX4" fmla="*/ 3835443 w 4094215"/>
                <a:gd name="csY4" fmla="*/ 1586630 h 4105568"/>
                <a:gd name="csX5" fmla="*/ 2463843 w 4094215"/>
                <a:gd name="csY5" fmla="*/ 2090723 h 4105568"/>
                <a:gd name="csX6" fmla="*/ 1352 w 4094215"/>
                <a:gd name="csY6" fmla="*/ 4103738 h 4105568"/>
                <a:gd name="csX0" fmla="*/ 1978 w 4094841"/>
                <a:gd name="csY0" fmla="*/ 4101966 h 4104114"/>
                <a:gd name="csX1" fmla="*/ 2058783 w 4094841"/>
                <a:gd name="csY1" fmla="*/ 1668597 h 4104114"/>
                <a:gd name="csX2" fmla="*/ 2640315 w 4094841"/>
                <a:gd name="csY2" fmla="*/ 224981 h 4104114"/>
                <a:gd name="csX3" fmla="*/ 3988469 w 4094841"/>
                <a:gd name="csY3" fmla="*/ 142920 h 4104114"/>
                <a:gd name="csX4" fmla="*/ 3836069 w 4094841"/>
                <a:gd name="csY4" fmla="*/ 1584858 h 4104114"/>
                <a:gd name="csX5" fmla="*/ 2464469 w 4094841"/>
                <a:gd name="csY5" fmla="*/ 2088951 h 4104114"/>
                <a:gd name="csX6" fmla="*/ 1978 w 4094841"/>
                <a:gd name="csY6" fmla="*/ 4101966 h 4104114"/>
                <a:gd name="csX0" fmla="*/ 1943 w 4132359"/>
                <a:gd name="csY0" fmla="*/ 3750277 h 3752868"/>
                <a:gd name="csX1" fmla="*/ 2096301 w 4132359"/>
                <a:gd name="csY1" fmla="*/ 1668597 h 3752868"/>
                <a:gd name="csX2" fmla="*/ 2677833 w 4132359"/>
                <a:gd name="csY2" fmla="*/ 224981 h 3752868"/>
                <a:gd name="csX3" fmla="*/ 4025987 w 4132359"/>
                <a:gd name="csY3" fmla="*/ 142920 h 3752868"/>
                <a:gd name="csX4" fmla="*/ 3873587 w 4132359"/>
                <a:gd name="csY4" fmla="*/ 1584858 h 3752868"/>
                <a:gd name="csX5" fmla="*/ 2501987 w 4132359"/>
                <a:gd name="csY5" fmla="*/ 2088951 h 3752868"/>
                <a:gd name="csX6" fmla="*/ 1943 w 4132359"/>
                <a:gd name="csY6" fmla="*/ 3750277 h 3752868"/>
                <a:gd name="csX0" fmla="*/ 7123 w 4137539"/>
                <a:gd name="csY0" fmla="*/ 3776554 h 3776601"/>
                <a:gd name="csX1" fmla="*/ 1782278 w 4137539"/>
                <a:gd name="csY1" fmla="*/ 2163796 h 3776601"/>
                <a:gd name="csX2" fmla="*/ 2683013 w 4137539"/>
                <a:gd name="csY2" fmla="*/ 251258 h 3776601"/>
                <a:gd name="csX3" fmla="*/ 4031167 w 4137539"/>
                <a:gd name="csY3" fmla="*/ 169197 h 3776601"/>
                <a:gd name="csX4" fmla="*/ 3878767 w 4137539"/>
                <a:gd name="csY4" fmla="*/ 1611135 h 3776601"/>
                <a:gd name="csX5" fmla="*/ 2507167 w 4137539"/>
                <a:gd name="csY5" fmla="*/ 2115228 h 3776601"/>
                <a:gd name="csX6" fmla="*/ 7123 w 4137539"/>
                <a:gd name="csY6" fmla="*/ 3776554 h 3776601"/>
                <a:gd name="csX0" fmla="*/ 25 w 4130441"/>
                <a:gd name="csY0" fmla="*/ 3776554 h 3776586"/>
                <a:gd name="csX1" fmla="*/ 1775180 w 4130441"/>
                <a:gd name="csY1" fmla="*/ 2163796 h 3776586"/>
                <a:gd name="csX2" fmla="*/ 2675915 w 4130441"/>
                <a:gd name="csY2" fmla="*/ 251258 h 3776586"/>
                <a:gd name="csX3" fmla="*/ 4024069 w 4130441"/>
                <a:gd name="csY3" fmla="*/ 169197 h 3776586"/>
                <a:gd name="csX4" fmla="*/ 3871669 w 4130441"/>
                <a:gd name="csY4" fmla="*/ 1611135 h 3776586"/>
                <a:gd name="csX5" fmla="*/ 1814719 w 4130441"/>
                <a:gd name="csY5" fmla="*/ 2207339 h 3776586"/>
                <a:gd name="csX6" fmla="*/ 25 w 4130441"/>
                <a:gd name="csY6" fmla="*/ 3776554 h 3776586"/>
                <a:gd name="csX0" fmla="*/ 25 w 4130441"/>
                <a:gd name="csY0" fmla="*/ 3776554 h 3776589"/>
                <a:gd name="csX1" fmla="*/ 1775180 w 4130441"/>
                <a:gd name="csY1" fmla="*/ 2163796 h 3776589"/>
                <a:gd name="csX2" fmla="*/ 2675915 w 4130441"/>
                <a:gd name="csY2" fmla="*/ 251258 h 3776589"/>
                <a:gd name="csX3" fmla="*/ 4024069 w 4130441"/>
                <a:gd name="csY3" fmla="*/ 169197 h 3776589"/>
                <a:gd name="csX4" fmla="*/ 3871669 w 4130441"/>
                <a:gd name="csY4" fmla="*/ 1611135 h 3776589"/>
                <a:gd name="csX5" fmla="*/ 1814719 w 4130441"/>
                <a:gd name="csY5" fmla="*/ 2207339 h 3776589"/>
                <a:gd name="csX6" fmla="*/ 25 w 4130441"/>
                <a:gd name="csY6" fmla="*/ 3776554 h 3776589"/>
                <a:gd name="csX0" fmla="*/ 25 w 3957457"/>
                <a:gd name="csY0" fmla="*/ 3611866 h 3611901"/>
                <a:gd name="csX1" fmla="*/ 1775180 w 3957457"/>
                <a:gd name="csY1" fmla="*/ 1999108 h 3611901"/>
                <a:gd name="csX2" fmla="*/ 2675915 w 3957457"/>
                <a:gd name="csY2" fmla="*/ 86570 h 3611901"/>
                <a:gd name="csX3" fmla="*/ 3554650 w 3957457"/>
                <a:gd name="csY3" fmla="*/ 439934 h 3611901"/>
                <a:gd name="csX4" fmla="*/ 3871669 w 3957457"/>
                <a:gd name="csY4" fmla="*/ 1446447 h 3611901"/>
                <a:gd name="csX5" fmla="*/ 1814719 w 3957457"/>
                <a:gd name="csY5" fmla="*/ 2042651 h 3611901"/>
                <a:gd name="csX6" fmla="*/ 25 w 3957457"/>
                <a:gd name="csY6" fmla="*/ 3611866 h 3611901"/>
                <a:gd name="csX0" fmla="*/ 25 w 3957253"/>
                <a:gd name="csY0" fmla="*/ 3368639 h 3368674"/>
                <a:gd name="csX1" fmla="*/ 1775180 w 3957253"/>
                <a:gd name="csY1" fmla="*/ 1755881 h 3368674"/>
                <a:gd name="csX2" fmla="*/ 2685304 w 3957253"/>
                <a:gd name="csY2" fmla="*/ 144791 h 3368674"/>
                <a:gd name="csX3" fmla="*/ 3554650 w 3957253"/>
                <a:gd name="csY3" fmla="*/ 196707 h 3368674"/>
                <a:gd name="csX4" fmla="*/ 3871669 w 3957253"/>
                <a:gd name="csY4" fmla="*/ 1203220 h 3368674"/>
                <a:gd name="csX5" fmla="*/ 1814719 w 3957253"/>
                <a:gd name="csY5" fmla="*/ 1799424 h 3368674"/>
                <a:gd name="csX6" fmla="*/ 25 w 3957253"/>
                <a:gd name="csY6" fmla="*/ 3368639 h 3368674"/>
                <a:gd name="csX0" fmla="*/ 25 w 3705517"/>
                <a:gd name="csY0" fmla="*/ 3358570 h 3358603"/>
                <a:gd name="csX1" fmla="*/ 1775180 w 3705517"/>
                <a:gd name="csY1" fmla="*/ 1745812 h 3358603"/>
                <a:gd name="csX2" fmla="*/ 2685304 w 3705517"/>
                <a:gd name="csY2" fmla="*/ 134722 h 3358603"/>
                <a:gd name="csX3" fmla="*/ 3554650 w 3705517"/>
                <a:gd name="csY3" fmla="*/ 186638 h 3358603"/>
                <a:gd name="csX4" fmla="*/ 3552464 w 3705517"/>
                <a:gd name="csY4" fmla="*/ 975438 h 3358603"/>
                <a:gd name="csX5" fmla="*/ 1814719 w 3705517"/>
                <a:gd name="csY5" fmla="*/ 1789355 h 3358603"/>
                <a:gd name="csX6" fmla="*/ 25 w 3705517"/>
                <a:gd name="csY6" fmla="*/ 3358570 h 3358603"/>
                <a:gd name="csX0" fmla="*/ 2290 w 3707782"/>
                <a:gd name="csY0" fmla="*/ 3305196 h 3314287"/>
                <a:gd name="csX1" fmla="*/ 2199921 w 3707782"/>
                <a:gd name="csY1" fmla="*/ 955568 h 3314287"/>
                <a:gd name="csX2" fmla="*/ 2687569 w 3707782"/>
                <a:gd name="csY2" fmla="*/ 81348 h 3314287"/>
                <a:gd name="csX3" fmla="*/ 3556915 w 3707782"/>
                <a:gd name="csY3" fmla="*/ 133264 h 3314287"/>
                <a:gd name="csX4" fmla="*/ 3554729 w 3707782"/>
                <a:gd name="csY4" fmla="*/ 922064 h 3314287"/>
                <a:gd name="csX5" fmla="*/ 1816984 w 3707782"/>
                <a:gd name="csY5" fmla="*/ 1735981 h 3314287"/>
                <a:gd name="csX6" fmla="*/ 2290 w 3707782"/>
                <a:gd name="csY6" fmla="*/ 3305196 h 3314287"/>
                <a:gd name="csX0" fmla="*/ 377 w 3705869"/>
                <a:gd name="csY0" fmla="*/ 3305196 h 3313168"/>
                <a:gd name="csX1" fmla="*/ 2198008 w 3705869"/>
                <a:gd name="csY1" fmla="*/ 955568 h 3313168"/>
                <a:gd name="csX2" fmla="*/ 2685656 w 3705869"/>
                <a:gd name="csY2" fmla="*/ 81348 h 3313168"/>
                <a:gd name="csX3" fmla="*/ 3555002 w 3705869"/>
                <a:gd name="csY3" fmla="*/ 133264 h 3313168"/>
                <a:gd name="csX4" fmla="*/ 3552816 w 3705869"/>
                <a:gd name="csY4" fmla="*/ 922064 h 3313168"/>
                <a:gd name="csX5" fmla="*/ 2378375 w 3705869"/>
                <a:gd name="csY5" fmla="*/ 1694113 h 3313168"/>
                <a:gd name="csX6" fmla="*/ 377 w 3705869"/>
                <a:gd name="csY6" fmla="*/ 3305196 h 3313168"/>
                <a:gd name="csX0" fmla="*/ 377 w 3705869"/>
                <a:gd name="csY0" fmla="*/ 3305196 h 3311216"/>
                <a:gd name="csX1" fmla="*/ 2198008 w 3705869"/>
                <a:gd name="csY1" fmla="*/ 955568 h 3311216"/>
                <a:gd name="csX2" fmla="*/ 2685656 w 3705869"/>
                <a:gd name="csY2" fmla="*/ 81348 h 3311216"/>
                <a:gd name="csX3" fmla="*/ 3555002 w 3705869"/>
                <a:gd name="csY3" fmla="*/ 133264 h 3311216"/>
                <a:gd name="csX4" fmla="*/ 3552816 w 3705869"/>
                <a:gd name="csY4" fmla="*/ 922064 h 3311216"/>
                <a:gd name="csX5" fmla="*/ 2378375 w 3705869"/>
                <a:gd name="csY5" fmla="*/ 1694113 h 3311216"/>
                <a:gd name="csX6" fmla="*/ 377 w 3705869"/>
                <a:gd name="csY6" fmla="*/ 3305196 h 3311216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31250"/>
                <a:gd name="csY0" fmla="*/ 3306034 h 3313991"/>
                <a:gd name="csX1" fmla="*/ 2198008 w 4431250"/>
                <a:gd name="csY1" fmla="*/ 956406 h 3313991"/>
                <a:gd name="csX2" fmla="*/ 2685656 w 4431250"/>
                <a:gd name="csY2" fmla="*/ 82186 h 3313991"/>
                <a:gd name="csX3" fmla="*/ 3555002 w 4431250"/>
                <a:gd name="csY3" fmla="*/ 134102 h 3313991"/>
                <a:gd name="csX4" fmla="*/ 4425936 w 4431250"/>
                <a:gd name="csY4" fmla="*/ 939649 h 3313991"/>
                <a:gd name="csX5" fmla="*/ 2378375 w 4431250"/>
                <a:gd name="csY5" fmla="*/ 1694951 h 3313991"/>
                <a:gd name="csX6" fmla="*/ 377 w 4431250"/>
                <a:gd name="csY6" fmla="*/ 3306034 h 3313991"/>
                <a:gd name="csX0" fmla="*/ 377 w 4425936"/>
                <a:gd name="csY0" fmla="*/ 3306034 h 3313991"/>
                <a:gd name="csX1" fmla="*/ 2198008 w 4425936"/>
                <a:gd name="csY1" fmla="*/ 956406 h 3313991"/>
                <a:gd name="csX2" fmla="*/ 2685656 w 4425936"/>
                <a:gd name="csY2" fmla="*/ 82186 h 3313991"/>
                <a:gd name="csX3" fmla="*/ 3555002 w 4425936"/>
                <a:gd name="csY3" fmla="*/ 134102 h 3313991"/>
                <a:gd name="csX4" fmla="*/ 4425936 w 4425936"/>
                <a:gd name="csY4" fmla="*/ 939649 h 3313991"/>
                <a:gd name="csX5" fmla="*/ 2378375 w 4425936"/>
                <a:gd name="csY5" fmla="*/ 1694951 h 3313991"/>
                <a:gd name="csX6" fmla="*/ 377 w 4425936"/>
                <a:gd name="csY6" fmla="*/ 3306034 h 3313991"/>
                <a:gd name="csX0" fmla="*/ 377 w 4472878"/>
                <a:gd name="csY0" fmla="*/ 3303952 h 3311947"/>
                <a:gd name="csX1" fmla="*/ 2198008 w 4472878"/>
                <a:gd name="csY1" fmla="*/ 954324 h 3311947"/>
                <a:gd name="csX2" fmla="*/ 2685656 w 4472878"/>
                <a:gd name="csY2" fmla="*/ 80104 h 3311947"/>
                <a:gd name="csX3" fmla="*/ 3555002 w 4472878"/>
                <a:gd name="csY3" fmla="*/ 132020 h 3311947"/>
                <a:gd name="csX4" fmla="*/ 4472878 w 4472878"/>
                <a:gd name="csY4" fmla="*/ 895700 h 3311947"/>
                <a:gd name="csX5" fmla="*/ 2378375 w 4472878"/>
                <a:gd name="csY5" fmla="*/ 1692869 h 3311947"/>
                <a:gd name="csX6" fmla="*/ 377 w 4472878"/>
                <a:gd name="csY6" fmla="*/ 3303952 h 3311947"/>
                <a:gd name="csX0" fmla="*/ 377 w 4472878"/>
                <a:gd name="csY0" fmla="*/ 3489034 h 3497029"/>
                <a:gd name="csX1" fmla="*/ 2198008 w 4472878"/>
                <a:gd name="csY1" fmla="*/ 1139406 h 3497029"/>
                <a:gd name="csX2" fmla="*/ 2685656 w 4472878"/>
                <a:gd name="csY2" fmla="*/ 265186 h 3497029"/>
                <a:gd name="csX3" fmla="*/ 3742770 w 4472878"/>
                <a:gd name="csY3" fmla="*/ 49148 h 3497029"/>
                <a:gd name="csX4" fmla="*/ 4472878 w 4472878"/>
                <a:gd name="csY4" fmla="*/ 1080782 h 3497029"/>
                <a:gd name="csX5" fmla="*/ 2378375 w 4472878"/>
                <a:gd name="csY5" fmla="*/ 1877951 h 3497029"/>
                <a:gd name="csX6" fmla="*/ 377 w 4472878"/>
                <a:gd name="csY6" fmla="*/ 3489034 h 3497029"/>
                <a:gd name="csX0" fmla="*/ 377 w 4482266"/>
                <a:gd name="csY0" fmla="*/ 3489034 h 3497029"/>
                <a:gd name="csX1" fmla="*/ 2198008 w 4482266"/>
                <a:gd name="csY1" fmla="*/ 1139406 h 3497029"/>
                <a:gd name="csX2" fmla="*/ 2685656 w 4482266"/>
                <a:gd name="csY2" fmla="*/ 265186 h 3497029"/>
                <a:gd name="csX3" fmla="*/ 3742770 w 4482266"/>
                <a:gd name="csY3" fmla="*/ 49148 h 3497029"/>
                <a:gd name="csX4" fmla="*/ 4482266 w 4482266"/>
                <a:gd name="csY4" fmla="*/ 1080782 h 3497029"/>
                <a:gd name="csX5" fmla="*/ 2378375 w 4482266"/>
                <a:gd name="csY5" fmla="*/ 1877951 h 3497029"/>
                <a:gd name="csX6" fmla="*/ 377 w 4482266"/>
                <a:gd name="csY6" fmla="*/ 3489034 h 3497029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10188 w 4492077"/>
                <a:gd name="csY0" fmla="*/ 3488052 h 3497366"/>
                <a:gd name="csX1" fmla="*/ 1804118 w 4492077"/>
                <a:gd name="csY1" fmla="*/ 1096559 h 3497366"/>
                <a:gd name="csX2" fmla="*/ 2695467 w 4492077"/>
                <a:gd name="csY2" fmla="*/ 264204 h 3497366"/>
                <a:gd name="csX3" fmla="*/ 3752581 w 4492077"/>
                <a:gd name="csY3" fmla="*/ 48166 h 3497366"/>
                <a:gd name="csX4" fmla="*/ 4492077 w 4492077"/>
                <a:gd name="csY4" fmla="*/ 1079800 h 3497366"/>
                <a:gd name="csX5" fmla="*/ 2688616 w 4492077"/>
                <a:gd name="csY5" fmla="*/ 1893718 h 3497366"/>
                <a:gd name="csX6" fmla="*/ 10188 w 4492077"/>
                <a:gd name="csY6" fmla="*/ 3488052 h 3497366"/>
                <a:gd name="csX0" fmla="*/ 10188 w 4492077"/>
                <a:gd name="csY0" fmla="*/ 3488052 h 3500595"/>
                <a:gd name="csX1" fmla="*/ 1804118 w 4492077"/>
                <a:gd name="csY1" fmla="*/ 1096559 h 3500595"/>
                <a:gd name="csX2" fmla="*/ 2695467 w 4492077"/>
                <a:gd name="csY2" fmla="*/ 264204 h 3500595"/>
                <a:gd name="csX3" fmla="*/ 3752581 w 4492077"/>
                <a:gd name="csY3" fmla="*/ 48166 h 3500595"/>
                <a:gd name="csX4" fmla="*/ 4492077 w 4492077"/>
                <a:gd name="csY4" fmla="*/ 1079800 h 3500595"/>
                <a:gd name="csX5" fmla="*/ 2688616 w 4492077"/>
                <a:gd name="csY5" fmla="*/ 1893718 h 3500595"/>
                <a:gd name="csX6" fmla="*/ 10188 w 4492077"/>
                <a:gd name="csY6" fmla="*/ 3488052 h 3500595"/>
                <a:gd name="csX0" fmla="*/ 10188 w 4492077"/>
                <a:gd name="csY0" fmla="*/ 3488052 h 3500888"/>
                <a:gd name="csX1" fmla="*/ 1804118 w 4492077"/>
                <a:gd name="csY1" fmla="*/ 1096559 h 3500888"/>
                <a:gd name="csX2" fmla="*/ 2695467 w 4492077"/>
                <a:gd name="csY2" fmla="*/ 264204 h 3500888"/>
                <a:gd name="csX3" fmla="*/ 3752581 w 4492077"/>
                <a:gd name="csY3" fmla="*/ 48166 h 3500888"/>
                <a:gd name="csX4" fmla="*/ 4492077 w 4492077"/>
                <a:gd name="csY4" fmla="*/ 1079800 h 3500888"/>
                <a:gd name="csX5" fmla="*/ 2688616 w 4492077"/>
                <a:gd name="csY5" fmla="*/ 1893718 h 3500888"/>
                <a:gd name="csX6" fmla="*/ 10188 w 4492077"/>
                <a:gd name="csY6" fmla="*/ 3488052 h 3500888"/>
                <a:gd name="csX0" fmla="*/ 27731 w 3289130"/>
                <a:gd name="csY0" fmla="*/ 2449732 h 2473361"/>
                <a:gd name="csX1" fmla="*/ 601171 w 3289130"/>
                <a:gd name="csY1" fmla="*/ 1096559 h 2473361"/>
                <a:gd name="csX2" fmla="*/ 1492520 w 3289130"/>
                <a:gd name="csY2" fmla="*/ 264204 h 2473361"/>
                <a:gd name="csX3" fmla="*/ 2549634 w 3289130"/>
                <a:gd name="csY3" fmla="*/ 48166 h 2473361"/>
                <a:gd name="csX4" fmla="*/ 3289130 w 3289130"/>
                <a:gd name="csY4" fmla="*/ 1079800 h 2473361"/>
                <a:gd name="csX5" fmla="*/ 1485669 w 3289130"/>
                <a:gd name="csY5" fmla="*/ 1893718 h 2473361"/>
                <a:gd name="csX6" fmla="*/ 27731 w 3289130"/>
                <a:gd name="csY6" fmla="*/ 2449732 h 2473361"/>
                <a:gd name="csX0" fmla="*/ 367 w 3261766"/>
                <a:gd name="csY0" fmla="*/ 2449732 h 2449966"/>
                <a:gd name="csX1" fmla="*/ 573807 w 3261766"/>
                <a:gd name="csY1" fmla="*/ 1096559 h 2449966"/>
                <a:gd name="csX2" fmla="*/ 1465156 w 3261766"/>
                <a:gd name="csY2" fmla="*/ 264204 h 2449966"/>
                <a:gd name="csX3" fmla="*/ 2522270 w 3261766"/>
                <a:gd name="csY3" fmla="*/ 48166 h 2449966"/>
                <a:gd name="csX4" fmla="*/ 3261766 w 3261766"/>
                <a:gd name="csY4" fmla="*/ 1079800 h 2449966"/>
                <a:gd name="csX5" fmla="*/ 1458305 w 3261766"/>
                <a:gd name="csY5" fmla="*/ 1893718 h 2449966"/>
                <a:gd name="csX6" fmla="*/ 367 w 3261766"/>
                <a:gd name="csY6" fmla="*/ 2449732 h 2449966"/>
                <a:gd name="csX0" fmla="*/ 62959 w 3324358"/>
                <a:gd name="csY0" fmla="*/ 2449732 h 2487147"/>
                <a:gd name="csX1" fmla="*/ 636399 w 3324358"/>
                <a:gd name="csY1" fmla="*/ 1096559 h 2487147"/>
                <a:gd name="csX2" fmla="*/ 1527748 w 3324358"/>
                <a:gd name="csY2" fmla="*/ 264204 h 2487147"/>
                <a:gd name="csX3" fmla="*/ 2584862 w 3324358"/>
                <a:gd name="csY3" fmla="*/ 48166 h 2487147"/>
                <a:gd name="csX4" fmla="*/ 3324358 w 3324358"/>
                <a:gd name="csY4" fmla="*/ 1079800 h 2487147"/>
                <a:gd name="csX5" fmla="*/ 1520897 w 3324358"/>
                <a:gd name="csY5" fmla="*/ 1893718 h 2487147"/>
                <a:gd name="csX6" fmla="*/ 62959 w 3324358"/>
                <a:gd name="csY6" fmla="*/ 2449732 h 2487147"/>
                <a:gd name="csX0" fmla="*/ 38478 w 4482813"/>
                <a:gd name="csY0" fmla="*/ 3496425 h 3519813"/>
                <a:gd name="csX1" fmla="*/ 1794854 w 4482813"/>
                <a:gd name="csY1" fmla="*/ 1096559 h 3519813"/>
                <a:gd name="csX2" fmla="*/ 2686203 w 4482813"/>
                <a:gd name="csY2" fmla="*/ 264204 h 3519813"/>
                <a:gd name="csX3" fmla="*/ 3743317 w 4482813"/>
                <a:gd name="csY3" fmla="*/ 48166 h 3519813"/>
                <a:gd name="csX4" fmla="*/ 4482813 w 4482813"/>
                <a:gd name="csY4" fmla="*/ 1079800 h 3519813"/>
                <a:gd name="csX5" fmla="*/ 2679352 w 4482813"/>
                <a:gd name="csY5" fmla="*/ 1893718 h 3519813"/>
                <a:gd name="csX6" fmla="*/ 38478 w 4482813"/>
                <a:gd name="csY6" fmla="*/ 3496425 h 3519813"/>
                <a:gd name="csX0" fmla="*/ 9071 w 4453406"/>
                <a:gd name="csY0" fmla="*/ 3496425 h 3510301"/>
                <a:gd name="csX1" fmla="*/ 1765447 w 4453406"/>
                <a:gd name="csY1" fmla="*/ 1096559 h 3510301"/>
                <a:gd name="csX2" fmla="*/ 2656796 w 4453406"/>
                <a:gd name="csY2" fmla="*/ 264204 h 3510301"/>
                <a:gd name="csX3" fmla="*/ 3713910 w 4453406"/>
                <a:gd name="csY3" fmla="*/ 48166 h 3510301"/>
                <a:gd name="csX4" fmla="*/ 4453406 w 4453406"/>
                <a:gd name="csY4" fmla="*/ 1079800 h 3510301"/>
                <a:gd name="csX5" fmla="*/ 2649945 w 4453406"/>
                <a:gd name="csY5" fmla="*/ 1893718 h 3510301"/>
                <a:gd name="csX6" fmla="*/ 9071 w 4453406"/>
                <a:gd name="csY6" fmla="*/ 3496425 h 3510301"/>
                <a:gd name="csX0" fmla="*/ 9071 w 4453406"/>
                <a:gd name="csY0" fmla="*/ 3496425 h 3512169"/>
                <a:gd name="csX1" fmla="*/ 1765447 w 4453406"/>
                <a:gd name="csY1" fmla="*/ 1096559 h 3512169"/>
                <a:gd name="csX2" fmla="*/ 2656796 w 4453406"/>
                <a:gd name="csY2" fmla="*/ 264204 h 3512169"/>
                <a:gd name="csX3" fmla="*/ 3713910 w 4453406"/>
                <a:gd name="csY3" fmla="*/ 48166 h 3512169"/>
                <a:gd name="csX4" fmla="*/ 4453406 w 4453406"/>
                <a:gd name="csY4" fmla="*/ 1079800 h 3512169"/>
                <a:gd name="csX5" fmla="*/ 2649945 w 4453406"/>
                <a:gd name="csY5" fmla="*/ 1893718 h 3512169"/>
                <a:gd name="csX6" fmla="*/ 9071 w 4453406"/>
                <a:gd name="csY6" fmla="*/ 3496425 h 3512169"/>
                <a:gd name="csX0" fmla="*/ 9640 w 4453975"/>
                <a:gd name="csY0" fmla="*/ 3496425 h 3512169"/>
                <a:gd name="csX1" fmla="*/ 1766016 w 4453975"/>
                <a:gd name="csY1" fmla="*/ 1096559 h 3512169"/>
                <a:gd name="csX2" fmla="*/ 2657365 w 4453975"/>
                <a:gd name="csY2" fmla="*/ 264204 h 3512169"/>
                <a:gd name="csX3" fmla="*/ 3714479 w 4453975"/>
                <a:gd name="csY3" fmla="*/ 48166 h 3512169"/>
                <a:gd name="csX4" fmla="*/ 4453975 w 4453975"/>
                <a:gd name="csY4" fmla="*/ 1079800 h 3512169"/>
                <a:gd name="csX5" fmla="*/ 2650514 w 4453975"/>
                <a:gd name="csY5" fmla="*/ 1893718 h 3512169"/>
                <a:gd name="csX6" fmla="*/ 9640 w 4453975"/>
                <a:gd name="csY6" fmla="*/ 3496425 h 3512169"/>
                <a:gd name="csX0" fmla="*/ 9640 w 4453975"/>
                <a:gd name="csY0" fmla="*/ 3993467 h 4008123"/>
                <a:gd name="csX1" fmla="*/ 1766016 w 4453975"/>
                <a:gd name="csY1" fmla="*/ 1593601 h 4008123"/>
                <a:gd name="csX2" fmla="*/ 2601034 w 4453975"/>
                <a:gd name="csY2" fmla="*/ 41122 h 4008123"/>
                <a:gd name="csX3" fmla="*/ 3714479 w 4453975"/>
                <a:gd name="csY3" fmla="*/ 545208 h 4008123"/>
                <a:gd name="csX4" fmla="*/ 4453975 w 4453975"/>
                <a:gd name="csY4" fmla="*/ 1576842 h 4008123"/>
                <a:gd name="csX5" fmla="*/ 2650514 w 4453975"/>
                <a:gd name="csY5" fmla="*/ 2390760 h 4008123"/>
                <a:gd name="csX6" fmla="*/ 9640 w 4453975"/>
                <a:gd name="csY6" fmla="*/ 3993467 h 4008123"/>
                <a:gd name="csX0" fmla="*/ 9640 w 4453975"/>
                <a:gd name="csY0" fmla="*/ 3952894 h 3967550"/>
                <a:gd name="csX1" fmla="*/ 1766016 w 4453975"/>
                <a:gd name="csY1" fmla="*/ 1553028 h 3967550"/>
                <a:gd name="csX2" fmla="*/ 2601034 w 4453975"/>
                <a:gd name="csY2" fmla="*/ 549 h 3967550"/>
                <a:gd name="csX3" fmla="*/ 3714479 w 4453975"/>
                <a:gd name="csY3" fmla="*/ 504635 h 3967550"/>
                <a:gd name="csX4" fmla="*/ 4453975 w 4453975"/>
                <a:gd name="csY4" fmla="*/ 1536269 h 3967550"/>
                <a:gd name="csX5" fmla="*/ 2650514 w 4453975"/>
                <a:gd name="csY5" fmla="*/ 2350187 h 3967550"/>
                <a:gd name="csX6" fmla="*/ 9640 w 4453975"/>
                <a:gd name="csY6" fmla="*/ 3952894 h 3967550"/>
                <a:gd name="csX0" fmla="*/ 9640 w 4453975"/>
                <a:gd name="csY0" fmla="*/ 3952971 h 3968477"/>
                <a:gd name="csX1" fmla="*/ 1766016 w 4453975"/>
                <a:gd name="csY1" fmla="*/ 1553105 h 3968477"/>
                <a:gd name="csX2" fmla="*/ 2601034 w 4453975"/>
                <a:gd name="csY2" fmla="*/ 626 h 3968477"/>
                <a:gd name="csX3" fmla="*/ 3714479 w 4453975"/>
                <a:gd name="csY3" fmla="*/ 504712 h 3968477"/>
                <a:gd name="csX4" fmla="*/ 4453975 w 4453975"/>
                <a:gd name="csY4" fmla="*/ 1536346 h 3968477"/>
                <a:gd name="csX5" fmla="*/ 2650514 w 4453975"/>
                <a:gd name="csY5" fmla="*/ 2350264 h 3968477"/>
                <a:gd name="csX6" fmla="*/ 9640 w 4453975"/>
                <a:gd name="csY6" fmla="*/ 3952971 h 3968477"/>
                <a:gd name="csX0" fmla="*/ 9640 w 4517542"/>
                <a:gd name="csY0" fmla="*/ 4153948 h 4169453"/>
                <a:gd name="csX1" fmla="*/ 1766016 w 4517542"/>
                <a:gd name="csY1" fmla="*/ 1754082 h 4169453"/>
                <a:gd name="csX2" fmla="*/ 2601034 w 4517542"/>
                <a:gd name="csY2" fmla="*/ 201603 h 4169453"/>
                <a:gd name="csX3" fmla="*/ 4390442 w 4517542"/>
                <a:gd name="csY3" fmla="*/ 186529 h 4169453"/>
                <a:gd name="csX4" fmla="*/ 4453975 w 4517542"/>
                <a:gd name="csY4" fmla="*/ 1737323 h 4169453"/>
                <a:gd name="csX5" fmla="*/ 2650514 w 4517542"/>
                <a:gd name="csY5" fmla="*/ 2551241 h 4169453"/>
                <a:gd name="csX6" fmla="*/ 9640 w 4517542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719798"/>
                <a:gd name="csY0" fmla="*/ 4153948 h 4169453"/>
                <a:gd name="csX1" fmla="*/ 1766016 w 4719798"/>
                <a:gd name="csY1" fmla="*/ 1754082 h 4169453"/>
                <a:gd name="csX2" fmla="*/ 2601034 w 4719798"/>
                <a:gd name="csY2" fmla="*/ 201603 h 4169453"/>
                <a:gd name="csX3" fmla="*/ 4390442 w 4719798"/>
                <a:gd name="csY3" fmla="*/ 186529 h 4169453"/>
                <a:gd name="csX4" fmla="*/ 4453975 w 4719798"/>
                <a:gd name="csY4" fmla="*/ 1737323 h 4169453"/>
                <a:gd name="csX5" fmla="*/ 2650514 w 4719798"/>
                <a:gd name="csY5" fmla="*/ 2551241 h 4169453"/>
                <a:gd name="csX6" fmla="*/ 9640 w 4719798"/>
                <a:gd name="csY6" fmla="*/ 4153948 h 4169453"/>
                <a:gd name="csX0" fmla="*/ 9640 w 4684091"/>
                <a:gd name="csY0" fmla="*/ 4153948 h 4169453"/>
                <a:gd name="csX1" fmla="*/ 1766016 w 4684091"/>
                <a:gd name="csY1" fmla="*/ 1754082 h 4169453"/>
                <a:gd name="csX2" fmla="*/ 2601034 w 4684091"/>
                <a:gd name="csY2" fmla="*/ 201603 h 4169453"/>
                <a:gd name="csX3" fmla="*/ 4390442 w 4684091"/>
                <a:gd name="csY3" fmla="*/ 186529 h 4169453"/>
                <a:gd name="csX4" fmla="*/ 4453975 w 4684091"/>
                <a:gd name="csY4" fmla="*/ 1737323 h 4169453"/>
                <a:gd name="csX5" fmla="*/ 2650514 w 4684091"/>
                <a:gd name="csY5" fmla="*/ 2551241 h 4169453"/>
                <a:gd name="csX6" fmla="*/ 9640 w 4684091"/>
                <a:gd name="csY6" fmla="*/ 4153948 h 4169453"/>
                <a:gd name="csX0" fmla="*/ 9640 w 4747938"/>
                <a:gd name="csY0" fmla="*/ 4153948 h 4169453"/>
                <a:gd name="csX1" fmla="*/ 1766016 w 4747938"/>
                <a:gd name="csY1" fmla="*/ 1754082 h 4169453"/>
                <a:gd name="csX2" fmla="*/ 2601034 w 4747938"/>
                <a:gd name="csY2" fmla="*/ 201603 h 4169453"/>
                <a:gd name="csX3" fmla="*/ 4390442 w 4747938"/>
                <a:gd name="csY3" fmla="*/ 186529 h 4169453"/>
                <a:gd name="csX4" fmla="*/ 4453975 w 4747938"/>
                <a:gd name="csY4" fmla="*/ 1737323 h 4169453"/>
                <a:gd name="csX5" fmla="*/ 2650514 w 4747938"/>
                <a:gd name="csY5" fmla="*/ 2551241 h 4169453"/>
                <a:gd name="csX6" fmla="*/ 9640 w 4747938"/>
                <a:gd name="csY6" fmla="*/ 4153948 h 4169453"/>
                <a:gd name="csX0" fmla="*/ 9640 w 4747938"/>
                <a:gd name="csY0" fmla="*/ 4205765 h 4221270"/>
                <a:gd name="csX1" fmla="*/ 1766016 w 4747938"/>
                <a:gd name="csY1" fmla="*/ 1805899 h 4221270"/>
                <a:gd name="csX2" fmla="*/ 2601034 w 4747938"/>
                <a:gd name="csY2" fmla="*/ 253420 h 4221270"/>
                <a:gd name="csX3" fmla="*/ 4390442 w 4747938"/>
                <a:gd name="csY3" fmla="*/ 238346 h 4221270"/>
                <a:gd name="csX4" fmla="*/ 4453975 w 4747938"/>
                <a:gd name="csY4" fmla="*/ 1789140 h 4221270"/>
                <a:gd name="csX5" fmla="*/ 2650514 w 4747938"/>
                <a:gd name="csY5" fmla="*/ 2603058 h 4221270"/>
                <a:gd name="csX6" fmla="*/ 9640 w 4747938"/>
                <a:gd name="csY6" fmla="*/ 4205765 h 4221270"/>
                <a:gd name="csX0" fmla="*/ 9640 w 4769359"/>
                <a:gd name="csY0" fmla="*/ 4189897 h 4205402"/>
                <a:gd name="csX1" fmla="*/ 1766016 w 4769359"/>
                <a:gd name="csY1" fmla="*/ 1790031 h 4205402"/>
                <a:gd name="csX2" fmla="*/ 2601034 w 4769359"/>
                <a:gd name="csY2" fmla="*/ 237552 h 4205402"/>
                <a:gd name="csX3" fmla="*/ 4446772 w 4769359"/>
                <a:gd name="csY3" fmla="*/ 163863 h 4205402"/>
                <a:gd name="csX4" fmla="*/ 4453975 w 4769359"/>
                <a:gd name="csY4" fmla="*/ 1773272 h 4205402"/>
                <a:gd name="csX5" fmla="*/ 2650514 w 4769359"/>
                <a:gd name="csY5" fmla="*/ 2587190 h 4205402"/>
                <a:gd name="csX6" fmla="*/ 9640 w 4769359"/>
                <a:gd name="csY6" fmla="*/ 4189897 h 4205402"/>
                <a:gd name="csX0" fmla="*/ 9640 w 4747938"/>
                <a:gd name="csY0" fmla="*/ 4212142 h 4227647"/>
                <a:gd name="csX1" fmla="*/ 1766016 w 4747938"/>
                <a:gd name="csY1" fmla="*/ 1812276 h 4227647"/>
                <a:gd name="csX2" fmla="*/ 2601034 w 4747938"/>
                <a:gd name="csY2" fmla="*/ 259797 h 4227647"/>
                <a:gd name="csX3" fmla="*/ 4390441 w 4747938"/>
                <a:gd name="csY3" fmla="*/ 152614 h 4227647"/>
                <a:gd name="csX4" fmla="*/ 4453975 w 4747938"/>
                <a:gd name="csY4" fmla="*/ 1795517 h 4227647"/>
                <a:gd name="csX5" fmla="*/ 2650514 w 4747938"/>
                <a:gd name="csY5" fmla="*/ 2609435 h 4227647"/>
                <a:gd name="csX6" fmla="*/ 9640 w 4747938"/>
                <a:gd name="csY6" fmla="*/ 4212142 h 4227647"/>
                <a:gd name="csX0" fmla="*/ 8567 w 4746865"/>
                <a:gd name="csY0" fmla="*/ 4212143 h 4219435"/>
                <a:gd name="csX1" fmla="*/ 1745271 w 4746865"/>
                <a:gd name="csY1" fmla="*/ 1812279 h 4219435"/>
                <a:gd name="csX2" fmla="*/ 2599961 w 4746865"/>
                <a:gd name="csY2" fmla="*/ 259798 h 4219435"/>
                <a:gd name="csX3" fmla="*/ 4389368 w 4746865"/>
                <a:gd name="csY3" fmla="*/ 152615 h 4219435"/>
                <a:gd name="csX4" fmla="*/ 4452902 w 4746865"/>
                <a:gd name="csY4" fmla="*/ 1795518 h 4219435"/>
                <a:gd name="csX5" fmla="*/ 2649441 w 4746865"/>
                <a:gd name="csY5" fmla="*/ 2609436 h 4219435"/>
                <a:gd name="csX6" fmla="*/ 8567 w 4746865"/>
                <a:gd name="csY6" fmla="*/ 4212143 h 4219435"/>
                <a:gd name="csX0" fmla="*/ 8451 w 4746749"/>
                <a:gd name="csY0" fmla="*/ 4212143 h 4219813"/>
                <a:gd name="csX1" fmla="*/ 1745155 w 4746749"/>
                <a:gd name="csY1" fmla="*/ 1812279 h 4219813"/>
                <a:gd name="csX2" fmla="*/ 2599845 w 4746749"/>
                <a:gd name="csY2" fmla="*/ 259798 h 4219813"/>
                <a:gd name="csX3" fmla="*/ 4389252 w 4746749"/>
                <a:gd name="csY3" fmla="*/ 152615 h 4219813"/>
                <a:gd name="csX4" fmla="*/ 4452786 w 4746749"/>
                <a:gd name="csY4" fmla="*/ 1795518 h 4219813"/>
                <a:gd name="csX5" fmla="*/ 2642769 w 4746749"/>
                <a:gd name="csY5" fmla="*/ 2626986 h 4219813"/>
                <a:gd name="csX6" fmla="*/ 8451 w 4746749"/>
                <a:gd name="csY6" fmla="*/ 4212143 h 4219813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594 w 4746892"/>
                <a:gd name="csY0" fmla="*/ 4213311 h 4220527"/>
                <a:gd name="csX1" fmla="*/ 1738740 w 4746892"/>
                <a:gd name="csY1" fmla="*/ 1836843 h 4220527"/>
                <a:gd name="csX2" fmla="*/ 2599988 w 4746892"/>
                <a:gd name="csY2" fmla="*/ 260966 h 4220527"/>
                <a:gd name="csX3" fmla="*/ 4389395 w 4746892"/>
                <a:gd name="csY3" fmla="*/ 153783 h 4220527"/>
                <a:gd name="csX4" fmla="*/ 4452929 w 4746892"/>
                <a:gd name="csY4" fmla="*/ 1796686 h 4220527"/>
                <a:gd name="csX5" fmla="*/ 2642912 w 4746892"/>
                <a:gd name="csY5" fmla="*/ 2628154 h 4220527"/>
                <a:gd name="csX6" fmla="*/ 8594 w 4746892"/>
                <a:gd name="csY6" fmla="*/ 4213311 h 4220527"/>
                <a:gd name="csX0" fmla="*/ 8594 w 4693867"/>
                <a:gd name="csY0" fmla="*/ 4136922 h 4144138"/>
                <a:gd name="csX1" fmla="*/ 1738740 w 4693867"/>
                <a:gd name="csY1" fmla="*/ 1760454 h 4144138"/>
                <a:gd name="csX2" fmla="*/ 2599988 w 4693867"/>
                <a:gd name="csY2" fmla="*/ 184577 h 4144138"/>
                <a:gd name="csX3" fmla="*/ 4389395 w 4693867"/>
                <a:gd name="csY3" fmla="*/ 77394 h 4144138"/>
                <a:gd name="csX4" fmla="*/ 4452929 w 4693867"/>
                <a:gd name="csY4" fmla="*/ 1720297 h 4144138"/>
                <a:gd name="csX5" fmla="*/ 2642912 w 4693867"/>
                <a:gd name="csY5" fmla="*/ 2551765 h 4144138"/>
                <a:gd name="csX6" fmla="*/ 8594 w 4693867"/>
                <a:gd name="csY6" fmla="*/ 4136922 h 4144138"/>
                <a:gd name="csX0" fmla="*/ 8594 w 4699247"/>
                <a:gd name="csY0" fmla="*/ 4098901 h 4106117"/>
                <a:gd name="csX1" fmla="*/ 1738740 w 4699247"/>
                <a:gd name="csY1" fmla="*/ 1722433 h 4106117"/>
                <a:gd name="csX2" fmla="*/ 2599988 w 4699247"/>
                <a:gd name="csY2" fmla="*/ 146556 h 4106117"/>
                <a:gd name="csX3" fmla="*/ 4409070 w 4699247"/>
                <a:gd name="csY3" fmla="*/ 115412 h 4106117"/>
                <a:gd name="csX4" fmla="*/ 4452929 w 4699247"/>
                <a:gd name="csY4" fmla="*/ 1682276 h 4106117"/>
                <a:gd name="csX5" fmla="*/ 2642912 w 4699247"/>
                <a:gd name="csY5" fmla="*/ 2513744 h 4106117"/>
                <a:gd name="csX6" fmla="*/ 8594 w 4699247"/>
                <a:gd name="csY6" fmla="*/ 4098901 h 4106117"/>
                <a:gd name="csX0" fmla="*/ 8594 w 4703971"/>
                <a:gd name="csY0" fmla="*/ 4107920 h 4115136"/>
                <a:gd name="csX1" fmla="*/ 1738740 w 4703971"/>
                <a:gd name="csY1" fmla="*/ 1731452 h 4115136"/>
                <a:gd name="csX2" fmla="*/ 2599988 w 4703971"/>
                <a:gd name="csY2" fmla="*/ 155575 h 4115136"/>
                <a:gd name="csX3" fmla="*/ 4409070 w 4703971"/>
                <a:gd name="csY3" fmla="*/ 124431 h 4115136"/>
                <a:gd name="csX4" fmla="*/ 4452929 w 4703971"/>
                <a:gd name="csY4" fmla="*/ 1691295 h 4115136"/>
                <a:gd name="csX5" fmla="*/ 2642912 w 4703971"/>
                <a:gd name="csY5" fmla="*/ 2522763 h 4115136"/>
                <a:gd name="csX6" fmla="*/ 8594 w 4703971"/>
                <a:gd name="csY6" fmla="*/ 4107920 h 4115136"/>
                <a:gd name="csX0" fmla="*/ 8594 w 4703971"/>
                <a:gd name="csY0" fmla="*/ 4195888 h 4203104"/>
                <a:gd name="csX1" fmla="*/ 1738740 w 4703971"/>
                <a:gd name="csY1" fmla="*/ 1819420 h 4203104"/>
                <a:gd name="csX2" fmla="*/ 2599988 w 4703971"/>
                <a:gd name="csY2" fmla="*/ 243543 h 4203104"/>
                <a:gd name="csX3" fmla="*/ 4409070 w 4703971"/>
                <a:gd name="csY3" fmla="*/ 212399 h 4203104"/>
                <a:gd name="csX4" fmla="*/ 4452929 w 4703971"/>
                <a:gd name="csY4" fmla="*/ 1779263 h 4203104"/>
                <a:gd name="csX5" fmla="*/ 2642912 w 4703971"/>
                <a:gd name="csY5" fmla="*/ 2610731 h 4203104"/>
                <a:gd name="csX6" fmla="*/ 8594 w 4703971"/>
                <a:gd name="csY6" fmla="*/ 4195888 h 4203104"/>
                <a:gd name="csX0" fmla="*/ 8594 w 4703971"/>
                <a:gd name="csY0" fmla="*/ 4213778 h 4220994"/>
                <a:gd name="csX1" fmla="*/ 1738740 w 4703971"/>
                <a:gd name="csY1" fmla="*/ 1837310 h 4220994"/>
                <a:gd name="csX2" fmla="*/ 2599988 w 4703971"/>
                <a:gd name="csY2" fmla="*/ 261433 h 4220994"/>
                <a:gd name="csX3" fmla="*/ 4409070 w 4703971"/>
                <a:gd name="csY3" fmla="*/ 230289 h 4220994"/>
                <a:gd name="csX4" fmla="*/ 4452929 w 4703971"/>
                <a:gd name="csY4" fmla="*/ 1797153 h 4220994"/>
                <a:gd name="csX5" fmla="*/ 2642912 w 4703971"/>
                <a:gd name="csY5" fmla="*/ 2628621 h 4220994"/>
                <a:gd name="csX6" fmla="*/ 8594 w 4703971"/>
                <a:gd name="csY6" fmla="*/ 4213778 h 4220994"/>
                <a:gd name="csX0" fmla="*/ 8594 w 4855548"/>
                <a:gd name="csY0" fmla="*/ 4390510 h 4397726"/>
                <a:gd name="csX1" fmla="*/ 1738740 w 4855548"/>
                <a:gd name="csY1" fmla="*/ 2014042 h 4397726"/>
                <a:gd name="csX2" fmla="*/ 2599988 w 4855548"/>
                <a:gd name="csY2" fmla="*/ 438165 h 4397726"/>
                <a:gd name="csX3" fmla="*/ 4756647 w 4855548"/>
                <a:gd name="csY3" fmla="*/ 26825 h 4397726"/>
                <a:gd name="csX4" fmla="*/ 4452929 w 4855548"/>
                <a:gd name="csY4" fmla="*/ 1973885 h 4397726"/>
                <a:gd name="csX5" fmla="*/ 2642912 w 4855548"/>
                <a:gd name="csY5" fmla="*/ 2805353 h 4397726"/>
                <a:gd name="csX6" fmla="*/ 8594 w 4855548"/>
                <a:gd name="csY6" fmla="*/ 4390510 h 4397726"/>
                <a:gd name="csX0" fmla="*/ 8594 w 5018748"/>
                <a:gd name="csY0" fmla="*/ 4545598 h 4552814"/>
                <a:gd name="csX1" fmla="*/ 1738740 w 5018748"/>
                <a:gd name="csY1" fmla="*/ 2169130 h 4552814"/>
                <a:gd name="csX2" fmla="*/ 2599988 w 5018748"/>
                <a:gd name="csY2" fmla="*/ 593253 h 4552814"/>
                <a:gd name="csX3" fmla="*/ 4973062 w 5018748"/>
                <a:gd name="csY3" fmla="*/ 18136 h 4552814"/>
                <a:gd name="csX4" fmla="*/ 4452929 w 5018748"/>
                <a:gd name="csY4" fmla="*/ 2128973 h 4552814"/>
                <a:gd name="csX5" fmla="*/ 2642912 w 5018748"/>
                <a:gd name="csY5" fmla="*/ 2960441 h 4552814"/>
                <a:gd name="csX6" fmla="*/ 8594 w 5018748"/>
                <a:gd name="csY6" fmla="*/ 4545598 h 4552814"/>
                <a:gd name="csX0" fmla="*/ 8594 w 5002691"/>
                <a:gd name="csY0" fmla="*/ 4537753 h 4544969"/>
                <a:gd name="csX1" fmla="*/ 1738740 w 5002691"/>
                <a:gd name="csY1" fmla="*/ 2161285 h 4544969"/>
                <a:gd name="csX2" fmla="*/ 2599988 w 5002691"/>
                <a:gd name="csY2" fmla="*/ 585408 h 4544969"/>
                <a:gd name="csX3" fmla="*/ 4973062 w 5002691"/>
                <a:gd name="csY3" fmla="*/ 10291 h 4544969"/>
                <a:gd name="csX4" fmla="*/ 4452929 w 5002691"/>
                <a:gd name="csY4" fmla="*/ 2121128 h 4544969"/>
                <a:gd name="csX5" fmla="*/ 2642912 w 5002691"/>
                <a:gd name="csY5" fmla="*/ 2952596 h 4544969"/>
                <a:gd name="csX6" fmla="*/ 8594 w 5002691"/>
                <a:gd name="csY6" fmla="*/ 4537753 h 4544969"/>
                <a:gd name="csX0" fmla="*/ 8594 w 4705059"/>
                <a:gd name="csY0" fmla="*/ 4122711 h 4129927"/>
                <a:gd name="csX1" fmla="*/ 1738740 w 4705059"/>
                <a:gd name="csY1" fmla="*/ 1746243 h 4129927"/>
                <a:gd name="csX2" fmla="*/ 2599988 w 4705059"/>
                <a:gd name="csY2" fmla="*/ 170366 h 4129927"/>
                <a:gd name="csX3" fmla="*/ 4446032 w 4705059"/>
                <a:gd name="csY3" fmla="*/ 89415 h 4129927"/>
                <a:gd name="csX4" fmla="*/ 4452929 w 4705059"/>
                <a:gd name="csY4" fmla="*/ 1706086 h 4129927"/>
                <a:gd name="csX5" fmla="*/ 2642912 w 4705059"/>
                <a:gd name="csY5" fmla="*/ 2537554 h 4129927"/>
                <a:gd name="csX6" fmla="*/ 8594 w 4705059"/>
                <a:gd name="csY6" fmla="*/ 4122711 h 4129927"/>
                <a:gd name="csX0" fmla="*/ 8594 w 4596663"/>
                <a:gd name="csY0" fmla="*/ 4215533 h 4224499"/>
                <a:gd name="csX1" fmla="*/ 1738740 w 4596663"/>
                <a:gd name="csY1" fmla="*/ 1839065 h 4224499"/>
                <a:gd name="csX2" fmla="*/ 2599988 w 4596663"/>
                <a:gd name="csY2" fmla="*/ 263188 h 4224499"/>
                <a:gd name="csX3" fmla="*/ 4446032 w 4596663"/>
                <a:gd name="csY3" fmla="*/ 182237 h 4224499"/>
                <a:gd name="csX4" fmla="*/ 4129398 w 4596663"/>
                <a:gd name="csY4" fmla="*/ 2079669 h 4224499"/>
                <a:gd name="csX5" fmla="*/ 2642912 w 4596663"/>
                <a:gd name="csY5" fmla="*/ 2630376 h 4224499"/>
                <a:gd name="csX6" fmla="*/ 8594 w 4596663"/>
                <a:gd name="csY6" fmla="*/ 4215533 h 4224499"/>
                <a:gd name="csX0" fmla="*/ 10635 w 4618520"/>
                <a:gd name="csY0" fmla="*/ 4140860 h 4149826"/>
                <a:gd name="csX1" fmla="*/ 1740781 w 4618520"/>
                <a:gd name="csY1" fmla="*/ 1764392 h 4149826"/>
                <a:gd name="csX2" fmla="*/ 2330962 w 4618520"/>
                <a:gd name="csY2" fmla="*/ 399085 h 4149826"/>
                <a:gd name="csX3" fmla="*/ 4448073 w 4618520"/>
                <a:gd name="csY3" fmla="*/ 107564 h 4149826"/>
                <a:gd name="csX4" fmla="*/ 4131439 w 4618520"/>
                <a:gd name="csY4" fmla="*/ 2004996 h 4149826"/>
                <a:gd name="csX5" fmla="*/ 2644953 w 4618520"/>
                <a:gd name="csY5" fmla="*/ 2555703 h 4149826"/>
                <a:gd name="csX6" fmla="*/ 10635 w 4618520"/>
                <a:gd name="csY6" fmla="*/ 4140860 h 4149826"/>
                <a:gd name="csX0" fmla="*/ 2473 w 4610358"/>
                <a:gd name="csY0" fmla="*/ 4148168 h 4152706"/>
                <a:gd name="csX1" fmla="*/ 2161081 w 4610358"/>
                <a:gd name="csY1" fmla="*/ 2013468 h 4152706"/>
                <a:gd name="csX2" fmla="*/ 2322800 w 4610358"/>
                <a:gd name="csY2" fmla="*/ 406393 h 4152706"/>
                <a:gd name="csX3" fmla="*/ 4439911 w 4610358"/>
                <a:gd name="csY3" fmla="*/ 114872 h 4152706"/>
                <a:gd name="csX4" fmla="*/ 4123277 w 4610358"/>
                <a:gd name="csY4" fmla="*/ 2012304 h 4152706"/>
                <a:gd name="csX5" fmla="*/ 2636791 w 4610358"/>
                <a:gd name="csY5" fmla="*/ 2563011 h 4152706"/>
                <a:gd name="csX6" fmla="*/ 2473 w 4610358"/>
                <a:gd name="csY6" fmla="*/ 4148168 h 4152706"/>
                <a:gd name="csX0" fmla="*/ 400 w 4608285"/>
                <a:gd name="csY0" fmla="*/ 4148168 h 4148397"/>
                <a:gd name="csX1" fmla="*/ 2159008 w 4608285"/>
                <a:gd name="csY1" fmla="*/ 2013468 h 4148397"/>
                <a:gd name="csX2" fmla="*/ 2320727 w 4608285"/>
                <a:gd name="csY2" fmla="*/ 406393 h 4148397"/>
                <a:gd name="csX3" fmla="*/ 4437838 w 4608285"/>
                <a:gd name="csY3" fmla="*/ 114872 h 4148397"/>
                <a:gd name="csX4" fmla="*/ 4121204 w 4608285"/>
                <a:gd name="csY4" fmla="*/ 2012304 h 4148397"/>
                <a:gd name="csX5" fmla="*/ 2346163 w 4608285"/>
                <a:gd name="csY5" fmla="*/ 2149669 h 4148397"/>
                <a:gd name="csX6" fmla="*/ 400 w 4608285"/>
                <a:gd name="csY6" fmla="*/ 4148168 h 4148397"/>
                <a:gd name="csX0" fmla="*/ 400 w 4547161"/>
                <a:gd name="csY0" fmla="*/ 4069645 h 4069874"/>
                <a:gd name="csX1" fmla="*/ 2159008 w 4547161"/>
                <a:gd name="csY1" fmla="*/ 1934945 h 4069874"/>
                <a:gd name="csX2" fmla="*/ 2320727 w 4547161"/>
                <a:gd name="csY2" fmla="*/ 327870 h 4069874"/>
                <a:gd name="csX3" fmla="*/ 4437838 w 4547161"/>
                <a:gd name="csY3" fmla="*/ 36349 h 4069874"/>
                <a:gd name="csX4" fmla="*/ 4121204 w 4547161"/>
                <a:gd name="csY4" fmla="*/ 1933781 h 4069874"/>
                <a:gd name="csX5" fmla="*/ 2346163 w 4547161"/>
                <a:gd name="csY5" fmla="*/ 2071146 h 4069874"/>
                <a:gd name="csX6" fmla="*/ 400 w 4547161"/>
                <a:gd name="csY6" fmla="*/ 4069645 h 4069874"/>
                <a:gd name="csX0" fmla="*/ 536 w 3991476"/>
                <a:gd name="csY0" fmla="*/ 3539321 h 3539632"/>
                <a:gd name="csX1" fmla="*/ 1603323 w 3991476"/>
                <a:gd name="csY1" fmla="*/ 1934945 h 3539632"/>
                <a:gd name="csX2" fmla="*/ 1765042 w 3991476"/>
                <a:gd name="csY2" fmla="*/ 327870 h 3539632"/>
                <a:gd name="csX3" fmla="*/ 3882153 w 3991476"/>
                <a:gd name="csY3" fmla="*/ 36349 h 3539632"/>
                <a:gd name="csX4" fmla="*/ 3565519 w 3991476"/>
                <a:gd name="csY4" fmla="*/ 1933781 h 3539632"/>
                <a:gd name="csX5" fmla="*/ 1790478 w 3991476"/>
                <a:gd name="csY5" fmla="*/ 2071146 h 3539632"/>
                <a:gd name="csX6" fmla="*/ 536 w 3991476"/>
                <a:gd name="csY6" fmla="*/ 3539321 h 3539632"/>
                <a:gd name="csX0" fmla="*/ 527 w 4017318"/>
                <a:gd name="csY0" fmla="*/ 3573908 h 3574212"/>
                <a:gd name="csX1" fmla="*/ 1629165 w 4017318"/>
                <a:gd name="csY1" fmla="*/ 1934945 h 3574212"/>
                <a:gd name="csX2" fmla="*/ 1790884 w 4017318"/>
                <a:gd name="csY2" fmla="*/ 327870 h 3574212"/>
                <a:gd name="csX3" fmla="*/ 3907995 w 4017318"/>
                <a:gd name="csY3" fmla="*/ 36349 h 3574212"/>
                <a:gd name="csX4" fmla="*/ 3591361 w 4017318"/>
                <a:gd name="csY4" fmla="*/ 1933781 h 3574212"/>
                <a:gd name="csX5" fmla="*/ 1816320 w 4017318"/>
                <a:gd name="csY5" fmla="*/ 2071146 h 3574212"/>
                <a:gd name="csX6" fmla="*/ 527 w 4017318"/>
                <a:gd name="csY6" fmla="*/ 3573908 h 3574212"/>
                <a:gd name="csX0" fmla="*/ 3641 w 4020432"/>
                <a:gd name="csY0" fmla="*/ 3573908 h 3577567"/>
                <a:gd name="csX1" fmla="*/ 1632279 w 4020432"/>
                <a:gd name="csY1" fmla="*/ 1934945 h 3577567"/>
                <a:gd name="csX2" fmla="*/ 1793998 w 4020432"/>
                <a:gd name="csY2" fmla="*/ 327870 h 3577567"/>
                <a:gd name="csX3" fmla="*/ 3911109 w 4020432"/>
                <a:gd name="csY3" fmla="*/ 36349 h 3577567"/>
                <a:gd name="csX4" fmla="*/ 3594475 w 4020432"/>
                <a:gd name="csY4" fmla="*/ 1933781 h 3577567"/>
                <a:gd name="csX5" fmla="*/ 1819434 w 4020432"/>
                <a:gd name="csY5" fmla="*/ 2071146 h 3577567"/>
                <a:gd name="csX6" fmla="*/ 3641 w 4020432"/>
                <a:gd name="csY6" fmla="*/ 3573908 h 3577567"/>
                <a:gd name="csX0" fmla="*/ 11923 w 4028714"/>
                <a:gd name="csY0" fmla="*/ 3573908 h 3583559"/>
                <a:gd name="csX1" fmla="*/ 1640561 w 4028714"/>
                <a:gd name="csY1" fmla="*/ 1934945 h 3583559"/>
                <a:gd name="csX2" fmla="*/ 1802280 w 4028714"/>
                <a:gd name="csY2" fmla="*/ 327870 h 3583559"/>
                <a:gd name="csX3" fmla="*/ 3919391 w 4028714"/>
                <a:gd name="csY3" fmla="*/ 36349 h 3583559"/>
                <a:gd name="csX4" fmla="*/ 3602757 w 4028714"/>
                <a:gd name="csY4" fmla="*/ 1933781 h 3583559"/>
                <a:gd name="csX5" fmla="*/ 1827716 w 4028714"/>
                <a:gd name="csY5" fmla="*/ 2071146 h 3583559"/>
                <a:gd name="csX6" fmla="*/ 11923 w 4028714"/>
                <a:gd name="csY6" fmla="*/ 3573908 h 3583559"/>
                <a:gd name="csX0" fmla="*/ 1130 w 4017921"/>
                <a:gd name="csY0" fmla="*/ 3573908 h 3577714"/>
                <a:gd name="csX1" fmla="*/ 1629768 w 4017921"/>
                <a:gd name="csY1" fmla="*/ 1934945 h 3577714"/>
                <a:gd name="csX2" fmla="*/ 1791487 w 4017921"/>
                <a:gd name="csY2" fmla="*/ 327870 h 3577714"/>
                <a:gd name="csX3" fmla="*/ 3908598 w 4017921"/>
                <a:gd name="csY3" fmla="*/ 36349 h 3577714"/>
                <a:gd name="csX4" fmla="*/ 3591964 w 4017921"/>
                <a:gd name="csY4" fmla="*/ 1933781 h 3577714"/>
                <a:gd name="csX5" fmla="*/ 1906115 w 4017921"/>
                <a:gd name="csY5" fmla="*/ 2373434 h 3577714"/>
                <a:gd name="csX6" fmla="*/ 1130 w 4017921"/>
                <a:gd name="csY6" fmla="*/ 3573908 h 3577714"/>
                <a:gd name="csX0" fmla="*/ 434 w 4017225"/>
                <a:gd name="csY0" fmla="*/ 3573908 h 3574428"/>
                <a:gd name="csX1" fmla="*/ 1629072 w 4017225"/>
                <a:gd name="csY1" fmla="*/ 1934945 h 3574428"/>
                <a:gd name="csX2" fmla="*/ 1790791 w 4017225"/>
                <a:gd name="csY2" fmla="*/ 327870 h 3574428"/>
                <a:gd name="csX3" fmla="*/ 3907902 w 4017225"/>
                <a:gd name="csY3" fmla="*/ 36349 h 3574428"/>
                <a:gd name="csX4" fmla="*/ 3591268 w 4017225"/>
                <a:gd name="csY4" fmla="*/ 1933781 h 3574428"/>
                <a:gd name="csX5" fmla="*/ 1798394 w 4017225"/>
                <a:gd name="csY5" fmla="*/ 2110926 h 3574428"/>
                <a:gd name="csX6" fmla="*/ 434 w 4017225"/>
                <a:gd name="csY6" fmla="*/ 3573908 h 3574428"/>
                <a:gd name="csX0" fmla="*/ 434 w 4017225"/>
                <a:gd name="csY0" fmla="*/ 3573908 h 3574310"/>
                <a:gd name="csX1" fmla="*/ 1629072 w 4017225"/>
                <a:gd name="csY1" fmla="*/ 1934945 h 3574310"/>
                <a:gd name="csX2" fmla="*/ 1790791 w 4017225"/>
                <a:gd name="csY2" fmla="*/ 327870 h 3574310"/>
                <a:gd name="csX3" fmla="*/ 3907902 w 4017225"/>
                <a:gd name="csY3" fmla="*/ 36349 h 3574310"/>
                <a:gd name="csX4" fmla="*/ 3591268 w 4017225"/>
                <a:gd name="csY4" fmla="*/ 1933781 h 3574310"/>
                <a:gd name="csX5" fmla="*/ 1798394 w 4017225"/>
                <a:gd name="csY5" fmla="*/ 2110926 h 3574310"/>
                <a:gd name="csX6" fmla="*/ 434 w 4017225"/>
                <a:gd name="csY6" fmla="*/ 3573908 h 3574310"/>
                <a:gd name="csX0" fmla="*/ 434 w 4017225"/>
                <a:gd name="csY0" fmla="*/ 3573908 h 3576627"/>
                <a:gd name="csX1" fmla="*/ 1629072 w 4017225"/>
                <a:gd name="csY1" fmla="*/ 1934945 h 3576627"/>
                <a:gd name="csX2" fmla="*/ 1790791 w 4017225"/>
                <a:gd name="csY2" fmla="*/ 327870 h 3576627"/>
                <a:gd name="csX3" fmla="*/ 3907902 w 4017225"/>
                <a:gd name="csY3" fmla="*/ 36349 h 3576627"/>
                <a:gd name="csX4" fmla="*/ 3591268 w 4017225"/>
                <a:gd name="csY4" fmla="*/ 1933781 h 3576627"/>
                <a:gd name="csX5" fmla="*/ 1798395 w 4017225"/>
                <a:gd name="csY5" fmla="*/ 2365482 h 3576627"/>
                <a:gd name="csX6" fmla="*/ 434 w 4017225"/>
                <a:gd name="csY6" fmla="*/ 3573908 h 3576627"/>
                <a:gd name="csX0" fmla="*/ 434 w 4017225"/>
                <a:gd name="csY0" fmla="*/ 3573908 h 3576355"/>
                <a:gd name="csX1" fmla="*/ 1629072 w 4017225"/>
                <a:gd name="csY1" fmla="*/ 1934945 h 3576355"/>
                <a:gd name="csX2" fmla="*/ 1790791 w 4017225"/>
                <a:gd name="csY2" fmla="*/ 327870 h 3576355"/>
                <a:gd name="csX3" fmla="*/ 3907902 w 4017225"/>
                <a:gd name="csY3" fmla="*/ 36349 h 3576355"/>
                <a:gd name="csX4" fmla="*/ 3591268 w 4017225"/>
                <a:gd name="csY4" fmla="*/ 1933781 h 3576355"/>
                <a:gd name="csX5" fmla="*/ 1798395 w 4017225"/>
                <a:gd name="csY5" fmla="*/ 2365482 h 3576355"/>
                <a:gd name="csX6" fmla="*/ 434 w 4017225"/>
                <a:gd name="csY6" fmla="*/ 3573908 h 3576355"/>
                <a:gd name="csX0" fmla="*/ 434 w 4017225"/>
                <a:gd name="csY0" fmla="*/ 3573908 h 3583502"/>
                <a:gd name="csX1" fmla="*/ 1629072 w 4017225"/>
                <a:gd name="csY1" fmla="*/ 1934945 h 3583502"/>
                <a:gd name="csX2" fmla="*/ 1790791 w 4017225"/>
                <a:gd name="csY2" fmla="*/ 327870 h 3583502"/>
                <a:gd name="csX3" fmla="*/ 3907902 w 4017225"/>
                <a:gd name="csY3" fmla="*/ 36349 h 3583502"/>
                <a:gd name="csX4" fmla="*/ 3591268 w 4017225"/>
                <a:gd name="csY4" fmla="*/ 1933781 h 3583502"/>
                <a:gd name="csX5" fmla="*/ 1798396 w 4017225"/>
                <a:gd name="csY5" fmla="*/ 2715497 h 3583502"/>
                <a:gd name="csX6" fmla="*/ 434 w 4017225"/>
                <a:gd name="csY6" fmla="*/ 3573908 h 3583502"/>
                <a:gd name="csX0" fmla="*/ 20204 w 4036995"/>
                <a:gd name="csY0" fmla="*/ 3574326 h 3583563"/>
                <a:gd name="csX1" fmla="*/ 908564 w 4036995"/>
                <a:gd name="csY1" fmla="*/ 1951275 h 3583563"/>
                <a:gd name="csX2" fmla="*/ 1810561 w 4036995"/>
                <a:gd name="csY2" fmla="*/ 328288 h 3583563"/>
                <a:gd name="csX3" fmla="*/ 3927672 w 4036995"/>
                <a:gd name="csY3" fmla="*/ 36767 h 3583563"/>
                <a:gd name="csX4" fmla="*/ 3611038 w 4036995"/>
                <a:gd name="csY4" fmla="*/ 1934199 h 3583563"/>
                <a:gd name="csX5" fmla="*/ 1818166 w 4036995"/>
                <a:gd name="csY5" fmla="*/ 2715915 h 3583563"/>
                <a:gd name="csX6" fmla="*/ 20204 w 4036995"/>
                <a:gd name="csY6" fmla="*/ 3574326 h 3583563"/>
                <a:gd name="csX0" fmla="*/ 12549 w 4029340"/>
                <a:gd name="csY0" fmla="*/ 3574326 h 3583563"/>
                <a:gd name="csX1" fmla="*/ 900909 w 4029340"/>
                <a:gd name="csY1" fmla="*/ 1951275 h 3583563"/>
                <a:gd name="csX2" fmla="*/ 1802906 w 4029340"/>
                <a:gd name="csY2" fmla="*/ 328288 h 3583563"/>
                <a:gd name="csX3" fmla="*/ 3920017 w 4029340"/>
                <a:gd name="csY3" fmla="*/ 36767 h 3583563"/>
                <a:gd name="csX4" fmla="*/ 3603383 w 4029340"/>
                <a:gd name="csY4" fmla="*/ 1934199 h 3583563"/>
                <a:gd name="csX5" fmla="*/ 1810511 w 4029340"/>
                <a:gd name="csY5" fmla="*/ 2715915 h 3583563"/>
                <a:gd name="csX6" fmla="*/ 12549 w 4029340"/>
                <a:gd name="csY6" fmla="*/ 3574326 h 3583563"/>
                <a:gd name="csX0" fmla="*/ 2018 w 4018809"/>
                <a:gd name="csY0" fmla="*/ 3573908 h 3583502"/>
                <a:gd name="csX1" fmla="*/ 1389840 w 4018809"/>
                <a:gd name="csY1" fmla="*/ 1934947 h 3583502"/>
                <a:gd name="csX2" fmla="*/ 1792375 w 4018809"/>
                <a:gd name="csY2" fmla="*/ 327870 h 3583502"/>
                <a:gd name="csX3" fmla="*/ 3909486 w 4018809"/>
                <a:gd name="csY3" fmla="*/ 36349 h 3583502"/>
                <a:gd name="csX4" fmla="*/ 3592852 w 4018809"/>
                <a:gd name="csY4" fmla="*/ 1933781 h 3583502"/>
                <a:gd name="csX5" fmla="*/ 1799980 w 4018809"/>
                <a:gd name="csY5" fmla="*/ 2715497 h 3583502"/>
                <a:gd name="csX6" fmla="*/ 2018 w 4018809"/>
                <a:gd name="csY6" fmla="*/ 3573908 h 3583502"/>
                <a:gd name="csX0" fmla="*/ 2018 w 4018809"/>
                <a:gd name="csY0" fmla="*/ 3573908 h 3575401"/>
                <a:gd name="csX1" fmla="*/ 1389840 w 4018809"/>
                <a:gd name="csY1" fmla="*/ 1934947 h 3575401"/>
                <a:gd name="csX2" fmla="*/ 1792375 w 4018809"/>
                <a:gd name="csY2" fmla="*/ 327870 h 3575401"/>
                <a:gd name="csX3" fmla="*/ 3909486 w 4018809"/>
                <a:gd name="csY3" fmla="*/ 36349 h 3575401"/>
                <a:gd name="csX4" fmla="*/ 3592852 w 4018809"/>
                <a:gd name="csY4" fmla="*/ 1933781 h 3575401"/>
                <a:gd name="csX5" fmla="*/ 1799983 w 4018809"/>
                <a:gd name="csY5" fmla="*/ 2277981 h 3575401"/>
                <a:gd name="csX6" fmla="*/ 2018 w 4018809"/>
                <a:gd name="csY6" fmla="*/ 3573908 h 3575401"/>
                <a:gd name="csX0" fmla="*/ 2279 w 4019070"/>
                <a:gd name="csY0" fmla="*/ 3573908 h 3576883"/>
                <a:gd name="csX1" fmla="*/ 1390101 w 4019070"/>
                <a:gd name="csY1" fmla="*/ 1934947 h 3576883"/>
                <a:gd name="csX2" fmla="*/ 1792636 w 4019070"/>
                <a:gd name="csY2" fmla="*/ 327870 h 3576883"/>
                <a:gd name="csX3" fmla="*/ 3909747 w 4019070"/>
                <a:gd name="csY3" fmla="*/ 36349 h 3576883"/>
                <a:gd name="csX4" fmla="*/ 3593113 w 4019070"/>
                <a:gd name="csY4" fmla="*/ 1933781 h 3576883"/>
                <a:gd name="csX5" fmla="*/ 1827004 w 4019070"/>
                <a:gd name="csY5" fmla="*/ 2405261 h 3576883"/>
                <a:gd name="csX6" fmla="*/ 2279 w 4019070"/>
                <a:gd name="csY6" fmla="*/ 3573908 h 3576883"/>
                <a:gd name="csX0" fmla="*/ 3304 w 4020095"/>
                <a:gd name="csY0" fmla="*/ 3573700 h 3576772"/>
                <a:gd name="csX1" fmla="*/ 1310858 w 4020095"/>
                <a:gd name="csY1" fmla="*/ 1926786 h 3576772"/>
                <a:gd name="csX2" fmla="*/ 1793661 w 4020095"/>
                <a:gd name="csY2" fmla="*/ 327662 h 3576772"/>
                <a:gd name="csX3" fmla="*/ 3910772 w 4020095"/>
                <a:gd name="csY3" fmla="*/ 36141 h 3576772"/>
                <a:gd name="csX4" fmla="*/ 3594138 w 4020095"/>
                <a:gd name="csY4" fmla="*/ 1933573 h 3576772"/>
                <a:gd name="csX5" fmla="*/ 1828029 w 4020095"/>
                <a:gd name="csY5" fmla="*/ 2405053 h 3576772"/>
                <a:gd name="csX6" fmla="*/ 3304 w 4020095"/>
                <a:gd name="csY6" fmla="*/ 3573700 h 3576772"/>
                <a:gd name="csX0" fmla="*/ 3254 w 4020045"/>
                <a:gd name="csY0" fmla="*/ 3573700 h 3576772"/>
                <a:gd name="csX1" fmla="*/ 1310808 w 4020045"/>
                <a:gd name="csY1" fmla="*/ 1926786 h 3576772"/>
                <a:gd name="csX2" fmla="*/ 1793611 w 4020045"/>
                <a:gd name="csY2" fmla="*/ 327662 h 3576772"/>
                <a:gd name="csX3" fmla="*/ 3910722 w 4020045"/>
                <a:gd name="csY3" fmla="*/ 36141 h 3576772"/>
                <a:gd name="csX4" fmla="*/ 3594088 w 4020045"/>
                <a:gd name="csY4" fmla="*/ 1933573 h 3576772"/>
                <a:gd name="csX5" fmla="*/ 1827979 w 4020045"/>
                <a:gd name="csY5" fmla="*/ 2405053 h 3576772"/>
                <a:gd name="csX6" fmla="*/ 3254 w 4020045"/>
                <a:gd name="csY6" fmla="*/ 3573700 h 35767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020045" h="3576772">
                  <a:moveTo>
                    <a:pt x="3254" y="3573700"/>
                  </a:moveTo>
                  <a:cubicBezTo>
                    <a:pt x="-82941" y="3493989"/>
                    <a:pt x="1574310" y="2340515"/>
                    <a:pt x="1310808" y="1926786"/>
                  </a:cubicBezTo>
                  <a:cubicBezTo>
                    <a:pt x="1047306" y="1513057"/>
                    <a:pt x="1360292" y="642769"/>
                    <a:pt x="1793611" y="327662"/>
                  </a:cubicBezTo>
                  <a:cubicBezTo>
                    <a:pt x="2226930" y="12555"/>
                    <a:pt x="3750548" y="-52136"/>
                    <a:pt x="3910722" y="36141"/>
                  </a:cubicBezTo>
                  <a:cubicBezTo>
                    <a:pt x="4070896" y="124418"/>
                    <a:pt x="4120351" y="1358027"/>
                    <a:pt x="3594088" y="1933573"/>
                  </a:cubicBezTo>
                  <a:cubicBezTo>
                    <a:pt x="3171099" y="2391895"/>
                    <a:pt x="2301583" y="2656718"/>
                    <a:pt x="1827979" y="2405053"/>
                  </a:cubicBezTo>
                  <a:cubicBezTo>
                    <a:pt x="1354375" y="2153388"/>
                    <a:pt x="89449" y="3653411"/>
                    <a:pt x="3254" y="3573700"/>
                  </a:cubicBezTo>
                  <a:close/>
                </a:path>
              </a:pathLst>
            </a:custGeom>
            <a:noFill/>
            <a:ln>
              <a:solidFill>
                <a:srgbClr val="0C26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5" name="Freeform 1024">
              <a:extLst>
                <a:ext uri="{FF2B5EF4-FFF2-40B4-BE49-F238E27FC236}">
                  <a16:creationId xmlns:a16="http://schemas.microsoft.com/office/drawing/2014/main" id="{D7A93C66-609C-CE7E-A39F-0A9208BB4213}"/>
                </a:ext>
              </a:extLst>
            </p:cNvPr>
            <p:cNvSpPr/>
            <p:nvPr userDrawn="1"/>
          </p:nvSpPr>
          <p:spPr>
            <a:xfrm rot="16200000">
              <a:off x="6623380" y="1669781"/>
              <a:ext cx="2615869" cy="2682267"/>
            </a:xfrm>
            <a:custGeom>
              <a:avLst/>
              <a:gdLst>
                <a:gd name="csX0" fmla="*/ 1893 w 3484511"/>
                <a:gd name="csY0" fmla="*/ 3509215 h 3511799"/>
                <a:gd name="csX1" fmla="*/ 1514170 w 3484511"/>
                <a:gd name="csY1" fmla="*/ 1703861 h 3511799"/>
                <a:gd name="csX2" fmla="*/ 2029985 w 3484511"/>
                <a:gd name="csY2" fmla="*/ 226753 h 3511799"/>
                <a:gd name="csX3" fmla="*/ 3378139 w 3484511"/>
                <a:gd name="csY3" fmla="*/ 144692 h 3511799"/>
                <a:gd name="csX4" fmla="*/ 3225739 w 3484511"/>
                <a:gd name="csY4" fmla="*/ 1586630 h 3511799"/>
                <a:gd name="csX5" fmla="*/ 1854139 w 3484511"/>
                <a:gd name="csY5" fmla="*/ 2090723 h 3511799"/>
                <a:gd name="csX6" fmla="*/ 1893 w 3484511"/>
                <a:gd name="csY6" fmla="*/ 3509215 h 3511799"/>
                <a:gd name="csX0" fmla="*/ 1352 w 4094215"/>
                <a:gd name="csY0" fmla="*/ 4103738 h 4105568"/>
                <a:gd name="csX1" fmla="*/ 2123874 w 4094215"/>
                <a:gd name="csY1" fmla="*/ 1703861 h 4105568"/>
                <a:gd name="csX2" fmla="*/ 2639689 w 4094215"/>
                <a:gd name="csY2" fmla="*/ 226753 h 4105568"/>
                <a:gd name="csX3" fmla="*/ 3987843 w 4094215"/>
                <a:gd name="csY3" fmla="*/ 144692 h 4105568"/>
                <a:gd name="csX4" fmla="*/ 3835443 w 4094215"/>
                <a:gd name="csY4" fmla="*/ 1586630 h 4105568"/>
                <a:gd name="csX5" fmla="*/ 2463843 w 4094215"/>
                <a:gd name="csY5" fmla="*/ 2090723 h 4105568"/>
                <a:gd name="csX6" fmla="*/ 1352 w 4094215"/>
                <a:gd name="csY6" fmla="*/ 4103738 h 4105568"/>
                <a:gd name="csX0" fmla="*/ 1978 w 4094841"/>
                <a:gd name="csY0" fmla="*/ 4101966 h 4104114"/>
                <a:gd name="csX1" fmla="*/ 2058783 w 4094841"/>
                <a:gd name="csY1" fmla="*/ 1668597 h 4104114"/>
                <a:gd name="csX2" fmla="*/ 2640315 w 4094841"/>
                <a:gd name="csY2" fmla="*/ 224981 h 4104114"/>
                <a:gd name="csX3" fmla="*/ 3988469 w 4094841"/>
                <a:gd name="csY3" fmla="*/ 142920 h 4104114"/>
                <a:gd name="csX4" fmla="*/ 3836069 w 4094841"/>
                <a:gd name="csY4" fmla="*/ 1584858 h 4104114"/>
                <a:gd name="csX5" fmla="*/ 2464469 w 4094841"/>
                <a:gd name="csY5" fmla="*/ 2088951 h 4104114"/>
                <a:gd name="csX6" fmla="*/ 1978 w 4094841"/>
                <a:gd name="csY6" fmla="*/ 4101966 h 4104114"/>
                <a:gd name="csX0" fmla="*/ 1943 w 4132359"/>
                <a:gd name="csY0" fmla="*/ 3750277 h 3752868"/>
                <a:gd name="csX1" fmla="*/ 2096301 w 4132359"/>
                <a:gd name="csY1" fmla="*/ 1668597 h 3752868"/>
                <a:gd name="csX2" fmla="*/ 2677833 w 4132359"/>
                <a:gd name="csY2" fmla="*/ 224981 h 3752868"/>
                <a:gd name="csX3" fmla="*/ 4025987 w 4132359"/>
                <a:gd name="csY3" fmla="*/ 142920 h 3752868"/>
                <a:gd name="csX4" fmla="*/ 3873587 w 4132359"/>
                <a:gd name="csY4" fmla="*/ 1584858 h 3752868"/>
                <a:gd name="csX5" fmla="*/ 2501987 w 4132359"/>
                <a:gd name="csY5" fmla="*/ 2088951 h 3752868"/>
                <a:gd name="csX6" fmla="*/ 1943 w 4132359"/>
                <a:gd name="csY6" fmla="*/ 3750277 h 3752868"/>
                <a:gd name="csX0" fmla="*/ 7123 w 4137539"/>
                <a:gd name="csY0" fmla="*/ 3776554 h 3776601"/>
                <a:gd name="csX1" fmla="*/ 1782278 w 4137539"/>
                <a:gd name="csY1" fmla="*/ 2163796 h 3776601"/>
                <a:gd name="csX2" fmla="*/ 2683013 w 4137539"/>
                <a:gd name="csY2" fmla="*/ 251258 h 3776601"/>
                <a:gd name="csX3" fmla="*/ 4031167 w 4137539"/>
                <a:gd name="csY3" fmla="*/ 169197 h 3776601"/>
                <a:gd name="csX4" fmla="*/ 3878767 w 4137539"/>
                <a:gd name="csY4" fmla="*/ 1611135 h 3776601"/>
                <a:gd name="csX5" fmla="*/ 2507167 w 4137539"/>
                <a:gd name="csY5" fmla="*/ 2115228 h 3776601"/>
                <a:gd name="csX6" fmla="*/ 7123 w 4137539"/>
                <a:gd name="csY6" fmla="*/ 3776554 h 3776601"/>
                <a:gd name="csX0" fmla="*/ 25 w 4130441"/>
                <a:gd name="csY0" fmla="*/ 3776554 h 3776586"/>
                <a:gd name="csX1" fmla="*/ 1775180 w 4130441"/>
                <a:gd name="csY1" fmla="*/ 2163796 h 3776586"/>
                <a:gd name="csX2" fmla="*/ 2675915 w 4130441"/>
                <a:gd name="csY2" fmla="*/ 251258 h 3776586"/>
                <a:gd name="csX3" fmla="*/ 4024069 w 4130441"/>
                <a:gd name="csY3" fmla="*/ 169197 h 3776586"/>
                <a:gd name="csX4" fmla="*/ 3871669 w 4130441"/>
                <a:gd name="csY4" fmla="*/ 1611135 h 3776586"/>
                <a:gd name="csX5" fmla="*/ 1814719 w 4130441"/>
                <a:gd name="csY5" fmla="*/ 2207339 h 3776586"/>
                <a:gd name="csX6" fmla="*/ 25 w 4130441"/>
                <a:gd name="csY6" fmla="*/ 3776554 h 3776586"/>
                <a:gd name="csX0" fmla="*/ 25 w 4130441"/>
                <a:gd name="csY0" fmla="*/ 3776554 h 3776589"/>
                <a:gd name="csX1" fmla="*/ 1775180 w 4130441"/>
                <a:gd name="csY1" fmla="*/ 2163796 h 3776589"/>
                <a:gd name="csX2" fmla="*/ 2675915 w 4130441"/>
                <a:gd name="csY2" fmla="*/ 251258 h 3776589"/>
                <a:gd name="csX3" fmla="*/ 4024069 w 4130441"/>
                <a:gd name="csY3" fmla="*/ 169197 h 3776589"/>
                <a:gd name="csX4" fmla="*/ 3871669 w 4130441"/>
                <a:gd name="csY4" fmla="*/ 1611135 h 3776589"/>
                <a:gd name="csX5" fmla="*/ 1814719 w 4130441"/>
                <a:gd name="csY5" fmla="*/ 2207339 h 3776589"/>
                <a:gd name="csX6" fmla="*/ 25 w 4130441"/>
                <a:gd name="csY6" fmla="*/ 3776554 h 3776589"/>
                <a:gd name="csX0" fmla="*/ 25 w 3957457"/>
                <a:gd name="csY0" fmla="*/ 3611866 h 3611901"/>
                <a:gd name="csX1" fmla="*/ 1775180 w 3957457"/>
                <a:gd name="csY1" fmla="*/ 1999108 h 3611901"/>
                <a:gd name="csX2" fmla="*/ 2675915 w 3957457"/>
                <a:gd name="csY2" fmla="*/ 86570 h 3611901"/>
                <a:gd name="csX3" fmla="*/ 3554650 w 3957457"/>
                <a:gd name="csY3" fmla="*/ 439934 h 3611901"/>
                <a:gd name="csX4" fmla="*/ 3871669 w 3957457"/>
                <a:gd name="csY4" fmla="*/ 1446447 h 3611901"/>
                <a:gd name="csX5" fmla="*/ 1814719 w 3957457"/>
                <a:gd name="csY5" fmla="*/ 2042651 h 3611901"/>
                <a:gd name="csX6" fmla="*/ 25 w 3957457"/>
                <a:gd name="csY6" fmla="*/ 3611866 h 3611901"/>
                <a:gd name="csX0" fmla="*/ 25 w 3957253"/>
                <a:gd name="csY0" fmla="*/ 3368639 h 3368674"/>
                <a:gd name="csX1" fmla="*/ 1775180 w 3957253"/>
                <a:gd name="csY1" fmla="*/ 1755881 h 3368674"/>
                <a:gd name="csX2" fmla="*/ 2685304 w 3957253"/>
                <a:gd name="csY2" fmla="*/ 144791 h 3368674"/>
                <a:gd name="csX3" fmla="*/ 3554650 w 3957253"/>
                <a:gd name="csY3" fmla="*/ 196707 h 3368674"/>
                <a:gd name="csX4" fmla="*/ 3871669 w 3957253"/>
                <a:gd name="csY4" fmla="*/ 1203220 h 3368674"/>
                <a:gd name="csX5" fmla="*/ 1814719 w 3957253"/>
                <a:gd name="csY5" fmla="*/ 1799424 h 3368674"/>
                <a:gd name="csX6" fmla="*/ 25 w 3957253"/>
                <a:gd name="csY6" fmla="*/ 3368639 h 3368674"/>
                <a:gd name="csX0" fmla="*/ 25 w 3705517"/>
                <a:gd name="csY0" fmla="*/ 3358570 h 3358603"/>
                <a:gd name="csX1" fmla="*/ 1775180 w 3705517"/>
                <a:gd name="csY1" fmla="*/ 1745812 h 3358603"/>
                <a:gd name="csX2" fmla="*/ 2685304 w 3705517"/>
                <a:gd name="csY2" fmla="*/ 134722 h 3358603"/>
                <a:gd name="csX3" fmla="*/ 3554650 w 3705517"/>
                <a:gd name="csY3" fmla="*/ 186638 h 3358603"/>
                <a:gd name="csX4" fmla="*/ 3552464 w 3705517"/>
                <a:gd name="csY4" fmla="*/ 975438 h 3358603"/>
                <a:gd name="csX5" fmla="*/ 1814719 w 3705517"/>
                <a:gd name="csY5" fmla="*/ 1789355 h 3358603"/>
                <a:gd name="csX6" fmla="*/ 25 w 3705517"/>
                <a:gd name="csY6" fmla="*/ 3358570 h 3358603"/>
                <a:gd name="csX0" fmla="*/ 2290 w 3707782"/>
                <a:gd name="csY0" fmla="*/ 3305196 h 3314287"/>
                <a:gd name="csX1" fmla="*/ 2199921 w 3707782"/>
                <a:gd name="csY1" fmla="*/ 955568 h 3314287"/>
                <a:gd name="csX2" fmla="*/ 2687569 w 3707782"/>
                <a:gd name="csY2" fmla="*/ 81348 h 3314287"/>
                <a:gd name="csX3" fmla="*/ 3556915 w 3707782"/>
                <a:gd name="csY3" fmla="*/ 133264 h 3314287"/>
                <a:gd name="csX4" fmla="*/ 3554729 w 3707782"/>
                <a:gd name="csY4" fmla="*/ 922064 h 3314287"/>
                <a:gd name="csX5" fmla="*/ 1816984 w 3707782"/>
                <a:gd name="csY5" fmla="*/ 1735981 h 3314287"/>
                <a:gd name="csX6" fmla="*/ 2290 w 3707782"/>
                <a:gd name="csY6" fmla="*/ 3305196 h 3314287"/>
                <a:gd name="csX0" fmla="*/ 377 w 3705869"/>
                <a:gd name="csY0" fmla="*/ 3305196 h 3313168"/>
                <a:gd name="csX1" fmla="*/ 2198008 w 3705869"/>
                <a:gd name="csY1" fmla="*/ 955568 h 3313168"/>
                <a:gd name="csX2" fmla="*/ 2685656 w 3705869"/>
                <a:gd name="csY2" fmla="*/ 81348 h 3313168"/>
                <a:gd name="csX3" fmla="*/ 3555002 w 3705869"/>
                <a:gd name="csY3" fmla="*/ 133264 h 3313168"/>
                <a:gd name="csX4" fmla="*/ 3552816 w 3705869"/>
                <a:gd name="csY4" fmla="*/ 922064 h 3313168"/>
                <a:gd name="csX5" fmla="*/ 2378375 w 3705869"/>
                <a:gd name="csY5" fmla="*/ 1694113 h 3313168"/>
                <a:gd name="csX6" fmla="*/ 377 w 3705869"/>
                <a:gd name="csY6" fmla="*/ 3305196 h 3313168"/>
                <a:gd name="csX0" fmla="*/ 377 w 3705869"/>
                <a:gd name="csY0" fmla="*/ 3305196 h 3311216"/>
                <a:gd name="csX1" fmla="*/ 2198008 w 3705869"/>
                <a:gd name="csY1" fmla="*/ 955568 h 3311216"/>
                <a:gd name="csX2" fmla="*/ 2685656 w 3705869"/>
                <a:gd name="csY2" fmla="*/ 81348 h 3311216"/>
                <a:gd name="csX3" fmla="*/ 3555002 w 3705869"/>
                <a:gd name="csY3" fmla="*/ 133264 h 3311216"/>
                <a:gd name="csX4" fmla="*/ 3552816 w 3705869"/>
                <a:gd name="csY4" fmla="*/ 922064 h 3311216"/>
                <a:gd name="csX5" fmla="*/ 2378375 w 3705869"/>
                <a:gd name="csY5" fmla="*/ 1694113 h 3311216"/>
                <a:gd name="csX6" fmla="*/ 377 w 3705869"/>
                <a:gd name="csY6" fmla="*/ 3305196 h 3311216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31250"/>
                <a:gd name="csY0" fmla="*/ 3306034 h 3313991"/>
                <a:gd name="csX1" fmla="*/ 2198008 w 4431250"/>
                <a:gd name="csY1" fmla="*/ 956406 h 3313991"/>
                <a:gd name="csX2" fmla="*/ 2685656 w 4431250"/>
                <a:gd name="csY2" fmla="*/ 82186 h 3313991"/>
                <a:gd name="csX3" fmla="*/ 3555002 w 4431250"/>
                <a:gd name="csY3" fmla="*/ 134102 h 3313991"/>
                <a:gd name="csX4" fmla="*/ 4425936 w 4431250"/>
                <a:gd name="csY4" fmla="*/ 939649 h 3313991"/>
                <a:gd name="csX5" fmla="*/ 2378375 w 4431250"/>
                <a:gd name="csY5" fmla="*/ 1694951 h 3313991"/>
                <a:gd name="csX6" fmla="*/ 377 w 4431250"/>
                <a:gd name="csY6" fmla="*/ 3306034 h 3313991"/>
                <a:gd name="csX0" fmla="*/ 377 w 4425936"/>
                <a:gd name="csY0" fmla="*/ 3306034 h 3313991"/>
                <a:gd name="csX1" fmla="*/ 2198008 w 4425936"/>
                <a:gd name="csY1" fmla="*/ 956406 h 3313991"/>
                <a:gd name="csX2" fmla="*/ 2685656 w 4425936"/>
                <a:gd name="csY2" fmla="*/ 82186 h 3313991"/>
                <a:gd name="csX3" fmla="*/ 3555002 w 4425936"/>
                <a:gd name="csY3" fmla="*/ 134102 h 3313991"/>
                <a:gd name="csX4" fmla="*/ 4425936 w 4425936"/>
                <a:gd name="csY4" fmla="*/ 939649 h 3313991"/>
                <a:gd name="csX5" fmla="*/ 2378375 w 4425936"/>
                <a:gd name="csY5" fmla="*/ 1694951 h 3313991"/>
                <a:gd name="csX6" fmla="*/ 377 w 4425936"/>
                <a:gd name="csY6" fmla="*/ 3306034 h 3313991"/>
                <a:gd name="csX0" fmla="*/ 377 w 4472878"/>
                <a:gd name="csY0" fmla="*/ 3303952 h 3311947"/>
                <a:gd name="csX1" fmla="*/ 2198008 w 4472878"/>
                <a:gd name="csY1" fmla="*/ 954324 h 3311947"/>
                <a:gd name="csX2" fmla="*/ 2685656 w 4472878"/>
                <a:gd name="csY2" fmla="*/ 80104 h 3311947"/>
                <a:gd name="csX3" fmla="*/ 3555002 w 4472878"/>
                <a:gd name="csY3" fmla="*/ 132020 h 3311947"/>
                <a:gd name="csX4" fmla="*/ 4472878 w 4472878"/>
                <a:gd name="csY4" fmla="*/ 895700 h 3311947"/>
                <a:gd name="csX5" fmla="*/ 2378375 w 4472878"/>
                <a:gd name="csY5" fmla="*/ 1692869 h 3311947"/>
                <a:gd name="csX6" fmla="*/ 377 w 4472878"/>
                <a:gd name="csY6" fmla="*/ 3303952 h 3311947"/>
                <a:gd name="csX0" fmla="*/ 377 w 4472878"/>
                <a:gd name="csY0" fmla="*/ 3489034 h 3497029"/>
                <a:gd name="csX1" fmla="*/ 2198008 w 4472878"/>
                <a:gd name="csY1" fmla="*/ 1139406 h 3497029"/>
                <a:gd name="csX2" fmla="*/ 2685656 w 4472878"/>
                <a:gd name="csY2" fmla="*/ 265186 h 3497029"/>
                <a:gd name="csX3" fmla="*/ 3742770 w 4472878"/>
                <a:gd name="csY3" fmla="*/ 49148 h 3497029"/>
                <a:gd name="csX4" fmla="*/ 4472878 w 4472878"/>
                <a:gd name="csY4" fmla="*/ 1080782 h 3497029"/>
                <a:gd name="csX5" fmla="*/ 2378375 w 4472878"/>
                <a:gd name="csY5" fmla="*/ 1877951 h 3497029"/>
                <a:gd name="csX6" fmla="*/ 377 w 4472878"/>
                <a:gd name="csY6" fmla="*/ 3489034 h 3497029"/>
                <a:gd name="csX0" fmla="*/ 377 w 4482266"/>
                <a:gd name="csY0" fmla="*/ 3489034 h 3497029"/>
                <a:gd name="csX1" fmla="*/ 2198008 w 4482266"/>
                <a:gd name="csY1" fmla="*/ 1139406 h 3497029"/>
                <a:gd name="csX2" fmla="*/ 2685656 w 4482266"/>
                <a:gd name="csY2" fmla="*/ 265186 h 3497029"/>
                <a:gd name="csX3" fmla="*/ 3742770 w 4482266"/>
                <a:gd name="csY3" fmla="*/ 49148 h 3497029"/>
                <a:gd name="csX4" fmla="*/ 4482266 w 4482266"/>
                <a:gd name="csY4" fmla="*/ 1080782 h 3497029"/>
                <a:gd name="csX5" fmla="*/ 2378375 w 4482266"/>
                <a:gd name="csY5" fmla="*/ 1877951 h 3497029"/>
                <a:gd name="csX6" fmla="*/ 377 w 4482266"/>
                <a:gd name="csY6" fmla="*/ 3489034 h 3497029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10188 w 4492077"/>
                <a:gd name="csY0" fmla="*/ 3488052 h 3497366"/>
                <a:gd name="csX1" fmla="*/ 1804118 w 4492077"/>
                <a:gd name="csY1" fmla="*/ 1096559 h 3497366"/>
                <a:gd name="csX2" fmla="*/ 2695467 w 4492077"/>
                <a:gd name="csY2" fmla="*/ 264204 h 3497366"/>
                <a:gd name="csX3" fmla="*/ 3752581 w 4492077"/>
                <a:gd name="csY3" fmla="*/ 48166 h 3497366"/>
                <a:gd name="csX4" fmla="*/ 4492077 w 4492077"/>
                <a:gd name="csY4" fmla="*/ 1079800 h 3497366"/>
                <a:gd name="csX5" fmla="*/ 2688616 w 4492077"/>
                <a:gd name="csY5" fmla="*/ 1893718 h 3497366"/>
                <a:gd name="csX6" fmla="*/ 10188 w 4492077"/>
                <a:gd name="csY6" fmla="*/ 3488052 h 3497366"/>
                <a:gd name="csX0" fmla="*/ 10188 w 4492077"/>
                <a:gd name="csY0" fmla="*/ 3488052 h 3500595"/>
                <a:gd name="csX1" fmla="*/ 1804118 w 4492077"/>
                <a:gd name="csY1" fmla="*/ 1096559 h 3500595"/>
                <a:gd name="csX2" fmla="*/ 2695467 w 4492077"/>
                <a:gd name="csY2" fmla="*/ 264204 h 3500595"/>
                <a:gd name="csX3" fmla="*/ 3752581 w 4492077"/>
                <a:gd name="csY3" fmla="*/ 48166 h 3500595"/>
                <a:gd name="csX4" fmla="*/ 4492077 w 4492077"/>
                <a:gd name="csY4" fmla="*/ 1079800 h 3500595"/>
                <a:gd name="csX5" fmla="*/ 2688616 w 4492077"/>
                <a:gd name="csY5" fmla="*/ 1893718 h 3500595"/>
                <a:gd name="csX6" fmla="*/ 10188 w 4492077"/>
                <a:gd name="csY6" fmla="*/ 3488052 h 3500595"/>
                <a:gd name="csX0" fmla="*/ 10188 w 4492077"/>
                <a:gd name="csY0" fmla="*/ 3488052 h 3500888"/>
                <a:gd name="csX1" fmla="*/ 1804118 w 4492077"/>
                <a:gd name="csY1" fmla="*/ 1096559 h 3500888"/>
                <a:gd name="csX2" fmla="*/ 2695467 w 4492077"/>
                <a:gd name="csY2" fmla="*/ 264204 h 3500888"/>
                <a:gd name="csX3" fmla="*/ 3752581 w 4492077"/>
                <a:gd name="csY3" fmla="*/ 48166 h 3500888"/>
                <a:gd name="csX4" fmla="*/ 4492077 w 4492077"/>
                <a:gd name="csY4" fmla="*/ 1079800 h 3500888"/>
                <a:gd name="csX5" fmla="*/ 2688616 w 4492077"/>
                <a:gd name="csY5" fmla="*/ 1893718 h 3500888"/>
                <a:gd name="csX6" fmla="*/ 10188 w 4492077"/>
                <a:gd name="csY6" fmla="*/ 3488052 h 3500888"/>
                <a:gd name="csX0" fmla="*/ 27731 w 3289130"/>
                <a:gd name="csY0" fmla="*/ 2449732 h 2473361"/>
                <a:gd name="csX1" fmla="*/ 601171 w 3289130"/>
                <a:gd name="csY1" fmla="*/ 1096559 h 2473361"/>
                <a:gd name="csX2" fmla="*/ 1492520 w 3289130"/>
                <a:gd name="csY2" fmla="*/ 264204 h 2473361"/>
                <a:gd name="csX3" fmla="*/ 2549634 w 3289130"/>
                <a:gd name="csY3" fmla="*/ 48166 h 2473361"/>
                <a:gd name="csX4" fmla="*/ 3289130 w 3289130"/>
                <a:gd name="csY4" fmla="*/ 1079800 h 2473361"/>
                <a:gd name="csX5" fmla="*/ 1485669 w 3289130"/>
                <a:gd name="csY5" fmla="*/ 1893718 h 2473361"/>
                <a:gd name="csX6" fmla="*/ 27731 w 3289130"/>
                <a:gd name="csY6" fmla="*/ 2449732 h 2473361"/>
                <a:gd name="csX0" fmla="*/ 367 w 3261766"/>
                <a:gd name="csY0" fmla="*/ 2449732 h 2449966"/>
                <a:gd name="csX1" fmla="*/ 573807 w 3261766"/>
                <a:gd name="csY1" fmla="*/ 1096559 h 2449966"/>
                <a:gd name="csX2" fmla="*/ 1465156 w 3261766"/>
                <a:gd name="csY2" fmla="*/ 264204 h 2449966"/>
                <a:gd name="csX3" fmla="*/ 2522270 w 3261766"/>
                <a:gd name="csY3" fmla="*/ 48166 h 2449966"/>
                <a:gd name="csX4" fmla="*/ 3261766 w 3261766"/>
                <a:gd name="csY4" fmla="*/ 1079800 h 2449966"/>
                <a:gd name="csX5" fmla="*/ 1458305 w 3261766"/>
                <a:gd name="csY5" fmla="*/ 1893718 h 2449966"/>
                <a:gd name="csX6" fmla="*/ 367 w 3261766"/>
                <a:gd name="csY6" fmla="*/ 2449732 h 2449966"/>
                <a:gd name="csX0" fmla="*/ 62959 w 3324358"/>
                <a:gd name="csY0" fmla="*/ 2449732 h 2487147"/>
                <a:gd name="csX1" fmla="*/ 636399 w 3324358"/>
                <a:gd name="csY1" fmla="*/ 1096559 h 2487147"/>
                <a:gd name="csX2" fmla="*/ 1527748 w 3324358"/>
                <a:gd name="csY2" fmla="*/ 264204 h 2487147"/>
                <a:gd name="csX3" fmla="*/ 2584862 w 3324358"/>
                <a:gd name="csY3" fmla="*/ 48166 h 2487147"/>
                <a:gd name="csX4" fmla="*/ 3324358 w 3324358"/>
                <a:gd name="csY4" fmla="*/ 1079800 h 2487147"/>
                <a:gd name="csX5" fmla="*/ 1520897 w 3324358"/>
                <a:gd name="csY5" fmla="*/ 1893718 h 2487147"/>
                <a:gd name="csX6" fmla="*/ 62959 w 3324358"/>
                <a:gd name="csY6" fmla="*/ 2449732 h 2487147"/>
                <a:gd name="csX0" fmla="*/ 38478 w 4482813"/>
                <a:gd name="csY0" fmla="*/ 3496425 h 3519813"/>
                <a:gd name="csX1" fmla="*/ 1794854 w 4482813"/>
                <a:gd name="csY1" fmla="*/ 1096559 h 3519813"/>
                <a:gd name="csX2" fmla="*/ 2686203 w 4482813"/>
                <a:gd name="csY2" fmla="*/ 264204 h 3519813"/>
                <a:gd name="csX3" fmla="*/ 3743317 w 4482813"/>
                <a:gd name="csY3" fmla="*/ 48166 h 3519813"/>
                <a:gd name="csX4" fmla="*/ 4482813 w 4482813"/>
                <a:gd name="csY4" fmla="*/ 1079800 h 3519813"/>
                <a:gd name="csX5" fmla="*/ 2679352 w 4482813"/>
                <a:gd name="csY5" fmla="*/ 1893718 h 3519813"/>
                <a:gd name="csX6" fmla="*/ 38478 w 4482813"/>
                <a:gd name="csY6" fmla="*/ 3496425 h 3519813"/>
                <a:gd name="csX0" fmla="*/ 9071 w 4453406"/>
                <a:gd name="csY0" fmla="*/ 3496425 h 3510301"/>
                <a:gd name="csX1" fmla="*/ 1765447 w 4453406"/>
                <a:gd name="csY1" fmla="*/ 1096559 h 3510301"/>
                <a:gd name="csX2" fmla="*/ 2656796 w 4453406"/>
                <a:gd name="csY2" fmla="*/ 264204 h 3510301"/>
                <a:gd name="csX3" fmla="*/ 3713910 w 4453406"/>
                <a:gd name="csY3" fmla="*/ 48166 h 3510301"/>
                <a:gd name="csX4" fmla="*/ 4453406 w 4453406"/>
                <a:gd name="csY4" fmla="*/ 1079800 h 3510301"/>
                <a:gd name="csX5" fmla="*/ 2649945 w 4453406"/>
                <a:gd name="csY5" fmla="*/ 1893718 h 3510301"/>
                <a:gd name="csX6" fmla="*/ 9071 w 4453406"/>
                <a:gd name="csY6" fmla="*/ 3496425 h 3510301"/>
                <a:gd name="csX0" fmla="*/ 9071 w 4453406"/>
                <a:gd name="csY0" fmla="*/ 3496425 h 3512169"/>
                <a:gd name="csX1" fmla="*/ 1765447 w 4453406"/>
                <a:gd name="csY1" fmla="*/ 1096559 h 3512169"/>
                <a:gd name="csX2" fmla="*/ 2656796 w 4453406"/>
                <a:gd name="csY2" fmla="*/ 264204 h 3512169"/>
                <a:gd name="csX3" fmla="*/ 3713910 w 4453406"/>
                <a:gd name="csY3" fmla="*/ 48166 h 3512169"/>
                <a:gd name="csX4" fmla="*/ 4453406 w 4453406"/>
                <a:gd name="csY4" fmla="*/ 1079800 h 3512169"/>
                <a:gd name="csX5" fmla="*/ 2649945 w 4453406"/>
                <a:gd name="csY5" fmla="*/ 1893718 h 3512169"/>
                <a:gd name="csX6" fmla="*/ 9071 w 4453406"/>
                <a:gd name="csY6" fmla="*/ 3496425 h 3512169"/>
                <a:gd name="csX0" fmla="*/ 9640 w 4453975"/>
                <a:gd name="csY0" fmla="*/ 3496425 h 3512169"/>
                <a:gd name="csX1" fmla="*/ 1766016 w 4453975"/>
                <a:gd name="csY1" fmla="*/ 1096559 h 3512169"/>
                <a:gd name="csX2" fmla="*/ 2657365 w 4453975"/>
                <a:gd name="csY2" fmla="*/ 264204 h 3512169"/>
                <a:gd name="csX3" fmla="*/ 3714479 w 4453975"/>
                <a:gd name="csY3" fmla="*/ 48166 h 3512169"/>
                <a:gd name="csX4" fmla="*/ 4453975 w 4453975"/>
                <a:gd name="csY4" fmla="*/ 1079800 h 3512169"/>
                <a:gd name="csX5" fmla="*/ 2650514 w 4453975"/>
                <a:gd name="csY5" fmla="*/ 1893718 h 3512169"/>
                <a:gd name="csX6" fmla="*/ 9640 w 4453975"/>
                <a:gd name="csY6" fmla="*/ 3496425 h 3512169"/>
                <a:gd name="csX0" fmla="*/ 9640 w 4453975"/>
                <a:gd name="csY0" fmla="*/ 3993467 h 4008123"/>
                <a:gd name="csX1" fmla="*/ 1766016 w 4453975"/>
                <a:gd name="csY1" fmla="*/ 1593601 h 4008123"/>
                <a:gd name="csX2" fmla="*/ 2601034 w 4453975"/>
                <a:gd name="csY2" fmla="*/ 41122 h 4008123"/>
                <a:gd name="csX3" fmla="*/ 3714479 w 4453975"/>
                <a:gd name="csY3" fmla="*/ 545208 h 4008123"/>
                <a:gd name="csX4" fmla="*/ 4453975 w 4453975"/>
                <a:gd name="csY4" fmla="*/ 1576842 h 4008123"/>
                <a:gd name="csX5" fmla="*/ 2650514 w 4453975"/>
                <a:gd name="csY5" fmla="*/ 2390760 h 4008123"/>
                <a:gd name="csX6" fmla="*/ 9640 w 4453975"/>
                <a:gd name="csY6" fmla="*/ 3993467 h 4008123"/>
                <a:gd name="csX0" fmla="*/ 9640 w 4453975"/>
                <a:gd name="csY0" fmla="*/ 3952894 h 3967550"/>
                <a:gd name="csX1" fmla="*/ 1766016 w 4453975"/>
                <a:gd name="csY1" fmla="*/ 1553028 h 3967550"/>
                <a:gd name="csX2" fmla="*/ 2601034 w 4453975"/>
                <a:gd name="csY2" fmla="*/ 549 h 3967550"/>
                <a:gd name="csX3" fmla="*/ 3714479 w 4453975"/>
                <a:gd name="csY3" fmla="*/ 504635 h 3967550"/>
                <a:gd name="csX4" fmla="*/ 4453975 w 4453975"/>
                <a:gd name="csY4" fmla="*/ 1536269 h 3967550"/>
                <a:gd name="csX5" fmla="*/ 2650514 w 4453975"/>
                <a:gd name="csY5" fmla="*/ 2350187 h 3967550"/>
                <a:gd name="csX6" fmla="*/ 9640 w 4453975"/>
                <a:gd name="csY6" fmla="*/ 3952894 h 3967550"/>
                <a:gd name="csX0" fmla="*/ 9640 w 4453975"/>
                <a:gd name="csY0" fmla="*/ 3952971 h 3968477"/>
                <a:gd name="csX1" fmla="*/ 1766016 w 4453975"/>
                <a:gd name="csY1" fmla="*/ 1553105 h 3968477"/>
                <a:gd name="csX2" fmla="*/ 2601034 w 4453975"/>
                <a:gd name="csY2" fmla="*/ 626 h 3968477"/>
                <a:gd name="csX3" fmla="*/ 3714479 w 4453975"/>
                <a:gd name="csY3" fmla="*/ 504712 h 3968477"/>
                <a:gd name="csX4" fmla="*/ 4453975 w 4453975"/>
                <a:gd name="csY4" fmla="*/ 1536346 h 3968477"/>
                <a:gd name="csX5" fmla="*/ 2650514 w 4453975"/>
                <a:gd name="csY5" fmla="*/ 2350264 h 3968477"/>
                <a:gd name="csX6" fmla="*/ 9640 w 4453975"/>
                <a:gd name="csY6" fmla="*/ 3952971 h 3968477"/>
                <a:gd name="csX0" fmla="*/ 9640 w 4517542"/>
                <a:gd name="csY0" fmla="*/ 4153948 h 4169453"/>
                <a:gd name="csX1" fmla="*/ 1766016 w 4517542"/>
                <a:gd name="csY1" fmla="*/ 1754082 h 4169453"/>
                <a:gd name="csX2" fmla="*/ 2601034 w 4517542"/>
                <a:gd name="csY2" fmla="*/ 201603 h 4169453"/>
                <a:gd name="csX3" fmla="*/ 4390442 w 4517542"/>
                <a:gd name="csY3" fmla="*/ 186529 h 4169453"/>
                <a:gd name="csX4" fmla="*/ 4453975 w 4517542"/>
                <a:gd name="csY4" fmla="*/ 1737323 h 4169453"/>
                <a:gd name="csX5" fmla="*/ 2650514 w 4517542"/>
                <a:gd name="csY5" fmla="*/ 2551241 h 4169453"/>
                <a:gd name="csX6" fmla="*/ 9640 w 4517542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719798"/>
                <a:gd name="csY0" fmla="*/ 4153948 h 4169453"/>
                <a:gd name="csX1" fmla="*/ 1766016 w 4719798"/>
                <a:gd name="csY1" fmla="*/ 1754082 h 4169453"/>
                <a:gd name="csX2" fmla="*/ 2601034 w 4719798"/>
                <a:gd name="csY2" fmla="*/ 201603 h 4169453"/>
                <a:gd name="csX3" fmla="*/ 4390442 w 4719798"/>
                <a:gd name="csY3" fmla="*/ 186529 h 4169453"/>
                <a:gd name="csX4" fmla="*/ 4453975 w 4719798"/>
                <a:gd name="csY4" fmla="*/ 1737323 h 4169453"/>
                <a:gd name="csX5" fmla="*/ 2650514 w 4719798"/>
                <a:gd name="csY5" fmla="*/ 2551241 h 4169453"/>
                <a:gd name="csX6" fmla="*/ 9640 w 4719798"/>
                <a:gd name="csY6" fmla="*/ 4153948 h 4169453"/>
                <a:gd name="csX0" fmla="*/ 9640 w 4684091"/>
                <a:gd name="csY0" fmla="*/ 4153948 h 4169453"/>
                <a:gd name="csX1" fmla="*/ 1766016 w 4684091"/>
                <a:gd name="csY1" fmla="*/ 1754082 h 4169453"/>
                <a:gd name="csX2" fmla="*/ 2601034 w 4684091"/>
                <a:gd name="csY2" fmla="*/ 201603 h 4169453"/>
                <a:gd name="csX3" fmla="*/ 4390442 w 4684091"/>
                <a:gd name="csY3" fmla="*/ 186529 h 4169453"/>
                <a:gd name="csX4" fmla="*/ 4453975 w 4684091"/>
                <a:gd name="csY4" fmla="*/ 1737323 h 4169453"/>
                <a:gd name="csX5" fmla="*/ 2650514 w 4684091"/>
                <a:gd name="csY5" fmla="*/ 2551241 h 4169453"/>
                <a:gd name="csX6" fmla="*/ 9640 w 4684091"/>
                <a:gd name="csY6" fmla="*/ 4153948 h 4169453"/>
                <a:gd name="csX0" fmla="*/ 9640 w 4747938"/>
                <a:gd name="csY0" fmla="*/ 4153948 h 4169453"/>
                <a:gd name="csX1" fmla="*/ 1766016 w 4747938"/>
                <a:gd name="csY1" fmla="*/ 1754082 h 4169453"/>
                <a:gd name="csX2" fmla="*/ 2601034 w 4747938"/>
                <a:gd name="csY2" fmla="*/ 201603 h 4169453"/>
                <a:gd name="csX3" fmla="*/ 4390442 w 4747938"/>
                <a:gd name="csY3" fmla="*/ 186529 h 4169453"/>
                <a:gd name="csX4" fmla="*/ 4453975 w 4747938"/>
                <a:gd name="csY4" fmla="*/ 1737323 h 4169453"/>
                <a:gd name="csX5" fmla="*/ 2650514 w 4747938"/>
                <a:gd name="csY5" fmla="*/ 2551241 h 4169453"/>
                <a:gd name="csX6" fmla="*/ 9640 w 4747938"/>
                <a:gd name="csY6" fmla="*/ 4153948 h 4169453"/>
                <a:gd name="csX0" fmla="*/ 9640 w 4747938"/>
                <a:gd name="csY0" fmla="*/ 4205765 h 4221270"/>
                <a:gd name="csX1" fmla="*/ 1766016 w 4747938"/>
                <a:gd name="csY1" fmla="*/ 1805899 h 4221270"/>
                <a:gd name="csX2" fmla="*/ 2601034 w 4747938"/>
                <a:gd name="csY2" fmla="*/ 253420 h 4221270"/>
                <a:gd name="csX3" fmla="*/ 4390442 w 4747938"/>
                <a:gd name="csY3" fmla="*/ 238346 h 4221270"/>
                <a:gd name="csX4" fmla="*/ 4453975 w 4747938"/>
                <a:gd name="csY4" fmla="*/ 1789140 h 4221270"/>
                <a:gd name="csX5" fmla="*/ 2650514 w 4747938"/>
                <a:gd name="csY5" fmla="*/ 2603058 h 4221270"/>
                <a:gd name="csX6" fmla="*/ 9640 w 4747938"/>
                <a:gd name="csY6" fmla="*/ 4205765 h 4221270"/>
                <a:gd name="csX0" fmla="*/ 9640 w 4769359"/>
                <a:gd name="csY0" fmla="*/ 4189897 h 4205402"/>
                <a:gd name="csX1" fmla="*/ 1766016 w 4769359"/>
                <a:gd name="csY1" fmla="*/ 1790031 h 4205402"/>
                <a:gd name="csX2" fmla="*/ 2601034 w 4769359"/>
                <a:gd name="csY2" fmla="*/ 237552 h 4205402"/>
                <a:gd name="csX3" fmla="*/ 4446772 w 4769359"/>
                <a:gd name="csY3" fmla="*/ 163863 h 4205402"/>
                <a:gd name="csX4" fmla="*/ 4453975 w 4769359"/>
                <a:gd name="csY4" fmla="*/ 1773272 h 4205402"/>
                <a:gd name="csX5" fmla="*/ 2650514 w 4769359"/>
                <a:gd name="csY5" fmla="*/ 2587190 h 4205402"/>
                <a:gd name="csX6" fmla="*/ 9640 w 4769359"/>
                <a:gd name="csY6" fmla="*/ 4189897 h 4205402"/>
                <a:gd name="csX0" fmla="*/ 9640 w 4747938"/>
                <a:gd name="csY0" fmla="*/ 4212142 h 4227647"/>
                <a:gd name="csX1" fmla="*/ 1766016 w 4747938"/>
                <a:gd name="csY1" fmla="*/ 1812276 h 4227647"/>
                <a:gd name="csX2" fmla="*/ 2601034 w 4747938"/>
                <a:gd name="csY2" fmla="*/ 259797 h 4227647"/>
                <a:gd name="csX3" fmla="*/ 4390441 w 4747938"/>
                <a:gd name="csY3" fmla="*/ 152614 h 4227647"/>
                <a:gd name="csX4" fmla="*/ 4453975 w 4747938"/>
                <a:gd name="csY4" fmla="*/ 1795517 h 4227647"/>
                <a:gd name="csX5" fmla="*/ 2650514 w 4747938"/>
                <a:gd name="csY5" fmla="*/ 2609435 h 4227647"/>
                <a:gd name="csX6" fmla="*/ 9640 w 4747938"/>
                <a:gd name="csY6" fmla="*/ 4212142 h 4227647"/>
                <a:gd name="csX0" fmla="*/ 8567 w 4746865"/>
                <a:gd name="csY0" fmla="*/ 4212143 h 4219435"/>
                <a:gd name="csX1" fmla="*/ 1745271 w 4746865"/>
                <a:gd name="csY1" fmla="*/ 1812279 h 4219435"/>
                <a:gd name="csX2" fmla="*/ 2599961 w 4746865"/>
                <a:gd name="csY2" fmla="*/ 259798 h 4219435"/>
                <a:gd name="csX3" fmla="*/ 4389368 w 4746865"/>
                <a:gd name="csY3" fmla="*/ 152615 h 4219435"/>
                <a:gd name="csX4" fmla="*/ 4452902 w 4746865"/>
                <a:gd name="csY4" fmla="*/ 1795518 h 4219435"/>
                <a:gd name="csX5" fmla="*/ 2649441 w 4746865"/>
                <a:gd name="csY5" fmla="*/ 2609436 h 4219435"/>
                <a:gd name="csX6" fmla="*/ 8567 w 4746865"/>
                <a:gd name="csY6" fmla="*/ 4212143 h 4219435"/>
                <a:gd name="csX0" fmla="*/ 8451 w 4746749"/>
                <a:gd name="csY0" fmla="*/ 4212143 h 4219813"/>
                <a:gd name="csX1" fmla="*/ 1745155 w 4746749"/>
                <a:gd name="csY1" fmla="*/ 1812279 h 4219813"/>
                <a:gd name="csX2" fmla="*/ 2599845 w 4746749"/>
                <a:gd name="csY2" fmla="*/ 259798 h 4219813"/>
                <a:gd name="csX3" fmla="*/ 4389252 w 4746749"/>
                <a:gd name="csY3" fmla="*/ 152615 h 4219813"/>
                <a:gd name="csX4" fmla="*/ 4452786 w 4746749"/>
                <a:gd name="csY4" fmla="*/ 1795518 h 4219813"/>
                <a:gd name="csX5" fmla="*/ 2642769 w 4746749"/>
                <a:gd name="csY5" fmla="*/ 2626986 h 4219813"/>
                <a:gd name="csX6" fmla="*/ 8451 w 4746749"/>
                <a:gd name="csY6" fmla="*/ 4212143 h 4219813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594 w 4746892"/>
                <a:gd name="csY0" fmla="*/ 4213311 h 4220527"/>
                <a:gd name="csX1" fmla="*/ 1738740 w 4746892"/>
                <a:gd name="csY1" fmla="*/ 1836843 h 4220527"/>
                <a:gd name="csX2" fmla="*/ 2599988 w 4746892"/>
                <a:gd name="csY2" fmla="*/ 260966 h 4220527"/>
                <a:gd name="csX3" fmla="*/ 4389395 w 4746892"/>
                <a:gd name="csY3" fmla="*/ 153783 h 4220527"/>
                <a:gd name="csX4" fmla="*/ 4452929 w 4746892"/>
                <a:gd name="csY4" fmla="*/ 1796686 h 4220527"/>
                <a:gd name="csX5" fmla="*/ 2642912 w 4746892"/>
                <a:gd name="csY5" fmla="*/ 2628154 h 4220527"/>
                <a:gd name="csX6" fmla="*/ 8594 w 4746892"/>
                <a:gd name="csY6" fmla="*/ 4213311 h 4220527"/>
                <a:gd name="csX0" fmla="*/ 8594 w 4693867"/>
                <a:gd name="csY0" fmla="*/ 4136922 h 4144138"/>
                <a:gd name="csX1" fmla="*/ 1738740 w 4693867"/>
                <a:gd name="csY1" fmla="*/ 1760454 h 4144138"/>
                <a:gd name="csX2" fmla="*/ 2599988 w 4693867"/>
                <a:gd name="csY2" fmla="*/ 184577 h 4144138"/>
                <a:gd name="csX3" fmla="*/ 4389395 w 4693867"/>
                <a:gd name="csY3" fmla="*/ 77394 h 4144138"/>
                <a:gd name="csX4" fmla="*/ 4452929 w 4693867"/>
                <a:gd name="csY4" fmla="*/ 1720297 h 4144138"/>
                <a:gd name="csX5" fmla="*/ 2642912 w 4693867"/>
                <a:gd name="csY5" fmla="*/ 2551765 h 4144138"/>
                <a:gd name="csX6" fmla="*/ 8594 w 4693867"/>
                <a:gd name="csY6" fmla="*/ 4136922 h 4144138"/>
                <a:gd name="csX0" fmla="*/ 8594 w 4699247"/>
                <a:gd name="csY0" fmla="*/ 4098901 h 4106117"/>
                <a:gd name="csX1" fmla="*/ 1738740 w 4699247"/>
                <a:gd name="csY1" fmla="*/ 1722433 h 4106117"/>
                <a:gd name="csX2" fmla="*/ 2599988 w 4699247"/>
                <a:gd name="csY2" fmla="*/ 146556 h 4106117"/>
                <a:gd name="csX3" fmla="*/ 4409070 w 4699247"/>
                <a:gd name="csY3" fmla="*/ 115412 h 4106117"/>
                <a:gd name="csX4" fmla="*/ 4452929 w 4699247"/>
                <a:gd name="csY4" fmla="*/ 1682276 h 4106117"/>
                <a:gd name="csX5" fmla="*/ 2642912 w 4699247"/>
                <a:gd name="csY5" fmla="*/ 2513744 h 4106117"/>
                <a:gd name="csX6" fmla="*/ 8594 w 4699247"/>
                <a:gd name="csY6" fmla="*/ 4098901 h 4106117"/>
                <a:gd name="csX0" fmla="*/ 8594 w 4703971"/>
                <a:gd name="csY0" fmla="*/ 4107920 h 4115136"/>
                <a:gd name="csX1" fmla="*/ 1738740 w 4703971"/>
                <a:gd name="csY1" fmla="*/ 1731452 h 4115136"/>
                <a:gd name="csX2" fmla="*/ 2599988 w 4703971"/>
                <a:gd name="csY2" fmla="*/ 155575 h 4115136"/>
                <a:gd name="csX3" fmla="*/ 4409070 w 4703971"/>
                <a:gd name="csY3" fmla="*/ 124431 h 4115136"/>
                <a:gd name="csX4" fmla="*/ 4452929 w 4703971"/>
                <a:gd name="csY4" fmla="*/ 1691295 h 4115136"/>
                <a:gd name="csX5" fmla="*/ 2642912 w 4703971"/>
                <a:gd name="csY5" fmla="*/ 2522763 h 4115136"/>
                <a:gd name="csX6" fmla="*/ 8594 w 4703971"/>
                <a:gd name="csY6" fmla="*/ 4107920 h 4115136"/>
                <a:gd name="csX0" fmla="*/ 8594 w 4703971"/>
                <a:gd name="csY0" fmla="*/ 4195888 h 4203104"/>
                <a:gd name="csX1" fmla="*/ 1738740 w 4703971"/>
                <a:gd name="csY1" fmla="*/ 1819420 h 4203104"/>
                <a:gd name="csX2" fmla="*/ 2599988 w 4703971"/>
                <a:gd name="csY2" fmla="*/ 243543 h 4203104"/>
                <a:gd name="csX3" fmla="*/ 4409070 w 4703971"/>
                <a:gd name="csY3" fmla="*/ 212399 h 4203104"/>
                <a:gd name="csX4" fmla="*/ 4452929 w 4703971"/>
                <a:gd name="csY4" fmla="*/ 1779263 h 4203104"/>
                <a:gd name="csX5" fmla="*/ 2642912 w 4703971"/>
                <a:gd name="csY5" fmla="*/ 2610731 h 4203104"/>
                <a:gd name="csX6" fmla="*/ 8594 w 4703971"/>
                <a:gd name="csY6" fmla="*/ 4195888 h 4203104"/>
                <a:gd name="csX0" fmla="*/ 8594 w 4703971"/>
                <a:gd name="csY0" fmla="*/ 4213778 h 4220994"/>
                <a:gd name="csX1" fmla="*/ 1738740 w 4703971"/>
                <a:gd name="csY1" fmla="*/ 1837310 h 4220994"/>
                <a:gd name="csX2" fmla="*/ 2599988 w 4703971"/>
                <a:gd name="csY2" fmla="*/ 261433 h 4220994"/>
                <a:gd name="csX3" fmla="*/ 4409070 w 4703971"/>
                <a:gd name="csY3" fmla="*/ 230289 h 4220994"/>
                <a:gd name="csX4" fmla="*/ 4452929 w 4703971"/>
                <a:gd name="csY4" fmla="*/ 1797153 h 4220994"/>
                <a:gd name="csX5" fmla="*/ 2642912 w 4703971"/>
                <a:gd name="csY5" fmla="*/ 2628621 h 4220994"/>
                <a:gd name="csX6" fmla="*/ 8594 w 4703971"/>
                <a:gd name="csY6" fmla="*/ 4213778 h 4220994"/>
                <a:gd name="csX0" fmla="*/ 8594 w 4855548"/>
                <a:gd name="csY0" fmla="*/ 4390510 h 4397726"/>
                <a:gd name="csX1" fmla="*/ 1738740 w 4855548"/>
                <a:gd name="csY1" fmla="*/ 2014042 h 4397726"/>
                <a:gd name="csX2" fmla="*/ 2599988 w 4855548"/>
                <a:gd name="csY2" fmla="*/ 438165 h 4397726"/>
                <a:gd name="csX3" fmla="*/ 4756647 w 4855548"/>
                <a:gd name="csY3" fmla="*/ 26825 h 4397726"/>
                <a:gd name="csX4" fmla="*/ 4452929 w 4855548"/>
                <a:gd name="csY4" fmla="*/ 1973885 h 4397726"/>
                <a:gd name="csX5" fmla="*/ 2642912 w 4855548"/>
                <a:gd name="csY5" fmla="*/ 2805353 h 4397726"/>
                <a:gd name="csX6" fmla="*/ 8594 w 4855548"/>
                <a:gd name="csY6" fmla="*/ 4390510 h 4397726"/>
                <a:gd name="csX0" fmla="*/ 8594 w 5018748"/>
                <a:gd name="csY0" fmla="*/ 4545598 h 4552814"/>
                <a:gd name="csX1" fmla="*/ 1738740 w 5018748"/>
                <a:gd name="csY1" fmla="*/ 2169130 h 4552814"/>
                <a:gd name="csX2" fmla="*/ 2599988 w 5018748"/>
                <a:gd name="csY2" fmla="*/ 593253 h 4552814"/>
                <a:gd name="csX3" fmla="*/ 4973062 w 5018748"/>
                <a:gd name="csY3" fmla="*/ 18136 h 4552814"/>
                <a:gd name="csX4" fmla="*/ 4452929 w 5018748"/>
                <a:gd name="csY4" fmla="*/ 2128973 h 4552814"/>
                <a:gd name="csX5" fmla="*/ 2642912 w 5018748"/>
                <a:gd name="csY5" fmla="*/ 2960441 h 4552814"/>
                <a:gd name="csX6" fmla="*/ 8594 w 5018748"/>
                <a:gd name="csY6" fmla="*/ 4545598 h 4552814"/>
                <a:gd name="csX0" fmla="*/ 8594 w 5002691"/>
                <a:gd name="csY0" fmla="*/ 4537753 h 4544969"/>
                <a:gd name="csX1" fmla="*/ 1738740 w 5002691"/>
                <a:gd name="csY1" fmla="*/ 2161285 h 4544969"/>
                <a:gd name="csX2" fmla="*/ 2599988 w 5002691"/>
                <a:gd name="csY2" fmla="*/ 585408 h 4544969"/>
                <a:gd name="csX3" fmla="*/ 4973062 w 5002691"/>
                <a:gd name="csY3" fmla="*/ 10291 h 4544969"/>
                <a:gd name="csX4" fmla="*/ 4452929 w 5002691"/>
                <a:gd name="csY4" fmla="*/ 2121128 h 4544969"/>
                <a:gd name="csX5" fmla="*/ 2642912 w 5002691"/>
                <a:gd name="csY5" fmla="*/ 2952596 h 4544969"/>
                <a:gd name="csX6" fmla="*/ 8594 w 5002691"/>
                <a:gd name="csY6" fmla="*/ 4537753 h 4544969"/>
                <a:gd name="csX0" fmla="*/ 8594 w 4705059"/>
                <a:gd name="csY0" fmla="*/ 4122711 h 4129927"/>
                <a:gd name="csX1" fmla="*/ 1738740 w 4705059"/>
                <a:gd name="csY1" fmla="*/ 1746243 h 4129927"/>
                <a:gd name="csX2" fmla="*/ 2599988 w 4705059"/>
                <a:gd name="csY2" fmla="*/ 170366 h 4129927"/>
                <a:gd name="csX3" fmla="*/ 4446032 w 4705059"/>
                <a:gd name="csY3" fmla="*/ 89415 h 4129927"/>
                <a:gd name="csX4" fmla="*/ 4452929 w 4705059"/>
                <a:gd name="csY4" fmla="*/ 1706086 h 4129927"/>
                <a:gd name="csX5" fmla="*/ 2642912 w 4705059"/>
                <a:gd name="csY5" fmla="*/ 2537554 h 4129927"/>
                <a:gd name="csX6" fmla="*/ 8594 w 4705059"/>
                <a:gd name="csY6" fmla="*/ 4122711 h 4129927"/>
                <a:gd name="csX0" fmla="*/ 8594 w 4596663"/>
                <a:gd name="csY0" fmla="*/ 4215533 h 4224499"/>
                <a:gd name="csX1" fmla="*/ 1738740 w 4596663"/>
                <a:gd name="csY1" fmla="*/ 1839065 h 4224499"/>
                <a:gd name="csX2" fmla="*/ 2599988 w 4596663"/>
                <a:gd name="csY2" fmla="*/ 263188 h 4224499"/>
                <a:gd name="csX3" fmla="*/ 4446032 w 4596663"/>
                <a:gd name="csY3" fmla="*/ 182237 h 4224499"/>
                <a:gd name="csX4" fmla="*/ 4129398 w 4596663"/>
                <a:gd name="csY4" fmla="*/ 2079669 h 4224499"/>
                <a:gd name="csX5" fmla="*/ 2642912 w 4596663"/>
                <a:gd name="csY5" fmla="*/ 2630376 h 4224499"/>
                <a:gd name="csX6" fmla="*/ 8594 w 4596663"/>
                <a:gd name="csY6" fmla="*/ 4215533 h 4224499"/>
                <a:gd name="csX0" fmla="*/ 10635 w 4618520"/>
                <a:gd name="csY0" fmla="*/ 4140860 h 4149826"/>
                <a:gd name="csX1" fmla="*/ 1740781 w 4618520"/>
                <a:gd name="csY1" fmla="*/ 1764392 h 4149826"/>
                <a:gd name="csX2" fmla="*/ 2330962 w 4618520"/>
                <a:gd name="csY2" fmla="*/ 399085 h 4149826"/>
                <a:gd name="csX3" fmla="*/ 4448073 w 4618520"/>
                <a:gd name="csY3" fmla="*/ 107564 h 4149826"/>
                <a:gd name="csX4" fmla="*/ 4131439 w 4618520"/>
                <a:gd name="csY4" fmla="*/ 2004996 h 4149826"/>
                <a:gd name="csX5" fmla="*/ 2644953 w 4618520"/>
                <a:gd name="csY5" fmla="*/ 2555703 h 4149826"/>
                <a:gd name="csX6" fmla="*/ 10635 w 4618520"/>
                <a:gd name="csY6" fmla="*/ 4140860 h 4149826"/>
                <a:gd name="csX0" fmla="*/ 2473 w 4610358"/>
                <a:gd name="csY0" fmla="*/ 4148168 h 4152706"/>
                <a:gd name="csX1" fmla="*/ 2161081 w 4610358"/>
                <a:gd name="csY1" fmla="*/ 2013468 h 4152706"/>
                <a:gd name="csX2" fmla="*/ 2322800 w 4610358"/>
                <a:gd name="csY2" fmla="*/ 406393 h 4152706"/>
                <a:gd name="csX3" fmla="*/ 4439911 w 4610358"/>
                <a:gd name="csY3" fmla="*/ 114872 h 4152706"/>
                <a:gd name="csX4" fmla="*/ 4123277 w 4610358"/>
                <a:gd name="csY4" fmla="*/ 2012304 h 4152706"/>
                <a:gd name="csX5" fmla="*/ 2636791 w 4610358"/>
                <a:gd name="csY5" fmla="*/ 2563011 h 4152706"/>
                <a:gd name="csX6" fmla="*/ 2473 w 4610358"/>
                <a:gd name="csY6" fmla="*/ 4148168 h 4152706"/>
                <a:gd name="csX0" fmla="*/ 400 w 4608285"/>
                <a:gd name="csY0" fmla="*/ 4148168 h 4148397"/>
                <a:gd name="csX1" fmla="*/ 2159008 w 4608285"/>
                <a:gd name="csY1" fmla="*/ 2013468 h 4148397"/>
                <a:gd name="csX2" fmla="*/ 2320727 w 4608285"/>
                <a:gd name="csY2" fmla="*/ 406393 h 4148397"/>
                <a:gd name="csX3" fmla="*/ 4437838 w 4608285"/>
                <a:gd name="csY3" fmla="*/ 114872 h 4148397"/>
                <a:gd name="csX4" fmla="*/ 4121204 w 4608285"/>
                <a:gd name="csY4" fmla="*/ 2012304 h 4148397"/>
                <a:gd name="csX5" fmla="*/ 2346163 w 4608285"/>
                <a:gd name="csY5" fmla="*/ 2149669 h 4148397"/>
                <a:gd name="csX6" fmla="*/ 400 w 4608285"/>
                <a:gd name="csY6" fmla="*/ 4148168 h 4148397"/>
                <a:gd name="csX0" fmla="*/ 400 w 4547161"/>
                <a:gd name="csY0" fmla="*/ 4069645 h 4069874"/>
                <a:gd name="csX1" fmla="*/ 2159008 w 4547161"/>
                <a:gd name="csY1" fmla="*/ 1934945 h 4069874"/>
                <a:gd name="csX2" fmla="*/ 2320727 w 4547161"/>
                <a:gd name="csY2" fmla="*/ 327870 h 4069874"/>
                <a:gd name="csX3" fmla="*/ 4437838 w 4547161"/>
                <a:gd name="csY3" fmla="*/ 36349 h 4069874"/>
                <a:gd name="csX4" fmla="*/ 4121204 w 4547161"/>
                <a:gd name="csY4" fmla="*/ 1933781 h 4069874"/>
                <a:gd name="csX5" fmla="*/ 2346163 w 4547161"/>
                <a:gd name="csY5" fmla="*/ 2071146 h 4069874"/>
                <a:gd name="csX6" fmla="*/ 400 w 4547161"/>
                <a:gd name="csY6" fmla="*/ 4069645 h 4069874"/>
                <a:gd name="csX0" fmla="*/ 536 w 3991476"/>
                <a:gd name="csY0" fmla="*/ 3539321 h 3539632"/>
                <a:gd name="csX1" fmla="*/ 1603323 w 3991476"/>
                <a:gd name="csY1" fmla="*/ 1934945 h 3539632"/>
                <a:gd name="csX2" fmla="*/ 1765042 w 3991476"/>
                <a:gd name="csY2" fmla="*/ 327870 h 3539632"/>
                <a:gd name="csX3" fmla="*/ 3882153 w 3991476"/>
                <a:gd name="csY3" fmla="*/ 36349 h 3539632"/>
                <a:gd name="csX4" fmla="*/ 3565519 w 3991476"/>
                <a:gd name="csY4" fmla="*/ 1933781 h 3539632"/>
                <a:gd name="csX5" fmla="*/ 1790478 w 3991476"/>
                <a:gd name="csY5" fmla="*/ 2071146 h 3539632"/>
                <a:gd name="csX6" fmla="*/ 536 w 3991476"/>
                <a:gd name="csY6" fmla="*/ 3539321 h 3539632"/>
                <a:gd name="csX0" fmla="*/ 527 w 4017318"/>
                <a:gd name="csY0" fmla="*/ 3573908 h 3574212"/>
                <a:gd name="csX1" fmla="*/ 1629165 w 4017318"/>
                <a:gd name="csY1" fmla="*/ 1934945 h 3574212"/>
                <a:gd name="csX2" fmla="*/ 1790884 w 4017318"/>
                <a:gd name="csY2" fmla="*/ 327870 h 3574212"/>
                <a:gd name="csX3" fmla="*/ 3907995 w 4017318"/>
                <a:gd name="csY3" fmla="*/ 36349 h 3574212"/>
                <a:gd name="csX4" fmla="*/ 3591361 w 4017318"/>
                <a:gd name="csY4" fmla="*/ 1933781 h 3574212"/>
                <a:gd name="csX5" fmla="*/ 1816320 w 4017318"/>
                <a:gd name="csY5" fmla="*/ 2071146 h 3574212"/>
                <a:gd name="csX6" fmla="*/ 527 w 4017318"/>
                <a:gd name="csY6" fmla="*/ 3573908 h 3574212"/>
                <a:gd name="csX0" fmla="*/ 3641 w 4020432"/>
                <a:gd name="csY0" fmla="*/ 3573908 h 3577567"/>
                <a:gd name="csX1" fmla="*/ 1632279 w 4020432"/>
                <a:gd name="csY1" fmla="*/ 1934945 h 3577567"/>
                <a:gd name="csX2" fmla="*/ 1793998 w 4020432"/>
                <a:gd name="csY2" fmla="*/ 327870 h 3577567"/>
                <a:gd name="csX3" fmla="*/ 3911109 w 4020432"/>
                <a:gd name="csY3" fmla="*/ 36349 h 3577567"/>
                <a:gd name="csX4" fmla="*/ 3594475 w 4020432"/>
                <a:gd name="csY4" fmla="*/ 1933781 h 3577567"/>
                <a:gd name="csX5" fmla="*/ 1819434 w 4020432"/>
                <a:gd name="csY5" fmla="*/ 2071146 h 3577567"/>
                <a:gd name="csX6" fmla="*/ 3641 w 4020432"/>
                <a:gd name="csY6" fmla="*/ 3573908 h 3577567"/>
                <a:gd name="csX0" fmla="*/ 11923 w 4028714"/>
                <a:gd name="csY0" fmla="*/ 3573908 h 3583559"/>
                <a:gd name="csX1" fmla="*/ 1640561 w 4028714"/>
                <a:gd name="csY1" fmla="*/ 1934945 h 3583559"/>
                <a:gd name="csX2" fmla="*/ 1802280 w 4028714"/>
                <a:gd name="csY2" fmla="*/ 327870 h 3583559"/>
                <a:gd name="csX3" fmla="*/ 3919391 w 4028714"/>
                <a:gd name="csY3" fmla="*/ 36349 h 3583559"/>
                <a:gd name="csX4" fmla="*/ 3602757 w 4028714"/>
                <a:gd name="csY4" fmla="*/ 1933781 h 3583559"/>
                <a:gd name="csX5" fmla="*/ 1827716 w 4028714"/>
                <a:gd name="csY5" fmla="*/ 2071146 h 3583559"/>
                <a:gd name="csX6" fmla="*/ 11923 w 4028714"/>
                <a:gd name="csY6" fmla="*/ 3573908 h 3583559"/>
                <a:gd name="csX0" fmla="*/ 1130 w 4017921"/>
                <a:gd name="csY0" fmla="*/ 3573908 h 3577714"/>
                <a:gd name="csX1" fmla="*/ 1629768 w 4017921"/>
                <a:gd name="csY1" fmla="*/ 1934945 h 3577714"/>
                <a:gd name="csX2" fmla="*/ 1791487 w 4017921"/>
                <a:gd name="csY2" fmla="*/ 327870 h 3577714"/>
                <a:gd name="csX3" fmla="*/ 3908598 w 4017921"/>
                <a:gd name="csY3" fmla="*/ 36349 h 3577714"/>
                <a:gd name="csX4" fmla="*/ 3591964 w 4017921"/>
                <a:gd name="csY4" fmla="*/ 1933781 h 3577714"/>
                <a:gd name="csX5" fmla="*/ 1906115 w 4017921"/>
                <a:gd name="csY5" fmla="*/ 2373434 h 3577714"/>
                <a:gd name="csX6" fmla="*/ 1130 w 4017921"/>
                <a:gd name="csY6" fmla="*/ 3573908 h 3577714"/>
                <a:gd name="csX0" fmla="*/ 434 w 4017225"/>
                <a:gd name="csY0" fmla="*/ 3573908 h 3574428"/>
                <a:gd name="csX1" fmla="*/ 1629072 w 4017225"/>
                <a:gd name="csY1" fmla="*/ 1934945 h 3574428"/>
                <a:gd name="csX2" fmla="*/ 1790791 w 4017225"/>
                <a:gd name="csY2" fmla="*/ 327870 h 3574428"/>
                <a:gd name="csX3" fmla="*/ 3907902 w 4017225"/>
                <a:gd name="csY3" fmla="*/ 36349 h 3574428"/>
                <a:gd name="csX4" fmla="*/ 3591268 w 4017225"/>
                <a:gd name="csY4" fmla="*/ 1933781 h 3574428"/>
                <a:gd name="csX5" fmla="*/ 1798394 w 4017225"/>
                <a:gd name="csY5" fmla="*/ 2110926 h 3574428"/>
                <a:gd name="csX6" fmla="*/ 434 w 4017225"/>
                <a:gd name="csY6" fmla="*/ 3573908 h 3574428"/>
                <a:gd name="csX0" fmla="*/ 434 w 4017225"/>
                <a:gd name="csY0" fmla="*/ 3573908 h 3574310"/>
                <a:gd name="csX1" fmla="*/ 1629072 w 4017225"/>
                <a:gd name="csY1" fmla="*/ 1934945 h 3574310"/>
                <a:gd name="csX2" fmla="*/ 1790791 w 4017225"/>
                <a:gd name="csY2" fmla="*/ 327870 h 3574310"/>
                <a:gd name="csX3" fmla="*/ 3907902 w 4017225"/>
                <a:gd name="csY3" fmla="*/ 36349 h 3574310"/>
                <a:gd name="csX4" fmla="*/ 3591268 w 4017225"/>
                <a:gd name="csY4" fmla="*/ 1933781 h 3574310"/>
                <a:gd name="csX5" fmla="*/ 1798394 w 4017225"/>
                <a:gd name="csY5" fmla="*/ 2110926 h 3574310"/>
                <a:gd name="csX6" fmla="*/ 434 w 4017225"/>
                <a:gd name="csY6" fmla="*/ 3573908 h 3574310"/>
                <a:gd name="csX0" fmla="*/ 434 w 4017225"/>
                <a:gd name="csY0" fmla="*/ 3573908 h 3576627"/>
                <a:gd name="csX1" fmla="*/ 1629072 w 4017225"/>
                <a:gd name="csY1" fmla="*/ 1934945 h 3576627"/>
                <a:gd name="csX2" fmla="*/ 1790791 w 4017225"/>
                <a:gd name="csY2" fmla="*/ 327870 h 3576627"/>
                <a:gd name="csX3" fmla="*/ 3907902 w 4017225"/>
                <a:gd name="csY3" fmla="*/ 36349 h 3576627"/>
                <a:gd name="csX4" fmla="*/ 3591268 w 4017225"/>
                <a:gd name="csY4" fmla="*/ 1933781 h 3576627"/>
                <a:gd name="csX5" fmla="*/ 1798395 w 4017225"/>
                <a:gd name="csY5" fmla="*/ 2365482 h 3576627"/>
                <a:gd name="csX6" fmla="*/ 434 w 4017225"/>
                <a:gd name="csY6" fmla="*/ 3573908 h 3576627"/>
                <a:gd name="csX0" fmla="*/ 434 w 4017225"/>
                <a:gd name="csY0" fmla="*/ 3573908 h 3576355"/>
                <a:gd name="csX1" fmla="*/ 1629072 w 4017225"/>
                <a:gd name="csY1" fmla="*/ 1934945 h 3576355"/>
                <a:gd name="csX2" fmla="*/ 1790791 w 4017225"/>
                <a:gd name="csY2" fmla="*/ 327870 h 3576355"/>
                <a:gd name="csX3" fmla="*/ 3907902 w 4017225"/>
                <a:gd name="csY3" fmla="*/ 36349 h 3576355"/>
                <a:gd name="csX4" fmla="*/ 3591268 w 4017225"/>
                <a:gd name="csY4" fmla="*/ 1933781 h 3576355"/>
                <a:gd name="csX5" fmla="*/ 1798395 w 4017225"/>
                <a:gd name="csY5" fmla="*/ 2365482 h 3576355"/>
                <a:gd name="csX6" fmla="*/ 434 w 4017225"/>
                <a:gd name="csY6" fmla="*/ 3573908 h 3576355"/>
                <a:gd name="csX0" fmla="*/ 434 w 4017225"/>
                <a:gd name="csY0" fmla="*/ 3573908 h 3583502"/>
                <a:gd name="csX1" fmla="*/ 1629072 w 4017225"/>
                <a:gd name="csY1" fmla="*/ 1934945 h 3583502"/>
                <a:gd name="csX2" fmla="*/ 1790791 w 4017225"/>
                <a:gd name="csY2" fmla="*/ 327870 h 3583502"/>
                <a:gd name="csX3" fmla="*/ 3907902 w 4017225"/>
                <a:gd name="csY3" fmla="*/ 36349 h 3583502"/>
                <a:gd name="csX4" fmla="*/ 3591268 w 4017225"/>
                <a:gd name="csY4" fmla="*/ 1933781 h 3583502"/>
                <a:gd name="csX5" fmla="*/ 1798396 w 4017225"/>
                <a:gd name="csY5" fmla="*/ 2715497 h 3583502"/>
                <a:gd name="csX6" fmla="*/ 434 w 4017225"/>
                <a:gd name="csY6" fmla="*/ 3573908 h 3583502"/>
                <a:gd name="csX0" fmla="*/ 20204 w 4036995"/>
                <a:gd name="csY0" fmla="*/ 3574326 h 3583563"/>
                <a:gd name="csX1" fmla="*/ 908564 w 4036995"/>
                <a:gd name="csY1" fmla="*/ 1951275 h 3583563"/>
                <a:gd name="csX2" fmla="*/ 1810561 w 4036995"/>
                <a:gd name="csY2" fmla="*/ 328288 h 3583563"/>
                <a:gd name="csX3" fmla="*/ 3927672 w 4036995"/>
                <a:gd name="csY3" fmla="*/ 36767 h 3583563"/>
                <a:gd name="csX4" fmla="*/ 3611038 w 4036995"/>
                <a:gd name="csY4" fmla="*/ 1934199 h 3583563"/>
                <a:gd name="csX5" fmla="*/ 1818166 w 4036995"/>
                <a:gd name="csY5" fmla="*/ 2715915 h 3583563"/>
                <a:gd name="csX6" fmla="*/ 20204 w 4036995"/>
                <a:gd name="csY6" fmla="*/ 3574326 h 3583563"/>
                <a:gd name="csX0" fmla="*/ 12549 w 4029340"/>
                <a:gd name="csY0" fmla="*/ 3574326 h 3583563"/>
                <a:gd name="csX1" fmla="*/ 900909 w 4029340"/>
                <a:gd name="csY1" fmla="*/ 1951275 h 3583563"/>
                <a:gd name="csX2" fmla="*/ 1802906 w 4029340"/>
                <a:gd name="csY2" fmla="*/ 328288 h 3583563"/>
                <a:gd name="csX3" fmla="*/ 3920017 w 4029340"/>
                <a:gd name="csY3" fmla="*/ 36767 h 3583563"/>
                <a:gd name="csX4" fmla="*/ 3603383 w 4029340"/>
                <a:gd name="csY4" fmla="*/ 1934199 h 3583563"/>
                <a:gd name="csX5" fmla="*/ 1810511 w 4029340"/>
                <a:gd name="csY5" fmla="*/ 2715915 h 3583563"/>
                <a:gd name="csX6" fmla="*/ 12549 w 4029340"/>
                <a:gd name="csY6" fmla="*/ 3574326 h 3583563"/>
                <a:gd name="csX0" fmla="*/ 2018 w 4018809"/>
                <a:gd name="csY0" fmla="*/ 3573908 h 3583502"/>
                <a:gd name="csX1" fmla="*/ 1389840 w 4018809"/>
                <a:gd name="csY1" fmla="*/ 1934947 h 3583502"/>
                <a:gd name="csX2" fmla="*/ 1792375 w 4018809"/>
                <a:gd name="csY2" fmla="*/ 327870 h 3583502"/>
                <a:gd name="csX3" fmla="*/ 3909486 w 4018809"/>
                <a:gd name="csY3" fmla="*/ 36349 h 3583502"/>
                <a:gd name="csX4" fmla="*/ 3592852 w 4018809"/>
                <a:gd name="csY4" fmla="*/ 1933781 h 3583502"/>
                <a:gd name="csX5" fmla="*/ 1799980 w 4018809"/>
                <a:gd name="csY5" fmla="*/ 2715497 h 3583502"/>
                <a:gd name="csX6" fmla="*/ 2018 w 4018809"/>
                <a:gd name="csY6" fmla="*/ 3573908 h 3583502"/>
                <a:gd name="csX0" fmla="*/ 2018 w 4018809"/>
                <a:gd name="csY0" fmla="*/ 3573908 h 3575401"/>
                <a:gd name="csX1" fmla="*/ 1389840 w 4018809"/>
                <a:gd name="csY1" fmla="*/ 1934947 h 3575401"/>
                <a:gd name="csX2" fmla="*/ 1792375 w 4018809"/>
                <a:gd name="csY2" fmla="*/ 327870 h 3575401"/>
                <a:gd name="csX3" fmla="*/ 3909486 w 4018809"/>
                <a:gd name="csY3" fmla="*/ 36349 h 3575401"/>
                <a:gd name="csX4" fmla="*/ 3592852 w 4018809"/>
                <a:gd name="csY4" fmla="*/ 1933781 h 3575401"/>
                <a:gd name="csX5" fmla="*/ 1799983 w 4018809"/>
                <a:gd name="csY5" fmla="*/ 2277981 h 3575401"/>
                <a:gd name="csX6" fmla="*/ 2018 w 4018809"/>
                <a:gd name="csY6" fmla="*/ 3573908 h 3575401"/>
                <a:gd name="csX0" fmla="*/ 2279 w 4019070"/>
                <a:gd name="csY0" fmla="*/ 3573908 h 3576883"/>
                <a:gd name="csX1" fmla="*/ 1390101 w 4019070"/>
                <a:gd name="csY1" fmla="*/ 1934947 h 3576883"/>
                <a:gd name="csX2" fmla="*/ 1792636 w 4019070"/>
                <a:gd name="csY2" fmla="*/ 327870 h 3576883"/>
                <a:gd name="csX3" fmla="*/ 3909747 w 4019070"/>
                <a:gd name="csY3" fmla="*/ 36349 h 3576883"/>
                <a:gd name="csX4" fmla="*/ 3593113 w 4019070"/>
                <a:gd name="csY4" fmla="*/ 1933781 h 3576883"/>
                <a:gd name="csX5" fmla="*/ 1827004 w 4019070"/>
                <a:gd name="csY5" fmla="*/ 2405261 h 3576883"/>
                <a:gd name="csX6" fmla="*/ 2279 w 4019070"/>
                <a:gd name="csY6" fmla="*/ 3573908 h 3576883"/>
                <a:gd name="csX0" fmla="*/ 3304 w 4020095"/>
                <a:gd name="csY0" fmla="*/ 3573700 h 3576772"/>
                <a:gd name="csX1" fmla="*/ 1310858 w 4020095"/>
                <a:gd name="csY1" fmla="*/ 1926786 h 3576772"/>
                <a:gd name="csX2" fmla="*/ 1793661 w 4020095"/>
                <a:gd name="csY2" fmla="*/ 327662 h 3576772"/>
                <a:gd name="csX3" fmla="*/ 3910772 w 4020095"/>
                <a:gd name="csY3" fmla="*/ 36141 h 3576772"/>
                <a:gd name="csX4" fmla="*/ 3594138 w 4020095"/>
                <a:gd name="csY4" fmla="*/ 1933573 h 3576772"/>
                <a:gd name="csX5" fmla="*/ 1828029 w 4020095"/>
                <a:gd name="csY5" fmla="*/ 2405053 h 3576772"/>
                <a:gd name="csX6" fmla="*/ 3304 w 4020095"/>
                <a:gd name="csY6" fmla="*/ 3573700 h 3576772"/>
                <a:gd name="csX0" fmla="*/ 3254 w 4020045"/>
                <a:gd name="csY0" fmla="*/ 3573700 h 3576772"/>
                <a:gd name="csX1" fmla="*/ 1310808 w 4020045"/>
                <a:gd name="csY1" fmla="*/ 1926786 h 3576772"/>
                <a:gd name="csX2" fmla="*/ 1793611 w 4020045"/>
                <a:gd name="csY2" fmla="*/ 327662 h 3576772"/>
                <a:gd name="csX3" fmla="*/ 3910722 w 4020045"/>
                <a:gd name="csY3" fmla="*/ 36141 h 3576772"/>
                <a:gd name="csX4" fmla="*/ 3594088 w 4020045"/>
                <a:gd name="csY4" fmla="*/ 1933573 h 3576772"/>
                <a:gd name="csX5" fmla="*/ 1827979 w 4020045"/>
                <a:gd name="csY5" fmla="*/ 2405053 h 3576772"/>
                <a:gd name="csX6" fmla="*/ 3254 w 4020045"/>
                <a:gd name="csY6" fmla="*/ 3573700 h 35767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020045" h="3576772">
                  <a:moveTo>
                    <a:pt x="3254" y="3573700"/>
                  </a:moveTo>
                  <a:cubicBezTo>
                    <a:pt x="-82941" y="3493989"/>
                    <a:pt x="1574310" y="2340515"/>
                    <a:pt x="1310808" y="1926786"/>
                  </a:cubicBezTo>
                  <a:cubicBezTo>
                    <a:pt x="1047306" y="1513057"/>
                    <a:pt x="1360292" y="642769"/>
                    <a:pt x="1793611" y="327662"/>
                  </a:cubicBezTo>
                  <a:cubicBezTo>
                    <a:pt x="2226930" y="12555"/>
                    <a:pt x="3750548" y="-52136"/>
                    <a:pt x="3910722" y="36141"/>
                  </a:cubicBezTo>
                  <a:cubicBezTo>
                    <a:pt x="4070896" y="124418"/>
                    <a:pt x="4120351" y="1358027"/>
                    <a:pt x="3594088" y="1933573"/>
                  </a:cubicBezTo>
                  <a:cubicBezTo>
                    <a:pt x="3171099" y="2391895"/>
                    <a:pt x="2301583" y="2656718"/>
                    <a:pt x="1827979" y="2405053"/>
                  </a:cubicBezTo>
                  <a:cubicBezTo>
                    <a:pt x="1354375" y="2153388"/>
                    <a:pt x="89449" y="3653411"/>
                    <a:pt x="3254" y="3573700"/>
                  </a:cubicBezTo>
                  <a:close/>
                </a:path>
              </a:pathLst>
            </a:custGeom>
            <a:noFill/>
            <a:ln>
              <a:solidFill>
                <a:srgbClr val="0C26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6" name="Freeform 1025">
              <a:extLst>
                <a:ext uri="{FF2B5EF4-FFF2-40B4-BE49-F238E27FC236}">
                  <a16:creationId xmlns:a16="http://schemas.microsoft.com/office/drawing/2014/main" id="{209C95C8-6A27-5755-9D22-C17A999D160F}"/>
                </a:ext>
              </a:extLst>
            </p:cNvPr>
            <p:cNvSpPr/>
            <p:nvPr userDrawn="1"/>
          </p:nvSpPr>
          <p:spPr>
            <a:xfrm rot="16200000">
              <a:off x="6708081" y="1755043"/>
              <a:ext cx="2615869" cy="2682267"/>
            </a:xfrm>
            <a:custGeom>
              <a:avLst/>
              <a:gdLst>
                <a:gd name="csX0" fmla="*/ 1893 w 3484511"/>
                <a:gd name="csY0" fmla="*/ 3509215 h 3511799"/>
                <a:gd name="csX1" fmla="*/ 1514170 w 3484511"/>
                <a:gd name="csY1" fmla="*/ 1703861 h 3511799"/>
                <a:gd name="csX2" fmla="*/ 2029985 w 3484511"/>
                <a:gd name="csY2" fmla="*/ 226753 h 3511799"/>
                <a:gd name="csX3" fmla="*/ 3378139 w 3484511"/>
                <a:gd name="csY3" fmla="*/ 144692 h 3511799"/>
                <a:gd name="csX4" fmla="*/ 3225739 w 3484511"/>
                <a:gd name="csY4" fmla="*/ 1586630 h 3511799"/>
                <a:gd name="csX5" fmla="*/ 1854139 w 3484511"/>
                <a:gd name="csY5" fmla="*/ 2090723 h 3511799"/>
                <a:gd name="csX6" fmla="*/ 1893 w 3484511"/>
                <a:gd name="csY6" fmla="*/ 3509215 h 3511799"/>
                <a:gd name="csX0" fmla="*/ 1352 w 4094215"/>
                <a:gd name="csY0" fmla="*/ 4103738 h 4105568"/>
                <a:gd name="csX1" fmla="*/ 2123874 w 4094215"/>
                <a:gd name="csY1" fmla="*/ 1703861 h 4105568"/>
                <a:gd name="csX2" fmla="*/ 2639689 w 4094215"/>
                <a:gd name="csY2" fmla="*/ 226753 h 4105568"/>
                <a:gd name="csX3" fmla="*/ 3987843 w 4094215"/>
                <a:gd name="csY3" fmla="*/ 144692 h 4105568"/>
                <a:gd name="csX4" fmla="*/ 3835443 w 4094215"/>
                <a:gd name="csY4" fmla="*/ 1586630 h 4105568"/>
                <a:gd name="csX5" fmla="*/ 2463843 w 4094215"/>
                <a:gd name="csY5" fmla="*/ 2090723 h 4105568"/>
                <a:gd name="csX6" fmla="*/ 1352 w 4094215"/>
                <a:gd name="csY6" fmla="*/ 4103738 h 4105568"/>
                <a:gd name="csX0" fmla="*/ 1978 w 4094841"/>
                <a:gd name="csY0" fmla="*/ 4101966 h 4104114"/>
                <a:gd name="csX1" fmla="*/ 2058783 w 4094841"/>
                <a:gd name="csY1" fmla="*/ 1668597 h 4104114"/>
                <a:gd name="csX2" fmla="*/ 2640315 w 4094841"/>
                <a:gd name="csY2" fmla="*/ 224981 h 4104114"/>
                <a:gd name="csX3" fmla="*/ 3988469 w 4094841"/>
                <a:gd name="csY3" fmla="*/ 142920 h 4104114"/>
                <a:gd name="csX4" fmla="*/ 3836069 w 4094841"/>
                <a:gd name="csY4" fmla="*/ 1584858 h 4104114"/>
                <a:gd name="csX5" fmla="*/ 2464469 w 4094841"/>
                <a:gd name="csY5" fmla="*/ 2088951 h 4104114"/>
                <a:gd name="csX6" fmla="*/ 1978 w 4094841"/>
                <a:gd name="csY6" fmla="*/ 4101966 h 4104114"/>
                <a:gd name="csX0" fmla="*/ 1943 w 4132359"/>
                <a:gd name="csY0" fmla="*/ 3750277 h 3752868"/>
                <a:gd name="csX1" fmla="*/ 2096301 w 4132359"/>
                <a:gd name="csY1" fmla="*/ 1668597 h 3752868"/>
                <a:gd name="csX2" fmla="*/ 2677833 w 4132359"/>
                <a:gd name="csY2" fmla="*/ 224981 h 3752868"/>
                <a:gd name="csX3" fmla="*/ 4025987 w 4132359"/>
                <a:gd name="csY3" fmla="*/ 142920 h 3752868"/>
                <a:gd name="csX4" fmla="*/ 3873587 w 4132359"/>
                <a:gd name="csY4" fmla="*/ 1584858 h 3752868"/>
                <a:gd name="csX5" fmla="*/ 2501987 w 4132359"/>
                <a:gd name="csY5" fmla="*/ 2088951 h 3752868"/>
                <a:gd name="csX6" fmla="*/ 1943 w 4132359"/>
                <a:gd name="csY6" fmla="*/ 3750277 h 3752868"/>
                <a:gd name="csX0" fmla="*/ 7123 w 4137539"/>
                <a:gd name="csY0" fmla="*/ 3776554 h 3776601"/>
                <a:gd name="csX1" fmla="*/ 1782278 w 4137539"/>
                <a:gd name="csY1" fmla="*/ 2163796 h 3776601"/>
                <a:gd name="csX2" fmla="*/ 2683013 w 4137539"/>
                <a:gd name="csY2" fmla="*/ 251258 h 3776601"/>
                <a:gd name="csX3" fmla="*/ 4031167 w 4137539"/>
                <a:gd name="csY3" fmla="*/ 169197 h 3776601"/>
                <a:gd name="csX4" fmla="*/ 3878767 w 4137539"/>
                <a:gd name="csY4" fmla="*/ 1611135 h 3776601"/>
                <a:gd name="csX5" fmla="*/ 2507167 w 4137539"/>
                <a:gd name="csY5" fmla="*/ 2115228 h 3776601"/>
                <a:gd name="csX6" fmla="*/ 7123 w 4137539"/>
                <a:gd name="csY6" fmla="*/ 3776554 h 3776601"/>
                <a:gd name="csX0" fmla="*/ 25 w 4130441"/>
                <a:gd name="csY0" fmla="*/ 3776554 h 3776586"/>
                <a:gd name="csX1" fmla="*/ 1775180 w 4130441"/>
                <a:gd name="csY1" fmla="*/ 2163796 h 3776586"/>
                <a:gd name="csX2" fmla="*/ 2675915 w 4130441"/>
                <a:gd name="csY2" fmla="*/ 251258 h 3776586"/>
                <a:gd name="csX3" fmla="*/ 4024069 w 4130441"/>
                <a:gd name="csY3" fmla="*/ 169197 h 3776586"/>
                <a:gd name="csX4" fmla="*/ 3871669 w 4130441"/>
                <a:gd name="csY4" fmla="*/ 1611135 h 3776586"/>
                <a:gd name="csX5" fmla="*/ 1814719 w 4130441"/>
                <a:gd name="csY5" fmla="*/ 2207339 h 3776586"/>
                <a:gd name="csX6" fmla="*/ 25 w 4130441"/>
                <a:gd name="csY6" fmla="*/ 3776554 h 3776586"/>
                <a:gd name="csX0" fmla="*/ 25 w 4130441"/>
                <a:gd name="csY0" fmla="*/ 3776554 h 3776589"/>
                <a:gd name="csX1" fmla="*/ 1775180 w 4130441"/>
                <a:gd name="csY1" fmla="*/ 2163796 h 3776589"/>
                <a:gd name="csX2" fmla="*/ 2675915 w 4130441"/>
                <a:gd name="csY2" fmla="*/ 251258 h 3776589"/>
                <a:gd name="csX3" fmla="*/ 4024069 w 4130441"/>
                <a:gd name="csY3" fmla="*/ 169197 h 3776589"/>
                <a:gd name="csX4" fmla="*/ 3871669 w 4130441"/>
                <a:gd name="csY4" fmla="*/ 1611135 h 3776589"/>
                <a:gd name="csX5" fmla="*/ 1814719 w 4130441"/>
                <a:gd name="csY5" fmla="*/ 2207339 h 3776589"/>
                <a:gd name="csX6" fmla="*/ 25 w 4130441"/>
                <a:gd name="csY6" fmla="*/ 3776554 h 3776589"/>
                <a:gd name="csX0" fmla="*/ 25 w 3957457"/>
                <a:gd name="csY0" fmla="*/ 3611866 h 3611901"/>
                <a:gd name="csX1" fmla="*/ 1775180 w 3957457"/>
                <a:gd name="csY1" fmla="*/ 1999108 h 3611901"/>
                <a:gd name="csX2" fmla="*/ 2675915 w 3957457"/>
                <a:gd name="csY2" fmla="*/ 86570 h 3611901"/>
                <a:gd name="csX3" fmla="*/ 3554650 w 3957457"/>
                <a:gd name="csY3" fmla="*/ 439934 h 3611901"/>
                <a:gd name="csX4" fmla="*/ 3871669 w 3957457"/>
                <a:gd name="csY4" fmla="*/ 1446447 h 3611901"/>
                <a:gd name="csX5" fmla="*/ 1814719 w 3957457"/>
                <a:gd name="csY5" fmla="*/ 2042651 h 3611901"/>
                <a:gd name="csX6" fmla="*/ 25 w 3957457"/>
                <a:gd name="csY6" fmla="*/ 3611866 h 3611901"/>
                <a:gd name="csX0" fmla="*/ 25 w 3957253"/>
                <a:gd name="csY0" fmla="*/ 3368639 h 3368674"/>
                <a:gd name="csX1" fmla="*/ 1775180 w 3957253"/>
                <a:gd name="csY1" fmla="*/ 1755881 h 3368674"/>
                <a:gd name="csX2" fmla="*/ 2685304 w 3957253"/>
                <a:gd name="csY2" fmla="*/ 144791 h 3368674"/>
                <a:gd name="csX3" fmla="*/ 3554650 w 3957253"/>
                <a:gd name="csY3" fmla="*/ 196707 h 3368674"/>
                <a:gd name="csX4" fmla="*/ 3871669 w 3957253"/>
                <a:gd name="csY4" fmla="*/ 1203220 h 3368674"/>
                <a:gd name="csX5" fmla="*/ 1814719 w 3957253"/>
                <a:gd name="csY5" fmla="*/ 1799424 h 3368674"/>
                <a:gd name="csX6" fmla="*/ 25 w 3957253"/>
                <a:gd name="csY6" fmla="*/ 3368639 h 3368674"/>
                <a:gd name="csX0" fmla="*/ 25 w 3705517"/>
                <a:gd name="csY0" fmla="*/ 3358570 h 3358603"/>
                <a:gd name="csX1" fmla="*/ 1775180 w 3705517"/>
                <a:gd name="csY1" fmla="*/ 1745812 h 3358603"/>
                <a:gd name="csX2" fmla="*/ 2685304 w 3705517"/>
                <a:gd name="csY2" fmla="*/ 134722 h 3358603"/>
                <a:gd name="csX3" fmla="*/ 3554650 w 3705517"/>
                <a:gd name="csY3" fmla="*/ 186638 h 3358603"/>
                <a:gd name="csX4" fmla="*/ 3552464 w 3705517"/>
                <a:gd name="csY4" fmla="*/ 975438 h 3358603"/>
                <a:gd name="csX5" fmla="*/ 1814719 w 3705517"/>
                <a:gd name="csY5" fmla="*/ 1789355 h 3358603"/>
                <a:gd name="csX6" fmla="*/ 25 w 3705517"/>
                <a:gd name="csY6" fmla="*/ 3358570 h 3358603"/>
                <a:gd name="csX0" fmla="*/ 2290 w 3707782"/>
                <a:gd name="csY0" fmla="*/ 3305196 h 3314287"/>
                <a:gd name="csX1" fmla="*/ 2199921 w 3707782"/>
                <a:gd name="csY1" fmla="*/ 955568 h 3314287"/>
                <a:gd name="csX2" fmla="*/ 2687569 w 3707782"/>
                <a:gd name="csY2" fmla="*/ 81348 h 3314287"/>
                <a:gd name="csX3" fmla="*/ 3556915 w 3707782"/>
                <a:gd name="csY3" fmla="*/ 133264 h 3314287"/>
                <a:gd name="csX4" fmla="*/ 3554729 w 3707782"/>
                <a:gd name="csY4" fmla="*/ 922064 h 3314287"/>
                <a:gd name="csX5" fmla="*/ 1816984 w 3707782"/>
                <a:gd name="csY5" fmla="*/ 1735981 h 3314287"/>
                <a:gd name="csX6" fmla="*/ 2290 w 3707782"/>
                <a:gd name="csY6" fmla="*/ 3305196 h 3314287"/>
                <a:gd name="csX0" fmla="*/ 377 w 3705869"/>
                <a:gd name="csY0" fmla="*/ 3305196 h 3313168"/>
                <a:gd name="csX1" fmla="*/ 2198008 w 3705869"/>
                <a:gd name="csY1" fmla="*/ 955568 h 3313168"/>
                <a:gd name="csX2" fmla="*/ 2685656 w 3705869"/>
                <a:gd name="csY2" fmla="*/ 81348 h 3313168"/>
                <a:gd name="csX3" fmla="*/ 3555002 w 3705869"/>
                <a:gd name="csY3" fmla="*/ 133264 h 3313168"/>
                <a:gd name="csX4" fmla="*/ 3552816 w 3705869"/>
                <a:gd name="csY4" fmla="*/ 922064 h 3313168"/>
                <a:gd name="csX5" fmla="*/ 2378375 w 3705869"/>
                <a:gd name="csY5" fmla="*/ 1694113 h 3313168"/>
                <a:gd name="csX6" fmla="*/ 377 w 3705869"/>
                <a:gd name="csY6" fmla="*/ 3305196 h 3313168"/>
                <a:gd name="csX0" fmla="*/ 377 w 3705869"/>
                <a:gd name="csY0" fmla="*/ 3305196 h 3311216"/>
                <a:gd name="csX1" fmla="*/ 2198008 w 3705869"/>
                <a:gd name="csY1" fmla="*/ 955568 h 3311216"/>
                <a:gd name="csX2" fmla="*/ 2685656 w 3705869"/>
                <a:gd name="csY2" fmla="*/ 81348 h 3311216"/>
                <a:gd name="csX3" fmla="*/ 3555002 w 3705869"/>
                <a:gd name="csY3" fmla="*/ 133264 h 3311216"/>
                <a:gd name="csX4" fmla="*/ 3552816 w 3705869"/>
                <a:gd name="csY4" fmla="*/ 922064 h 3311216"/>
                <a:gd name="csX5" fmla="*/ 2378375 w 3705869"/>
                <a:gd name="csY5" fmla="*/ 1694113 h 3311216"/>
                <a:gd name="csX6" fmla="*/ 377 w 3705869"/>
                <a:gd name="csY6" fmla="*/ 3305196 h 3311216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31250"/>
                <a:gd name="csY0" fmla="*/ 3306034 h 3313991"/>
                <a:gd name="csX1" fmla="*/ 2198008 w 4431250"/>
                <a:gd name="csY1" fmla="*/ 956406 h 3313991"/>
                <a:gd name="csX2" fmla="*/ 2685656 w 4431250"/>
                <a:gd name="csY2" fmla="*/ 82186 h 3313991"/>
                <a:gd name="csX3" fmla="*/ 3555002 w 4431250"/>
                <a:gd name="csY3" fmla="*/ 134102 h 3313991"/>
                <a:gd name="csX4" fmla="*/ 4425936 w 4431250"/>
                <a:gd name="csY4" fmla="*/ 939649 h 3313991"/>
                <a:gd name="csX5" fmla="*/ 2378375 w 4431250"/>
                <a:gd name="csY5" fmla="*/ 1694951 h 3313991"/>
                <a:gd name="csX6" fmla="*/ 377 w 4431250"/>
                <a:gd name="csY6" fmla="*/ 3306034 h 3313991"/>
                <a:gd name="csX0" fmla="*/ 377 w 4425936"/>
                <a:gd name="csY0" fmla="*/ 3306034 h 3313991"/>
                <a:gd name="csX1" fmla="*/ 2198008 w 4425936"/>
                <a:gd name="csY1" fmla="*/ 956406 h 3313991"/>
                <a:gd name="csX2" fmla="*/ 2685656 w 4425936"/>
                <a:gd name="csY2" fmla="*/ 82186 h 3313991"/>
                <a:gd name="csX3" fmla="*/ 3555002 w 4425936"/>
                <a:gd name="csY3" fmla="*/ 134102 h 3313991"/>
                <a:gd name="csX4" fmla="*/ 4425936 w 4425936"/>
                <a:gd name="csY4" fmla="*/ 939649 h 3313991"/>
                <a:gd name="csX5" fmla="*/ 2378375 w 4425936"/>
                <a:gd name="csY5" fmla="*/ 1694951 h 3313991"/>
                <a:gd name="csX6" fmla="*/ 377 w 4425936"/>
                <a:gd name="csY6" fmla="*/ 3306034 h 3313991"/>
                <a:gd name="csX0" fmla="*/ 377 w 4472878"/>
                <a:gd name="csY0" fmla="*/ 3303952 h 3311947"/>
                <a:gd name="csX1" fmla="*/ 2198008 w 4472878"/>
                <a:gd name="csY1" fmla="*/ 954324 h 3311947"/>
                <a:gd name="csX2" fmla="*/ 2685656 w 4472878"/>
                <a:gd name="csY2" fmla="*/ 80104 h 3311947"/>
                <a:gd name="csX3" fmla="*/ 3555002 w 4472878"/>
                <a:gd name="csY3" fmla="*/ 132020 h 3311947"/>
                <a:gd name="csX4" fmla="*/ 4472878 w 4472878"/>
                <a:gd name="csY4" fmla="*/ 895700 h 3311947"/>
                <a:gd name="csX5" fmla="*/ 2378375 w 4472878"/>
                <a:gd name="csY5" fmla="*/ 1692869 h 3311947"/>
                <a:gd name="csX6" fmla="*/ 377 w 4472878"/>
                <a:gd name="csY6" fmla="*/ 3303952 h 3311947"/>
                <a:gd name="csX0" fmla="*/ 377 w 4472878"/>
                <a:gd name="csY0" fmla="*/ 3489034 h 3497029"/>
                <a:gd name="csX1" fmla="*/ 2198008 w 4472878"/>
                <a:gd name="csY1" fmla="*/ 1139406 h 3497029"/>
                <a:gd name="csX2" fmla="*/ 2685656 w 4472878"/>
                <a:gd name="csY2" fmla="*/ 265186 h 3497029"/>
                <a:gd name="csX3" fmla="*/ 3742770 w 4472878"/>
                <a:gd name="csY3" fmla="*/ 49148 h 3497029"/>
                <a:gd name="csX4" fmla="*/ 4472878 w 4472878"/>
                <a:gd name="csY4" fmla="*/ 1080782 h 3497029"/>
                <a:gd name="csX5" fmla="*/ 2378375 w 4472878"/>
                <a:gd name="csY5" fmla="*/ 1877951 h 3497029"/>
                <a:gd name="csX6" fmla="*/ 377 w 4472878"/>
                <a:gd name="csY6" fmla="*/ 3489034 h 3497029"/>
                <a:gd name="csX0" fmla="*/ 377 w 4482266"/>
                <a:gd name="csY0" fmla="*/ 3489034 h 3497029"/>
                <a:gd name="csX1" fmla="*/ 2198008 w 4482266"/>
                <a:gd name="csY1" fmla="*/ 1139406 h 3497029"/>
                <a:gd name="csX2" fmla="*/ 2685656 w 4482266"/>
                <a:gd name="csY2" fmla="*/ 265186 h 3497029"/>
                <a:gd name="csX3" fmla="*/ 3742770 w 4482266"/>
                <a:gd name="csY3" fmla="*/ 49148 h 3497029"/>
                <a:gd name="csX4" fmla="*/ 4482266 w 4482266"/>
                <a:gd name="csY4" fmla="*/ 1080782 h 3497029"/>
                <a:gd name="csX5" fmla="*/ 2378375 w 4482266"/>
                <a:gd name="csY5" fmla="*/ 1877951 h 3497029"/>
                <a:gd name="csX6" fmla="*/ 377 w 4482266"/>
                <a:gd name="csY6" fmla="*/ 3489034 h 3497029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10188 w 4492077"/>
                <a:gd name="csY0" fmla="*/ 3488052 h 3497366"/>
                <a:gd name="csX1" fmla="*/ 1804118 w 4492077"/>
                <a:gd name="csY1" fmla="*/ 1096559 h 3497366"/>
                <a:gd name="csX2" fmla="*/ 2695467 w 4492077"/>
                <a:gd name="csY2" fmla="*/ 264204 h 3497366"/>
                <a:gd name="csX3" fmla="*/ 3752581 w 4492077"/>
                <a:gd name="csY3" fmla="*/ 48166 h 3497366"/>
                <a:gd name="csX4" fmla="*/ 4492077 w 4492077"/>
                <a:gd name="csY4" fmla="*/ 1079800 h 3497366"/>
                <a:gd name="csX5" fmla="*/ 2688616 w 4492077"/>
                <a:gd name="csY5" fmla="*/ 1893718 h 3497366"/>
                <a:gd name="csX6" fmla="*/ 10188 w 4492077"/>
                <a:gd name="csY6" fmla="*/ 3488052 h 3497366"/>
                <a:gd name="csX0" fmla="*/ 10188 w 4492077"/>
                <a:gd name="csY0" fmla="*/ 3488052 h 3500595"/>
                <a:gd name="csX1" fmla="*/ 1804118 w 4492077"/>
                <a:gd name="csY1" fmla="*/ 1096559 h 3500595"/>
                <a:gd name="csX2" fmla="*/ 2695467 w 4492077"/>
                <a:gd name="csY2" fmla="*/ 264204 h 3500595"/>
                <a:gd name="csX3" fmla="*/ 3752581 w 4492077"/>
                <a:gd name="csY3" fmla="*/ 48166 h 3500595"/>
                <a:gd name="csX4" fmla="*/ 4492077 w 4492077"/>
                <a:gd name="csY4" fmla="*/ 1079800 h 3500595"/>
                <a:gd name="csX5" fmla="*/ 2688616 w 4492077"/>
                <a:gd name="csY5" fmla="*/ 1893718 h 3500595"/>
                <a:gd name="csX6" fmla="*/ 10188 w 4492077"/>
                <a:gd name="csY6" fmla="*/ 3488052 h 3500595"/>
                <a:gd name="csX0" fmla="*/ 10188 w 4492077"/>
                <a:gd name="csY0" fmla="*/ 3488052 h 3500888"/>
                <a:gd name="csX1" fmla="*/ 1804118 w 4492077"/>
                <a:gd name="csY1" fmla="*/ 1096559 h 3500888"/>
                <a:gd name="csX2" fmla="*/ 2695467 w 4492077"/>
                <a:gd name="csY2" fmla="*/ 264204 h 3500888"/>
                <a:gd name="csX3" fmla="*/ 3752581 w 4492077"/>
                <a:gd name="csY3" fmla="*/ 48166 h 3500888"/>
                <a:gd name="csX4" fmla="*/ 4492077 w 4492077"/>
                <a:gd name="csY4" fmla="*/ 1079800 h 3500888"/>
                <a:gd name="csX5" fmla="*/ 2688616 w 4492077"/>
                <a:gd name="csY5" fmla="*/ 1893718 h 3500888"/>
                <a:gd name="csX6" fmla="*/ 10188 w 4492077"/>
                <a:gd name="csY6" fmla="*/ 3488052 h 3500888"/>
                <a:gd name="csX0" fmla="*/ 27731 w 3289130"/>
                <a:gd name="csY0" fmla="*/ 2449732 h 2473361"/>
                <a:gd name="csX1" fmla="*/ 601171 w 3289130"/>
                <a:gd name="csY1" fmla="*/ 1096559 h 2473361"/>
                <a:gd name="csX2" fmla="*/ 1492520 w 3289130"/>
                <a:gd name="csY2" fmla="*/ 264204 h 2473361"/>
                <a:gd name="csX3" fmla="*/ 2549634 w 3289130"/>
                <a:gd name="csY3" fmla="*/ 48166 h 2473361"/>
                <a:gd name="csX4" fmla="*/ 3289130 w 3289130"/>
                <a:gd name="csY4" fmla="*/ 1079800 h 2473361"/>
                <a:gd name="csX5" fmla="*/ 1485669 w 3289130"/>
                <a:gd name="csY5" fmla="*/ 1893718 h 2473361"/>
                <a:gd name="csX6" fmla="*/ 27731 w 3289130"/>
                <a:gd name="csY6" fmla="*/ 2449732 h 2473361"/>
                <a:gd name="csX0" fmla="*/ 367 w 3261766"/>
                <a:gd name="csY0" fmla="*/ 2449732 h 2449966"/>
                <a:gd name="csX1" fmla="*/ 573807 w 3261766"/>
                <a:gd name="csY1" fmla="*/ 1096559 h 2449966"/>
                <a:gd name="csX2" fmla="*/ 1465156 w 3261766"/>
                <a:gd name="csY2" fmla="*/ 264204 h 2449966"/>
                <a:gd name="csX3" fmla="*/ 2522270 w 3261766"/>
                <a:gd name="csY3" fmla="*/ 48166 h 2449966"/>
                <a:gd name="csX4" fmla="*/ 3261766 w 3261766"/>
                <a:gd name="csY4" fmla="*/ 1079800 h 2449966"/>
                <a:gd name="csX5" fmla="*/ 1458305 w 3261766"/>
                <a:gd name="csY5" fmla="*/ 1893718 h 2449966"/>
                <a:gd name="csX6" fmla="*/ 367 w 3261766"/>
                <a:gd name="csY6" fmla="*/ 2449732 h 2449966"/>
                <a:gd name="csX0" fmla="*/ 62959 w 3324358"/>
                <a:gd name="csY0" fmla="*/ 2449732 h 2487147"/>
                <a:gd name="csX1" fmla="*/ 636399 w 3324358"/>
                <a:gd name="csY1" fmla="*/ 1096559 h 2487147"/>
                <a:gd name="csX2" fmla="*/ 1527748 w 3324358"/>
                <a:gd name="csY2" fmla="*/ 264204 h 2487147"/>
                <a:gd name="csX3" fmla="*/ 2584862 w 3324358"/>
                <a:gd name="csY3" fmla="*/ 48166 h 2487147"/>
                <a:gd name="csX4" fmla="*/ 3324358 w 3324358"/>
                <a:gd name="csY4" fmla="*/ 1079800 h 2487147"/>
                <a:gd name="csX5" fmla="*/ 1520897 w 3324358"/>
                <a:gd name="csY5" fmla="*/ 1893718 h 2487147"/>
                <a:gd name="csX6" fmla="*/ 62959 w 3324358"/>
                <a:gd name="csY6" fmla="*/ 2449732 h 2487147"/>
                <a:gd name="csX0" fmla="*/ 38478 w 4482813"/>
                <a:gd name="csY0" fmla="*/ 3496425 h 3519813"/>
                <a:gd name="csX1" fmla="*/ 1794854 w 4482813"/>
                <a:gd name="csY1" fmla="*/ 1096559 h 3519813"/>
                <a:gd name="csX2" fmla="*/ 2686203 w 4482813"/>
                <a:gd name="csY2" fmla="*/ 264204 h 3519813"/>
                <a:gd name="csX3" fmla="*/ 3743317 w 4482813"/>
                <a:gd name="csY3" fmla="*/ 48166 h 3519813"/>
                <a:gd name="csX4" fmla="*/ 4482813 w 4482813"/>
                <a:gd name="csY4" fmla="*/ 1079800 h 3519813"/>
                <a:gd name="csX5" fmla="*/ 2679352 w 4482813"/>
                <a:gd name="csY5" fmla="*/ 1893718 h 3519813"/>
                <a:gd name="csX6" fmla="*/ 38478 w 4482813"/>
                <a:gd name="csY6" fmla="*/ 3496425 h 3519813"/>
                <a:gd name="csX0" fmla="*/ 9071 w 4453406"/>
                <a:gd name="csY0" fmla="*/ 3496425 h 3510301"/>
                <a:gd name="csX1" fmla="*/ 1765447 w 4453406"/>
                <a:gd name="csY1" fmla="*/ 1096559 h 3510301"/>
                <a:gd name="csX2" fmla="*/ 2656796 w 4453406"/>
                <a:gd name="csY2" fmla="*/ 264204 h 3510301"/>
                <a:gd name="csX3" fmla="*/ 3713910 w 4453406"/>
                <a:gd name="csY3" fmla="*/ 48166 h 3510301"/>
                <a:gd name="csX4" fmla="*/ 4453406 w 4453406"/>
                <a:gd name="csY4" fmla="*/ 1079800 h 3510301"/>
                <a:gd name="csX5" fmla="*/ 2649945 w 4453406"/>
                <a:gd name="csY5" fmla="*/ 1893718 h 3510301"/>
                <a:gd name="csX6" fmla="*/ 9071 w 4453406"/>
                <a:gd name="csY6" fmla="*/ 3496425 h 3510301"/>
                <a:gd name="csX0" fmla="*/ 9071 w 4453406"/>
                <a:gd name="csY0" fmla="*/ 3496425 h 3512169"/>
                <a:gd name="csX1" fmla="*/ 1765447 w 4453406"/>
                <a:gd name="csY1" fmla="*/ 1096559 h 3512169"/>
                <a:gd name="csX2" fmla="*/ 2656796 w 4453406"/>
                <a:gd name="csY2" fmla="*/ 264204 h 3512169"/>
                <a:gd name="csX3" fmla="*/ 3713910 w 4453406"/>
                <a:gd name="csY3" fmla="*/ 48166 h 3512169"/>
                <a:gd name="csX4" fmla="*/ 4453406 w 4453406"/>
                <a:gd name="csY4" fmla="*/ 1079800 h 3512169"/>
                <a:gd name="csX5" fmla="*/ 2649945 w 4453406"/>
                <a:gd name="csY5" fmla="*/ 1893718 h 3512169"/>
                <a:gd name="csX6" fmla="*/ 9071 w 4453406"/>
                <a:gd name="csY6" fmla="*/ 3496425 h 3512169"/>
                <a:gd name="csX0" fmla="*/ 9640 w 4453975"/>
                <a:gd name="csY0" fmla="*/ 3496425 h 3512169"/>
                <a:gd name="csX1" fmla="*/ 1766016 w 4453975"/>
                <a:gd name="csY1" fmla="*/ 1096559 h 3512169"/>
                <a:gd name="csX2" fmla="*/ 2657365 w 4453975"/>
                <a:gd name="csY2" fmla="*/ 264204 h 3512169"/>
                <a:gd name="csX3" fmla="*/ 3714479 w 4453975"/>
                <a:gd name="csY3" fmla="*/ 48166 h 3512169"/>
                <a:gd name="csX4" fmla="*/ 4453975 w 4453975"/>
                <a:gd name="csY4" fmla="*/ 1079800 h 3512169"/>
                <a:gd name="csX5" fmla="*/ 2650514 w 4453975"/>
                <a:gd name="csY5" fmla="*/ 1893718 h 3512169"/>
                <a:gd name="csX6" fmla="*/ 9640 w 4453975"/>
                <a:gd name="csY6" fmla="*/ 3496425 h 3512169"/>
                <a:gd name="csX0" fmla="*/ 9640 w 4453975"/>
                <a:gd name="csY0" fmla="*/ 3993467 h 4008123"/>
                <a:gd name="csX1" fmla="*/ 1766016 w 4453975"/>
                <a:gd name="csY1" fmla="*/ 1593601 h 4008123"/>
                <a:gd name="csX2" fmla="*/ 2601034 w 4453975"/>
                <a:gd name="csY2" fmla="*/ 41122 h 4008123"/>
                <a:gd name="csX3" fmla="*/ 3714479 w 4453975"/>
                <a:gd name="csY3" fmla="*/ 545208 h 4008123"/>
                <a:gd name="csX4" fmla="*/ 4453975 w 4453975"/>
                <a:gd name="csY4" fmla="*/ 1576842 h 4008123"/>
                <a:gd name="csX5" fmla="*/ 2650514 w 4453975"/>
                <a:gd name="csY5" fmla="*/ 2390760 h 4008123"/>
                <a:gd name="csX6" fmla="*/ 9640 w 4453975"/>
                <a:gd name="csY6" fmla="*/ 3993467 h 4008123"/>
                <a:gd name="csX0" fmla="*/ 9640 w 4453975"/>
                <a:gd name="csY0" fmla="*/ 3952894 h 3967550"/>
                <a:gd name="csX1" fmla="*/ 1766016 w 4453975"/>
                <a:gd name="csY1" fmla="*/ 1553028 h 3967550"/>
                <a:gd name="csX2" fmla="*/ 2601034 w 4453975"/>
                <a:gd name="csY2" fmla="*/ 549 h 3967550"/>
                <a:gd name="csX3" fmla="*/ 3714479 w 4453975"/>
                <a:gd name="csY3" fmla="*/ 504635 h 3967550"/>
                <a:gd name="csX4" fmla="*/ 4453975 w 4453975"/>
                <a:gd name="csY4" fmla="*/ 1536269 h 3967550"/>
                <a:gd name="csX5" fmla="*/ 2650514 w 4453975"/>
                <a:gd name="csY5" fmla="*/ 2350187 h 3967550"/>
                <a:gd name="csX6" fmla="*/ 9640 w 4453975"/>
                <a:gd name="csY6" fmla="*/ 3952894 h 3967550"/>
                <a:gd name="csX0" fmla="*/ 9640 w 4453975"/>
                <a:gd name="csY0" fmla="*/ 3952971 h 3968477"/>
                <a:gd name="csX1" fmla="*/ 1766016 w 4453975"/>
                <a:gd name="csY1" fmla="*/ 1553105 h 3968477"/>
                <a:gd name="csX2" fmla="*/ 2601034 w 4453975"/>
                <a:gd name="csY2" fmla="*/ 626 h 3968477"/>
                <a:gd name="csX3" fmla="*/ 3714479 w 4453975"/>
                <a:gd name="csY3" fmla="*/ 504712 h 3968477"/>
                <a:gd name="csX4" fmla="*/ 4453975 w 4453975"/>
                <a:gd name="csY4" fmla="*/ 1536346 h 3968477"/>
                <a:gd name="csX5" fmla="*/ 2650514 w 4453975"/>
                <a:gd name="csY5" fmla="*/ 2350264 h 3968477"/>
                <a:gd name="csX6" fmla="*/ 9640 w 4453975"/>
                <a:gd name="csY6" fmla="*/ 3952971 h 3968477"/>
                <a:gd name="csX0" fmla="*/ 9640 w 4517542"/>
                <a:gd name="csY0" fmla="*/ 4153948 h 4169453"/>
                <a:gd name="csX1" fmla="*/ 1766016 w 4517542"/>
                <a:gd name="csY1" fmla="*/ 1754082 h 4169453"/>
                <a:gd name="csX2" fmla="*/ 2601034 w 4517542"/>
                <a:gd name="csY2" fmla="*/ 201603 h 4169453"/>
                <a:gd name="csX3" fmla="*/ 4390442 w 4517542"/>
                <a:gd name="csY3" fmla="*/ 186529 h 4169453"/>
                <a:gd name="csX4" fmla="*/ 4453975 w 4517542"/>
                <a:gd name="csY4" fmla="*/ 1737323 h 4169453"/>
                <a:gd name="csX5" fmla="*/ 2650514 w 4517542"/>
                <a:gd name="csY5" fmla="*/ 2551241 h 4169453"/>
                <a:gd name="csX6" fmla="*/ 9640 w 4517542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719798"/>
                <a:gd name="csY0" fmla="*/ 4153948 h 4169453"/>
                <a:gd name="csX1" fmla="*/ 1766016 w 4719798"/>
                <a:gd name="csY1" fmla="*/ 1754082 h 4169453"/>
                <a:gd name="csX2" fmla="*/ 2601034 w 4719798"/>
                <a:gd name="csY2" fmla="*/ 201603 h 4169453"/>
                <a:gd name="csX3" fmla="*/ 4390442 w 4719798"/>
                <a:gd name="csY3" fmla="*/ 186529 h 4169453"/>
                <a:gd name="csX4" fmla="*/ 4453975 w 4719798"/>
                <a:gd name="csY4" fmla="*/ 1737323 h 4169453"/>
                <a:gd name="csX5" fmla="*/ 2650514 w 4719798"/>
                <a:gd name="csY5" fmla="*/ 2551241 h 4169453"/>
                <a:gd name="csX6" fmla="*/ 9640 w 4719798"/>
                <a:gd name="csY6" fmla="*/ 4153948 h 4169453"/>
                <a:gd name="csX0" fmla="*/ 9640 w 4684091"/>
                <a:gd name="csY0" fmla="*/ 4153948 h 4169453"/>
                <a:gd name="csX1" fmla="*/ 1766016 w 4684091"/>
                <a:gd name="csY1" fmla="*/ 1754082 h 4169453"/>
                <a:gd name="csX2" fmla="*/ 2601034 w 4684091"/>
                <a:gd name="csY2" fmla="*/ 201603 h 4169453"/>
                <a:gd name="csX3" fmla="*/ 4390442 w 4684091"/>
                <a:gd name="csY3" fmla="*/ 186529 h 4169453"/>
                <a:gd name="csX4" fmla="*/ 4453975 w 4684091"/>
                <a:gd name="csY4" fmla="*/ 1737323 h 4169453"/>
                <a:gd name="csX5" fmla="*/ 2650514 w 4684091"/>
                <a:gd name="csY5" fmla="*/ 2551241 h 4169453"/>
                <a:gd name="csX6" fmla="*/ 9640 w 4684091"/>
                <a:gd name="csY6" fmla="*/ 4153948 h 4169453"/>
                <a:gd name="csX0" fmla="*/ 9640 w 4747938"/>
                <a:gd name="csY0" fmla="*/ 4153948 h 4169453"/>
                <a:gd name="csX1" fmla="*/ 1766016 w 4747938"/>
                <a:gd name="csY1" fmla="*/ 1754082 h 4169453"/>
                <a:gd name="csX2" fmla="*/ 2601034 w 4747938"/>
                <a:gd name="csY2" fmla="*/ 201603 h 4169453"/>
                <a:gd name="csX3" fmla="*/ 4390442 w 4747938"/>
                <a:gd name="csY3" fmla="*/ 186529 h 4169453"/>
                <a:gd name="csX4" fmla="*/ 4453975 w 4747938"/>
                <a:gd name="csY4" fmla="*/ 1737323 h 4169453"/>
                <a:gd name="csX5" fmla="*/ 2650514 w 4747938"/>
                <a:gd name="csY5" fmla="*/ 2551241 h 4169453"/>
                <a:gd name="csX6" fmla="*/ 9640 w 4747938"/>
                <a:gd name="csY6" fmla="*/ 4153948 h 4169453"/>
                <a:gd name="csX0" fmla="*/ 9640 w 4747938"/>
                <a:gd name="csY0" fmla="*/ 4205765 h 4221270"/>
                <a:gd name="csX1" fmla="*/ 1766016 w 4747938"/>
                <a:gd name="csY1" fmla="*/ 1805899 h 4221270"/>
                <a:gd name="csX2" fmla="*/ 2601034 w 4747938"/>
                <a:gd name="csY2" fmla="*/ 253420 h 4221270"/>
                <a:gd name="csX3" fmla="*/ 4390442 w 4747938"/>
                <a:gd name="csY3" fmla="*/ 238346 h 4221270"/>
                <a:gd name="csX4" fmla="*/ 4453975 w 4747938"/>
                <a:gd name="csY4" fmla="*/ 1789140 h 4221270"/>
                <a:gd name="csX5" fmla="*/ 2650514 w 4747938"/>
                <a:gd name="csY5" fmla="*/ 2603058 h 4221270"/>
                <a:gd name="csX6" fmla="*/ 9640 w 4747938"/>
                <a:gd name="csY6" fmla="*/ 4205765 h 4221270"/>
                <a:gd name="csX0" fmla="*/ 9640 w 4769359"/>
                <a:gd name="csY0" fmla="*/ 4189897 h 4205402"/>
                <a:gd name="csX1" fmla="*/ 1766016 w 4769359"/>
                <a:gd name="csY1" fmla="*/ 1790031 h 4205402"/>
                <a:gd name="csX2" fmla="*/ 2601034 w 4769359"/>
                <a:gd name="csY2" fmla="*/ 237552 h 4205402"/>
                <a:gd name="csX3" fmla="*/ 4446772 w 4769359"/>
                <a:gd name="csY3" fmla="*/ 163863 h 4205402"/>
                <a:gd name="csX4" fmla="*/ 4453975 w 4769359"/>
                <a:gd name="csY4" fmla="*/ 1773272 h 4205402"/>
                <a:gd name="csX5" fmla="*/ 2650514 w 4769359"/>
                <a:gd name="csY5" fmla="*/ 2587190 h 4205402"/>
                <a:gd name="csX6" fmla="*/ 9640 w 4769359"/>
                <a:gd name="csY6" fmla="*/ 4189897 h 4205402"/>
                <a:gd name="csX0" fmla="*/ 9640 w 4747938"/>
                <a:gd name="csY0" fmla="*/ 4212142 h 4227647"/>
                <a:gd name="csX1" fmla="*/ 1766016 w 4747938"/>
                <a:gd name="csY1" fmla="*/ 1812276 h 4227647"/>
                <a:gd name="csX2" fmla="*/ 2601034 w 4747938"/>
                <a:gd name="csY2" fmla="*/ 259797 h 4227647"/>
                <a:gd name="csX3" fmla="*/ 4390441 w 4747938"/>
                <a:gd name="csY3" fmla="*/ 152614 h 4227647"/>
                <a:gd name="csX4" fmla="*/ 4453975 w 4747938"/>
                <a:gd name="csY4" fmla="*/ 1795517 h 4227647"/>
                <a:gd name="csX5" fmla="*/ 2650514 w 4747938"/>
                <a:gd name="csY5" fmla="*/ 2609435 h 4227647"/>
                <a:gd name="csX6" fmla="*/ 9640 w 4747938"/>
                <a:gd name="csY6" fmla="*/ 4212142 h 4227647"/>
                <a:gd name="csX0" fmla="*/ 8567 w 4746865"/>
                <a:gd name="csY0" fmla="*/ 4212143 h 4219435"/>
                <a:gd name="csX1" fmla="*/ 1745271 w 4746865"/>
                <a:gd name="csY1" fmla="*/ 1812279 h 4219435"/>
                <a:gd name="csX2" fmla="*/ 2599961 w 4746865"/>
                <a:gd name="csY2" fmla="*/ 259798 h 4219435"/>
                <a:gd name="csX3" fmla="*/ 4389368 w 4746865"/>
                <a:gd name="csY3" fmla="*/ 152615 h 4219435"/>
                <a:gd name="csX4" fmla="*/ 4452902 w 4746865"/>
                <a:gd name="csY4" fmla="*/ 1795518 h 4219435"/>
                <a:gd name="csX5" fmla="*/ 2649441 w 4746865"/>
                <a:gd name="csY5" fmla="*/ 2609436 h 4219435"/>
                <a:gd name="csX6" fmla="*/ 8567 w 4746865"/>
                <a:gd name="csY6" fmla="*/ 4212143 h 4219435"/>
                <a:gd name="csX0" fmla="*/ 8451 w 4746749"/>
                <a:gd name="csY0" fmla="*/ 4212143 h 4219813"/>
                <a:gd name="csX1" fmla="*/ 1745155 w 4746749"/>
                <a:gd name="csY1" fmla="*/ 1812279 h 4219813"/>
                <a:gd name="csX2" fmla="*/ 2599845 w 4746749"/>
                <a:gd name="csY2" fmla="*/ 259798 h 4219813"/>
                <a:gd name="csX3" fmla="*/ 4389252 w 4746749"/>
                <a:gd name="csY3" fmla="*/ 152615 h 4219813"/>
                <a:gd name="csX4" fmla="*/ 4452786 w 4746749"/>
                <a:gd name="csY4" fmla="*/ 1795518 h 4219813"/>
                <a:gd name="csX5" fmla="*/ 2642769 w 4746749"/>
                <a:gd name="csY5" fmla="*/ 2626986 h 4219813"/>
                <a:gd name="csX6" fmla="*/ 8451 w 4746749"/>
                <a:gd name="csY6" fmla="*/ 4212143 h 4219813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594 w 4746892"/>
                <a:gd name="csY0" fmla="*/ 4213311 h 4220527"/>
                <a:gd name="csX1" fmla="*/ 1738740 w 4746892"/>
                <a:gd name="csY1" fmla="*/ 1836843 h 4220527"/>
                <a:gd name="csX2" fmla="*/ 2599988 w 4746892"/>
                <a:gd name="csY2" fmla="*/ 260966 h 4220527"/>
                <a:gd name="csX3" fmla="*/ 4389395 w 4746892"/>
                <a:gd name="csY3" fmla="*/ 153783 h 4220527"/>
                <a:gd name="csX4" fmla="*/ 4452929 w 4746892"/>
                <a:gd name="csY4" fmla="*/ 1796686 h 4220527"/>
                <a:gd name="csX5" fmla="*/ 2642912 w 4746892"/>
                <a:gd name="csY5" fmla="*/ 2628154 h 4220527"/>
                <a:gd name="csX6" fmla="*/ 8594 w 4746892"/>
                <a:gd name="csY6" fmla="*/ 4213311 h 4220527"/>
                <a:gd name="csX0" fmla="*/ 8594 w 4693867"/>
                <a:gd name="csY0" fmla="*/ 4136922 h 4144138"/>
                <a:gd name="csX1" fmla="*/ 1738740 w 4693867"/>
                <a:gd name="csY1" fmla="*/ 1760454 h 4144138"/>
                <a:gd name="csX2" fmla="*/ 2599988 w 4693867"/>
                <a:gd name="csY2" fmla="*/ 184577 h 4144138"/>
                <a:gd name="csX3" fmla="*/ 4389395 w 4693867"/>
                <a:gd name="csY3" fmla="*/ 77394 h 4144138"/>
                <a:gd name="csX4" fmla="*/ 4452929 w 4693867"/>
                <a:gd name="csY4" fmla="*/ 1720297 h 4144138"/>
                <a:gd name="csX5" fmla="*/ 2642912 w 4693867"/>
                <a:gd name="csY5" fmla="*/ 2551765 h 4144138"/>
                <a:gd name="csX6" fmla="*/ 8594 w 4693867"/>
                <a:gd name="csY6" fmla="*/ 4136922 h 4144138"/>
                <a:gd name="csX0" fmla="*/ 8594 w 4699247"/>
                <a:gd name="csY0" fmla="*/ 4098901 h 4106117"/>
                <a:gd name="csX1" fmla="*/ 1738740 w 4699247"/>
                <a:gd name="csY1" fmla="*/ 1722433 h 4106117"/>
                <a:gd name="csX2" fmla="*/ 2599988 w 4699247"/>
                <a:gd name="csY2" fmla="*/ 146556 h 4106117"/>
                <a:gd name="csX3" fmla="*/ 4409070 w 4699247"/>
                <a:gd name="csY3" fmla="*/ 115412 h 4106117"/>
                <a:gd name="csX4" fmla="*/ 4452929 w 4699247"/>
                <a:gd name="csY4" fmla="*/ 1682276 h 4106117"/>
                <a:gd name="csX5" fmla="*/ 2642912 w 4699247"/>
                <a:gd name="csY5" fmla="*/ 2513744 h 4106117"/>
                <a:gd name="csX6" fmla="*/ 8594 w 4699247"/>
                <a:gd name="csY6" fmla="*/ 4098901 h 4106117"/>
                <a:gd name="csX0" fmla="*/ 8594 w 4703971"/>
                <a:gd name="csY0" fmla="*/ 4107920 h 4115136"/>
                <a:gd name="csX1" fmla="*/ 1738740 w 4703971"/>
                <a:gd name="csY1" fmla="*/ 1731452 h 4115136"/>
                <a:gd name="csX2" fmla="*/ 2599988 w 4703971"/>
                <a:gd name="csY2" fmla="*/ 155575 h 4115136"/>
                <a:gd name="csX3" fmla="*/ 4409070 w 4703971"/>
                <a:gd name="csY3" fmla="*/ 124431 h 4115136"/>
                <a:gd name="csX4" fmla="*/ 4452929 w 4703971"/>
                <a:gd name="csY4" fmla="*/ 1691295 h 4115136"/>
                <a:gd name="csX5" fmla="*/ 2642912 w 4703971"/>
                <a:gd name="csY5" fmla="*/ 2522763 h 4115136"/>
                <a:gd name="csX6" fmla="*/ 8594 w 4703971"/>
                <a:gd name="csY6" fmla="*/ 4107920 h 4115136"/>
                <a:gd name="csX0" fmla="*/ 8594 w 4703971"/>
                <a:gd name="csY0" fmla="*/ 4195888 h 4203104"/>
                <a:gd name="csX1" fmla="*/ 1738740 w 4703971"/>
                <a:gd name="csY1" fmla="*/ 1819420 h 4203104"/>
                <a:gd name="csX2" fmla="*/ 2599988 w 4703971"/>
                <a:gd name="csY2" fmla="*/ 243543 h 4203104"/>
                <a:gd name="csX3" fmla="*/ 4409070 w 4703971"/>
                <a:gd name="csY3" fmla="*/ 212399 h 4203104"/>
                <a:gd name="csX4" fmla="*/ 4452929 w 4703971"/>
                <a:gd name="csY4" fmla="*/ 1779263 h 4203104"/>
                <a:gd name="csX5" fmla="*/ 2642912 w 4703971"/>
                <a:gd name="csY5" fmla="*/ 2610731 h 4203104"/>
                <a:gd name="csX6" fmla="*/ 8594 w 4703971"/>
                <a:gd name="csY6" fmla="*/ 4195888 h 4203104"/>
                <a:gd name="csX0" fmla="*/ 8594 w 4703971"/>
                <a:gd name="csY0" fmla="*/ 4213778 h 4220994"/>
                <a:gd name="csX1" fmla="*/ 1738740 w 4703971"/>
                <a:gd name="csY1" fmla="*/ 1837310 h 4220994"/>
                <a:gd name="csX2" fmla="*/ 2599988 w 4703971"/>
                <a:gd name="csY2" fmla="*/ 261433 h 4220994"/>
                <a:gd name="csX3" fmla="*/ 4409070 w 4703971"/>
                <a:gd name="csY3" fmla="*/ 230289 h 4220994"/>
                <a:gd name="csX4" fmla="*/ 4452929 w 4703971"/>
                <a:gd name="csY4" fmla="*/ 1797153 h 4220994"/>
                <a:gd name="csX5" fmla="*/ 2642912 w 4703971"/>
                <a:gd name="csY5" fmla="*/ 2628621 h 4220994"/>
                <a:gd name="csX6" fmla="*/ 8594 w 4703971"/>
                <a:gd name="csY6" fmla="*/ 4213778 h 4220994"/>
                <a:gd name="csX0" fmla="*/ 8594 w 4855548"/>
                <a:gd name="csY0" fmla="*/ 4390510 h 4397726"/>
                <a:gd name="csX1" fmla="*/ 1738740 w 4855548"/>
                <a:gd name="csY1" fmla="*/ 2014042 h 4397726"/>
                <a:gd name="csX2" fmla="*/ 2599988 w 4855548"/>
                <a:gd name="csY2" fmla="*/ 438165 h 4397726"/>
                <a:gd name="csX3" fmla="*/ 4756647 w 4855548"/>
                <a:gd name="csY3" fmla="*/ 26825 h 4397726"/>
                <a:gd name="csX4" fmla="*/ 4452929 w 4855548"/>
                <a:gd name="csY4" fmla="*/ 1973885 h 4397726"/>
                <a:gd name="csX5" fmla="*/ 2642912 w 4855548"/>
                <a:gd name="csY5" fmla="*/ 2805353 h 4397726"/>
                <a:gd name="csX6" fmla="*/ 8594 w 4855548"/>
                <a:gd name="csY6" fmla="*/ 4390510 h 4397726"/>
                <a:gd name="csX0" fmla="*/ 8594 w 5018748"/>
                <a:gd name="csY0" fmla="*/ 4545598 h 4552814"/>
                <a:gd name="csX1" fmla="*/ 1738740 w 5018748"/>
                <a:gd name="csY1" fmla="*/ 2169130 h 4552814"/>
                <a:gd name="csX2" fmla="*/ 2599988 w 5018748"/>
                <a:gd name="csY2" fmla="*/ 593253 h 4552814"/>
                <a:gd name="csX3" fmla="*/ 4973062 w 5018748"/>
                <a:gd name="csY3" fmla="*/ 18136 h 4552814"/>
                <a:gd name="csX4" fmla="*/ 4452929 w 5018748"/>
                <a:gd name="csY4" fmla="*/ 2128973 h 4552814"/>
                <a:gd name="csX5" fmla="*/ 2642912 w 5018748"/>
                <a:gd name="csY5" fmla="*/ 2960441 h 4552814"/>
                <a:gd name="csX6" fmla="*/ 8594 w 5018748"/>
                <a:gd name="csY6" fmla="*/ 4545598 h 4552814"/>
                <a:gd name="csX0" fmla="*/ 8594 w 5002691"/>
                <a:gd name="csY0" fmla="*/ 4537753 h 4544969"/>
                <a:gd name="csX1" fmla="*/ 1738740 w 5002691"/>
                <a:gd name="csY1" fmla="*/ 2161285 h 4544969"/>
                <a:gd name="csX2" fmla="*/ 2599988 w 5002691"/>
                <a:gd name="csY2" fmla="*/ 585408 h 4544969"/>
                <a:gd name="csX3" fmla="*/ 4973062 w 5002691"/>
                <a:gd name="csY3" fmla="*/ 10291 h 4544969"/>
                <a:gd name="csX4" fmla="*/ 4452929 w 5002691"/>
                <a:gd name="csY4" fmla="*/ 2121128 h 4544969"/>
                <a:gd name="csX5" fmla="*/ 2642912 w 5002691"/>
                <a:gd name="csY5" fmla="*/ 2952596 h 4544969"/>
                <a:gd name="csX6" fmla="*/ 8594 w 5002691"/>
                <a:gd name="csY6" fmla="*/ 4537753 h 4544969"/>
                <a:gd name="csX0" fmla="*/ 8594 w 4705059"/>
                <a:gd name="csY0" fmla="*/ 4122711 h 4129927"/>
                <a:gd name="csX1" fmla="*/ 1738740 w 4705059"/>
                <a:gd name="csY1" fmla="*/ 1746243 h 4129927"/>
                <a:gd name="csX2" fmla="*/ 2599988 w 4705059"/>
                <a:gd name="csY2" fmla="*/ 170366 h 4129927"/>
                <a:gd name="csX3" fmla="*/ 4446032 w 4705059"/>
                <a:gd name="csY3" fmla="*/ 89415 h 4129927"/>
                <a:gd name="csX4" fmla="*/ 4452929 w 4705059"/>
                <a:gd name="csY4" fmla="*/ 1706086 h 4129927"/>
                <a:gd name="csX5" fmla="*/ 2642912 w 4705059"/>
                <a:gd name="csY5" fmla="*/ 2537554 h 4129927"/>
                <a:gd name="csX6" fmla="*/ 8594 w 4705059"/>
                <a:gd name="csY6" fmla="*/ 4122711 h 4129927"/>
                <a:gd name="csX0" fmla="*/ 8594 w 4596663"/>
                <a:gd name="csY0" fmla="*/ 4215533 h 4224499"/>
                <a:gd name="csX1" fmla="*/ 1738740 w 4596663"/>
                <a:gd name="csY1" fmla="*/ 1839065 h 4224499"/>
                <a:gd name="csX2" fmla="*/ 2599988 w 4596663"/>
                <a:gd name="csY2" fmla="*/ 263188 h 4224499"/>
                <a:gd name="csX3" fmla="*/ 4446032 w 4596663"/>
                <a:gd name="csY3" fmla="*/ 182237 h 4224499"/>
                <a:gd name="csX4" fmla="*/ 4129398 w 4596663"/>
                <a:gd name="csY4" fmla="*/ 2079669 h 4224499"/>
                <a:gd name="csX5" fmla="*/ 2642912 w 4596663"/>
                <a:gd name="csY5" fmla="*/ 2630376 h 4224499"/>
                <a:gd name="csX6" fmla="*/ 8594 w 4596663"/>
                <a:gd name="csY6" fmla="*/ 4215533 h 4224499"/>
                <a:gd name="csX0" fmla="*/ 10635 w 4618520"/>
                <a:gd name="csY0" fmla="*/ 4140860 h 4149826"/>
                <a:gd name="csX1" fmla="*/ 1740781 w 4618520"/>
                <a:gd name="csY1" fmla="*/ 1764392 h 4149826"/>
                <a:gd name="csX2" fmla="*/ 2330962 w 4618520"/>
                <a:gd name="csY2" fmla="*/ 399085 h 4149826"/>
                <a:gd name="csX3" fmla="*/ 4448073 w 4618520"/>
                <a:gd name="csY3" fmla="*/ 107564 h 4149826"/>
                <a:gd name="csX4" fmla="*/ 4131439 w 4618520"/>
                <a:gd name="csY4" fmla="*/ 2004996 h 4149826"/>
                <a:gd name="csX5" fmla="*/ 2644953 w 4618520"/>
                <a:gd name="csY5" fmla="*/ 2555703 h 4149826"/>
                <a:gd name="csX6" fmla="*/ 10635 w 4618520"/>
                <a:gd name="csY6" fmla="*/ 4140860 h 4149826"/>
                <a:gd name="csX0" fmla="*/ 2473 w 4610358"/>
                <a:gd name="csY0" fmla="*/ 4148168 h 4152706"/>
                <a:gd name="csX1" fmla="*/ 2161081 w 4610358"/>
                <a:gd name="csY1" fmla="*/ 2013468 h 4152706"/>
                <a:gd name="csX2" fmla="*/ 2322800 w 4610358"/>
                <a:gd name="csY2" fmla="*/ 406393 h 4152706"/>
                <a:gd name="csX3" fmla="*/ 4439911 w 4610358"/>
                <a:gd name="csY3" fmla="*/ 114872 h 4152706"/>
                <a:gd name="csX4" fmla="*/ 4123277 w 4610358"/>
                <a:gd name="csY4" fmla="*/ 2012304 h 4152706"/>
                <a:gd name="csX5" fmla="*/ 2636791 w 4610358"/>
                <a:gd name="csY5" fmla="*/ 2563011 h 4152706"/>
                <a:gd name="csX6" fmla="*/ 2473 w 4610358"/>
                <a:gd name="csY6" fmla="*/ 4148168 h 4152706"/>
                <a:gd name="csX0" fmla="*/ 400 w 4608285"/>
                <a:gd name="csY0" fmla="*/ 4148168 h 4148397"/>
                <a:gd name="csX1" fmla="*/ 2159008 w 4608285"/>
                <a:gd name="csY1" fmla="*/ 2013468 h 4148397"/>
                <a:gd name="csX2" fmla="*/ 2320727 w 4608285"/>
                <a:gd name="csY2" fmla="*/ 406393 h 4148397"/>
                <a:gd name="csX3" fmla="*/ 4437838 w 4608285"/>
                <a:gd name="csY3" fmla="*/ 114872 h 4148397"/>
                <a:gd name="csX4" fmla="*/ 4121204 w 4608285"/>
                <a:gd name="csY4" fmla="*/ 2012304 h 4148397"/>
                <a:gd name="csX5" fmla="*/ 2346163 w 4608285"/>
                <a:gd name="csY5" fmla="*/ 2149669 h 4148397"/>
                <a:gd name="csX6" fmla="*/ 400 w 4608285"/>
                <a:gd name="csY6" fmla="*/ 4148168 h 4148397"/>
                <a:gd name="csX0" fmla="*/ 400 w 4547161"/>
                <a:gd name="csY0" fmla="*/ 4069645 h 4069874"/>
                <a:gd name="csX1" fmla="*/ 2159008 w 4547161"/>
                <a:gd name="csY1" fmla="*/ 1934945 h 4069874"/>
                <a:gd name="csX2" fmla="*/ 2320727 w 4547161"/>
                <a:gd name="csY2" fmla="*/ 327870 h 4069874"/>
                <a:gd name="csX3" fmla="*/ 4437838 w 4547161"/>
                <a:gd name="csY3" fmla="*/ 36349 h 4069874"/>
                <a:gd name="csX4" fmla="*/ 4121204 w 4547161"/>
                <a:gd name="csY4" fmla="*/ 1933781 h 4069874"/>
                <a:gd name="csX5" fmla="*/ 2346163 w 4547161"/>
                <a:gd name="csY5" fmla="*/ 2071146 h 4069874"/>
                <a:gd name="csX6" fmla="*/ 400 w 4547161"/>
                <a:gd name="csY6" fmla="*/ 4069645 h 4069874"/>
                <a:gd name="csX0" fmla="*/ 536 w 3991476"/>
                <a:gd name="csY0" fmla="*/ 3539321 h 3539632"/>
                <a:gd name="csX1" fmla="*/ 1603323 w 3991476"/>
                <a:gd name="csY1" fmla="*/ 1934945 h 3539632"/>
                <a:gd name="csX2" fmla="*/ 1765042 w 3991476"/>
                <a:gd name="csY2" fmla="*/ 327870 h 3539632"/>
                <a:gd name="csX3" fmla="*/ 3882153 w 3991476"/>
                <a:gd name="csY3" fmla="*/ 36349 h 3539632"/>
                <a:gd name="csX4" fmla="*/ 3565519 w 3991476"/>
                <a:gd name="csY4" fmla="*/ 1933781 h 3539632"/>
                <a:gd name="csX5" fmla="*/ 1790478 w 3991476"/>
                <a:gd name="csY5" fmla="*/ 2071146 h 3539632"/>
                <a:gd name="csX6" fmla="*/ 536 w 3991476"/>
                <a:gd name="csY6" fmla="*/ 3539321 h 3539632"/>
                <a:gd name="csX0" fmla="*/ 527 w 4017318"/>
                <a:gd name="csY0" fmla="*/ 3573908 h 3574212"/>
                <a:gd name="csX1" fmla="*/ 1629165 w 4017318"/>
                <a:gd name="csY1" fmla="*/ 1934945 h 3574212"/>
                <a:gd name="csX2" fmla="*/ 1790884 w 4017318"/>
                <a:gd name="csY2" fmla="*/ 327870 h 3574212"/>
                <a:gd name="csX3" fmla="*/ 3907995 w 4017318"/>
                <a:gd name="csY3" fmla="*/ 36349 h 3574212"/>
                <a:gd name="csX4" fmla="*/ 3591361 w 4017318"/>
                <a:gd name="csY4" fmla="*/ 1933781 h 3574212"/>
                <a:gd name="csX5" fmla="*/ 1816320 w 4017318"/>
                <a:gd name="csY5" fmla="*/ 2071146 h 3574212"/>
                <a:gd name="csX6" fmla="*/ 527 w 4017318"/>
                <a:gd name="csY6" fmla="*/ 3573908 h 3574212"/>
                <a:gd name="csX0" fmla="*/ 3641 w 4020432"/>
                <a:gd name="csY0" fmla="*/ 3573908 h 3577567"/>
                <a:gd name="csX1" fmla="*/ 1632279 w 4020432"/>
                <a:gd name="csY1" fmla="*/ 1934945 h 3577567"/>
                <a:gd name="csX2" fmla="*/ 1793998 w 4020432"/>
                <a:gd name="csY2" fmla="*/ 327870 h 3577567"/>
                <a:gd name="csX3" fmla="*/ 3911109 w 4020432"/>
                <a:gd name="csY3" fmla="*/ 36349 h 3577567"/>
                <a:gd name="csX4" fmla="*/ 3594475 w 4020432"/>
                <a:gd name="csY4" fmla="*/ 1933781 h 3577567"/>
                <a:gd name="csX5" fmla="*/ 1819434 w 4020432"/>
                <a:gd name="csY5" fmla="*/ 2071146 h 3577567"/>
                <a:gd name="csX6" fmla="*/ 3641 w 4020432"/>
                <a:gd name="csY6" fmla="*/ 3573908 h 3577567"/>
                <a:gd name="csX0" fmla="*/ 11923 w 4028714"/>
                <a:gd name="csY0" fmla="*/ 3573908 h 3583559"/>
                <a:gd name="csX1" fmla="*/ 1640561 w 4028714"/>
                <a:gd name="csY1" fmla="*/ 1934945 h 3583559"/>
                <a:gd name="csX2" fmla="*/ 1802280 w 4028714"/>
                <a:gd name="csY2" fmla="*/ 327870 h 3583559"/>
                <a:gd name="csX3" fmla="*/ 3919391 w 4028714"/>
                <a:gd name="csY3" fmla="*/ 36349 h 3583559"/>
                <a:gd name="csX4" fmla="*/ 3602757 w 4028714"/>
                <a:gd name="csY4" fmla="*/ 1933781 h 3583559"/>
                <a:gd name="csX5" fmla="*/ 1827716 w 4028714"/>
                <a:gd name="csY5" fmla="*/ 2071146 h 3583559"/>
                <a:gd name="csX6" fmla="*/ 11923 w 4028714"/>
                <a:gd name="csY6" fmla="*/ 3573908 h 3583559"/>
                <a:gd name="csX0" fmla="*/ 1130 w 4017921"/>
                <a:gd name="csY0" fmla="*/ 3573908 h 3577714"/>
                <a:gd name="csX1" fmla="*/ 1629768 w 4017921"/>
                <a:gd name="csY1" fmla="*/ 1934945 h 3577714"/>
                <a:gd name="csX2" fmla="*/ 1791487 w 4017921"/>
                <a:gd name="csY2" fmla="*/ 327870 h 3577714"/>
                <a:gd name="csX3" fmla="*/ 3908598 w 4017921"/>
                <a:gd name="csY3" fmla="*/ 36349 h 3577714"/>
                <a:gd name="csX4" fmla="*/ 3591964 w 4017921"/>
                <a:gd name="csY4" fmla="*/ 1933781 h 3577714"/>
                <a:gd name="csX5" fmla="*/ 1906115 w 4017921"/>
                <a:gd name="csY5" fmla="*/ 2373434 h 3577714"/>
                <a:gd name="csX6" fmla="*/ 1130 w 4017921"/>
                <a:gd name="csY6" fmla="*/ 3573908 h 3577714"/>
                <a:gd name="csX0" fmla="*/ 434 w 4017225"/>
                <a:gd name="csY0" fmla="*/ 3573908 h 3574428"/>
                <a:gd name="csX1" fmla="*/ 1629072 w 4017225"/>
                <a:gd name="csY1" fmla="*/ 1934945 h 3574428"/>
                <a:gd name="csX2" fmla="*/ 1790791 w 4017225"/>
                <a:gd name="csY2" fmla="*/ 327870 h 3574428"/>
                <a:gd name="csX3" fmla="*/ 3907902 w 4017225"/>
                <a:gd name="csY3" fmla="*/ 36349 h 3574428"/>
                <a:gd name="csX4" fmla="*/ 3591268 w 4017225"/>
                <a:gd name="csY4" fmla="*/ 1933781 h 3574428"/>
                <a:gd name="csX5" fmla="*/ 1798394 w 4017225"/>
                <a:gd name="csY5" fmla="*/ 2110926 h 3574428"/>
                <a:gd name="csX6" fmla="*/ 434 w 4017225"/>
                <a:gd name="csY6" fmla="*/ 3573908 h 3574428"/>
                <a:gd name="csX0" fmla="*/ 434 w 4017225"/>
                <a:gd name="csY0" fmla="*/ 3573908 h 3574310"/>
                <a:gd name="csX1" fmla="*/ 1629072 w 4017225"/>
                <a:gd name="csY1" fmla="*/ 1934945 h 3574310"/>
                <a:gd name="csX2" fmla="*/ 1790791 w 4017225"/>
                <a:gd name="csY2" fmla="*/ 327870 h 3574310"/>
                <a:gd name="csX3" fmla="*/ 3907902 w 4017225"/>
                <a:gd name="csY3" fmla="*/ 36349 h 3574310"/>
                <a:gd name="csX4" fmla="*/ 3591268 w 4017225"/>
                <a:gd name="csY4" fmla="*/ 1933781 h 3574310"/>
                <a:gd name="csX5" fmla="*/ 1798394 w 4017225"/>
                <a:gd name="csY5" fmla="*/ 2110926 h 3574310"/>
                <a:gd name="csX6" fmla="*/ 434 w 4017225"/>
                <a:gd name="csY6" fmla="*/ 3573908 h 3574310"/>
                <a:gd name="csX0" fmla="*/ 434 w 4017225"/>
                <a:gd name="csY0" fmla="*/ 3573908 h 3576627"/>
                <a:gd name="csX1" fmla="*/ 1629072 w 4017225"/>
                <a:gd name="csY1" fmla="*/ 1934945 h 3576627"/>
                <a:gd name="csX2" fmla="*/ 1790791 w 4017225"/>
                <a:gd name="csY2" fmla="*/ 327870 h 3576627"/>
                <a:gd name="csX3" fmla="*/ 3907902 w 4017225"/>
                <a:gd name="csY3" fmla="*/ 36349 h 3576627"/>
                <a:gd name="csX4" fmla="*/ 3591268 w 4017225"/>
                <a:gd name="csY4" fmla="*/ 1933781 h 3576627"/>
                <a:gd name="csX5" fmla="*/ 1798395 w 4017225"/>
                <a:gd name="csY5" fmla="*/ 2365482 h 3576627"/>
                <a:gd name="csX6" fmla="*/ 434 w 4017225"/>
                <a:gd name="csY6" fmla="*/ 3573908 h 3576627"/>
                <a:gd name="csX0" fmla="*/ 434 w 4017225"/>
                <a:gd name="csY0" fmla="*/ 3573908 h 3576355"/>
                <a:gd name="csX1" fmla="*/ 1629072 w 4017225"/>
                <a:gd name="csY1" fmla="*/ 1934945 h 3576355"/>
                <a:gd name="csX2" fmla="*/ 1790791 w 4017225"/>
                <a:gd name="csY2" fmla="*/ 327870 h 3576355"/>
                <a:gd name="csX3" fmla="*/ 3907902 w 4017225"/>
                <a:gd name="csY3" fmla="*/ 36349 h 3576355"/>
                <a:gd name="csX4" fmla="*/ 3591268 w 4017225"/>
                <a:gd name="csY4" fmla="*/ 1933781 h 3576355"/>
                <a:gd name="csX5" fmla="*/ 1798395 w 4017225"/>
                <a:gd name="csY5" fmla="*/ 2365482 h 3576355"/>
                <a:gd name="csX6" fmla="*/ 434 w 4017225"/>
                <a:gd name="csY6" fmla="*/ 3573908 h 3576355"/>
                <a:gd name="csX0" fmla="*/ 434 w 4017225"/>
                <a:gd name="csY0" fmla="*/ 3573908 h 3583502"/>
                <a:gd name="csX1" fmla="*/ 1629072 w 4017225"/>
                <a:gd name="csY1" fmla="*/ 1934945 h 3583502"/>
                <a:gd name="csX2" fmla="*/ 1790791 w 4017225"/>
                <a:gd name="csY2" fmla="*/ 327870 h 3583502"/>
                <a:gd name="csX3" fmla="*/ 3907902 w 4017225"/>
                <a:gd name="csY3" fmla="*/ 36349 h 3583502"/>
                <a:gd name="csX4" fmla="*/ 3591268 w 4017225"/>
                <a:gd name="csY4" fmla="*/ 1933781 h 3583502"/>
                <a:gd name="csX5" fmla="*/ 1798396 w 4017225"/>
                <a:gd name="csY5" fmla="*/ 2715497 h 3583502"/>
                <a:gd name="csX6" fmla="*/ 434 w 4017225"/>
                <a:gd name="csY6" fmla="*/ 3573908 h 3583502"/>
                <a:gd name="csX0" fmla="*/ 20204 w 4036995"/>
                <a:gd name="csY0" fmla="*/ 3574326 h 3583563"/>
                <a:gd name="csX1" fmla="*/ 908564 w 4036995"/>
                <a:gd name="csY1" fmla="*/ 1951275 h 3583563"/>
                <a:gd name="csX2" fmla="*/ 1810561 w 4036995"/>
                <a:gd name="csY2" fmla="*/ 328288 h 3583563"/>
                <a:gd name="csX3" fmla="*/ 3927672 w 4036995"/>
                <a:gd name="csY3" fmla="*/ 36767 h 3583563"/>
                <a:gd name="csX4" fmla="*/ 3611038 w 4036995"/>
                <a:gd name="csY4" fmla="*/ 1934199 h 3583563"/>
                <a:gd name="csX5" fmla="*/ 1818166 w 4036995"/>
                <a:gd name="csY5" fmla="*/ 2715915 h 3583563"/>
                <a:gd name="csX6" fmla="*/ 20204 w 4036995"/>
                <a:gd name="csY6" fmla="*/ 3574326 h 3583563"/>
                <a:gd name="csX0" fmla="*/ 12549 w 4029340"/>
                <a:gd name="csY0" fmla="*/ 3574326 h 3583563"/>
                <a:gd name="csX1" fmla="*/ 900909 w 4029340"/>
                <a:gd name="csY1" fmla="*/ 1951275 h 3583563"/>
                <a:gd name="csX2" fmla="*/ 1802906 w 4029340"/>
                <a:gd name="csY2" fmla="*/ 328288 h 3583563"/>
                <a:gd name="csX3" fmla="*/ 3920017 w 4029340"/>
                <a:gd name="csY3" fmla="*/ 36767 h 3583563"/>
                <a:gd name="csX4" fmla="*/ 3603383 w 4029340"/>
                <a:gd name="csY4" fmla="*/ 1934199 h 3583563"/>
                <a:gd name="csX5" fmla="*/ 1810511 w 4029340"/>
                <a:gd name="csY5" fmla="*/ 2715915 h 3583563"/>
                <a:gd name="csX6" fmla="*/ 12549 w 4029340"/>
                <a:gd name="csY6" fmla="*/ 3574326 h 3583563"/>
                <a:gd name="csX0" fmla="*/ 2018 w 4018809"/>
                <a:gd name="csY0" fmla="*/ 3573908 h 3583502"/>
                <a:gd name="csX1" fmla="*/ 1389840 w 4018809"/>
                <a:gd name="csY1" fmla="*/ 1934947 h 3583502"/>
                <a:gd name="csX2" fmla="*/ 1792375 w 4018809"/>
                <a:gd name="csY2" fmla="*/ 327870 h 3583502"/>
                <a:gd name="csX3" fmla="*/ 3909486 w 4018809"/>
                <a:gd name="csY3" fmla="*/ 36349 h 3583502"/>
                <a:gd name="csX4" fmla="*/ 3592852 w 4018809"/>
                <a:gd name="csY4" fmla="*/ 1933781 h 3583502"/>
                <a:gd name="csX5" fmla="*/ 1799980 w 4018809"/>
                <a:gd name="csY5" fmla="*/ 2715497 h 3583502"/>
                <a:gd name="csX6" fmla="*/ 2018 w 4018809"/>
                <a:gd name="csY6" fmla="*/ 3573908 h 3583502"/>
                <a:gd name="csX0" fmla="*/ 2018 w 4018809"/>
                <a:gd name="csY0" fmla="*/ 3573908 h 3575401"/>
                <a:gd name="csX1" fmla="*/ 1389840 w 4018809"/>
                <a:gd name="csY1" fmla="*/ 1934947 h 3575401"/>
                <a:gd name="csX2" fmla="*/ 1792375 w 4018809"/>
                <a:gd name="csY2" fmla="*/ 327870 h 3575401"/>
                <a:gd name="csX3" fmla="*/ 3909486 w 4018809"/>
                <a:gd name="csY3" fmla="*/ 36349 h 3575401"/>
                <a:gd name="csX4" fmla="*/ 3592852 w 4018809"/>
                <a:gd name="csY4" fmla="*/ 1933781 h 3575401"/>
                <a:gd name="csX5" fmla="*/ 1799983 w 4018809"/>
                <a:gd name="csY5" fmla="*/ 2277981 h 3575401"/>
                <a:gd name="csX6" fmla="*/ 2018 w 4018809"/>
                <a:gd name="csY6" fmla="*/ 3573908 h 3575401"/>
                <a:gd name="csX0" fmla="*/ 2279 w 4019070"/>
                <a:gd name="csY0" fmla="*/ 3573908 h 3576883"/>
                <a:gd name="csX1" fmla="*/ 1390101 w 4019070"/>
                <a:gd name="csY1" fmla="*/ 1934947 h 3576883"/>
                <a:gd name="csX2" fmla="*/ 1792636 w 4019070"/>
                <a:gd name="csY2" fmla="*/ 327870 h 3576883"/>
                <a:gd name="csX3" fmla="*/ 3909747 w 4019070"/>
                <a:gd name="csY3" fmla="*/ 36349 h 3576883"/>
                <a:gd name="csX4" fmla="*/ 3593113 w 4019070"/>
                <a:gd name="csY4" fmla="*/ 1933781 h 3576883"/>
                <a:gd name="csX5" fmla="*/ 1827004 w 4019070"/>
                <a:gd name="csY5" fmla="*/ 2405261 h 3576883"/>
                <a:gd name="csX6" fmla="*/ 2279 w 4019070"/>
                <a:gd name="csY6" fmla="*/ 3573908 h 3576883"/>
                <a:gd name="csX0" fmla="*/ 3304 w 4020095"/>
                <a:gd name="csY0" fmla="*/ 3573700 h 3576772"/>
                <a:gd name="csX1" fmla="*/ 1310858 w 4020095"/>
                <a:gd name="csY1" fmla="*/ 1926786 h 3576772"/>
                <a:gd name="csX2" fmla="*/ 1793661 w 4020095"/>
                <a:gd name="csY2" fmla="*/ 327662 h 3576772"/>
                <a:gd name="csX3" fmla="*/ 3910772 w 4020095"/>
                <a:gd name="csY3" fmla="*/ 36141 h 3576772"/>
                <a:gd name="csX4" fmla="*/ 3594138 w 4020095"/>
                <a:gd name="csY4" fmla="*/ 1933573 h 3576772"/>
                <a:gd name="csX5" fmla="*/ 1828029 w 4020095"/>
                <a:gd name="csY5" fmla="*/ 2405053 h 3576772"/>
                <a:gd name="csX6" fmla="*/ 3304 w 4020095"/>
                <a:gd name="csY6" fmla="*/ 3573700 h 3576772"/>
                <a:gd name="csX0" fmla="*/ 3254 w 4020045"/>
                <a:gd name="csY0" fmla="*/ 3573700 h 3576772"/>
                <a:gd name="csX1" fmla="*/ 1310808 w 4020045"/>
                <a:gd name="csY1" fmla="*/ 1926786 h 3576772"/>
                <a:gd name="csX2" fmla="*/ 1793611 w 4020045"/>
                <a:gd name="csY2" fmla="*/ 327662 h 3576772"/>
                <a:gd name="csX3" fmla="*/ 3910722 w 4020045"/>
                <a:gd name="csY3" fmla="*/ 36141 h 3576772"/>
                <a:gd name="csX4" fmla="*/ 3594088 w 4020045"/>
                <a:gd name="csY4" fmla="*/ 1933573 h 3576772"/>
                <a:gd name="csX5" fmla="*/ 1827979 w 4020045"/>
                <a:gd name="csY5" fmla="*/ 2405053 h 3576772"/>
                <a:gd name="csX6" fmla="*/ 3254 w 4020045"/>
                <a:gd name="csY6" fmla="*/ 3573700 h 35767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020045" h="3576772">
                  <a:moveTo>
                    <a:pt x="3254" y="3573700"/>
                  </a:moveTo>
                  <a:cubicBezTo>
                    <a:pt x="-82941" y="3493989"/>
                    <a:pt x="1574310" y="2340515"/>
                    <a:pt x="1310808" y="1926786"/>
                  </a:cubicBezTo>
                  <a:cubicBezTo>
                    <a:pt x="1047306" y="1513057"/>
                    <a:pt x="1360292" y="642769"/>
                    <a:pt x="1793611" y="327662"/>
                  </a:cubicBezTo>
                  <a:cubicBezTo>
                    <a:pt x="2226930" y="12555"/>
                    <a:pt x="3750548" y="-52136"/>
                    <a:pt x="3910722" y="36141"/>
                  </a:cubicBezTo>
                  <a:cubicBezTo>
                    <a:pt x="4070896" y="124418"/>
                    <a:pt x="4120351" y="1358027"/>
                    <a:pt x="3594088" y="1933573"/>
                  </a:cubicBezTo>
                  <a:cubicBezTo>
                    <a:pt x="3171099" y="2391895"/>
                    <a:pt x="2301583" y="2656718"/>
                    <a:pt x="1827979" y="2405053"/>
                  </a:cubicBezTo>
                  <a:cubicBezTo>
                    <a:pt x="1354375" y="2153388"/>
                    <a:pt x="89449" y="3653411"/>
                    <a:pt x="3254" y="3573700"/>
                  </a:cubicBezTo>
                  <a:close/>
                </a:path>
              </a:pathLst>
            </a:custGeom>
            <a:noFill/>
            <a:ln>
              <a:solidFill>
                <a:srgbClr val="0C26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7" name="Freeform 1026">
              <a:extLst>
                <a:ext uri="{FF2B5EF4-FFF2-40B4-BE49-F238E27FC236}">
                  <a16:creationId xmlns:a16="http://schemas.microsoft.com/office/drawing/2014/main" id="{D9E52ECD-F9CB-B376-5203-C5D1DB59720C}"/>
                </a:ext>
              </a:extLst>
            </p:cNvPr>
            <p:cNvSpPr/>
            <p:nvPr userDrawn="1"/>
          </p:nvSpPr>
          <p:spPr>
            <a:xfrm rot="16200000">
              <a:off x="6792782" y="1840305"/>
              <a:ext cx="2615869" cy="2682267"/>
            </a:xfrm>
            <a:custGeom>
              <a:avLst/>
              <a:gdLst>
                <a:gd name="csX0" fmla="*/ 1893 w 3484511"/>
                <a:gd name="csY0" fmla="*/ 3509215 h 3511799"/>
                <a:gd name="csX1" fmla="*/ 1514170 w 3484511"/>
                <a:gd name="csY1" fmla="*/ 1703861 h 3511799"/>
                <a:gd name="csX2" fmla="*/ 2029985 w 3484511"/>
                <a:gd name="csY2" fmla="*/ 226753 h 3511799"/>
                <a:gd name="csX3" fmla="*/ 3378139 w 3484511"/>
                <a:gd name="csY3" fmla="*/ 144692 h 3511799"/>
                <a:gd name="csX4" fmla="*/ 3225739 w 3484511"/>
                <a:gd name="csY4" fmla="*/ 1586630 h 3511799"/>
                <a:gd name="csX5" fmla="*/ 1854139 w 3484511"/>
                <a:gd name="csY5" fmla="*/ 2090723 h 3511799"/>
                <a:gd name="csX6" fmla="*/ 1893 w 3484511"/>
                <a:gd name="csY6" fmla="*/ 3509215 h 3511799"/>
                <a:gd name="csX0" fmla="*/ 1352 w 4094215"/>
                <a:gd name="csY0" fmla="*/ 4103738 h 4105568"/>
                <a:gd name="csX1" fmla="*/ 2123874 w 4094215"/>
                <a:gd name="csY1" fmla="*/ 1703861 h 4105568"/>
                <a:gd name="csX2" fmla="*/ 2639689 w 4094215"/>
                <a:gd name="csY2" fmla="*/ 226753 h 4105568"/>
                <a:gd name="csX3" fmla="*/ 3987843 w 4094215"/>
                <a:gd name="csY3" fmla="*/ 144692 h 4105568"/>
                <a:gd name="csX4" fmla="*/ 3835443 w 4094215"/>
                <a:gd name="csY4" fmla="*/ 1586630 h 4105568"/>
                <a:gd name="csX5" fmla="*/ 2463843 w 4094215"/>
                <a:gd name="csY5" fmla="*/ 2090723 h 4105568"/>
                <a:gd name="csX6" fmla="*/ 1352 w 4094215"/>
                <a:gd name="csY6" fmla="*/ 4103738 h 4105568"/>
                <a:gd name="csX0" fmla="*/ 1978 w 4094841"/>
                <a:gd name="csY0" fmla="*/ 4101966 h 4104114"/>
                <a:gd name="csX1" fmla="*/ 2058783 w 4094841"/>
                <a:gd name="csY1" fmla="*/ 1668597 h 4104114"/>
                <a:gd name="csX2" fmla="*/ 2640315 w 4094841"/>
                <a:gd name="csY2" fmla="*/ 224981 h 4104114"/>
                <a:gd name="csX3" fmla="*/ 3988469 w 4094841"/>
                <a:gd name="csY3" fmla="*/ 142920 h 4104114"/>
                <a:gd name="csX4" fmla="*/ 3836069 w 4094841"/>
                <a:gd name="csY4" fmla="*/ 1584858 h 4104114"/>
                <a:gd name="csX5" fmla="*/ 2464469 w 4094841"/>
                <a:gd name="csY5" fmla="*/ 2088951 h 4104114"/>
                <a:gd name="csX6" fmla="*/ 1978 w 4094841"/>
                <a:gd name="csY6" fmla="*/ 4101966 h 4104114"/>
                <a:gd name="csX0" fmla="*/ 1943 w 4132359"/>
                <a:gd name="csY0" fmla="*/ 3750277 h 3752868"/>
                <a:gd name="csX1" fmla="*/ 2096301 w 4132359"/>
                <a:gd name="csY1" fmla="*/ 1668597 h 3752868"/>
                <a:gd name="csX2" fmla="*/ 2677833 w 4132359"/>
                <a:gd name="csY2" fmla="*/ 224981 h 3752868"/>
                <a:gd name="csX3" fmla="*/ 4025987 w 4132359"/>
                <a:gd name="csY3" fmla="*/ 142920 h 3752868"/>
                <a:gd name="csX4" fmla="*/ 3873587 w 4132359"/>
                <a:gd name="csY4" fmla="*/ 1584858 h 3752868"/>
                <a:gd name="csX5" fmla="*/ 2501987 w 4132359"/>
                <a:gd name="csY5" fmla="*/ 2088951 h 3752868"/>
                <a:gd name="csX6" fmla="*/ 1943 w 4132359"/>
                <a:gd name="csY6" fmla="*/ 3750277 h 3752868"/>
                <a:gd name="csX0" fmla="*/ 7123 w 4137539"/>
                <a:gd name="csY0" fmla="*/ 3776554 h 3776601"/>
                <a:gd name="csX1" fmla="*/ 1782278 w 4137539"/>
                <a:gd name="csY1" fmla="*/ 2163796 h 3776601"/>
                <a:gd name="csX2" fmla="*/ 2683013 w 4137539"/>
                <a:gd name="csY2" fmla="*/ 251258 h 3776601"/>
                <a:gd name="csX3" fmla="*/ 4031167 w 4137539"/>
                <a:gd name="csY3" fmla="*/ 169197 h 3776601"/>
                <a:gd name="csX4" fmla="*/ 3878767 w 4137539"/>
                <a:gd name="csY4" fmla="*/ 1611135 h 3776601"/>
                <a:gd name="csX5" fmla="*/ 2507167 w 4137539"/>
                <a:gd name="csY5" fmla="*/ 2115228 h 3776601"/>
                <a:gd name="csX6" fmla="*/ 7123 w 4137539"/>
                <a:gd name="csY6" fmla="*/ 3776554 h 3776601"/>
                <a:gd name="csX0" fmla="*/ 25 w 4130441"/>
                <a:gd name="csY0" fmla="*/ 3776554 h 3776586"/>
                <a:gd name="csX1" fmla="*/ 1775180 w 4130441"/>
                <a:gd name="csY1" fmla="*/ 2163796 h 3776586"/>
                <a:gd name="csX2" fmla="*/ 2675915 w 4130441"/>
                <a:gd name="csY2" fmla="*/ 251258 h 3776586"/>
                <a:gd name="csX3" fmla="*/ 4024069 w 4130441"/>
                <a:gd name="csY3" fmla="*/ 169197 h 3776586"/>
                <a:gd name="csX4" fmla="*/ 3871669 w 4130441"/>
                <a:gd name="csY4" fmla="*/ 1611135 h 3776586"/>
                <a:gd name="csX5" fmla="*/ 1814719 w 4130441"/>
                <a:gd name="csY5" fmla="*/ 2207339 h 3776586"/>
                <a:gd name="csX6" fmla="*/ 25 w 4130441"/>
                <a:gd name="csY6" fmla="*/ 3776554 h 3776586"/>
                <a:gd name="csX0" fmla="*/ 25 w 4130441"/>
                <a:gd name="csY0" fmla="*/ 3776554 h 3776589"/>
                <a:gd name="csX1" fmla="*/ 1775180 w 4130441"/>
                <a:gd name="csY1" fmla="*/ 2163796 h 3776589"/>
                <a:gd name="csX2" fmla="*/ 2675915 w 4130441"/>
                <a:gd name="csY2" fmla="*/ 251258 h 3776589"/>
                <a:gd name="csX3" fmla="*/ 4024069 w 4130441"/>
                <a:gd name="csY3" fmla="*/ 169197 h 3776589"/>
                <a:gd name="csX4" fmla="*/ 3871669 w 4130441"/>
                <a:gd name="csY4" fmla="*/ 1611135 h 3776589"/>
                <a:gd name="csX5" fmla="*/ 1814719 w 4130441"/>
                <a:gd name="csY5" fmla="*/ 2207339 h 3776589"/>
                <a:gd name="csX6" fmla="*/ 25 w 4130441"/>
                <a:gd name="csY6" fmla="*/ 3776554 h 3776589"/>
                <a:gd name="csX0" fmla="*/ 25 w 3957457"/>
                <a:gd name="csY0" fmla="*/ 3611866 h 3611901"/>
                <a:gd name="csX1" fmla="*/ 1775180 w 3957457"/>
                <a:gd name="csY1" fmla="*/ 1999108 h 3611901"/>
                <a:gd name="csX2" fmla="*/ 2675915 w 3957457"/>
                <a:gd name="csY2" fmla="*/ 86570 h 3611901"/>
                <a:gd name="csX3" fmla="*/ 3554650 w 3957457"/>
                <a:gd name="csY3" fmla="*/ 439934 h 3611901"/>
                <a:gd name="csX4" fmla="*/ 3871669 w 3957457"/>
                <a:gd name="csY4" fmla="*/ 1446447 h 3611901"/>
                <a:gd name="csX5" fmla="*/ 1814719 w 3957457"/>
                <a:gd name="csY5" fmla="*/ 2042651 h 3611901"/>
                <a:gd name="csX6" fmla="*/ 25 w 3957457"/>
                <a:gd name="csY6" fmla="*/ 3611866 h 3611901"/>
                <a:gd name="csX0" fmla="*/ 25 w 3957253"/>
                <a:gd name="csY0" fmla="*/ 3368639 h 3368674"/>
                <a:gd name="csX1" fmla="*/ 1775180 w 3957253"/>
                <a:gd name="csY1" fmla="*/ 1755881 h 3368674"/>
                <a:gd name="csX2" fmla="*/ 2685304 w 3957253"/>
                <a:gd name="csY2" fmla="*/ 144791 h 3368674"/>
                <a:gd name="csX3" fmla="*/ 3554650 w 3957253"/>
                <a:gd name="csY3" fmla="*/ 196707 h 3368674"/>
                <a:gd name="csX4" fmla="*/ 3871669 w 3957253"/>
                <a:gd name="csY4" fmla="*/ 1203220 h 3368674"/>
                <a:gd name="csX5" fmla="*/ 1814719 w 3957253"/>
                <a:gd name="csY5" fmla="*/ 1799424 h 3368674"/>
                <a:gd name="csX6" fmla="*/ 25 w 3957253"/>
                <a:gd name="csY6" fmla="*/ 3368639 h 3368674"/>
                <a:gd name="csX0" fmla="*/ 25 w 3705517"/>
                <a:gd name="csY0" fmla="*/ 3358570 h 3358603"/>
                <a:gd name="csX1" fmla="*/ 1775180 w 3705517"/>
                <a:gd name="csY1" fmla="*/ 1745812 h 3358603"/>
                <a:gd name="csX2" fmla="*/ 2685304 w 3705517"/>
                <a:gd name="csY2" fmla="*/ 134722 h 3358603"/>
                <a:gd name="csX3" fmla="*/ 3554650 w 3705517"/>
                <a:gd name="csY3" fmla="*/ 186638 h 3358603"/>
                <a:gd name="csX4" fmla="*/ 3552464 w 3705517"/>
                <a:gd name="csY4" fmla="*/ 975438 h 3358603"/>
                <a:gd name="csX5" fmla="*/ 1814719 w 3705517"/>
                <a:gd name="csY5" fmla="*/ 1789355 h 3358603"/>
                <a:gd name="csX6" fmla="*/ 25 w 3705517"/>
                <a:gd name="csY6" fmla="*/ 3358570 h 3358603"/>
                <a:gd name="csX0" fmla="*/ 2290 w 3707782"/>
                <a:gd name="csY0" fmla="*/ 3305196 h 3314287"/>
                <a:gd name="csX1" fmla="*/ 2199921 w 3707782"/>
                <a:gd name="csY1" fmla="*/ 955568 h 3314287"/>
                <a:gd name="csX2" fmla="*/ 2687569 w 3707782"/>
                <a:gd name="csY2" fmla="*/ 81348 h 3314287"/>
                <a:gd name="csX3" fmla="*/ 3556915 w 3707782"/>
                <a:gd name="csY3" fmla="*/ 133264 h 3314287"/>
                <a:gd name="csX4" fmla="*/ 3554729 w 3707782"/>
                <a:gd name="csY4" fmla="*/ 922064 h 3314287"/>
                <a:gd name="csX5" fmla="*/ 1816984 w 3707782"/>
                <a:gd name="csY5" fmla="*/ 1735981 h 3314287"/>
                <a:gd name="csX6" fmla="*/ 2290 w 3707782"/>
                <a:gd name="csY6" fmla="*/ 3305196 h 3314287"/>
                <a:gd name="csX0" fmla="*/ 377 w 3705869"/>
                <a:gd name="csY0" fmla="*/ 3305196 h 3313168"/>
                <a:gd name="csX1" fmla="*/ 2198008 w 3705869"/>
                <a:gd name="csY1" fmla="*/ 955568 h 3313168"/>
                <a:gd name="csX2" fmla="*/ 2685656 w 3705869"/>
                <a:gd name="csY2" fmla="*/ 81348 h 3313168"/>
                <a:gd name="csX3" fmla="*/ 3555002 w 3705869"/>
                <a:gd name="csY3" fmla="*/ 133264 h 3313168"/>
                <a:gd name="csX4" fmla="*/ 3552816 w 3705869"/>
                <a:gd name="csY4" fmla="*/ 922064 h 3313168"/>
                <a:gd name="csX5" fmla="*/ 2378375 w 3705869"/>
                <a:gd name="csY5" fmla="*/ 1694113 h 3313168"/>
                <a:gd name="csX6" fmla="*/ 377 w 3705869"/>
                <a:gd name="csY6" fmla="*/ 3305196 h 3313168"/>
                <a:gd name="csX0" fmla="*/ 377 w 3705869"/>
                <a:gd name="csY0" fmla="*/ 3305196 h 3311216"/>
                <a:gd name="csX1" fmla="*/ 2198008 w 3705869"/>
                <a:gd name="csY1" fmla="*/ 955568 h 3311216"/>
                <a:gd name="csX2" fmla="*/ 2685656 w 3705869"/>
                <a:gd name="csY2" fmla="*/ 81348 h 3311216"/>
                <a:gd name="csX3" fmla="*/ 3555002 w 3705869"/>
                <a:gd name="csY3" fmla="*/ 133264 h 3311216"/>
                <a:gd name="csX4" fmla="*/ 3552816 w 3705869"/>
                <a:gd name="csY4" fmla="*/ 922064 h 3311216"/>
                <a:gd name="csX5" fmla="*/ 2378375 w 3705869"/>
                <a:gd name="csY5" fmla="*/ 1694113 h 3311216"/>
                <a:gd name="csX6" fmla="*/ 377 w 3705869"/>
                <a:gd name="csY6" fmla="*/ 3305196 h 3311216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31250"/>
                <a:gd name="csY0" fmla="*/ 3306034 h 3313991"/>
                <a:gd name="csX1" fmla="*/ 2198008 w 4431250"/>
                <a:gd name="csY1" fmla="*/ 956406 h 3313991"/>
                <a:gd name="csX2" fmla="*/ 2685656 w 4431250"/>
                <a:gd name="csY2" fmla="*/ 82186 h 3313991"/>
                <a:gd name="csX3" fmla="*/ 3555002 w 4431250"/>
                <a:gd name="csY3" fmla="*/ 134102 h 3313991"/>
                <a:gd name="csX4" fmla="*/ 4425936 w 4431250"/>
                <a:gd name="csY4" fmla="*/ 939649 h 3313991"/>
                <a:gd name="csX5" fmla="*/ 2378375 w 4431250"/>
                <a:gd name="csY5" fmla="*/ 1694951 h 3313991"/>
                <a:gd name="csX6" fmla="*/ 377 w 4431250"/>
                <a:gd name="csY6" fmla="*/ 3306034 h 3313991"/>
                <a:gd name="csX0" fmla="*/ 377 w 4425936"/>
                <a:gd name="csY0" fmla="*/ 3306034 h 3313991"/>
                <a:gd name="csX1" fmla="*/ 2198008 w 4425936"/>
                <a:gd name="csY1" fmla="*/ 956406 h 3313991"/>
                <a:gd name="csX2" fmla="*/ 2685656 w 4425936"/>
                <a:gd name="csY2" fmla="*/ 82186 h 3313991"/>
                <a:gd name="csX3" fmla="*/ 3555002 w 4425936"/>
                <a:gd name="csY3" fmla="*/ 134102 h 3313991"/>
                <a:gd name="csX4" fmla="*/ 4425936 w 4425936"/>
                <a:gd name="csY4" fmla="*/ 939649 h 3313991"/>
                <a:gd name="csX5" fmla="*/ 2378375 w 4425936"/>
                <a:gd name="csY5" fmla="*/ 1694951 h 3313991"/>
                <a:gd name="csX6" fmla="*/ 377 w 4425936"/>
                <a:gd name="csY6" fmla="*/ 3306034 h 3313991"/>
                <a:gd name="csX0" fmla="*/ 377 w 4472878"/>
                <a:gd name="csY0" fmla="*/ 3303952 h 3311947"/>
                <a:gd name="csX1" fmla="*/ 2198008 w 4472878"/>
                <a:gd name="csY1" fmla="*/ 954324 h 3311947"/>
                <a:gd name="csX2" fmla="*/ 2685656 w 4472878"/>
                <a:gd name="csY2" fmla="*/ 80104 h 3311947"/>
                <a:gd name="csX3" fmla="*/ 3555002 w 4472878"/>
                <a:gd name="csY3" fmla="*/ 132020 h 3311947"/>
                <a:gd name="csX4" fmla="*/ 4472878 w 4472878"/>
                <a:gd name="csY4" fmla="*/ 895700 h 3311947"/>
                <a:gd name="csX5" fmla="*/ 2378375 w 4472878"/>
                <a:gd name="csY5" fmla="*/ 1692869 h 3311947"/>
                <a:gd name="csX6" fmla="*/ 377 w 4472878"/>
                <a:gd name="csY6" fmla="*/ 3303952 h 3311947"/>
                <a:gd name="csX0" fmla="*/ 377 w 4472878"/>
                <a:gd name="csY0" fmla="*/ 3489034 h 3497029"/>
                <a:gd name="csX1" fmla="*/ 2198008 w 4472878"/>
                <a:gd name="csY1" fmla="*/ 1139406 h 3497029"/>
                <a:gd name="csX2" fmla="*/ 2685656 w 4472878"/>
                <a:gd name="csY2" fmla="*/ 265186 h 3497029"/>
                <a:gd name="csX3" fmla="*/ 3742770 w 4472878"/>
                <a:gd name="csY3" fmla="*/ 49148 h 3497029"/>
                <a:gd name="csX4" fmla="*/ 4472878 w 4472878"/>
                <a:gd name="csY4" fmla="*/ 1080782 h 3497029"/>
                <a:gd name="csX5" fmla="*/ 2378375 w 4472878"/>
                <a:gd name="csY5" fmla="*/ 1877951 h 3497029"/>
                <a:gd name="csX6" fmla="*/ 377 w 4472878"/>
                <a:gd name="csY6" fmla="*/ 3489034 h 3497029"/>
                <a:gd name="csX0" fmla="*/ 377 w 4482266"/>
                <a:gd name="csY0" fmla="*/ 3489034 h 3497029"/>
                <a:gd name="csX1" fmla="*/ 2198008 w 4482266"/>
                <a:gd name="csY1" fmla="*/ 1139406 h 3497029"/>
                <a:gd name="csX2" fmla="*/ 2685656 w 4482266"/>
                <a:gd name="csY2" fmla="*/ 265186 h 3497029"/>
                <a:gd name="csX3" fmla="*/ 3742770 w 4482266"/>
                <a:gd name="csY3" fmla="*/ 49148 h 3497029"/>
                <a:gd name="csX4" fmla="*/ 4482266 w 4482266"/>
                <a:gd name="csY4" fmla="*/ 1080782 h 3497029"/>
                <a:gd name="csX5" fmla="*/ 2378375 w 4482266"/>
                <a:gd name="csY5" fmla="*/ 1877951 h 3497029"/>
                <a:gd name="csX6" fmla="*/ 377 w 4482266"/>
                <a:gd name="csY6" fmla="*/ 3489034 h 3497029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10188 w 4492077"/>
                <a:gd name="csY0" fmla="*/ 3488052 h 3497366"/>
                <a:gd name="csX1" fmla="*/ 1804118 w 4492077"/>
                <a:gd name="csY1" fmla="*/ 1096559 h 3497366"/>
                <a:gd name="csX2" fmla="*/ 2695467 w 4492077"/>
                <a:gd name="csY2" fmla="*/ 264204 h 3497366"/>
                <a:gd name="csX3" fmla="*/ 3752581 w 4492077"/>
                <a:gd name="csY3" fmla="*/ 48166 h 3497366"/>
                <a:gd name="csX4" fmla="*/ 4492077 w 4492077"/>
                <a:gd name="csY4" fmla="*/ 1079800 h 3497366"/>
                <a:gd name="csX5" fmla="*/ 2688616 w 4492077"/>
                <a:gd name="csY5" fmla="*/ 1893718 h 3497366"/>
                <a:gd name="csX6" fmla="*/ 10188 w 4492077"/>
                <a:gd name="csY6" fmla="*/ 3488052 h 3497366"/>
                <a:gd name="csX0" fmla="*/ 10188 w 4492077"/>
                <a:gd name="csY0" fmla="*/ 3488052 h 3500595"/>
                <a:gd name="csX1" fmla="*/ 1804118 w 4492077"/>
                <a:gd name="csY1" fmla="*/ 1096559 h 3500595"/>
                <a:gd name="csX2" fmla="*/ 2695467 w 4492077"/>
                <a:gd name="csY2" fmla="*/ 264204 h 3500595"/>
                <a:gd name="csX3" fmla="*/ 3752581 w 4492077"/>
                <a:gd name="csY3" fmla="*/ 48166 h 3500595"/>
                <a:gd name="csX4" fmla="*/ 4492077 w 4492077"/>
                <a:gd name="csY4" fmla="*/ 1079800 h 3500595"/>
                <a:gd name="csX5" fmla="*/ 2688616 w 4492077"/>
                <a:gd name="csY5" fmla="*/ 1893718 h 3500595"/>
                <a:gd name="csX6" fmla="*/ 10188 w 4492077"/>
                <a:gd name="csY6" fmla="*/ 3488052 h 3500595"/>
                <a:gd name="csX0" fmla="*/ 10188 w 4492077"/>
                <a:gd name="csY0" fmla="*/ 3488052 h 3500888"/>
                <a:gd name="csX1" fmla="*/ 1804118 w 4492077"/>
                <a:gd name="csY1" fmla="*/ 1096559 h 3500888"/>
                <a:gd name="csX2" fmla="*/ 2695467 w 4492077"/>
                <a:gd name="csY2" fmla="*/ 264204 h 3500888"/>
                <a:gd name="csX3" fmla="*/ 3752581 w 4492077"/>
                <a:gd name="csY3" fmla="*/ 48166 h 3500888"/>
                <a:gd name="csX4" fmla="*/ 4492077 w 4492077"/>
                <a:gd name="csY4" fmla="*/ 1079800 h 3500888"/>
                <a:gd name="csX5" fmla="*/ 2688616 w 4492077"/>
                <a:gd name="csY5" fmla="*/ 1893718 h 3500888"/>
                <a:gd name="csX6" fmla="*/ 10188 w 4492077"/>
                <a:gd name="csY6" fmla="*/ 3488052 h 3500888"/>
                <a:gd name="csX0" fmla="*/ 27731 w 3289130"/>
                <a:gd name="csY0" fmla="*/ 2449732 h 2473361"/>
                <a:gd name="csX1" fmla="*/ 601171 w 3289130"/>
                <a:gd name="csY1" fmla="*/ 1096559 h 2473361"/>
                <a:gd name="csX2" fmla="*/ 1492520 w 3289130"/>
                <a:gd name="csY2" fmla="*/ 264204 h 2473361"/>
                <a:gd name="csX3" fmla="*/ 2549634 w 3289130"/>
                <a:gd name="csY3" fmla="*/ 48166 h 2473361"/>
                <a:gd name="csX4" fmla="*/ 3289130 w 3289130"/>
                <a:gd name="csY4" fmla="*/ 1079800 h 2473361"/>
                <a:gd name="csX5" fmla="*/ 1485669 w 3289130"/>
                <a:gd name="csY5" fmla="*/ 1893718 h 2473361"/>
                <a:gd name="csX6" fmla="*/ 27731 w 3289130"/>
                <a:gd name="csY6" fmla="*/ 2449732 h 2473361"/>
                <a:gd name="csX0" fmla="*/ 367 w 3261766"/>
                <a:gd name="csY0" fmla="*/ 2449732 h 2449966"/>
                <a:gd name="csX1" fmla="*/ 573807 w 3261766"/>
                <a:gd name="csY1" fmla="*/ 1096559 h 2449966"/>
                <a:gd name="csX2" fmla="*/ 1465156 w 3261766"/>
                <a:gd name="csY2" fmla="*/ 264204 h 2449966"/>
                <a:gd name="csX3" fmla="*/ 2522270 w 3261766"/>
                <a:gd name="csY3" fmla="*/ 48166 h 2449966"/>
                <a:gd name="csX4" fmla="*/ 3261766 w 3261766"/>
                <a:gd name="csY4" fmla="*/ 1079800 h 2449966"/>
                <a:gd name="csX5" fmla="*/ 1458305 w 3261766"/>
                <a:gd name="csY5" fmla="*/ 1893718 h 2449966"/>
                <a:gd name="csX6" fmla="*/ 367 w 3261766"/>
                <a:gd name="csY6" fmla="*/ 2449732 h 2449966"/>
                <a:gd name="csX0" fmla="*/ 62959 w 3324358"/>
                <a:gd name="csY0" fmla="*/ 2449732 h 2487147"/>
                <a:gd name="csX1" fmla="*/ 636399 w 3324358"/>
                <a:gd name="csY1" fmla="*/ 1096559 h 2487147"/>
                <a:gd name="csX2" fmla="*/ 1527748 w 3324358"/>
                <a:gd name="csY2" fmla="*/ 264204 h 2487147"/>
                <a:gd name="csX3" fmla="*/ 2584862 w 3324358"/>
                <a:gd name="csY3" fmla="*/ 48166 h 2487147"/>
                <a:gd name="csX4" fmla="*/ 3324358 w 3324358"/>
                <a:gd name="csY4" fmla="*/ 1079800 h 2487147"/>
                <a:gd name="csX5" fmla="*/ 1520897 w 3324358"/>
                <a:gd name="csY5" fmla="*/ 1893718 h 2487147"/>
                <a:gd name="csX6" fmla="*/ 62959 w 3324358"/>
                <a:gd name="csY6" fmla="*/ 2449732 h 2487147"/>
                <a:gd name="csX0" fmla="*/ 38478 w 4482813"/>
                <a:gd name="csY0" fmla="*/ 3496425 h 3519813"/>
                <a:gd name="csX1" fmla="*/ 1794854 w 4482813"/>
                <a:gd name="csY1" fmla="*/ 1096559 h 3519813"/>
                <a:gd name="csX2" fmla="*/ 2686203 w 4482813"/>
                <a:gd name="csY2" fmla="*/ 264204 h 3519813"/>
                <a:gd name="csX3" fmla="*/ 3743317 w 4482813"/>
                <a:gd name="csY3" fmla="*/ 48166 h 3519813"/>
                <a:gd name="csX4" fmla="*/ 4482813 w 4482813"/>
                <a:gd name="csY4" fmla="*/ 1079800 h 3519813"/>
                <a:gd name="csX5" fmla="*/ 2679352 w 4482813"/>
                <a:gd name="csY5" fmla="*/ 1893718 h 3519813"/>
                <a:gd name="csX6" fmla="*/ 38478 w 4482813"/>
                <a:gd name="csY6" fmla="*/ 3496425 h 3519813"/>
                <a:gd name="csX0" fmla="*/ 9071 w 4453406"/>
                <a:gd name="csY0" fmla="*/ 3496425 h 3510301"/>
                <a:gd name="csX1" fmla="*/ 1765447 w 4453406"/>
                <a:gd name="csY1" fmla="*/ 1096559 h 3510301"/>
                <a:gd name="csX2" fmla="*/ 2656796 w 4453406"/>
                <a:gd name="csY2" fmla="*/ 264204 h 3510301"/>
                <a:gd name="csX3" fmla="*/ 3713910 w 4453406"/>
                <a:gd name="csY3" fmla="*/ 48166 h 3510301"/>
                <a:gd name="csX4" fmla="*/ 4453406 w 4453406"/>
                <a:gd name="csY4" fmla="*/ 1079800 h 3510301"/>
                <a:gd name="csX5" fmla="*/ 2649945 w 4453406"/>
                <a:gd name="csY5" fmla="*/ 1893718 h 3510301"/>
                <a:gd name="csX6" fmla="*/ 9071 w 4453406"/>
                <a:gd name="csY6" fmla="*/ 3496425 h 3510301"/>
                <a:gd name="csX0" fmla="*/ 9071 w 4453406"/>
                <a:gd name="csY0" fmla="*/ 3496425 h 3512169"/>
                <a:gd name="csX1" fmla="*/ 1765447 w 4453406"/>
                <a:gd name="csY1" fmla="*/ 1096559 h 3512169"/>
                <a:gd name="csX2" fmla="*/ 2656796 w 4453406"/>
                <a:gd name="csY2" fmla="*/ 264204 h 3512169"/>
                <a:gd name="csX3" fmla="*/ 3713910 w 4453406"/>
                <a:gd name="csY3" fmla="*/ 48166 h 3512169"/>
                <a:gd name="csX4" fmla="*/ 4453406 w 4453406"/>
                <a:gd name="csY4" fmla="*/ 1079800 h 3512169"/>
                <a:gd name="csX5" fmla="*/ 2649945 w 4453406"/>
                <a:gd name="csY5" fmla="*/ 1893718 h 3512169"/>
                <a:gd name="csX6" fmla="*/ 9071 w 4453406"/>
                <a:gd name="csY6" fmla="*/ 3496425 h 3512169"/>
                <a:gd name="csX0" fmla="*/ 9640 w 4453975"/>
                <a:gd name="csY0" fmla="*/ 3496425 h 3512169"/>
                <a:gd name="csX1" fmla="*/ 1766016 w 4453975"/>
                <a:gd name="csY1" fmla="*/ 1096559 h 3512169"/>
                <a:gd name="csX2" fmla="*/ 2657365 w 4453975"/>
                <a:gd name="csY2" fmla="*/ 264204 h 3512169"/>
                <a:gd name="csX3" fmla="*/ 3714479 w 4453975"/>
                <a:gd name="csY3" fmla="*/ 48166 h 3512169"/>
                <a:gd name="csX4" fmla="*/ 4453975 w 4453975"/>
                <a:gd name="csY4" fmla="*/ 1079800 h 3512169"/>
                <a:gd name="csX5" fmla="*/ 2650514 w 4453975"/>
                <a:gd name="csY5" fmla="*/ 1893718 h 3512169"/>
                <a:gd name="csX6" fmla="*/ 9640 w 4453975"/>
                <a:gd name="csY6" fmla="*/ 3496425 h 3512169"/>
                <a:gd name="csX0" fmla="*/ 9640 w 4453975"/>
                <a:gd name="csY0" fmla="*/ 3993467 h 4008123"/>
                <a:gd name="csX1" fmla="*/ 1766016 w 4453975"/>
                <a:gd name="csY1" fmla="*/ 1593601 h 4008123"/>
                <a:gd name="csX2" fmla="*/ 2601034 w 4453975"/>
                <a:gd name="csY2" fmla="*/ 41122 h 4008123"/>
                <a:gd name="csX3" fmla="*/ 3714479 w 4453975"/>
                <a:gd name="csY3" fmla="*/ 545208 h 4008123"/>
                <a:gd name="csX4" fmla="*/ 4453975 w 4453975"/>
                <a:gd name="csY4" fmla="*/ 1576842 h 4008123"/>
                <a:gd name="csX5" fmla="*/ 2650514 w 4453975"/>
                <a:gd name="csY5" fmla="*/ 2390760 h 4008123"/>
                <a:gd name="csX6" fmla="*/ 9640 w 4453975"/>
                <a:gd name="csY6" fmla="*/ 3993467 h 4008123"/>
                <a:gd name="csX0" fmla="*/ 9640 w 4453975"/>
                <a:gd name="csY0" fmla="*/ 3952894 h 3967550"/>
                <a:gd name="csX1" fmla="*/ 1766016 w 4453975"/>
                <a:gd name="csY1" fmla="*/ 1553028 h 3967550"/>
                <a:gd name="csX2" fmla="*/ 2601034 w 4453975"/>
                <a:gd name="csY2" fmla="*/ 549 h 3967550"/>
                <a:gd name="csX3" fmla="*/ 3714479 w 4453975"/>
                <a:gd name="csY3" fmla="*/ 504635 h 3967550"/>
                <a:gd name="csX4" fmla="*/ 4453975 w 4453975"/>
                <a:gd name="csY4" fmla="*/ 1536269 h 3967550"/>
                <a:gd name="csX5" fmla="*/ 2650514 w 4453975"/>
                <a:gd name="csY5" fmla="*/ 2350187 h 3967550"/>
                <a:gd name="csX6" fmla="*/ 9640 w 4453975"/>
                <a:gd name="csY6" fmla="*/ 3952894 h 3967550"/>
                <a:gd name="csX0" fmla="*/ 9640 w 4453975"/>
                <a:gd name="csY0" fmla="*/ 3952971 h 3968477"/>
                <a:gd name="csX1" fmla="*/ 1766016 w 4453975"/>
                <a:gd name="csY1" fmla="*/ 1553105 h 3968477"/>
                <a:gd name="csX2" fmla="*/ 2601034 w 4453975"/>
                <a:gd name="csY2" fmla="*/ 626 h 3968477"/>
                <a:gd name="csX3" fmla="*/ 3714479 w 4453975"/>
                <a:gd name="csY3" fmla="*/ 504712 h 3968477"/>
                <a:gd name="csX4" fmla="*/ 4453975 w 4453975"/>
                <a:gd name="csY4" fmla="*/ 1536346 h 3968477"/>
                <a:gd name="csX5" fmla="*/ 2650514 w 4453975"/>
                <a:gd name="csY5" fmla="*/ 2350264 h 3968477"/>
                <a:gd name="csX6" fmla="*/ 9640 w 4453975"/>
                <a:gd name="csY6" fmla="*/ 3952971 h 3968477"/>
                <a:gd name="csX0" fmla="*/ 9640 w 4517542"/>
                <a:gd name="csY0" fmla="*/ 4153948 h 4169453"/>
                <a:gd name="csX1" fmla="*/ 1766016 w 4517542"/>
                <a:gd name="csY1" fmla="*/ 1754082 h 4169453"/>
                <a:gd name="csX2" fmla="*/ 2601034 w 4517542"/>
                <a:gd name="csY2" fmla="*/ 201603 h 4169453"/>
                <a:gd name="csX3" fmla="*/ 4390442 w 4517542"/>
                <a:gd name="csY3" fmla="*/ 186529 h 4169453"/>
                <a:gd name="csX4" fmla="*/ 4453975 w 4517542"/>
                <a:gd name="csY4" fmla="*/ 1737323 h 4169453"/>
                <a:gd name="csX5" fmla="*/ 2650514 w 4517542"/>
                <a:gd name="csY5" fmla="*/ 2551241 h 4169453"/>
                <a:gd name="csX6" fmla="*/ 9640 w 4517542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719798"/>
                <a:gd name="csY0" fmla="*/ 4153948 h 4169453"/>
                <a:gd name="csX1" fmla="*/ 1766016 w 4719798"/>
                <a:gd name="csY1" fmla="*/ 1754082 h 4169453"/>
                <a:gd name="csX2" fmla="*/ 2601034 w 4719798"/>
                <a:gd name="csY2" fmla="*/ 201603 h 4169453"/>
                <a:gd name="csX3" fmla="*/ 4390442 w 4719798"/>
                <a:gd name="csY3" fmla="*/ 186529 h 4169453"/>
                <a:gd name="csX4" fmla="*/ 4453975 w 4719798"/>
                <a:gd name="csY4" fmla="*/ 1737323 h 4169453"/>
                <a:gd name="csX5" fmla="*/ 2650514 w 4719798"/>
                <a:gd name="csY5" fmla="*/ 2551241 h 4169453"/>
                <a:gd name="csX6" fmla="*/ 9640 w 4719798"/>
                <a:gd name="csY6" fmla="*/ 4153948 h 4169453"/>
                <a:gd name="csX0" fmla="*/ 9640 w 4684091"/>
                <a:gd name="csY0" fmla="*/ 4153948 h 4169453"/>
                <a:gd name="csX1" fmla="*/ 1766016 w 4684091"/>
                <a:gd name="csY1" fmla="*/ 1754082 h 4169453"/>
                <a:gd name="csX2" fmla="*/ 2601034 w 4684091"/>
                <a:gd name="csY2" fmla="*/ 201603 h 4169453"/>
                <a:gd name="csX3" fmla="*/ 4390442 w 4684091"/>
                <a:gd name="csY3" fmla="*/ 186529 h 4169453"/>
                <a:gd name="csX4" fmla="*/ 4453975 w 4684091"/>
                <a:gd name="csY4" fmla="*/ 1737323 h 4169453"/>
                <a:gd name="csX5" fmla="*/ 2650514 w 4684091"/>
                <a:gd name="csY5" fmla="*/ 2551241 h 4169453"/>
                <a:gd name="csX6" fmla="*/ 9640 w 4684091"/>
                <a:gd name="csY6" fmla="*/ 4153948 h 4169453"/>
                <a:gd name="csX0" fmla="*/ 9640 w 4747938"/>
                <a:gd name="csY0" fmla="*/ 4153948 h 4169453"/>
                <a:gd name="csX1" fmla="*/ 1766016 w 4747938"/>
                <a:gd name="csY1" fmla="*/ 1754082 h 4169453"/>
                <a:gd name="csX2" fmla="*/ 2601034 w 4747938"/>
                <a:gd name="csY2" fmla="*/ 201603 h 4169453"/>
                <a:gd name="csX3" fmla="*/ 4390442 w 4747938"/>
                <a:gd name="csY3" fmla="*/ 186529 h 4169453"/>
                <a:gd name="csX4" fmla="*/ 4453975 w 4747938"/>
                <a:gd name="csY4" fmla="*/ 1737323 h 4169453"/>
                <a:gd name="csX5" fmla="*/ 2650514 w 4747938"/>
                <a:gd name="csY5" fmla="*/ 2551241 h 4169453"/>
                <a:gd name="csX6" fmla="*/ 9640 w 4747938"/>
                <a:gd name="csY6" fmla="*/ 4153948 h 4169453"/>
                <a:gd name="csX0" fmla="*/ 9640 w 4747938"/>
                <a:gd name="csY0" fmla="*/ 4205765 h 4221270"/>
                <a:gd name="csX1" fmla="*/ 1766016 w 4747938"/>
                <a:gd name="csY1" fmla="*/ 1805899 h 4221270"/>
                <a:gd name="csX2" fmla="*/ 2601034 w 4747938"/>
                <a:gd name="csY2" fmla="*/ 253420 h 4221270"/>
                <a:gd name="csX3" fmla="*/ 4390442 w 4747938"/>
                <a:gd name="csY3" fmla="*/ 238346 h 4221270"/>
                <a:gd name="csX4" fmla="*/ 4453975 w 4747938"/>
                <a:gd name="csY4" fmla="*/ 1789140 h 4221270"/>
                <a:gd name="csX5" fmla="*/ 2650514 w 4747938"/>
                <a:gd name="csY5" fmla="*/ 2603058 h 4221270"/>
                <a:gd name="csX6" fmla="*/ 9640 w 4747938"/>
                <a:gd name="csY6" fmla="*/ 4205765 h 4221270"/>
                <a:gd name="csX0" fmla="*/ 9640 w 4769359"/>
                <a:gd name="csY0" fmla="*/ 4189897 h 4205402"/>
                <a:gd name="csX1" fmla="*/ 1766016 w 4769359"/>
                <a:gd name="csY1" fmla="*/ 1790031 h 4205402"/>
                <a:gd name="csX2" fmla="*/ 2601034 w 4769359"/>
                <a:gd name="csY2" fmla="*/ 237552 h 4205402"/>
                <a:gd name="csX3" fmla="*/ 4446772 w 4769359"/>
                <a:gd name="csY3" fmla="*/ 163863 h 4205402"/>
                <a:gd name="csX4" fmla="*/ 4453975 w 4769359"/>
                <a:gd name="csY4" fmla="*/ 1773272 h 4205402"/>
                <a:gd name="csX5" fmla="*/ 2650514 w 4769359"/>
                <a:gd name="csY5" fmla="*/ 2587190 h 4205402"/>
                <a:gd name="csX6" fmla="*/ 9640 w 4769359"/>
                <a:gd name="csY6" fmla="*/ 4189897 h 4205402"/>
                <a:gd name="csX0" fmla="*/ 9640 w 4747938"/>
                <a:gd name="csY0" fmla="*/ 4212142 h 4227647"/>
                <a:gd name="csX1" fmla="*/ 1766016 w 4747938"/>
                <a:gd name="csY1" fmla="*/ 1812276 h 4227647"/>
                <a:gd name="csX2" fmla="*/ 2601034 w 4747938"/>
                <a:gd name="csY2" fmla="*/ 259797 h 4227647"/>
                <a:gd name="csX3" fmla="*/ 4390441 w 4747938"/>
                <a:gd name="csY3" fmla="*/ 152614 h 4227647"/>
                <a:gd name="csX4" fmla="*/ 4453975 w 4747938"/>
                <a:gd name="csY4" fmla="*/ 1795517 h 4227647"/>
                <a:gd name="csX5" fmla="*/ 2650514 w 4747938"/>
                <a:gd name="csY5" fmla="*/ 2609435 h 4227647"/>
                <a:gd name="csX6" fmla="*/ 9640 w 4747938"/>
                <a:gd name="csY6" fmla="*/ 4212142 h 4227647"/>
                <a:gd name="csX0" fmla="*/ 8567 w 4746865"/>
                <a:gd name="csY0" fmla="*/ 4212143 h 4219435"/>
                <a:gd name="csX1" fmla="*/ 1745271 w 4746865"/>
                <a:gd name="csY1" fmla="*/ 1812279 h 4219435"/>
                <a:gd name="csX2" fmla="*/ 2599961 w 4746865"/>
                <a:gd name="csY2" fmla="*/ 259798 h 4219435"/>
                <a:gd name="csX3" fmla="*/ 4389368 w 4746865"/>
                <a:gd name="csY3" fmla="*/ 152615 h 4219435"/>
                <a:gd name="csX4" fmla="*/ 4452902 w 4746865"/>
                <a:gd name="csY4" fmla="*/ 1795518 h 4219435"/>
                <a:gd name="csX5" fmla="*/ 2649441 w 4746865"/>
                <a:gd name="csY5" fmla="*/ 2609436 h 4219435"/>
                <a:gd name="csX6" fmla="*/ 8567 w 4746865"/>
                <a:gd name="csY6" fmla="*/ 4212143 h 4219435"/>
                <a:gd name="csX0" fmla="*/ 8451 w 4746749"/>
                <a:gd name="csY0" fmla="*/ 4212143 h 4219813"/>
                <a:gd name="csX1" fmla="*/ 1745155 w 4746749"/>
                <a:gd name="csY1" fmla="*/ 1812279 h 4219813"/>
                <a:gd name="csX2" fmla="*/ 2599845 w 4746749"/>
                <a:gd name="csY2" fmla="*/ 259798 h 4219813"/>
                <a:gd name="csX3" fmla="*/ 4389252 w 4746749"/>
                <a:gd name="csY3" fmla="*/ 152615 h 4219813"/>
                <a:gd name="csX4" fmla="*/ 4452786 w 4746749"/>
                <a:gd name="csY4" fmla="*/ 1795518 h 4219813"/>
                <a:gd name="csX5" fmla="*/ 2642769 w 4746749"/>
                <a:gd name="csY5" fmla="*/ 2626986 h 4219813"/>
                <a:gd name="csX6" fmla="*/ 8451 w 4746749"/>
                <a:gd name="csY6" fmla="*/ 4212143 h 4219813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594 w 4746892"/>
                <a:gd name="csY0" fmla="*/ 4213311 h 4220527"/>
                <a:gd name="csX1" fmla="*/ 1738740 w 4746892"/>
                <a:gd name="csY1" fmla="*/ 1836843 h 4220527"/>
                <a:gd name="csX2" fmla="*/ 2599988 w 4746892"/>
                <a:gd name="csY2" fmla="*/ 260966 h 4220527"/>
                <a:gd name="csX3" fmla="*/ 4389395 w 4746892"/>
                <a:gd name="csY3" fmla="*/ 153783 h 4220527"/>
                <a:gd name="csX4" fmla="*/ 4452929 w 4746892"/>
                <a:gd name="csY4" fmla="*/ 1796686 h 4220527"/>
                <a:gd name="csX5" fmla="*/ 2642912 w 4746892"/>
                <a:gd name="csY5" fmla="*/ 2628154 h 4220527"/>
                <a:gd name="csX6" fmla="*/ 8594 w 4746892"/>
                <a:gd name="csY6" fmla="*/ 4213311 h 4220527"/>
                <a:gd name="csX0" fmla="*/ 8594 w 4693867"/>
                <a:gd name="csY0" fmla="*/ 4136922 h 4144138"/>
                <a:gd name="csX1" fmla="*/ 1738740 w 4693867"/>
                <a:gd name="csY1" fmla="*/ 1760454 h 4144138"/>
                <a:gd name="csX2" fmla="*/ 2599988 w 4693867"/>
                <a:gd name="csY2" fmla="*/ 184577 h 4144138"/>
                <a:gd name="csX3" fmla="*/ 4389395 w 4693867"/>
                <a:gd name="csY3" fmla="*/ 77394 h 4144138"/>
                <a:gd name="csX4" fmla="*/ 4452929 w 4693867"/>
                <a:gd name="csY4" fmla="*/ 1720297 h 4144138"/>
                <a:gd name="csX5" fmla="*/ 2642912 w 4693867"/>
                <a:gd name="csY5" fmla="*/ 2551765 h 4144138"/>
                <a:gd name="csX6" fmla="*/ 8594 w 4693867"/>
                <a:gd name="csY6" fmla="*/ 4136922 h 4144138"/>
                <a:gd name="csX0" fmla="*/ 8594 w 4699247"/>
                <a:gd name="csY0" fmla="*/ 4098901 h 4106117"/>
                <a:gd name="csX1" fmla="*/ 1738740 w 4699247"/>
                <a:gd name="csY1" fmla="*/ 1722433 h 4106117"/>
                <a:gd name="csX2" fmla="*/ 2599988 w 4699247"/>
                <a:gd name="csY2" fmla="*/ 146556 h 4106117"/>
                <a:gd name="csX3" fmla="*/ 4409070 w 4699247"/>
                <a:gd name="csY3" fmla="*/ 115412 h 4106117"/>
                <a:gd name="csX4" fmla="*/ 4452929 w 4699247"/>
                <a:gd name="csY4" fmla="*/ 1682276 h 4106117"/>
                <a:gd name="csX5" fmla="*/ 2642912 w 4699247"/>
                <a:gd name="csY5" fmla="*/ 2513744 h 4106117"/>
                <a:gd name="csX6" fmla="*/ 8594 w 4699247"/>
                <a:gd name="csY6" fmla="*/ 4098901 h 4106117"/>
                <a:gd name="csX0" fmla="*/ 8594 w 4703971"/>
                <a:gd name="csY0" fmla="*/ 4107920 h 4115136"/>
                <a:gd name="csX1" fmla="*/ 1738740 w 4703971"/>
                <a:gd name="csY1" fmla="*/ 1731452 h 4115136"/>
                <a:gd name="csX2" fmla="*/ 2599988 w 4703971"/>
                <a:gd name="csY2" fmla="*/ 155575 h 4115136"/>
                <a:gd name="csX3" fmla="*/ 4409070 w 4703971"/>
                <a:gd name="csY3" fmla="*/ 124431 h 4115136"/>
                <a:gd name="csX4" fmla="*/ 4452929 w 4703971"/>
                <a:gd name="csY4" fmla="*/ 1691295 h 4115136"/>
                <a:gd name="csX5" fmla="*/ 2642912 w 4703971"/>
                <a:gd name="csY5" fmla="*/ 2522763 h 4115136"/>
                <a:gd name="csX6" fmla="*/ 8594 w 4703971"/>
                <a:gd name="csY6" fmla="*/ 4107920 h 4115136"/>
                <a:gd name="csX0" fmla="*/ 8594 w 4703971"/>
                <a:gd name="csY0" fmla="*/ 4195888 h 4203104"/>
                <a:gd name="csX1" fmla="*/ 1738740 w 4703971"/>
                <a:gd name="csY1" fmla="*/ 1819420 h 4203104"/>
                <a:gd name="csX2" fmla="*/ 2599988 w 4703971"/>
                <a:gd name="csY2" fmla="*/ 243543 h 4203104"/>
                <a:gd name="csX3" fmla="*/ 4409070 w 4703971"/>
                <a:gd name="csY3" fmla="*/ 212399 h 4203104"/>
                <a:gd name="csX4" fmla="*/ 4452929 w 4703971"/>
                <a:gd name="csY4" fmla="*/ 1779263 h 4203104"/>
                <a:gd name="csX5" fmla="*/ 2642912 w 4703971"/>
                <a:gd name="csY5" fmla="*/ 2610731 h 4203104"/>
                <a:gd name="csX6" fmla="*/ 8594 w 4703971"/>
                <a:gd name="csY6" fmla="*/ 4195888 h 4203104"/>
                <a:gd name="csX0" fmla="*/ 8594 w 4703971"/>
                <a:gd name="csY0" fmla="*/ 4213778 h 4220994"/>
                <a:gd name="csX1" fmla="*/ 1738740 w 4703971"/>
                <a:gd name="csY1" fmla="*/ 1837310 h 4220994"/>
                <a:gd name="csX2" fmla="*/ 2599988 w 4703971"/>
                <a:gd name="csY2" fmla="*/ 261433 h 4220994"/>
                <a:gd name="csX3" fmla="*/ 4409070 w 4703971"/>
                <a:gd name="csY3" fmla="*/ 230289 h 4220994"/>
                <a:gd name="csX4" fmla="*/ 4452929 w 4703971"/>
                <a:gd name="csY4" fmla="*/ 1797153 h 4220994"/>
                <a:gd name="csX5" fmla="*/ 2642912 w 4703971"/>
                <a:gd name="csY5" fmla="*/ 2628621 h 4220994"/>
                <a:gd name="csX6" fmla="*/ 8594 w 4703971"/>
                <a:gd name="csY6" fmla="*/ 4213778 h 4220994"/>
                <a:gd name="csX0" fmla="*/ 8594 w 4855548"/>
                <a:gd name="csY0" fmla="*/ 4390510 h 4397726"/>
                <a:gd name="csX1" fmla="*/ 1738740 w 4855548"/>
                <a:gd name="csY1" fmla="*/ 2014042 h 4397726"/>
                <a:gd name="csX2" fmla="*/ 2599988 w 4855548"/>
                <a:gd name="csY2" fmla="*/ 438165 h 4397726"/>
                <a:gd name="csX3" fmla="*/ 4756647 w 4855548"/>
                <a:gd name="csY3" fmla="*/ 26825 h 4397726"/>
                <a:gd name="csX4" fmla="*/ 4452929 w 4855548"/>
                <a:gd name="csY4" fmla="*/ 1973885 h 4397726"/>
                <a:gd name="csX5" fmla="*/ 2642912 w 4855548"/>
                <a:gd name="csY5" fmla="*/ 2805353 h 4397726"/>
                <a:gd name="csX6" fmla="*/ 8594 w 4855548"/>
                <a:gd name="csY6" fmla="*/ 4390510 h 4397726"/>
                <a:gd name="csX0" fmla="*/ 8594 w 5018748"/>
                <a:gd name="csY0" fmla="*/ 4545598 h 4552814"/>
                <a:gd name="csX1" fmla="*/ 1738740 w 5018748"/>
                <a:gd name="csY1" fmla="*/ 2169130 h 4552814"/>
                <a:gd name="csX2" fmla="*/ 2599988 w 5018748"/>
                <a:gd name="csY2" fmla="*/ 593253 h 4552814"/>
                <a:gd name="csX3" fmla="*/ 4973062 w 5018748"/>
                <a:gd name="csY3" fmla="*/ 18136 h 4552814"/>
                <a:gd name="csX4" fmla="*/ 4452929 w 5018748"/>
                <a:gd name="csY4" fmla="*/ 2128973 h 4552814"/>
                <a:gd name="csX5" fmla="*/ 2642912 w 5018748"/>
                <a:gd name="csY5" fmla="*/ 2960441 h 4552814"/>
                <a:gd name="csX6" fmla="*/ 8594 w 5018748"/>
                <a:gd name="csY6" fmla="*/ 4545598 h 4552814"/>
                <a:gd name="csX0" fmla="*/ 8594 w 5002691"/>
                <a:gd name="csY0" fmla="*/ 4537753 h 4544969"/>
                <a:gd name="csX1" fmla="*/ 1738740 w 5002691"/>
                <a:gd name="csY1" fmla="*/ 2161285 h 4544969"/>
                <a:gd name="csX2" fmla="*/ 2599988 w 5002691"/>
                <a:gd name="csY2" fmla="*/ 585408 h 4544969"/>
                <a:gd name="csX3" fmla="*/ 4973062 w 5002691"/>
                <a:gd name="csY3" fmla="*/ 10291 h 4544969"/>
                <a:gd name="csX4" fmla="*/ 4452929 w 5002691"/>
                <a:gd name="csY4" fmla="*/ 2121128 h 4544969"/>
                <a:gd name="csX5" fmla="*/ 2642912 w 5002691"/>
                <a:gd name="csY5" fmla="*/ 2952596 h 4544969"/>
                <a:gd name="csX6" fmla="*/ 8594 w 5002691"/>
                <a:gd name="csY6" fmla="*/ 4537753 h 4544969"/>
                <a:gd name="csX0" fmla="*/ 8594 w 4705059"/>
                <a:gd name="csY0" fmla="*/ 4122711 h 4129927"/>
                <a:gd name="csX1" fmla="*/ 1738740 w 4705059"/>
                <a:gd name="csY1" fmla="*/ 1746243 h 4129927"/>
                <a:gd name="csX2" fmla="*/ 2599988 w 4705059"/>
                <a:gd name="csY2" fmla="*/ 170366 h 4129927"/>
                <a:gd name="csX3" fmla="*/ 4446032 w 4705059"/>
                <a:gd name="csY3" fmla="*/ 89415 h 4129927"/>
                <a:gd name="csX4" fmla="*/ 4452929 w 4705059"/>
                <a:gd name="csY4" fmla="*/ 1706086 h 4129927"/>
                <a:gd name="csX5" fmla="*/ 2642912 w 4705059"/>
                <a:gd name="csY5" fmla="*/ 2537554 h 4129927"/>
                <a:gd name="csX6" fmla="*/ 8594 w 4705059"/>
                <a:gd name="csY6" fmla="*/ 4122711 h 4129927"/>
                <a:gd name="csX0" fmla="*/ 8594 w 4596663"/>
                <a:gd name="csY0" fmla="*/ 4215533 h 4224499"/>
                <a:gd name="csX1" fmla="*/ 1738740 w 4596663"/>
                <a:gd name="csY1" fmla="*/ 1839065 h 4224499"/>
                <a:gd name="csX2" fmla="*/ 2599988 w 4596663"/>
                <a:gd name="csY2" fmla="*/ 263188 h 4224499"/>
                <a:gd name="csX3" fmla="*/ 4446032 w 4596663"/>
                <a:gd name="csY3" fmla="*/ 182237 h 4224499"/>
                <a:gd name="csX4" fmla="*/ 4129398 w 4596663"/>
                <a:gd name="csY4" fmla="*/ 2079669 h 4224499"/>
                <a:gd name="csX5" fmla="*/ 2642912 w 4596663"/>
                <a:gd name="csY5" fmla="*/ 2630376 h 4224499"/>
                <a:gd name="csX6" fmla="*/ 8594 w 4596663"/>
                <a:gd name="csY6" fmla="*/ 4215533 h 4224499"/>
                <a:gd name="csX0" fmla="*/ 10635 w 4618520"/>
                <a:gd name="csY0" fmla="*/ 4140860 h 4149826"/>
                <a:gd name="csX1" fmla="*/ 1740781 w 4618520"/>
                <a:gd name="csY1" fmla="*/ 1764392 h 4149826"/>
                <a:gd name="csX2" fmla="*/ 2330962 w 4618520"/>
                <a:gd name="csY2" fmla="*/ 399085 h 4149826"/>
                <a:gd name="csX3" fmla="*/ 4448073 w 4618520"/>
                <a:gd name="csY3" fmla="*/ 107564 h 4149826"/>
                <a:gd name="csX4" fmla="*/ 4131439 w 4618520"/>
                <a:gd name="csY4" fmla="*/ 2004996 h 4149826"/>
                <a:gd name="csX5" fmla="*/ 2644953 w 4618520"/>
                <a:gd name="csY5" fmla="*/ 2555703 h 4149826"/>
                <a:gd name="csX6" fmla="*/ 10635 w 4618520"/>
                <a:gd name="csY6" fmla="*/ 4140860 h 4149826"/>
                <a:gd name="csX0" fmla="*/ 2473 w 4610358"/>
                <a:gd name="csY0" fmla="*/ 4148168 h 4152706"/>
                <a:gd name="csX1" fmla="*/ 2161081 w 4610358"/>
                <a:gd name="csY1" fmla="*/ 2013468 h 4152706"/>
                <a:gd name="csX2" fmla="*/ 2322800 w 4610358"/>
                <a:gd name="csY2" fmla="*/ 406393 h 4152706"/>
                <a:gd name="csX3" fmla="*/ 4439911 w 4610358"/>
                <a:gd name="csY3" fmla="*/ 114872 h 4152706"/>
                <a:gd name="csX4" fmla="*/ 4123277 w 4610358"/>
                <a:gd name="csY4" fmla="*/ 2012304 h 4152706"/>
                <a:gd name="csX5" fmla="*/ 2636791 w 4610358"/>
                <a:gd name="csY5" fmla="*/ 2563011 h 4152706"/>
                <a:gd name="csX6" fmla="*/ 2473 w 4610358"/>
                <a:gd name="csY6" fmla="*/ 4148168 h 4152706"/>
                <a:gd name="csX0" fmla="*/ 400 w 4608285"/>
                <a:gd name="csY0" fmla="*/ 4148168 h 4148397"/>
                <a:gd name="csX1" fmla="*/ 2159008 w 4608285"/>
                <a:gd name="csY1" fmla="*/ 2013468 h 4148397"/>
                <a:gd name="csX2" fmla="*/ 2320727 w 4608285"/>
                <a:gd name="csY2" fmla="*/ 406393 h 4148397"/>
                <a:gd name="csX3" fmla="*/ 4437838 w 4608285"/>
                <a:gd name="csY3" fmla="*/ 114872 h 4148397"/>
                <a:gd name="csX4" fmla="*/ 4121204 w 4608285"/>
                <a:gd name="csY4" fmla="*/ 2012304 h 4148397"/>
                <a:gd name="csX5" fmla="*/ 2346163 w 4608285"/>
                <a:gd name="csY5" fmla="*/ 2149669 h 4148397"/>
                <a:gd name="csX6" fmla="*/ 400 w 4608285"/>
                <a:gd name="csY6" fmla="*/ 4148168 h 4148397"/>
                <a:gd name="csX0" fmla="*/ 400 w 4547161"/>
                <a:gd name="csY0" fmla="*/ 4069645 h 4069874"/>
                <a:gd name="csX1" fmla="*/ 2159008 w 4547161"/>
                <a:gd name="csY1" fmla="*/ 1934945 h 4069874"/>
                <a:gd name="csX2" fmla="*/ 2320727 w 4547161"/>
                <a:gd name="csY2" fmla="*/ 327870 h 4069874"/>
                <a:gd name="csX3" fmla="*/ 4437838 w 4547161"/>
                <a:gd name="csY3" fmla="*/ 36349 h 4069874"/>
                <a:gd name="csX4" fmla="*/ 4121204 w 4547161"/>
                <a:gd name="csY4" fmla="*/ 1933781 h 4069874"/>
                <a:gd name="csX5" fmla="*/ 2346163 w 4547161"/>
                <a:gd name="csY5" fmla="*/ 2071146 h 4069874"/>
                <a:gd name="csX6" fmla="*/ 400 w 4547161"/>
                <a:gd name="csY6" fmla="*/ 4069645 h 4069874"/>
                <a:gd name="csX0" fmla="*/ 536 w 3991476"/>
                <a:gd name="csY0" fmla="*/ 3539321 h 3539632"/>
                <a:gd name="csX1" fmla="*/ 1603323 w 3991476"/>
                <a:gd name="csY1" fmla="*/ 1934945 h 3539632"/>
                <a:gd name="csX2" fmla="*/ 1765042 w 3991476"/>
                <a:gd name="csY2" fmla="*/ 327870 h 3539632"/>
                <a:gd name="csX3" fmla="*/ 3882153 w 3991476"/>
                <a:gd name="csY3" fmla="*/ 36349 h 3539632"/>
                <a:gd name="csX4" fmla="*/ 3565519 w 3991476"/>
                <a:gd name="csY4" fmla="*/ 1933781 h 3539632"/>
                <a:gd name="csX5" fmla="*/ 1790478 w 3991476"/>
                <a:gd name="csY5" fmla="*/ 2071146 h 3539632"/>
                <a:gd name="csX6" fmla="*/ 536 w 3991476"/>
                <a:gd name="csY6" fmla="*/ 3539321 h 3539632"/>
                <a:gd name="csX0" fmla="*/ 527 w 4017318"/>
                <a:gd name="csY0" fmla="*/ 3573908 h 3574212"/>
                <a:gd name="csX1" fmla="*/ 1629165 w 4017318"/>
                <a:gd name="csY1" fmla="*/ 1934945 h 3574212"/>
                <a:gd name="csX2" fmla="*/ 1790884 w 4017318"/>
                <a:gd name="csY2" fmla="*/ 327870 h 3574212"/>
                <a:gd name="csX3" fmla="*/ 3907995 w 4017318"/>
                <a:gd name="csY3" fmla="*/ 36349 h 3574212"/>
                <a:gd name="csX4" fmla="*/ 3591361 w 4017318"/>
                <a:gd name="csY4" fmla="*/ 1933781 h 3574212"/>
                <a:gd name="csX5" fmla="*/ 1816320 w 4017318"/>
                <a:gd name="csY5" fmla="*/ 2071146 h 3574212"/>
                <a:gd name="csX6" fmla="*/ 527 w 4017318"/>
                <a:gd name="csY6" fmla="*/ 3573908 h 3574212"/>
                <a:gd name="csX0" fmla="*/ 3641 w 4020432"/>
                <a:gd name="csY0" fmla="*/ 3573908 h 3577567"/>
                <a:gd name="csX1" fmla="*/ 1632279 w 4020432"/>
                <a:gd name="csY1" fmla="*/ 1934945 h 3577567"/>
                <a:gd name="csX2" fmla="*/ 1793998 w 4020432"/>
                <a:gd name="csY2" fmla="*/ 327870 h 3577567"/>
                <a:gd name="csX3" fmla="*/ 3911109 w 4020432"/>
                <a:gd name="csY3" fmla="*/ 36349 h 3577567"/>
                <a:gd name="csX4" fmla="*/ 3594475 w 4020432"/>
                <a:gd name="csY4" fmla="*/ 1933781 h 3577567"/>
                <a:gd name="csX5" fmla="*/ 1819434 w 4020432"/>
                <a:gd name="csY5" fmla="*/ 2071146 h 3577567"/>
                <a:gd name="csX6" fmla="*/ 3641 w 4020432"/>
                <a:gd name="csY6" fmla="*/ 3573908 h 3577567"/>
                <a:gd name="csX0" fmla="*/ 11923 w 4028714"/>
                <a:gd name="csY0" fmla="*/ 3573908 h 3583559"/>
                <a:gd name="csX1" fmla="*/ 1640561 w 4028714"/>
                <a:gd name="csY1" fmla="*/ 1934945 h 3583559"/>
                <a:gd name="csX2" fmla="*/ 1802280 w 4028714"/>
                <a:gd name="csY2" fmla="*/ 327870 h 3583559"/>
                <a:gd name="csX3" fmla="*/ 3919391 w 4028714"/>
                <a:gd name="csY3" fmla="*/ 36349 h 3583559"/>
                <a:gd name="csX4" fmla="*/ 3602757 w 4028714"/>
                <a:gd name="csY4" fmla="*/ 1933781 h 3583559"/>
                <a:gd name="csX5" fmla="*/ 1827716 w 4028714"/>
                <a:gd name="csY5" fmla="*/ 2071146 h 3583559"/>
                <a:gd name="csX6" fmla="*/ 11923 w 4028714"/>
                <a:gd name="csY6" fmla="*/ 3573908 h 3583559"/>
                <a:gd name="csX0" fmla="*/ 1130 w 4017921"/>
                <a:gd name="csY0" fmla="*/ 3573908 h 3577714"/>
                <a:gd name="csX1" fmla="*/ 1629768 w 4017921"/>
                <a:gd name="csY1" fmla="*/ 1934945 h 3577714"/>
                <a:gd name="csX2" fmla="*/ 1791487 w 4017921"/>
                <a:gd name="csY2" fmla="*/ 327870 h 3577714"/>
                <a:gd name="csX3" fmla="*/ 3908598 w 4017921"/>
                <a:gd name="csY3" fmla="*/ 36349 h 3577714"/>
                <a:gd name="csX4" fmla="*/ 3591964 w 4017921"/>
                <a:gd name="csY4" fmla="*/ 1933781 h 3577714"/>
                <a:gd name="csX5" fmla="*/ 1906115 w 4017921"/>
                <a:gd name="csY5" fmla="*/ 2373434 h 3577714"/>
                <a:gd name="csX6" fmla="*/ 1130 w 4017921"/>
                <a:gd name="csY6" fmla="*/ 3573908 h 3577714"/>
                <a:gd name="csX0" fmla="*/ 434 w 4017225"/>
                <a:gd name="csY0" fmla="*/ 3573908 h 3574428"/>
                <a:gd name="csX1" fmla="*/ 1629072 w 4017225"/>
                <a:gd name="csY1" fmla="*/ 1934945 h 3574428"/>
                <a:gd name="csX2" fmla="*/ 1790791 w 4017225"/>
                <a:gd name="csY2" fmla="*/ 327870 h 3574428"/>
                <a:gd name="csX3" fmla="*/ 3907902 w 4017225"/>
                <a:gd name="csY3" fmla="*/ 36349 h 3574428"/>
                <a:gd name="csX4" fmla="*/ 3591268 w 4017225"/>
                <a:gd name="csY4" fmla="*/ 1933781 h 3574428"/>
                <a:gd name="csX5" fmla="*/ 1798394 w 4017225"/>
                <a:gd name="csY5" fmla="*/ 2110926 h 3574428"/>
                <a:gd name="csX6" fmla="*/ 434 w 4017225"/>
                <a:gd name="csY6" fmla="*/ 3573908 h 3574428"/>
                <a:gd name="csX0" fmla="*/ 434 w 4017225"/>
                <a:gd name="csY0" fmla="*/ 3573908 h 3574310"/>
                <a:gd name="csX1" fmla="*/ 1629072 w 4017225"/>
                <a:gd name="csY1" fmla="*/ 1934945 h 3574310"/>
                <a:gd name="csX2" fmla="*/ 1790791 w 4017225"/>
                <a:gd name="csY2" fmla="*/ 327870 h 3574310"/>
                <a:gd name="csX3" fmla="*/ 3907902 w 4017225"/>
                <a:gd name="csY3" fmla="*/ 36349 h 3574310"/>
                <a:gd name="csX4" fmla="*/ 3591268 w 4017225"/>
                <a:gd name="csY4" fmla="*/ 1933781 h 3574310"/>
                <a:gd name="csX5" fmla="*/ 1798394 w 4017225"/>
                <a:gd name="csY5" fmla="*/ 2110926 h 3574310"/>
                <a:gd name="csX6" fmla="*/ 434 w 4017225"/>
                <a:gd name="csY6" fmla="*/ 3573908 h 3574310"/>
                <a:gd name="csX0" fmla="*/ 434 w 4017225"/>
                <a:gd name="csY0" fmla="*/ 3573908 h 3576627"/>
                <a:gd name="csX1" fmla="*/ 1629072 w 4017225"/>
                <a:gd name="csY1" fmla="*/ 1934945 h 3576627"/>
                <a:gd name="csX2" fmla="*/ 1790791 w 4017225"/>
                <a:gd name="csY2" fmla="*/ 327870 h 3576627"/>
                <a:gd name="csX3" fmla="*/ 3907902 w 4017225"/>
                <a:gd name="csY3" fmla="*/ 36349 h 3576627"/>
                <a:gd name="csX4" fmla="*/ 3591268 w 4017225"/>
                <a:gd name="csY4" fmla="*/ 1933781 h 3576627"/>
                <a:gd name="csX5" fmla="*/ 1798395 w 4017225"/>
                <a:gd name="csY5" fmla="*/ 2365482 h 3576627"/>
                <a:gd name="csX6" fmla="*/ 434 w 4017225"/>
                <a:gd name="csY6" fmla="*/ 3573908 h 3576627"/>
                <a:gd name="csX0" fmla="*/ 434 w 4017225"/>
                <a:gd name="csY0" fmla="*/ 3573908 h 3576355"/>
                <a:gd name="csX1" fmla="*/ 1629072 w 4017225"/>
                <a:gd name="csY1" fmla="*/ 1934945 h 3576355"/>
                <a:gd name="csX2" fmla="*/ 1790791 w 4017225"/>
                <a:gd name="csY2" fmla="*/ 327870 h 3576355"/>
                <a:gd name="csX3" fmla="*/ 3907902 w 4017225"/>
                <a:gd name="csY3" fmla="*/ 36349 h 3576355"/>
                <a:gd name="csX4" fmla="*/ 3591268 w 4017225"/>
                <a:gd name="csY4" fmla="*/ 1933781 h 3576355"/>
                <a:gd name="csX5" fmla="*/ 1798395 w 4017225"/>
                <a:gd name="csY5" fmla="*/ 2365482 h 3576355"/>
                <a:gd name="csX6" fmla="*/ 434 w 4017225"/>
                <a:gd name="csY6" fmla="*/ 3573908 h 3576355"/>
                <a:gd name="csX0" fmla="*/ 434 w 4017225"/>
                <a:gd name="csY0" fmla="*/ 3573908 h 3583502"/>
                <a:gd name="csX1" fmla="*/ 1629072 w 4017225"/>
                <a:gd name="csY1" fmla="*/ 1934945 h 3583502"/>
                <a:gd name="csX2" fmla="*/ 1790791 w 4017225"/>
                <a:gd name="csY2" fmla="*/ 327870 h 3583502"/>
                <a:gd name="csX3" fmla="*/ 3907902 w 4017225"/>
                <a:gd name="csY3" fmla="*/ 36349 h 3583502"/>
                <a:gd name="csX4" fmla="*/ 3591268 w 4017225"/>
                <a:gd name="csY4" fmla="*/ 1933781 h 3583502"/>
                <a:gd name="csX5" fmla="*/ 1798396 w 4017225"/>
                <a:gd name="csY5" fmla="*/ 2715497 h 3583502"/>
                <a:gd name="csX6" fmla="*/ 434 w 4017225"/>
                <a:gd name="csY6" fmla="*/ 3573908 h 3583502"/>
                <a:gd name="csX0" fmla="*/ 20204 w 4036995"/>
                <a:gd name="csY0" fmla="*/ 3574326 h 3583563"/>
                <a:gd name="csX1" fmla="*/ 908564 w 4036995"/>
                <a:gd name="csY1" fmla="*/ 1951275 h 3583563"/>
                <a:gd name="csX2" fmla="*/ 1810561 w 4036995"/>
                <a:gd name="csY2" fmla="*/ 328288 h 3583563"/>
                <a:gd name="csX3" fmla="*/ 3927672 w 4036995"/>
                <a:gd name="csY3" fmla="*/ 36767 h 3583563"/>
                <a:gd name="csX4" fmla="*/ 3611038 w 4036995"/>
                <a:gd name="csY4" fmla="*/ 1934199 h 3583563"/>
                <a:gd name="csX5" fmla="*/ 1818166 w 4036995"/>
                <a:gd name="csY5" fmla="*/ 2715915 h 3583563"/>
                <a:gd name="csX6" fmla="*/ 20204 w 4036995"/>
                <a:gd name="csY6" fmla="*/ 3574326 h 3583563"/>
                <a:gd name="csX0" fmla="*/ 12549 w 4029340"/>
                <a:gd name="csY0" fmla="*/ 3574326 h 3583563"/>
                <a:gd name="csX1" fmla="*/ 900909 w 4029340"/>
                <a:gd name="csY1" fmla="*/ 1951275 h 3583563"/>
                <a:gd name="csX2" fmla="*/ 1802906 w 4029340"/>
                <a:gd name="csY2" fmla="*/ 328288 h 3583563"/>
                <a:gd name="csX3" fmla="*/ 3920017 w 4029340"/>
                <a:gd name="csY3" fmla="*/ 36767 h 3583563"/>
                <a:gd name="csX4" fmla="*/ 3603383 w 4029340"/>
                <a:gd name="csY4" fmla="*/ 1934199 h 3583563"/>
                <a:gd name="csX5" fmla="*/ 1810511 w 4029340"/>
                <a:gd name="csY5" fmla="*/ 2715915 h 3583563"/>
                <a:gd name="csX6" fmla="*/ 12549 w 4029340"/>
                <a:gd name="csY6" fmla="*/ 3574326 h 3583563"/>
                <a:gd name="csX0" fmla="*/ 2018 w 4018809"/>
                <a:gd name="csY0" fmla="*/ 3573908 h 3583502"/>
                <a:gd name="csX1" fmla="*/ 1389840 w 4018809"/>
                <a:gd name="csY1" fmla="*/ 1934947 h 3583502"/>
                <a:gd name="csX2" fmla="*/ 1792375 w 4018809"/>
                <a:gd name="csY2" fmla="*/ 327870 h 3583502"/>
                <a:gd name="csX3" fmla="*/ 3909486 w 4018809"/>
                <a:gd name="csY3" fmla="*/ 36349 h 3583502"/>
                <a:gd name="csX4" fmla="*/ 3592852 w 4018809"/>
                <a:gd name="csY4" fmla="*/ 1933781 h 3583502"/>
                <a:gd name="csX5" fmla="*/ 1799980 w 4018809"/>
                <a:gd name="csY5" fmla="*/ 2715497 h 3583502"/>
                <a:gd name="csX6" fmla="*/ 2018 w 4018809"/>
                <a:gd name="csY6" fmla="*/ 3573908 h 3583502"/>
                <a:gd name="csX0" fmla="*/ 2018 w 4018809"/>
                <a:gd name="csY0" fmla="*/ 3573908 h 3575401"/>
                <a:gd name="csX1" fmla="*/ 1389840 w 4018809"/>
                <a:gd name="csY1" fmla="*/ 1934947 h 3575401"/>
                <a:gd name="csX2" fmla="*/ 1792375 w 4018809"/>
                <a:gd name="csY2" fmla="*/ 327870 h 3575401"/>
                <a:gd name="csX3" fmla="*/ 3909486 w 4018809"/>
                <a:gd name="csY3" fmla="*/ 36349 h 3575401"/>
                <a:gd name="csX4" fmla="*/ 3592852 w 4018809"/>
                <a:gd name="csY4" fmla="*/ 1933781 h 3575401"/>
                <a:gd name="csX5" fmla="*/ 1799983 w 4018809"/>
                <a:gd name="csY5" fmla="*/ 2277981 h 3575401"/>
                <a:gd name="csX6" fmla="*/ 2018 w 4018809"/>
                <a:gd name="csY6" fmla="*/ 3573908 h 3575401"/>
                <a:gd name="csX0" fmla="*/ 2279 w 4019070"/>
                <a:gd name="csY0" fmla="*/ 3573908 h 3576883"/>
                <a:gd name="csX1" fmla="*/ 1390101 w 4019070"/>
                <a:gd name="csY1" fmla="*/ 1934947 h 3576883"/>
                <a:gd name="csX2" fmla="*/ 1792636 w 4019070"/>
                <a:gd name="csY2" fmla="*/ 327870 h 3576883"/>
                <a:gd name="csX3" fmla="*/ 3909747 w 4019070"/>
                <a:gd name="csY3" fmla="*/ 36349 h 3576883"/>
                <a:gd name="csX4" fmla="*/ 3593113 w 4019070"/>
                <a:gd name="csY4" fmla="*/ 1933781 h 3576883"/>
                <a:gd name="csX5" fmla="*/ 1827004 w 4019070"/>
                <a:gd name="csY5" fmla="*/ 2405261 h 3576883"/>
                <a:gd name="csX6" fmla="*/ 2279 w 4019070"/>
                <a:gd name="csY6" fmla="*/ 3573908 h 3576883"/>
                <a:gd name="csX0" fmla="*/ 3304 w 4020095"/>
                <a:gd name="csY0" fmla="*/ 3573700 h 3576772"/>
                <a:gd name="csX1" fmla="*/ 1310858 w 4020095"/>
                <a:gd name="csY1" fmla="*/ 1926786 h 3576772"/>
                <a:gd name="csX2" fmla="*/ 1793661 w 4020095"/>
                <a:gd name="csY2" fmla="*/ 327662 h 3576772"/>
                <a:gd name="csX3" fmla="*/ 3910772 w 4020095"/>
                <a:gd name="csY3" fmla="*/ 36141 h 3576772"/>
                <a:gd name="csX4" fmla="*/ 3594138 w 4020095"/>
                <a:gd name="csY4" fmla="*/ 1933573 h 3576772"/>
                <a:gd name="csX5" fmla="*/ 1828029 w 4020095"/>
                <a:gd name="csY5" fmla="*/ 2405053 h 3576772"/>
                <a:gd name="csX6" fmla="*/ 3304 w 4020095"/>
                <a:gd name="csY6" fmla="*/ 3573700 h 3576772"/>
                <a:gd name="csX0" fmla="*/ 3254 w 4020045"/>
                <a:gd name="csY0" fmla="*/ 3573700 h 3576772"/>
                <a:gd name="csX1" fmla="*/ 1310808 w 4020045"/>
                <a:gd name="csY1" fmla="*/ 1926786 h 3576772"/>
                <a:gd name="csX2" fmla="*/ 1793611 w 4020045"/>
                <a:gd name="csY2" fmla="*/ 327662 h 3576772"/>
                <a:gd name="csX3" fmla="*/ 3910722 w 4020045"/>
                <a:gd name="csY3" fmla="*/ 36141 h 3576772"/>
                <a:gd name="csX4" fmla="*/ 3594088 w 4020045"/>
                <a:gd name="csY4" fmla="*/ 1933573 h 3576772"/>
                <a:gd name="csX5" fmla="*/ 1827979 w 4020045"/>
                <a:gd name="csY5" fmla="*/ 2405053 h 3576772"/>
                <a:gd name="csX6" fmla="*/ 3254 w 4020045"/>
                <a:gd name="csY6" fmla="*/ 3573700 h 35767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020045" h="3576772">
                  <a:moveTo>
                    <a:pt x="3254" y="3573700"/>
                  </a:moveTo>
                  <a:cubicBezTo>
                    <a:pt x="-82941" y="3493989"/>
                    <a:pt x="1574310" y="2340515"/>
                    <a:pt x="1310808" y="1926786"/>
                  </a:cubicBezTo>
                  <a:cubicBezTo>
                    <a:pt x="1047306" y="1513057"/>
                    <a:pt x="1360292" y="642769"/>
                    <a:pt x="1793611" y="327662"/>
                  </a:cubicBezTo>
                  <a:cubicBezTo>
                    <a:pt x="2226930" y="12555"/>
                    <a:pt x="3750548" y="-52136"/>
                    <a:pt x="3910722" y="36141"/>
                  </a:cubicBezTo>
                  <a:cubicBezTo>
                    <a:pt x="4070896" y="124418"/>
                    <a:pt x="4120351" y="1358027"/>
                    <a:pt x="3594088" y="1933573"/>
                  </a:cubicBezTo>
                  <a:cubicBezTo>
                    <a:pt x="3171099" y="2391895"/>
                    <a:pt x="2301583" y="2656718"/>
                    <a:pt x="1827979" y="2405053"/>
                  </a:cubicBezTo>
                  <a:cubicBezTo>
                    <a:pt x="1354375" y="2153388"/>
                    <a:pt x="89449" y="3653411"/>
                    <a:pt x="3254" y="3573700"/>
                  </a:cubicBezTo>
                  <a:close/>
                </a:path>
              </a:pathLst>
            </a:custGeom>
            <a:noFill/>
            <a:ln>
              <a:solidFill>
                <a:srgbClr val="0C26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8" name="Freeform 1027">
              <a:extLst>
                <a:ext uri="{FF2B5EF4-FFF2-40B4-BE49-F238E27FC236}">
                  <a16:creationId xmlns:a16="http://schemas.microsoft.com/office/drawing/2014/main" id="{0BFF7A4C-A623-BBF0-F23C-E351FC8D1BF3}"/>
                </a:ext>
              </a:extLst>
            </p:cNvPr>
            <p:cNvSpPr/>
            <p:nvPr userDrawn="1"/>
          </p:nvSpPr>
          <p:spPr>
            <a:xfrm rot="16200000">
              <a:off x="6877484" y="1925567"/>
              <a:ext cx="2615869" cy="2682267"/>
            </a:xfrm>
            <a:custGeom>
              <a:avLst/>
              <a:gdLst>
                <a:gd name="csX0" fmla="*/ 1893 w 3484511"/>
                <a:gd name="csY0" fmla="*/ 3509215 h 3511799"/>
                <a:gd name="csX1" fmla="*/ 1514170 w 3484511"/>
                <a:gd name="csY1" fmla="*/ 1703861 h 3511799"/>
                <a:gd name="csX2" fmla="*/ 2029985 w 3484511"/>
                <a:gd name="csY2" fmla="*/ 226753 h 3511799"/>
                <a:gd name="csX3" fmla="*/ 3378139 w 3484511"/>
                <a:gd name="csY3" fmla="*/ 144692 h 3511799"/>
                <a:gd name="csX4" fmla="*/ 3225739 w 3484511"/>
                <a:gd name="csY4" fmla="*/ 1586630 h 3511799"/>
                <a:gd name="csX5" fmla="*/ 1854139 w 3484511"/>
                <a:gd name="csY5" fmla="*/ 2090723 h 3511799"/>
                <a:gd name="csX6" fmla="*/ 1893 w 3484511"/>
                <a:gd name="csY6" fmla="*/ 3509215 h 3511799"/>
                <a:gd name="csX0" fmla="*/ 1352 w 4094215"/>
                <a:gd name="csY0" fmla="*/ 4103738 h 4105568"/>
                <a:gd name="csX1" fmla="*/ 2123874 w 4094215"/>
                <a:gd name="csY1" fmla="*/ 1703861 h 4105568"/>
                <a:gd name="csX2" fmla="*/ 2639689 w 4094215"/>
                <a:gd name="csY2" fmla="*/ 226753 h 4105568"/>
                <a:gd name="csX3" fmla="*/ 3987843 w 4094215"/>
                <a:gd name="csY3" fmla="*/ 144692 h 4105568"/>
                <a:gd name="csX4" fmla="*/ 3835443 w 4094215"/>
                <a:gd name="csY4" fmla="*/ 1586630 h 4105568"/>
                <a:gd name="csX5" fmla="*/ 2463843 w 4094215"/>
                <a:gd name="csY5" fmla="*/ 2090723 h 4105568"/>
                <a:gd name="csX6" fmla="*/ 1352 w 4094215"/>
                <a:gd name="csY6" fmla="*/ 4103738 h 4105568"/>
                <a:gd name="csX0" fmla="*/ 1978 w 4094841"/>
                <a:gd name="csY0" fmla="*/ 4101966 h 4104114"/>
                <a:gd name="csX1" fmla="*/ 2058783 w 4094841"/>
                <a:gd name="csY1" fmla="*/ 1668597 h 4104114"/>
                <a:gd name="csX2" fmla="*/ 2640315 w 4094841"/>
                <a:gd name="csY2" fmla="*/ 224981 h 4104114"/>
                <a:gd name="csX3" fmla="*/ 3988469 w 4094841"/>
                <a:gd name="csY3" fmla="*/ 142920 h 4104114"/>
                <a:gd name="csX4" fmla="*/ 3836069 w 4094841"/>
                <a:gd name="csY4" fmla="*/ 1584858 h 4104114"/>
                <a:gd name="csX5" fmla="*/ 2464469 w 4094841"/>
                <a:gd name="csY5" fmla="*/ 2088951 h 4104114"/>
                <a:gd name="csX6" fmla="*/ 1978 w 4094841"/>
                <a:gd name="csY6" fmla="*/ 4101966 h 4104114"/>
                <a:gd name="csX0" fmla="*/ 1943 w 4132359"/>
                <a:gd name="csY0" fmla="*/ 3750277 h 3752868"/>
                <a:gd name="csX1" fmla="*/ 2096301 w 4132359"/>
                <a:gd name="csY1" fmla="*/ 1668597 h 3752868"/>
                <a:gd name="csX2" fmla="*/ 2677833 w 4132359"/>
                <a:gd name="csY2" fmla="*/ 224981 h 3752868"/>
                <a:gd name="csX3" fmla="*/ 4025987 w 4132359"/>
                <a:gd name="csY3" fmla="*/ 142920 h 3752868"/>
                <a:gd name="csX4" fmla="*/ 3873587 w 4132359"/>
                <a:gd name="csY4" fmla="*/ 1584858 h 3752868"/>
                <a:gd name="csX5" fmla="*/ 2501987 w 4132359"/>
                <a:gd name="csY5" fmla="*/ 2088951 h 3752868"/>
                <a:gd name="csX6" fmla="*/ 1943 w 4132359"/>
                <a:gd name="csY6" fmla="*/ 3750277 h 3752868"/>
                <a:gd name="csX0" fmla="*/ 7123 w 4137539"/>
                <a:gd name="csY0" fmla="*/ 3776554 h 3776601"/>
                <a:gd name="csX1" fmla="*/ 1782278 w 4137539"/>
                <a:gd name="csY1" fmla="*/ 2163796 h 3776601"/>
                <a:gd name="csX2" fmla="*/ 2683013 w 4137539"/>
                <a:gd name="csY2" fmla="*/ 251258 h 3776601"/>
                <a:gd name="csX3" fmla="*/ 4031167 w 4137539"/>
                <a:gd name="csY3" fmla="*/ 169197 h 3776601"/>
                <a:gd name="csX4" fmla="*/ 3878767 w 4137539"/>
                <a:gd name="csY4" fmla="*/ 1611135 h 3776601"/>
                <a:gd name="csX5" fmla="*/ 2507167 w 4137539"/>
                <a:gd name="csY5" fmla="*/ 2115228 h 3776601"/>
                <a:gd name="csX6" fmla="*/ 7123 w 4137539"/>
                <a:gd name="csY6" fmla="*/ 3776554 h 3776601"/>
                <a:gd name="csX0" fmla="*/ 25 w 4130441"/>
                <a:gd name="csY0" fmla="*/ 3776554 h 3776586"/>
                <a:gd name="csX1" fmla="*/ 1775180 w 4130441"/>
                <a:gd name="csY1" fmla="*/ 2163796 h 3776586"/>
                <a:gd name="csX2" fmla="*/ 2675915 w 4130441"/>
                <a:gd name="csY2" fmla="*/ 251258 h 3776586"/>
                <a:gd name="csX3" fmla="*/ 4024069 w 4130441"/>
                <a:gd name="csY3" fmla="*/ 169197 h 3776586"/>
                <a:gd name="csX4" fmla="*/ 3871669 w 4130441"/>
                <a:gd name="csY4" fmla="*/ 1611135 h 3776586"/>
                <a:gd name="csX5" fmla="*/ 1814719 w 4130441"/>
                <a:gd name="csY5" fmla="*/ 2207339 h 3776586"/>
                <a:gd name="csX6" fmla="*/ 25 w 4130441"/>
                <a:gd name="csY6" fmla="*/ 3776554 h 3776586"/>
                <a:gd name="csX0" fmla="*/ 25 w 4130441"/>
                <a:gd name="csY0" fmla="*/ 3776554 h 3776589"/>
                <a:gd name="csX1" fmla="*/ 1775180 w 4130441"/>
                <a:gd name="csY1" fmla="*/ 2163796 h 3776589"/>
                <a:gd name="csX2" fmla="*/ 2675915 w 4130441"/>
                <a:gd name="csY2" fmla="*/ 251258 h 3776589"/>
                <a:gd name="csX3" fmla="*/ 4024069 w 4130441"/>
                <a:gd name="csY3" fmla="*/ 169197 h 3776589"/>
                <a:gd name="csX4" fmla="*/ 3871669 w 4130441"/>
                <a:gd name="csY4" fmla="*/ 1611135 h 3776589"/>
                <a:gd name="csX5" fmla="*/ 1814719 w 4130441"/>
                <a:gd name="csY5" fmla="*/ 2207339 h 3776589"/>
                <a:gd name="csX6" fmla="*/ 25 w 4130441"/>
                <a:gd name="csY6" fmla="*/ 3776554 h 3776589"/>
                <a:gd name="csX0" fmla="*/ 25 w 3957457"/>
                <a:gd name="csY0" fmla="*/ 3611866 h 3611901"/>
                <a:gd name="csX1" fmla="*/ 1775180 w 3957457"/>
                <a:gd name="csY1" fmla="*/ 1999108 h 3611901"/>
                <a:gd name="csX2" fmla="*/ 2675915 w 3957457"/>
                <a:gd name="csY2" fmla="*/ 86570 h 3611901"/>
                <a:gd name="csX3" fmla="*/ 3554650 w 3957457"/>
                <a:gd name="csY3" fmla="*/ 439934 h 3611901"/>
                <a:gd name="csX4" fmla="*/ 3871669 w 3957457"/>
                <a:gd name="csY4" fmla="*/ 1446447 h 3611901"/>
                <a:gd name="csX5" fmla="*/ 1814719 w 3957457"/>
                <a:gd name="csY5" fmla="*/ 2042651 h 3611901"/>
                <a:gd name="csX6" fmla="*/ 25 w 3957457"/>
                <a:gd name="csY6" fmla="*/ 3611866 h 3611901"/>
                <a:gd name="csX0" fmla="*/ 25 w 3957253"/>
                <a:gd name="csY0" fmla="*/ 3368639 h 3368674"/>
                <a:gd name="csX1" fmla="*/ 1775180 w 3957253"/>
                <a:gd name="csY1" fmla="*/ 1755881 h 3368674"/>
                <a:gd name="csX2" fmla="*/ 2685304 w 3957253"/>
                <a:gd name="csY2" fmla="*/ 144791 h 3368674"/>
                <a:gd name="csX3" fmla="*/ 3554650 w 3957253"/>
                <a:gd name="csY3" fmla="*/ 196707 h 3368674"/>
                <a:gd name="csX4" fmla="*/ 3871669 w 3957253"/>
                <a:gd name="csY4" fmla="*/ 1203220 h 3368674"/>
                <a:gd name="csX5" fmla="*/ 1814719 w 3957253"/>
                <a:gd name="csY5" fmla="*/ 1799424 h 3368674"/>
                <a:gd name="csX6" fmla="*/ 25 w 3957253"/>
                <a:gd name="csY6" fmla="*/ 3368639 h 3368674"/>
                <a:gd name="csX0" fmla="*/ 25 w 3705517"/>
                <a:gd name="csY0" fmla="*/ 3358570 h 3358603"/>
                <a:gd name="csX1" fmla="*/ 1775180 w 3705517"/>
                <a:gd name="csY1" fmla="*/ 1745812 h 3358603"/>
                <a:gd name="csX2" fmla="*/ 2685304 w 3705517"/>
                <a:gd name="csY2" fmla="*/ 134722 h 3358603"/>
                <a:gd name="csX3" fmla="*/ 3554650 w 3705517"/>
                <a:gd name="csY3" fmla="*/ 186638 h 3358603"/>
                <a:gd name="csX4" fmla="*/ 3552464 w 3705517"/>
                <a:gd name="csY4" fmla="*/ 975438 h 3358603"/>
                <a:gd name="csX5" fmla="*/ 1814719 w 3705517"/>
                <a:gd name="csY5" fmla="*/ 1789355 h 3358603"/>
                <a:gd name="csX6" fmla="*/ 25 w 3705517"/>
                <a:gd name="csY6" fmla="*/ 3358570 h 3358603"/>
                <a:gd name="csX0" fmla="*/ 2290 w 3707782"/>
                <a:gd name="csY0" fmla="*/ 3305196 h 3314287"/>
                <a:gd name="csX1" fmla="*/ 2199921 w 3707782"/>
                <a:gd name="csY1" fmla="*/ 955568 h 3314287"/>
                <a:gd name="csX2" fmla="*/ 2687569 w 3707782"/>
                <a:gd name="csY2" fmla="*/ 81348 h 3314287"/>
                <a:gd name="csX3" fmla="*/ 3556915 w 3707782"/>
                <a:gd name="csY3" fmla="*/ 133264 h 3314287"/>
                <a:gd name="csX4" fmla="*/ 3554729 w 3707782"/>
                <a:gd name="csY4" fmla="*/ 922064 h 3314287"/>
                <a:gd name="csX5" fmla="*/ 1816984 w 3707782"/>
                <a:gd name="csY5" fmla="*/ 1735981 h 3314287"/>
                <a:gd name="csX6" fmla="*/ 2290 w 3707782"/>
                <a:gd name="csY6" fmla="*/ 3305196 h 3314287"/>
                <a:gd name="csX0" fmla="*/ 377 w 3705869"/>
                <a:gd name="csY0" fmla="*/ 3305196 h 3313168"/>
                <a:gd name="csX1" fmla="*/ 2198008 w 3705869"/>
                <a:gd name="csY1" fmla="*/ 955568 h 3313168"/>
                <a:gd name="csX2" fmla="*/ 2685656 w 3705869"/>
                <a:gd name="csY2" fmla="*/ 81348 h 3313168"/>
                <a:gd name="csX3" fmla="*/ 3555002 w 3705869"/>
                <a:gd name="csY3" fmla="*/ 133264 h 3313168"/>
                <a:gd name="csX4" fmla="*/ 3552816 w 3705869"/>
                <a:gd name="csY4" fmla="*/ 922064 h 3313168"/>
                <a:gd name="csX5" fmla="*/ 2378375 w 3705869"/>
                <a:gd name="csY5" fmla="*/ 1694113 h 3313168"/>
                <a:gd name="csX6" fmla="*/ 377 w 3705869"/>
                <a:gd name="csY6" fmla="*/ 3305196 h 3313168"/>
                <a:gd name="csX0" fmla="*/ 377 w 3705869"/>
                <a:gd name="csY0" fmla="*/ 3305196 h 3311216"/>
                <a:gd name="csX1" fmla="*/ 2198008 w 3705869"/>
                <a:gd name="csY1" fmla="*/ 955568 h 3311216"/>
                <a:gd name="csX2" fmla="*/ 2685656 w 3705869"/>
                <a:gd name="csY2" fmla="*/ 81348 h 3311216"/>
                <a:gd name="csX3" fmla="*/ 3555002 w 3705869"/>
                <a:gd name="csY3" fmla="*/ 133264 h 3311216"/>
                <a:gd name="csX4" fmla="*/ 3552816 w 3705869"/>
                <a:gd name="csY4" fmla="*/ 922064 h 3311216"/>
                <a:gd name="csX5" fmla="*/ 2378375 w 3705869"/>
                <a:gd name="csY5" fmla="*/ 1694113 h 3311216"/>
                <a:gd name="csX6" fmla="*/ 377 w 3705869"/>
                <a:gd name="csY6" fmla="*/ 3305196 h 3311216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31250"/>
                <a:gd name="csY0" fmla="*/ 3306034 h 3313991"/>
                <a:gd name="csX1" fmla="*/ 2198008 w 4431250"/>
                <a:gd name="csY1" fmla="*/ 956406 h 3313991"/>
                <a:gd name="csX2" fmla="*/ 2685656 w 4431250"/>
                <a:gd name="csY2" fmla="*/ 82186 h 3313991"/>
                <a:gd name="csX3" fmla="*/ 3555002 w 4431250"/>
                <a:gd name="csY3" fmla="*/ 134102 h 3313991"/>
                <a:gd name="csX4" fmla="*/ 4425936 w 4431250"/>
                <a:gd name="csY4" fmla="*/ 939649 h 3313991"/>
                <a:gd name="csX5" fmla="*/ 2378375 w 4431250"/>
                <a:gd name="csY5" fmla="*/ 1694951 h 3313991"/>
                <a:gd name="csX6" fmla="*/ 377 w 4431250"/>
                <a:gd name="csY6" fmla="*/ 3306034 h 3313991"/>
                <a:gd name="csX0" fmla="*/ 377 w 4425936"/>
                <a:gd name="csY0" fmla="*/ 3306034 h 3313991"/>
                <a:gd name="csX1" fmla="*/ 2198008 w 4425936"/>
                <a:gd name="csY1" fmla="*/ 956406 h 3313991"/>
                <a:gd name="csX2" fmla="*/ 2685656 w 4425936"/>
                <a:gd name="csY2" fmla="*/ 82186 h 3313991"/>
                <a:gd name="csX3" fmla="*/ 3555002 w 4425936"/>
                <a:gd name="csY3" fmla="*/ 134102 h 3313991"/>
                <a:gd name="csX4" fmla="*/ 4425936 w 4425936"/>
                <a:gd name="csY4" fmla="*/ 939649 h 3313991"/>
                <a:gd name="csX5" fmla="*/ 2378375 w 4425936"/>
                <a:gd name="csY5" fmla="*/ 1694951 h 3313991"/>
                <a:gd name="csX6" fmla="*/ 377 w 4425936"/>
                <a:gd name="csY6" fmla="*/ 3306034 h 3313991"/>
                <a:gd name="csX0" fmla="*/ 377 w 4472878"/>
                <a:gd name="csY0" fmla="*/ 3303952 h 3311947"/>
                <a:gd name="csX1" fmla="*/ 2198008 w 4472878"/>
                <a:gd name="csY1" fmla="*/ 954324 h 3311947"/>
                <a:gd name="csX2" fmla="*/ 2685656 w 4472878"/>
                <a:gd name="csY2" fmla="*/ 80104 h 3311947"/>
                <a:gd name="csX3" fmla="*/ 3555002 w 4472878"/>
                <a:gd name="csY3" fmla="*/ 132020 h 3311947"/>
                <a:gd name="csX4" fmla="*/ 4472878 w 4472878"/>
                <a:gd name="csY4" fmla="*/ 895700 h 3311947"/>
                <a:gd name="csX5" fmla="*/ 2378375 w 4472878"/>
                <a:gd name="csY5" fmla="*/ 1692869 h 3311947"/>
                <a:gd name="csX6" fmla="*/ 377 w 4472878"/>
                <a:gd name="csY6" fmla="*/ 3303952 h 3311947"/>
                <a:gd name="csX0" fmla="*/ 377 w 4472878"/>
                <a:gd name="csY0" fmla="*/ 3489034 h 3497029"/>
                <a:gd name="csX1" fmla="*/ 2198008 w 4472878"/>
                <a:gd name="csY1" fmla="*/ 1139406 h 3497029"/>
                <a:gd name="csX2" fmla="*/ 2685656 w 4472878"/>
                <a:gd name="csY2" fmla="*/ 265186 h 3497029"/>
                <a:gd name="csX3" fmla="*/ 3742770 w 4472878"/>
                <a:gd name="csY3" fmla="*/ 49148 h 3497029"/>
                <a:gd name="csX4" fmla="*/ 4472878 w 4472878"/>
                <a:gd name="csY4" fmla="*/ 1080782 h 3497029"/>
                <a:gd name="csX5" fmla="*/ 2378375 w 4472878"/>
                <a:gd name="csY5" fmla="*/ 1877951 h 3497029"/>
                <a:gd name="csX6" fmla="*/ 377 w 4472878"/>
                <a:gd name="csY6" fmla="*/ 3489034 h 3497029"/>
                <a:gd name="csX0" fmla="*/ 377 w 4482266"/>
                <a:gd name="csY0" fmla="*/ 3489034 h 3497029"/>
                <a:gd name="csX1" fmla="*/ 2198008 w 4482266"/>
                <a:gd name="csY1" fmla="*/ 1139406 h 3497029"/>
                <a:gd name="csX2" fmla="*/ 2685656 w 4482266"/>
                <a:gd name="csY2" fmla="*/ 265186 h 3497029"/>
                <a:gd name="csX3" fmla="*/ 3742770 w 4482266"/>
                <a:gd name="csY3" fmla="*/ 49148 h 3497029"/>
                <a:gd name="csX4" fmla="*/ 4482266 w 4482266"/>
                <a:gd name="csY4" fmla="*/ 1080782 h 3497029"/>
                <a:gd name="csX5" fmla="*/ 2378375 w 4482266"/>
                <a:gd name="csY5" fmla="*/ 1877951 h 3497029"/>
                <a:gd name="csX6" fmla="*/ 377 w 4482266"/>
                <a:gd name="csY6" fmla="*/ 3489034 h 3497029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10188 w 4492077"/>
                <a:gd name="csY0" fmla="*/ 3488052 h 3497366"/>
                <a:gd name="csX1" fmla="*/ 1804118 w 4492077"/>
                <a:gd name="csY1" fmla="*/ 1096559 h 3497366"/>
                <a:gd name="csX2" fmla="*/ 2695467 w 4492077"/>
                <a:gd name="csY2" fmla="*/ 264204 h 3497366"/>
                <a:gd name="csX3" fmla="*/ 3752581 w 4492077"/>
                <a:gd name="csY3" fmla="*/ 48166 h 3497366"/>
                <a:gd name="csX4" fmla="*/ 4492077 w 4492077"/>
                <a:gd name="csY4" fmla="*/ 1079800 h 3497366"/>
                <a:gd name="csX5" fmla="*/ 2688616 w 4492077"/>
                <a:gd name="csY5" fmla="*/ 1893718 h 3497366"/>
                <a:gd name="csX6" fmla="*/ 10188 w 4492077"/>
                <a:gd name="csY6" fmla="*/ 3488052 h 3497366"/>
                <a:gd name="csX0" fmla="*/ 10188 w 4492077"/>
                <a:gd name="csY0" fmla="*/ 3488052 h 3500595"/>
                <a:gd name="csX1" fmla="*/ 1804118 w 4492077"/>
                <a:gd name="csY1" fmla="*/ 1096559 h 3500595"/>
                <a:gd name="csX2" fmla="*/ 2695467 w 4492077"/>
                <a:gd name="csY2" fmla="*/ 264204 h 3500595"/>
                <a:gd name="csX3" fmla="*/ 3752581 w 4492077"/>
                <a:gd name="csY3" fmla="*/ 48166 h 3500595"/>
                <a:gd name="csX4" fmla="*/ 4492077 w 4492077"/>
                <a:gd name="csY4" fmla="*/ 1079800 h 3500595"/>
                <a:gd name="csX5" fmla="*/ 2688616 w 4492077"/>
                <a:gd name="csY5" fmla="*/ 1893718 h 3500595"/>
                <a:gd name="csX6" fmla="*/ 10188 w 4492077"/>
                <a:gd name="csY6" fmla="*/ 3488052 h 3500595"/>
                <a:gd name="csX0" fmla="*/ 10188 w 4492077"/>
                <a:gd name="csY0" fmla="*/ 3488052 h 3500888"/>
                <a:gd name="csX1" fmla="*/ 1804118 w 4492077"/>
                <a:gd name="csY1" fmla="*/ 1096559 h 3500888"/>
                <a:gd name="csX2" fmla="*/ 2695467 w 4492077"/>
                <a:gd name="csY2" fmla="*/ 264204 h 3500888"/>
                <a:gd name="csX3" fmla="*/ 3752581 w 4492077"/>
                <a:gd name="csY3" fmla="*/ 48166 h 3500888"/>
                <a:gd name="csX4" fmla="*/ 4492077 w 4492077"/>
                <a:gd name="csY4" fmla="*/ 1079800 h 3500888"/>
                <a:gd name="csX5" fmla="*/ 2688616 w 4492077"/>
                <a:gd name="csY5" fmla="*/ 1893718 h 3500888"/>
                <a:gd name="csX6" fmla="*/ 10188 w 4492077"/>
                <a:gd name="csY6" fmla="*/ 3488052 h 3500888"/>
                <a:gd name="csX0" fmla="*/ 27731 w 3289130"/>
                <a:gd name="csY0" fmla="*/ 2449732 h 2473361"/>
                <a:gd name="csX1" fmla="*/ 601171 w 3289130"/>
                <a:gd name="csY1" fmla="*/ 1096559 h 2473361"/>
                <a:gd name="csX2" fmla="*/ 1492520 w 3289130"/>
                <a:gd name="csY2" fmla="*/ 264204 h 2473361"/>
                <a:gd name="csX3" fmla="*/ 2549634 w 3289130"/>
                <a:gd name="csY3" fmla="*/ 48166 h 2473361"/>
                <a:gd name="csX4" fmla="*/ 3289130 w 3289130"/>
                <a:gd name="csY4" fmla="*/ 1079800 h 2473361"/>
                <a:gd name="csX5" fmla="*/ 1485669 w 3289130"/>
                <a:gd name="csY5" fmla="*/ 1893718 h 2473361"/>
                <a:gd name="csX6" fmla="*/ 27731 w 3289130"/>
                <a:gd name="csY6" fmla="*/ 2449732 h 2473361"/>
                <a:gd name="csX0" fmla="*/ 367 w 3261766"/>
                <a:gd name="csY0" fmla="*/ 2449732 h 2449966"/>
                <a:gd name="csX1" fmla="*/ 573807 w 3261766"/>
                <a:gd name="csY1" fmla="*/ 1096559 h 2449966"/>
                <a:gd name="csX2" fmla="*/ 1465156 w 3261766"/>
                <a:gd name="csY2" fmla="*/ 264204 h 2449966"/>
                <a:gd name="csX3" fmla="*/ 2522270 w 3261766"/>
                <a:gd name="csY3" fmla="*/ 48166 h 2449966"/>
                <a:gd name="csX4" fmla="*/ 3261766 w 3261766"/>
                <a:gd name="csY4" fmla="*/ 1079800 h 2449966"/>
                <a:gd name="csX5" fmla="*/ 1458305 w 3261766"/>
                <a:gd name="csY5" fmla="*/ 1893718 h 2449966"/>
                <a:gd name="csX6" fmla="*/ 367 w 3261766"/>
                <a:gd name="csY6" fmla="*/ 2449732 h 2449966"/>
                <a:gd name="csX0" fmla="*/ 62959 w 3324358"/>
                <a:gd name="csY0" fmla="*/ 2449732 h 2487147"/>
                <a:gd name="csX1" fmla="*/ 636399 w 3324358"/>
                <a:gd name="csY1" fmla="*/ 1096559 h 2487147"/>
                <a:gd name="csX2" fmla="*/ 1527748 w 3324358"/>
                <a:gd name="csY2" fmla="*/ 264204 h 2487147"/>
                <a:gd name="csX3" fmla="*/ 2584862 w 3324358"/>
                <a:gd name="csY3" fmla="*/ 48166 h 2487147"/>
                <a:gd name="csX4" fmla="*/ 3324358 w 3324358"/>
                <a:gd name="csY4" fmla="*/ 1079800 h 2487147"/>
                <a:gd name="csX5" fmla="*/ 1520897 w 3324358"/>
                <a:gd name="csY5" fmla="*/ 1893718 h 2487147"/>
                <a:gd name="csX6" fmla="*/ 62959 w 3324358"/>
                <a:gd name="csY6" fmla="*/ 2449732 h 2487147"/>
                <a:gd name="csX0" fmla="*/ 38478 w 4482813"/>
                <a:gd name="csY0" fmla="*/ 3496425 h 3519813"/>
                <a:gd name="csX1" fmla="*/ 1794854 w 4482813"/>
                <a:gd name="csY1" fmla="*/ 1096559 h 3519813"/>
                <a:gd name="csX2" fmla="*/ 2686203 w 4482813"/>
                <a:gd name="csY2" fmla="*/ 264204 h 3519813"/>
                <a:gd name="csX3" fmla="*/ 3743317 w 4482813"/>
                <a:gd name="csY3" fmla="*/ 48166 h 3519813"/>
                <a:gd name="csX4" fmla="*/ 4482813 w 4482813"/>
                <a:gd name="csY4" fmla="*/ 1079800 h 3519813"/>
                <a:gd name="csX5" fmla="*/ 2679352 w 4482813"/>
                <a:gd name="csY5" fmla="*/ 1893718 h 3519813"/>
                <a:gd name="csX6" fmla="*/ 38478 w 4482813"/>
                <a:gd name="csY6" fmla="*/ 3496425 h 3519813"/>
                <a:gd name="csX0" fmla="*/ 9071 w 4453406"/>
                <a:gd name="csY0" fmla="*/ 3496425 h 3510301"/>
                <a:gd name="csX1" fmla="*/ 1765447 w 4453406"/>
                <a:gd name="csY1" fmla="*/ 1096559 h 3510301"/>
                <a:gd name="csX2" fmla="*/ 2656796 w 4453406"/>
                <a:gd name="csY2" fmla="*/ 264204 h 3510301"/>
                <a:gd name="csX3" fmla="*/ 3713910 w 4453406"/>
                <a:gd name="csY3" fmla="*/ 48166 h 3510301"/>
                <a:gd name="csX4" fmla="*/ 4453406 w 4453406"/>
                <a:gd name="csY4" fmla="*/ 1079800 h 3510301"/>
                <a:gd name="csX5" fmla="*/ 2649945 w 4453406"/>
                <a:gd name="csY5" fmla="*/ 1893718 h 3510301"/>
                <a:gd name="csX6" fmla="*/ 9071 w 4453406"/>
                <a:gd name="csY6" fmla="*/ 3496425 h 3510301"/>
                <a:gd name="csX0" fmla="*/ 9071 w 4453406"/>
                <a:gd name="csY0" fmla="*/ 3496425 h 3512169"/>
                <a:gd name="csX1" fmla="*/ 1765447 w 4453406"/>
                <a:gd name="csY1" fmla="*/ 1096559 h 3512169"/>
                <a:gd name="csX2" fmla="*/ 2656796 w 4453406"/>
                <a:gd name="csY2" fmla="*/ 264204 h 3512169"/>
                <a:gd name="csX3" fmla="*/ 3713910 w 4453406"/>
                <a:gd name="csY3" fmla="*/ 48166 h 3512169"/>
                <a:gd name="csX4" fmla="*/ 4453406 w 4453406"/>
                <a:gd name="csY4" fmla="*/ 1079800 h 3512169"/>
                <a:gd name="csX5" fmla="*/ 2649945 w 4453406"/>
                <a:gd name="csY5" fmla="*/ 1893718 h 3512169"/>
                <a:gd name="csX6" fmla="*/ 9071 w 4453406"/>
                <a:gd name="csY6" fmla="*/ 3496425 h 3512169"/>
                <a:gd name="csX0" fmla="*/ 9640 w 4453975"/>
                <a:gd name="csY0" fmla="*/ 3496425 h 3512169"/>
                <a:gd name="csX1" fmla="*/ 1766016 w 4453975"/>
                <a:gd name="csY1" fmla="*/ 1096559 h 3512169"/>
                <a:gd name="csX2" fmla="*/ 2657365 w 4453975"/>
                <a:gd name="csY2" fmla="*/ 264204 h 3512169"/>
                <a:gd name="csX3" fmla="*/ 3714479 w 4453975"/>
                <a:gd name="csY3" fmla="*/ 48166 h 3512169"/>
                <a:gd name="csX4" fmla="*/ 4453975 w 4453975"/>
                <a:gd name="csY4" fmla="*/ 1079800 h 3512169"/>
                <a:gd name="csX5" fmla="*/ 2650514 w 4453975"/>
                <a:gd name="csY5" fmla="*/ 1893718 h 3512169"/>
                <a:gd name="csX6" fmla="*/ 9640 w 4453975"/>
                <a:gd name="csY6" fmla="*/ 3496425 h 3512169"/>
                <a:gd name="csX0" fmla="*/ 9640 w 4453975"/>
                <a:gd name="csY0" fmla="*/ 3993467 h 4008123"/>
                <a:gd name="csX1" fmla="*/ 1766016 w 4453975"/>
                <a:gd name="csY1" fmla="*/ 1593601 h 4008123"/>
                <a:gd name="csX2" fmla="*/ 2601034 w 4453975"/>
                <a:gd name="csY2" fmla="*/ 41122 h 4008123"/>
                <a:gd name="csX3" fmla="*/ 3714479 w 4453975"/>
                <a:gd name="csY3" fmla="*/ 545208 h 4008123"/>
                <a:gd name="csX4" fmla="*/ 4453975 w 4453975"/>
                <a:gd name="csY4" fmla="*/ 1576842 h 4008123"/>
                <a:gd name="csX5" fmla="*/ 2650514 w 4453975"/>
                <a:gd name="csY5" fmla="*/ 2390760 h 4008123"/>
                <a:gd name="csX6" fmla="*/ 9640 w 4453975"/>
                <a:gd name="csY6" fmla="*/ 3993467 h 4008123"/>
                <a:gd name="csX0" fmla="*/ 9640 w 4453975"/>
                <a:gd name="csY0" fmla="*/ 3952894 h 3967550"/>
                <a:gd name="csX1" fmla="*/ 1766016 w 4453975"/>
                <a:gd name="csY1" fmla="*/ 1553028 h 3967550"/>
                <a:gd name="csX2" fmla="*/ 2601034 w 4453975"/>
                <a:gd name="csY2" fmla="*/ 549 h 3967550"/>
                <a:gd name="csX3" fmla="*/ 3714479 w 4453975"/>
                <a:gd name="csY3" fmla="*/ 504635 h 3967550"/>
                <a:gd name="csX4" fmla="*/ 4453975 w 4453975"/>
                <a:gd name="csY4" fmla="*/ 1536269 h 3967550"/>
                <a:gd name="csX5" fmla="*/ 2650514 w 4453975"/>
                <a:gd name="csY5" fmla="*/ 2350187 h 3967550"/>
                <a:gd name="csX6" fmla="*/ 9640 w 4453975"/>
                <a:gd name="csY6" fmla="*/ 3952894 h 3967550"/>
                <a:gd name="csX0" fmla="*/ 9640 w 4453975"/>
                <a:gd name="csY0" fmla="*/ 3952971 h 3968477"/>
                <a:gd name="csX1" fmla="*/ 1766016 w 4453975"/>
                <a:gd name="csY1" fmla="*/ 1553105 h 3968477"/>
                <a:gd name="csX2" fmla="*/ 2601034 w 4453975"/>
                <a:gd name="csY2" fmla="*/ 626 h 3968477"/>
                <a:gd name="csX3" fmla="*/ 3714479 w 4453975"/>
                <a:gd name="csY3" fmla="*/ 504712 h 3968477"/>
                <a:gd name="csX4" fmla="*/ 4453975 w 4453975"/>
                <a:gd name="csY4" fmla="*/ 1536346 h 3968477"/>
                <a:gd name="csX5" fmla="*/ 2650514 w 4453975"/>
                <a:gd name="csY5" fmla="*/ 2350264 h 3968477"/>
                <a:gd name="csX6" fmla="*/ 9640 w 4453975"/>
                <a:gd name="csY6" fmla="*/ 3952971 h 3968477"/>
                <a:gd name="csX0" fmla="*/ 9640 w 4517542"/>
                <a:gd name="csY0" fmla="*/ 4153948 h 4169453"/>
                <a:gd name="csX1" fmla="*/ 1766016 w 4517542"/>
                <a:gd name="csY1" fmla="*/ 1754082 h 4169453"/>
                <a:gd name="csX2" fmla="*/ 2601034 w 4517542"/>
                <a:gd name="csY2" fmla="*/ 201603 h 4169453"/>
                <a:gd name="csX3" fmla="*/ 4390442 w 4517542"/>
                <a:gd name="csY3" fmla="*/ 186529 h 4169453"/>
                <a:gd name="csX4" fmla="*/ 4453975 w 4517542"/>
                <a:gd name="csY4" fmla="*/ 1737323 h 4169453"/>
                <a:gd name="csX5" fmla="*/ 2650514 w 4517542"/>
                <a:gd name="csY5" fmla="*/ 2551241 h 4169453"/>
                <a:gd name="csX6" fmla="*/ 9640 w 4517542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719798"/>
                <a:gd name="csY0" fmla="*/ 4153948 h 4169453"/>
                <a:gd name="csX1" fmla="*/ 1766016 w 4719798"/>
                <a:gd name="csY1" fmla="*/ 1754082 h 4169453"/>
                <a:gd name="csX2" fmla="*/ 2601034 w 4719798"/>
                <a:gd name="csY2" fmla="*/ 201603 h 4169453"/>
                <a:gd name="csX3" fmla="*/ 4390442 w 4719798"/>
                <a:gd name="csY3" fmla="*/ 186529 h 4169453"/>
                <a:gd name="csX4" fmla="*/ 4453975 w 4719798"/>
                <a:gd name="csY4" fmla="*/ 1737323 h 4169453"/>
                <a:gd name="csX5" fmla="*/ 2650514 w 4719798"/>
                <a:gd name="csY5" fmla="*/ 2551241 h 4169453"/>
                <a:gd name="csX6" fmla="*/ 9640 w 4719798"/>
                <a:gd name="csY6" fmla="*/ 4153948 h 4169453"/>
                <a:gd name="csX0" fmla="*/ 9640 w 4684091"/>
                <a:gd name="csY0" fmla="*/ 4153948 h 4169453"/>
                <a:gd name="csX1" fmla="*/ 1766016 w 4684091"/>
                <a:gd name="csY1" fmla="*/ 1754082 h 4169453"/>
                <a:gd name="csX2" fmla="*/ 2601034 w 4684091"/>
                <a:gd name="csY2" fmla="*/ 201603 h 4169453"/>
                <a:gd name="csX3" fmla="*/ 4390442 w 4684091"/>
                <a:gd name="csY3" fmla="*/ 186529 h 4169453"/>
                <a:gd name="csX4" fmla="*/ 4453975 w 4684091"/>
                <a:gd name="csY4" fmla="*/ 1737323 h 4169453"/>
                <a:gd name="csX5" fmla="*/ 2650514 w 4684091"/>
                <a:gd name="csY5" fmla="*/ 2551241 h 4169453"/>
                <a:gd name="csX6" fmla="*/ 9640 w 4684091"/>
                <a:gd name="csY6" fmla="*/ 4153948 h 4169453"/>
                <a:gd name="csX0" fmla="*/ 9640 w 4747938"/>
                <a:gd name="csY0" fmla="*/ 4153948 h 4169453"/>
                <a:gd name="csX1" fmla="*/ 1766016 w 4747938"/>
                <a:gd name="csY1" fmla="*/ 1754082 h 4169453"/>
                <a:gd name="csX2" fmla="*/ 2601034 w 4747938"/>
                <a:gd name="csY2" fmla="*/ 201603 h 4169453"/>
                <a:gd name="csX3" fmla="*/ 4390442 w 4747938"/>
                <a:gd name="csY3" fmla="*/ 186529 h 4169453"/>
                <a:gd name="csX4" fmla="*/ 4453975 w 4747938"/>
                <a:gd name="csY4" fmla="*/ 1737323 h 4169453"/>
                <a:gd name="csX5" fmla="*/ 2650514 w 4747938"/>
                <a:gd name="csY5" fmla="*/ 2551241 h 4169453"/>
                <a:gd name="csX6" fmla="*/ 9640 w 4747938"/>
                <a:gd name="csY6" fmla="*/ 4153948 h 4169453"/>
                <a:gd name="csX0" fmla="*/ 9640 w 4747938"/>
                <a:gd name="csY0" fmla="*/ 4205765 h 4221270"/>
                <a:gd name="csX1" fmla="*/ 1766016 w 4747938"/>
                <a:gd name="csY1" fmla="*/ 1805899 h 4221270"/>
                <a:gd name="csX2" fmla="*/ 2601034 w 4747938"/>
                <a:gd name="csY2" fmla="*/ 253420 h 4221270"/>
                <a:gd name="csX3" fmla="*/ 4390442 w 4747938"/>
                <a:gd name="csY3" fmla="*/ 238346 h 4221270"/>
                <a:gd name="csX4" fmla="*/ 4453975 w 4747938"/>
                <a:gd name="csY4" fmla="*/ 1789140 h 4221270"/>
                <a:gd name="csX5" fmla="*/ 2650514 w 4747938"/>
                <a:gd name="csY5" fmla="*/ 2603058 h 4221270"/>
                <a:gd name="csX6" fmla="*/ 9640 w 4747938"/>
                <a:gd name="csY6" fmla="*/ 4205765 h 4221270"/>
                <a:gd name="csX0" fmla="*/ 9640 w 4769359"/>
                <a:gd name="csY0" fmla="*/ 4189897 h 4205402"/>
                <a:gd name="csX1" fmla="*/ 1766016 w 4769359"/>
                <a:gd name="csY1" fmla="*/ 1790031 h 4205402"/>
                <a:gd name="csX2" fmla="*/ 2601034 w 4769359"/>
                <a:gd name="csY2" fmla="*/ 237552 h 4205402"/>
                <a:gd name="csX3" fmla="*/ 4446772 w 4769359"/>
                <a:gd name="csY3" fmla="*/ 163863 h 4205402"/>
                <a:gd name="csX4" fmla="*/ 4453975 w 4769359"/>
                <a:gd name="csY4" fmla="*/ 1773272 h 4205402"/>
                <a:gd name="csX5" fmla="*/ 2650514 w 4769359"/>
                <a:gd name="csY5" fmla="*/ 2587190 h 4205402"/>
                <a:gd name="csX6" fmla="*/ 9640 w 4769359"/>
                <a:gd name="csY6" fmla="*/ 4189897 h 4205402"/>
                <a:gd name="csX0" fmla="*/ 9640 w 4747938"/>
                <a:gd name="csY0" fmla="*/ 4212142 h 4227647"/>
                <a:gd name="csX1" fmla="*/ 1766016 w 4747938"/>
                <a:gd name="csY1" fmla="*/ 1812276 h 4227647"/>
                <a:gd name="csX2" fmla="*/ 2601034 w 4747938"/>
                <a:gd name="csY2" fmla="*/ 259797 h 4227647"/>
                <a:gd name="csX3" fmla="*/ 4390441 w 4747938"/>
                <a:gd name="csY3" fmla="*/ 152614 h 4227647"/>
                <a:gd name="csX4" fmla="*/ 4453975 w 4747938"/>
                <a:gd name="csY4" fmla="*/ 1795517 h 4227647"/>
                <a:gd name="csX5" fmla="*/ 2650514 w 4747938"/>
                <a:gd name="csY5" fmla="*/ 2609435 h 4227647"/>
                <a:gd name="csX6" fmla="*/ 9640 w 4747938"/>
                <a:gd name="csY6" fmla="*/ 4212142 h 4227647"/>
                <a:gd name="csX0" fmla="*/ 8567 w 4746865"/>
                <a:gd name="csY0" fmla="*/ 4212143 h 4219435"/>
                <a:gd name="csX1" fmla="*/ 1745271 w 4746865"/>
                <a:gd name="csY1" fmla="*/ 1812279 h 4219435"/>
                <a:gd name="csX2" fmla="*/ 2599961 w 4746865"/>
                <a:gd name="csY2" fmla="*/ 259798 h 4219435"/>
                <a:gd name="csX3" fmla="*/ 4389368 w 4746865"/>
                <a:gd name="csY3" fmla="*/ 152615 h 4219435"/>
                <a:gd name="csX4" fmla="*/ 4452902 w 4746865"/>
                <a:gd name="csY4" fmla="*/ 1795518 h 4219435"/>
                <a:gd name="csX5" fmla="*/ 2649441 w 4746865"/>
                <a:gd name="csY5" fmla="*/ 2609436 h 4219435"/>
                <a:gd name="csX6" fmla="*/ 8567 w 4746865"/>
                <a:gd name="csY6" fmla="*/ 4212143 h 4219435"/>
                <a:gd name="csX0" fmla="*/ 8451 w 4746749"/>
                <a:gd name="csY0" fmla="*/ 4212143 h 4219813"/>
                <a:gd name="csX1" fmla="*/ 1745155 w 4746749"/>
                <a:gd name="csY1" fmla="*/ 1812279 h 4219813"/>
                <a:gd name="csX2" fmla="*/ 2599845 w 4746749"/>
                <a:gd name="csY2" fmla="*/ 259798 h 4219813"/>
                <a:gd name="csX3" fmla="*/ 4389252 w 4746749"/>
                <a:gd name="csY3" fmla="*/ 152615 h 4219813"/>
                <a:gd name="csX4" fmla="*/ 4452786 w 4746749"/>
                <a:gd name="csY4" fmla="*/ 1795518 h 4219813"/>
                <a:gd name="csX5" fmla="*/ 2642769 w 4746749"/>
                <a:gd name="csY5" fmla="*/ 2626986 h 4219813"/>
                <a:gd name="csX6" fmla="*/ 8451 w 4746749"/>
                <a:gd name="csY6" fmla="*/ 4212143 h 4219813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594 w 4746892"/>
                <a:gd name="csY0" fmla="*/ 4213311 h 4220527"/>
                <a:gd name="csX1" fmla="*/ 1738740 w 4746892"/>
                <a:gd name="csY1" fmla="*/ 1836843 h 4220527"/>
                <a:gd name="csX2" fmla="*/ 2599988 w 4746892"/>
                <a:gd name="csY2" fmla="*/ 260966 h 4220527"/>
                <a:gd name="csX3" fmla="*/ 4389395 w 4746892"/>
                <a:gd name="csY3" fmla="*/ 153783 h 4220527"/>
                <a:gd name="csX4" fmla="*/ 4452929 w 4746892"/>
                <a:gd name="csY4" fmla="*/ 1796686 h 4220527"/>
                <a:gd name="csX5" fmla="*/ 2642912 w 4746892"/>
                <a:gd name="csY5" fmla="*/ 2628154 h 4220527"/>
                <a:gd name="csX6" fmla="*/ 8594 w 4746892"/>
                <a:gd name="csY6" fmla="*/ 4213311 h 4220527"/>
                <a:gd name="csX0" fmla="*/ 8594 w 4693867"/>
                <a:gd name="csY0" fmla="*/ 4136922 h 4144138"/>
                <a:gd name="csX1" fmla="*/ 1738740 w 4693867"/>
                <a:gd name="csY1" fmla="*/ 1760454 h 4144138"/>
                <a:gd name="csX2" fmla="*/ 2599988 w 4693867"/>
                <a:gd name="csY2" fmla="*/ 184577 h 4144138"/>
                <a:gd name="csX3" fmla="*/ 4389395 w 4693867"/>
                <a:gd name="csY3" fmla="*/ 77394 h 4144138"/>
                <a:gd name="csX4" fmla="*/ 4452929 w 4693867"/>
                <a:gd name="csY4" fmla="*/ 1720297 h 4144138"/>
                <a:gd name="csX5" fmla="*/ 2642912 w 4693867"/>
                <a:gd name="csY5" fmla="*/ 2551765 h 4144138"/>
                <a:gd name="csX6" fmla="*/ 8594 w 4693867"/>
                <a:gd name="csY6" fmla="*/ 4136922 h 4144138"/>
                <a:gd name="csX0" fmla="*/ 8594 w 4699247"/>
                <a:gd name="csY0" fmla="*/ 4098901 h 4106117"/>
                <a:gd name="csX1" fmla="*/ 1738740 w 4699247"/>
                <a:gd name="csY1" fmla="*/ 1722433 h 4106117"/>
                <a:gd name="csX2" fmla="*/ 2599988 w 4699247"/>
                <a:gd name="csY2" fmla="*/ 146556 h 4106117"/>
                <a:gd name="csX3" fmla="*/ 4409070 w 4699247"/>
                <a:gd name="csY3" fmla="*/ 115412 h 4106117"/>
                <a:gd name="csX4" fmla="*/ 4452929 w 4699247"/>
                <a:gd name="csY4" fmla="*/ 1682276 h 4106117"/>
                <a:gd name="csX5" fmla="*/ 2642912 w 4699247"/>
                <a:gd name="csY5" fmla="*/ 2513744 h 4106117"/>
                <a:gd name="csX6" fmla="*/ 8594 w 4699247"/>
                <a:gd name="csY6" fmla="*/ 4098901 h 4106117"/>
                <a:gd name="csX0" fmla="*/ 8594 w 4703971"/>
                <a:gd name="csY0" fmla="*/ 4107920 h 4115136"/>
                <a:gd name="csX1" fmla="*/ 1738740 w 4703971"/>
                <a:gd name="csY1" fmla="*/ 1731452 h 4115136"/>
                <a:gd name="csX2" fmla="*/ 2599988 w 4703971"/>
                <a:gd name="csY2" fmla="*/ 155575 h 4115136"/>
                <a:gd name="csX3" fmla="*/ 4409070 w 4703971"/>
                <a:gd name="csY3" fmla="*/ 124431 h 4115136"/>
                <a:gd name="csX4" fmla="*/ 4452929 w 4703971"/>
                <a:gd name="csY4" fmla="*/ 1691295 h 4115136"/>
                <a:gd name="csX5" fmla="*/ 2642912 w 4703971"/>
                <a:gd name="csY5" fmla="*/ 2522763 h 4115136"/>
                <a:gd name="csX6" fmla="*/ 8594 w 4703971"/>
                <a:gd name="csY6" fmla="*/ 4107920 h 4115136"/>
                <a:gd name="csX0" fmla="*/ 8594 w 4703971"/>
                <a:gd name="csY0" fmla="*/ 4195888 h 4203104"/>
                <a:gd name="csX1" fmla="*/ 1738740 w 4703971"/>
                <a:gd name="csY1" fmla="*/ 1819420 h 4203104"/>
                <a:gd name="csX2" fmla="*/ 2599988 w 4703971"/>
                <a:gd name="csY2" fmla="*/ 243543 h 4203104"/>
                <a:gd name="csX3" fmla="*/ 4409070 w 4703971"/>
                <a:gd name="csY3" fmla="*/ 212399 h 4203104"/>
                <a:gd name="csX4" fmla="*/ 4452929 w 4703971"/>
                <a:gd name="csY4" fmla="*/ 1779263 h 4203104"/>
                <a:gd name="csX5" fmla="*/ 2642912 w 4703971"/>
                <a:gd name="csY5" fmla="*/ 2610731 h 4203104"/>
                <a:gd name="csX6" fmla="*/ 8594 w 4703971"/>
                <a:gd name="csY6" fmla="*/ 4195888 h 4203104"/>
                <a:gd name="csX0" fmla="*/ 8594 w 4703971"/>
                <a:gd name="csY0" fmla="*/ 4213778 h 4220994"/>
                <a:gd name="csX1" fmla="*/ 1738740 w 4703971"/>
                <a:gd name="csY1" fmla="*/ 1837310 h 4220994"/>
                <a:gd name="csX2" fmla="*/ 2599988 w 4703971"/>
                <a:gd name="csY2" fmla="*/ 261433 h 4220994"/>
                <a:gd name="csX3" fmla="*/ 4409070 w 4703971"/>
                <a:gd name="csY3" fmla="*/ 230289 h 4220994"/>
                <a:gd name="csX4" fmla="*/ 4452929 w 4703971"/>
                <a:gd name="csY4" fmla="*/ 1797153 h 4220994"/>
                <a:gd name="csX5" fmla="*/ 2642912 w 4703971"/>
                <a:gd name="csY5" fmla="*/ 2628621 h 4220994"/>
                <a:gd name="csX6" fmla="*/ 8594 w 4703971"/>
                <a:gd name="csY6" fmla="*/ 4213778 h 4220994"/>
                <a:gd name="csX0" fmla="*/ 8594 w 4855548"/>
                <a:gd name="csY0" fmla="*/ 4390510 h 4397726"/>
                <a:gd name="csX1" fmla="*/ 1738740 w 4855548"/>
                <a:gd name="csY1" fmla="*/ 2014042 h 4397726"/>
                <a:gd name="csX2" fmla="*/ 2599988 w 4855548"/>
                <a:gd name="csY2" fmla="*/ 438165 h 4397726"/>
                <a:gd name="csX3" fmla="*/ 4756647 w 4855548"/>
                <a:gd name="csY3" fmla="*/ 26825 h 4397726"/>
                <a:gd name="csX4" fmla="*/ 4452929 w 4855548"/>
                <a:gd name="csY4" fmla="*/ 1973885 h 4397726"/>
                <a:gd name="csX5" fmla="*/ 2642912 w 4855548"/>
                <a:gd name="csY5" fmla="*/ 2805353 h 4397726"/>
                <a:gd name="csX6" fmla="*/ 8594 w 4855548"/>
                <a:gd name="csY6" fmla="*/ 4390510 h 4397726"/>
                <a:gd name="csX0" fmla="*/ 8594 w 5018748"/>
                <a:gd name="csY0" fmla="*/ 4545598 h 4552814"/>
                <a:gd name="csX1" fmla="*/ 1738740 w 5018748"/>
                <a:gd name="csY1" fmla="*/ 2169130 h 4552814"/>
                <a:gd name="csX2" fmla="*/ 2599988 w 5018748"/>
                <a:gd name="csY2" fmla="*/ 593253 h 4552814"/>
                <a:gd name="csX3" fmla="*/ 4973062 w 5018748"/>
                <a:gd name="csY3" fmla="*/ 18136 h 4552814"/>
                <a:gd name="csX4" fmla="*/ 4452929 w 5018748"/>
                <a:gd name="csY4" fmla="*/ 2128973 h 4552814"/>
                <a:gd name="csX5" fmla="*/ 2642912 w 5018748"/>
                <a:gd name="csY5" fmla="*/ 2960441 h 4552814"/>
                <a:gd name="csX6" fmla="*/ 8594 w 5018748"/>
                <a:gd name="csY6" fmla="*/ 4545598 h 4552814"/>
                <a:gd name="csX0" fmla="*/ 8594 w 5002691"/>
                <a:gd name="csY0" fmla="*/ 4537753 h 4544969"/>
                <a:gd name="csX1" fmla="*/ 1738740 w 5002691"/>
                <a:gd name="csY1" fmla="*/ 2161285 h 4544969"/>
                <a:gd name="csX2" fmla="*/ 2599988 w 5002691"/>
                <a:gd name="csY2" fmla="*/ 585408 h 4544969"/>
                <a:gd name="csX3" fmla="*/ 4973062 w 5002691"/>
                <a:gd name="csY3" fmla="*/ 10291 h 4544969"/>
                <a:gd name="csX4" fmla="*/ 4452929 w 5002691"/>
                <a:gd name="csY4" fmla="*/ 2121128 h 4544969"/>
                <a:gd name="csX5" fmla="*/ 2642912 w 5002691"/>
                <a:gd name="csY5" fmla="*/ 2952596 h 4544969"/>
                <a:gd name="csX6" fmla="*/ 8594 w 5002691"/>
                <a:gd name="csY6" fmla="*/ 4537753 h 4544969"/>
                <a:gd name="csX0" fmla="*/ 8594 w 4705059"/>
                <a:gd name="csY0" fmla="*/ 4122711 h 4129927"/>
                <a:gd name="csX1" fmla="*/ 1738740 w 4705059"/>
                <a:gd name="csY1" fmla="*/ 1746243 h 4129927"/>
                <a:gd name="csX2" fmla="*/ 2599988 w 4705059"/>
                <a:gd name="csY2" fmla="*/ 170366 h 4129927"/>
                <a:gd name="csX3" fmla="*/ 4446032 w 4705059"/>
                <a:gd name="csY3" fmla="*/ 89415 h 4129927"/>
                <a:gd name="csX4" fmla="*/ 4452929 w 4705059"/>
                <a:gd name="csY4" fmla="*/ 1706086 h 4129927"/>
                <a:gd name="csX5" fmla="*/ 2642912 w 4705059"/>
                <a:gd name="csY5" fmla="*/ 2537554 h 4129927"/>
                <a:gd name="csX6" fmla="*/ 8594 w 4705059"/>
                <a:gd name="csY6" fmla="*/ 4122711 h 4129927"/>
                <a:gd name="csX0" fmla="*/ 8594 w 4596663"/>
                <a:gd name="csY0" fmla="*/ 4215533 h 4224499"/>
                <a:gd name="csX1" fmla="*/ 1738740 w 4596663"/>
                <a:gd name="csY1" fmla="*/ 1839065 h 4224499"/>
                <a:gd name="csX2" fmla="*/ 2599988 w 4596663"/>
                <a:gd name="csY2" fmla="*/ 263188 h 4224499"/>
                <a:gd name="csX3" fmla="*/ 4446032 w 4596663"/>
                <a:gd name="csY3" fmla="*/ 182237 h 4224499"/>
                <a:gd name="csX4" fmla="*/ 4129398 w 4596663"/>
                <a:gd name="csY4" fmla="*/ 2079669 h 4224499"/>
                <a:gd name="csX5" fmla="*/ 2642912 w 4596663"/>
                <a:gd name="csY5" fmla="*/ 2630376 h 4224499"/>
                <a:gd name="csX6" fmla="*/ 8594 w 4596663"/>
                <a:gd name="csY6" fmla="*/ 4215533 h 4224499"/>
                <a:gd name="csX0" fmla="*/ 10635 w 4618520"/>
                <a:gd name="csY0" fmla="*/ 4140860 h 4149826"/>
                <a:gd name="csX1" fmla="*/ 1740781 w 4618520"/>
                <a:gd name="csY1" fmla="*/ 1764392 h 4149826"/>
                <a:gd name="csX2" fmla="*/ 2330962 w 4618520"/>
                <a:gd name="csY2" fmla="*/ 399085 h 4149826"/>
                <a:gd name="csX3" fmla="*/ 4448073 w 4618520"/>
                <a:gd name="csY3" fmla="*/ 107564 h 4149826"/>
                <a:gd name="csX4" fmla="*/ 4131439 w 4618520"/>
                <a:gd name="csY4" fmla="*/ 2004996 h 4149826"/>
                <a:gd name="csX5" fmla="*/ 2644953 w 4618520"/>
                <a:gd name="csY5" fmla="*/ 2555703 h 4149826"/>
                <a:gd name="csX6" fmla="*/ 10635 w 4618520"/>
                <a:gd name="csY6" fmla="*/ 4140860 h 4149826"/>
                <a:gd name="csX0" fmla="*/ 2473 w 4610358"/>
                <a:gd name="csY0" fmla="*/ 4148168 h 4152706"/>
                <a:gd name="csX1" fmla="*/ 2161081 w 4610358"/>
                <a:gd name="csY1" fmla="*/ 2013468 h 4152706"/>
                <a:gd name="csX2" fmla="*/ 2322800 w 4610358"/>
                <a:gd name="csY2" fmla="*/ 406393 h 4152706"/>
                <a:gd name="csX3" fmla="*/ 4439911 w 4610358"/>
                <a:gd name="csY3" fmla="*/ 114872 h 4152706"/>
                <a:gd name="csX4" fmla="*/ 4123277 w 4610358"/>
                <a:gd name="csY4" fmla="*/ 2012304 h 4152706"/>
                <a:gd name="csX5" fmla="*/ 2636791 w 4610358"/>
                <a:gd name="csY5" fmla="*/ 2563011 h 4152706"/>
                <a:gd name="csX6" fmla="*/ 2473 w 4610358"/>
                <a:gd name="csY6" fmla="*/ 4148168 h 4152706"/>
                <a:gd name="csX0" fmla="*/ 400 w 4608285"/>
                <a:gd name="csY0" fmla="*/ 4148168 h 4148397"/>
                <a:gd name="csX1" fmla="*/ 2159008 w 4608285"/>
                <a:gd name="csY1" fmla="*/ 2013468 h 4148397"/>
                <a:gd name="csX2" fmla="*/ 2320727 w 4608285"/>
                <a:gd name="csY2" fmla="*/ 406393 h 4148397"/>
                <a:gd name="csX3" fmla="*/ 4437838 w 4608285"/>
                <a:gd name="csY3" fmla="*/ 114872 h 4148397"/>
                <a:gd name="csX4" fmla="*/ 4121204 w 4608285"/>
                <a:gd name="csY4" fmla="*/ 2012304 h 4148397"/>
                <a:gd name="csX5" fmla="*/ 2346163 w 4608285"/>
                <a:gd name="csY5" fmla="*/ 2149669 h 4148397"/>
                <a:gd name="csX6" fmla="*/ 400 w 4608285"/>
                <a:gd name="csY6" fmla="*/ 4148168 h 4148397"/>
                <a:gd name="csX0" fmla="*/ 400 w 4547161"/>
                <a:gd name="csY0" fmla="*/ 4069645 h 4069874"/>
                <a:gd name="csX1" fmla="*/ 2159008 w 4547161"/>
                <a:gd name="csY1" fmla="*/ 1934945 h 4069874"/>
                <a:gd name="csX2" fmla="*/ 2320727 w 4547161"/>
                <a:gd name="csY2" fmla="*/ 327870 h 4069874"/>
                <a:gd name="csX3" fmla="*/ 4437838 w 4547161"/>
                <a:gd name="csY3" fmla="*/ 36349 h 4069874"/>
                <a:gd name="csX4" fmla="*/ 4121204 w 4547161"/>
                <a:gd name="csY4" fmla="*/ 1933781 h 4069874"/>
                <a:gd name="csX5" fmla="*/ 2346163 w 4547161"/>
                <a:gd name="csY5" fmla="*/ 2071146 h 4069874"/>
                <a:gd name="csX6" fmla="*/ 400 w 4547161"/>
                <a:gd name="csY6" fmla="*/ 4069645 h 4069874"/>
                <a:gd name="csX0" fmla="*/ 536 w 3991476"/>
                <a:gd name="csY0" fmla="*/ 3539321 h 3539632"/>
                <a:gd name="csX1" fmla="*/ 1603323 w 3991476"/>
                <a:gd name="csY1" fmla="*/ 1934945 h 3539632"/>
                <a:gd name="csX2" fmla="*/ 1765042 w 3991476"/>
                <a:gd name="csY2" fmla="*/ 327870 h 3539632"/>
                <a:gd name="csX3" fmla="*/ 3882153 w 3991476"/>
                <a:gd name="csY3" fmla="*/ 36349 h 3539632"/>
                <a:gd name="csX4" fmla="*/ 3565519 w 3991476"/>
                <a:gd name="csY4" fmla="*/ 1933781 h 3539632"/>
                <a:gd name="csX5" fmla="*/ 1790478 w 3991476"/>
                <a:gd name="csY5" fmla="*/ 2071146 h 3539632"/>
                <a:gd name="csX6" fmla="*/ 536 w 3991476"/>
                <a:gd name="csY6" fmla="*/ 3539321 h 3539632"/>
                <a:gd name="csX0" fmla="*/ 527 w 4017318"/>
                <a:gd name="csY0" fmla="*/ 3573908 h 3574212"/>
                <a:gd name="csX1" fmla="*/ 1629165 w 4017318"/>
                <a:gd name="csY1" fmla="*/ 1934945 h 3574212"/>
                <a:gd name="csX2" fmla="*/ 1790884 w 4017318"/>
                <a:gd name="csY2" fmla="*/ 327870 h 3574212"/>
                <a:gd name="csX3" fmla="*/ 3907995 w 4017318"/>
                <a:gd name="csY3" fmla="*/ 36349 h 3574212"/>
                <a:gd name="csX4" fmla="*/ 3591361 w 4017318"/>
                <a:gd name="csY4" fmla="*/ 1933781 h 3574212"/>
                <a:gd name="csX5" fmla="*/ 1816320 w 4017318"/>
                <a:gd name="csY5" fmla="*/ 2071146 h 3574212"/>
                <a:gd name="csX6" fmla="*/ 527 w 4017318"/>
                <a:gd name="csY6" fmla="*/ 3573908 h 3574212"/>
                <a:gd name="csX0" fmla="*/ 3641 w 4020432"/>
                <a:gd name="csY0" fmla="*/ 3573908 h 3577567"/>
                <a:gd name="csX1" fmla="*/ 1632279 w 4020432"/>
                <a:gd name="csY1" fmla="*/ 1934945 h 3577567"/>
                <a:gd name="csX2" fmla="*/ 1793998 w 4020432"/>
                <a:gd name="csY2" fmla="*/ 327870 h 3577567"/>
                <a:gd name="csX3" fmla="*/ 3911109 w 4020432"/>
                <a:gd name="csY3" fmla="*/ 36349 h 3577567"/>
                <a:gd name="csX4" fmla="*/ 3594475 w 4020432"/>
                <a:gd name="csY4" fmla="*/ 1933781 h 3577567"/>
                <a:gd name="csX5" fmla="*/ 1819434 w 4020432"/>
                <a:gd name="csY5" fmla="*/ 2071146 h 3577567"/>
                <a:gd name="csX6" fmla="*/ 3641 w 4020432"/>
                <a:gd name="csY6" fmla="*/ 3573908 h 3577567"/>
                <a:gd name="csX0" fmla="*/ 11923 w 4028714"/>
                <a:gd name="csY0" fmla="*/ 3573908 h 3583559"/>
                <a:gd name="csX1" fmla="*/ 1640561 w 4028714"/>
                <a:gd name="csY1" fmla="*/ 1934945 h 3583559"/>
                <a:gd name="csX2" fmla="*/ 1802280 w 4028714"/>
                <a:gd name="csY2" fmla="*/ 327870 h 3583559"/>
                <a:gd name="csX3" fmla="*/ 3919391 w 4028714"/>
                <a:gd name="csY3" fmla="*/ 36349 h 3583559"/>
                <a:gd name="csX4" fmla="*/ 3602757 w 4028714"/>
                <a:gd name="csY4" fmla="*/ 1933781 h 3583559"/>
                <a:gd name="csX5" fmla="*/ 1827716 w 4028714"/>
                <a:gd name="csY5" fmla="*/ 2071146 h 3583559"/>
                <a:gd name="csX6" fmla="*/ 11923 w 4028714"/>
                <a:gd name="csY6" fmla="*/ 3573908 h 3583559"/>
                <a:gd name="csX0" fmla="*/ 1130 w 4017921"/>
                <a:gd name="csY0" fmla="*/ 3573908 h 3577714"/>
                <a:gd name="csX1" fmla="*/ 1629768 w 4017921"/>
                <a:gd name="csY1" fmla="*/ 1934945 h 3577714"/>
                <a:gd name="csX2" fmla="*/ 1791487 w 4017921"/>
                <a:gd name="csY2" fmla="*/ 327870 h 3577714"/>
                <a:gd name="csX3" fmla="*/ 3908598 w 4017921"/>
                <a:gd name="csY3" fmla="*/ 36349 h 3577714"/>
                <a:gd name="csX4" fmla="*/ 3591964 w 4017921"/>
                <a:gd name="csY4" fmla="*/ 1933781 h 3577714"/>
                <a:gd name="csX5" fmla="*/ 1906115 w 4017921"/>
                <a:gd name="csY5" fmla="*/ 2373434 h 3577714"/>
                <a:gd name="csX6" fmla="*/ 1130 w 4017921"/>
                <a:gd name="csY6" fmla="*/ 3573908 h 3577714"/>
                <a:gd name="csX0" fmla="*/ 434 w 4017225"/>
                <a:gd name="csY0" fmla="*/ 3573908 h 3574428"/>
                <a:gd name="csX1" fmla="*/ 1629072 w 4017225"/>
                <a:gd name="csY1" fmla="*/ 1934945 h 3574428"/>
                <a:gd name="csX2" fmla="*/ 1790791 w 4017225"/>
                <a:gd name="csY2" fmla="*/ 327870 h 3574428"/>
                <a:gd name="csX3" fmla="*/ 3907902 w 4017225"/>
                <a:gd name="csY3" fmla="*/ 36349 h 3574428"/>
                <a:gd name="csX4" fmla="*/ 3591268 w 4017225"/>
                <a:gd name="csY4" fmla="*/ 1933781 h 3574428"/>
                <a:gd name="csX5" fmla="*/ 1798394 w 4017225"/>
                <a:gd name="csY5" fmla="*/ 2110926 h 3574428"/>
                <a:gd name="csX6" fmla="*/ 434 w 4017225"/>
                <a:gd name="csY6" fmla="*/ 3573908 h 3574428"/>
                <a:gd name="csX0" fmla="*/ 434 w 4017225"/>
                <a:gd name="csY0" fmla="*/ 3573908 h 3574310"/>
                <a:gd name="csX1" fmla="*/ 1629072 w 4017225"/>
                <a:gd name="csY1" fmla="*/ 1934945 h 3574310"/>
                <a:gd name="csX2" fmla="*/ 1790791 w 4017225"/>
                <a:gd name="csY2" fmla="*/ 327870 h 3574310"/>
                <a:gd name="csX3" fmla="*/ 3907902 w 4017225"/>
                <a:gd name="csY3" fmla="*/ 36349 h 3574310"/>
                <a:gd name="csX4" fmla="*/ 3591268 w 4017225"/>
                <a:gd name="csY4" fmla="*/ 1933781 h 3574310"/>
                <a:gd name="csX5" fmla="*/ 1798394 w 4017225"/>
                <a:gd name="csY5" fmla="*/ 2110926 h 3574310"/>
                <a:gd name="csX6" fmla="*/ 434 w 4017225"/>
                <a:gd name="csY6" fmla="*/ 3573908 h 3574310"/>
                <a:gd name="csX0" fmla="*/ 434 w 4017225"/>
                <a:gd name="csY0" fmla="*/ 3573908 h 3576627"/>
                <a:gd name="csX1" fmla="*/ 1629072 w 4017225"/>
                <a:gd name="csY1" fmla="*/ 1934945 h 3576627"/>
                <a:gd name="csX2" fmla="*/ 1790791 w 4017225"/>
                <a:gd name="csY2" fmla="*/ 327870 h 3576627"/>
                <a:gd name="csX3" fmla="*/ 3907902 w 4017225"/>
                <a:gd name="csY3" fmla="*/ 36349 h 3576627"/>
                <a:gd name="csX4" fmla="*/ 3591268 w 4017225"/>
                <a:gd name="csY4" fmla="*/ 1933781 h 3576627"/>
                <a:gd name="csX5" fmla="*/ 1798395 w 4017225"/>
                <a:gd name="csY5" fmla="*/ 2365482 h 3576627"/>
                <a:gd name="csX6" fmla="*/ 434 w 4017225"/>
                <a:gd name="csY6" fmla="*/ 3573908 h 3576627"/>
                <a:gd name="csX0" fmla="*/ 434 w 4017225"/>
                <a:gd name="csY0" fmla="*/ 3573908 h 3576355"/>
                <a:gd name="csX1" fmla="*/ 1629072 w 4017225"/>
                <a:gd name="csY1" fmla="*/ 1934945 h 3576355"/>
                <a:gd name="csX2" fmla="*/ 1790791 w 4017225"/>
                <a:gd name="csY2" fmla="*/ 327870 h 3576355"/>
                <a:gd name="csX3" fmla="*/ 3907902 w 4017225"/>
                <a:gd name="csY3" fmla="*/ 36349 h 3576355"/>
                <a:gd name="csX4" fmla="*/ 3591268 w 4017225"/>
                <a:gd name="csY4" fmla="*/ 1933781 h 3576355"/>
                <a:gd name="csX5" fmla="*/ 1798395 w 4017225"/>
                <a:gd name="csY5" fmla="*/ 2365482 h 3576355"/>
                <a:gd name="csX6" fmla="*/ 434 w 4017225"/>
                <a:gd name="csY6" fmla="*/ 3573908 h 3576355"/>
                <a:gd name="csX0" fmla="*/ 434 w 4017225"/>
                <a:gd name="csY0" fmla="*/ 3573908 h 3583502"/>
                <a:gd name="csX1" fmla="*/ 1629072 w 4017225"/>
                <a:gd name="csY1" fmla="*/ 1934945 h 3583502"/>
                <a:gd name="csX2" fmla="*/ 1790791 w 4017225"/>
                <a:gd name="csY2" fmla="*/ 327870 h 3583502"/>
                <a:gd name="csX3" fmla="*/ 3907902 w 4017225"/>
                <a:gd name="csY3" fmla="*/ 36349 h 3583502"/>
                <a:gd name="csX4" fmla="*/ 3591268 w 4017225"/>
                <a:gd name="csY4" fmla="*/ 1933781 h 3583502"/>
                <a:gd name="csX5" fmla="*/ 1798396 w 4017225"/>
                <a:gd name="csY5" fmla="*/ 2715497 h 3583502"/>
                <a:gd name="csX6" fmla="*/ 434 w 4017225"/>
                <a:gd name="csY6" fmla="*/ 3573908 h 3583502"/>
                <a:gd name="csX0" fmla="*/ 20204 w 4036995"/>
                <a:gd name="csY0" fmla="*/ 3574326 h 3583563"/>
                <a:gd name="csX1" fmla="*/ 908564 w 4036995"/>
                <a:gd name="csY1" fmla="*/ 1951275 h 3583563"/>
                <a:gd name="csX2" fmla="*/ 1810561 w 4036995"/>
                <a:gd name="csY2" fmla="*/ 328288 h 3583563"/>
                <a:gd name="csX3" fmla="*/ 3927672 w 4036995"/>
                <a:gd name="csY3" fmla="*/ 36767 h 3583563"/>
                <a:gd name="csX4" fmla="*/ 3611038 w 4036995"/>
                <a:gd name="csY4" fmla="*/ 1934199 h 3583563"/>
                <a:gd name="csX5" fmla="*/ 1818166 w 4036995"/>
                <a:gd name="csY5" fmla="*/ 2715915 h 3583563"/>
                <a:gd name="csX6" fmla="*/ 20204 w 4036995"/>
                <a:gd name="csY6" fmla="*/ 3574326 h 3583563"/>
                <a:gd name="csX0" fmla="*/ 12549 w 4029340"/>
                <a:gd name="csY0" fmla="*/ 3574326 h 3583563"/>
                <a:gd name="csX1" fmla="*/ 900909 w 4029340"/>
                <a:gd name="csY1" fmla="*/ 1951275 h 3583563"/>
                <a:gd name="csX2" fmla="*/ 1802906 w 4029340"/>
                <a:gd name="csY2" fmla="*/ 328288 h 3583563"/>
                <a:gd name="csX3" fmla="*/ 3920017 w 4029340"/>
                <a:gd name="csY3" fmla="*/ 36767 h 3583563"/>
                <a:gd name="csX4" fmla="*/ 3603383 w 4029340"/>
                <a:gd name="csY4" fmla="*/ 1934199 h 3583563"/>
                <a:gd name="csX5" fmla="*/ 1810511 w 4029340"/>
                <a:gd name="csY5" fmla="*/ 2715915 h 3583563"/>
                <a:gd name="csX6" fmla="*/ 12549 w 4029340"/>
                <a:gd name="csY6" fmla="*/ 3574326 h 3583563"/>
                <a:gd name="csX0" fmla="*/ 2018 w 4018809"/>
                <a:gd name="csY0" fmla="*/ 3573908 h 3583502"/>
                <a:gd name="csX1" fmla="*/ 1389840 w 4018809"/>
                <a:gd name="csY1" fmla="*/ 1934947 h 3583502"/>
                <a:gd name="csX2" fmla="*/ 1792375 w 4018809"/>
                <a:gd name="csY2" fmla="*/ 327870 h 3583502"/>
                <a:gd name="csX3" fmla="*/ 3909486 w 4018809"/>
                <a:gd name="csY3" fmla="*/ 36349 h 3583502"/>
                <a:gd name="csX4" fmla="*/ 3592852 w 4018809"/>
                <a:gd name="csY4" fmla="*/ 1933781 h 3583502"/>
                <a:gd name="csX5" fmla="*/ 1799980 w 4018809"/>
                <a:gd name="csY5" fmla="*/ 2715497 h 3583502"/>
                <a:gd name="csX6" fmla="*/ 2018 w 4018809"/>
                <a:gd name="csY6" fmla="*/ 3573908 h 3583502"/>
                <a:gd name="csX0" fmla="*/ 2018 w 4018809"/>
                <a:gd name="csY0" fmla="*/ 3573908 h 3575401"/>
                <a:gd name="csX1" fmla="*/ 1389840 w 4018809"/>
                <a:gd name="csY1" fmla="*/ 1934947 h 3575401"/>
                <a:gd name="csX2" fmla="*/ 1792375 w 4018809"/>
                <a:gd name="csY2" fmla="*/ 327870 h 3575401"/>
                <a:gd name="csX3" fmla="*/ 3909486 w 4018809"/>
                <a:gd name="csY3" fmla="*/ 36349 h 3575401"/>
                <a:gd name="csX4" fmla="*/ 3592852 w 4018809"/>
                <a:gd name="csY4" fmla="*/ 1933781 h 3575401"/>
                <a:gd name="csX5" fmla="*/ 1799983 w 4018809"/>
                <a:gd name="csY5" fmla="*/ 2277981 h 3575401"/>
                <a:gd name="csX6" fmla="*/ 2018 w 4018809"/>
                <a:gd name="csY6" fmla="*/ 3573908 h 3575401"/>
                <a:gd name="csX0" fmla="*/ 2279 w 4019070"/>
                <a:gd name="csY0" fmla="*/ 3573908 h 3576883"/>
                <a:gd name="csX1" fmla="*/ 1390101 w 4019070"/>
                <a:gd name="csY1" fmla="*/ 1934947 h 3576883"/>
                <a:gd name="csX2" fmla="*/ 1792636 w 4019070"/>
                <a:gd name="csY2" fmla="*/ 327870 h 3576883"/>
                <a:gd name="csX3" fmla="*/ 3909747 w 4019070"/>
                <a:gd name="csY3" fmla="*/ 36349 h 3576883"/>
                <a:gd name="csX4" fmla="*/ 3593113 w 4019070"/>
                <a:gd name="csY4" fmla="*/ 1933781 h 3576883"/>
                <a:gd name="csX5" fmla="*/ 1827004 w 4019070"/>
                <a:gd name="csY5" fmla="*/ 2405261 h 3576883"/>
                <a:gd name="csX6" fmla="*/ 2279 w 4019070"/>
                <a:gd name="csY6" fmla="*/ 3573908 h 3576883"/>
                <a:gd name="csX0" fmla="*/ 3304 w 4020095"/>
                <a:gd name="csY0" fmla="*/ 3573700 h 3576772"/>
                <a:gd name="csX1" fmla="*/ 1310858 w 4020095"/>
                <a:gd name="csY1" fmla="*/ 1926786 h 3576772"/>
                <a:gd name="csX2" fmla="*/ 1793661 w 4020095"/>
                <a:gd name="csY2" fmla="*/ 327662 h 3576772"/>
                <a:gd name="csX3" fmla="*/ 3910772 w 4020095"/>
                <a:gd name="csY3" fmla="*/ 36141 h 3576772"/>
                <a:gd name="csX4" fmla="*/ 3594138 w 4020095"/>
                <a:gd name="csY4" fmla="*/ 1933573 h 3576772"/>
                <a:gd name="csX5" fmla="*/ 1828029 w 4020095"/>
                <a:gd name="csY5" fmla="*/ 2405053 h 3576772"/>
                <a:gd name="csX6" fmla="*/ 3304 w 4020095"/>
                <a:gd name="csY6" fmla="*/ 3573700 h 3576772"/>
                <a:gd name="csX0" fmla="*/ 3254 w 4020045"/>
                <a:gd name="csY0" fmla="*/ 3573700 h 3576772"/>
                <a:gd name="csX1" fmla="*/ 1310808 w 4020045"/>
                <a:gd name="csY1" fmla="*/ 1926786 h 3576772"/>
                <a:gd name="csX2" fmla="*/ 1793611 w 4020045"/>
                <a:gd name="csY2" fmla="*/ 327662 h 3576772"/>
                <a:gd name="csX3" fmla="*/ 3910722 w 4020045"/>
                <a:gd name="csY3" fmla="*/ 36141 h 3576772"/>
                <a:gd name="csX4" fmla="*/ 3594088 w 4020045"/>
                <a:gd name="csY4" fmla="*/ 1933573 h 3576772"/>
                <a:gd name="csX5" fmla="*/ 1827979 w 4020045"/>
                <a:gd name="csY5" fmla="*/ 2405053 h 3576772"/>
                <a:gd name="csX6" fmla="*/ 3254 w 4020045"/>
                <a:gd name="csY6" fmla="*/ 3573700 h 35767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020045" h="3576772">
                  <a:moveTo>
                    <a:pt x="3254" y="3573700"/>
                  </a:moveTo>
                  <a:cubicBezTo>
                    <a:pt x="-82941" y="3493989"/>
                    <a:pt x="1574310" y="2340515"/>
                    <a:pt x="1310808" y="1926786"/>
                  </a:cubicBezTo>
                  <a:cubicBezTo>
                    <a:pt x="1047306" y="1513057"/>
                    <a:pt x="1360292" y="642769"/>
                    <a:pt x="1793611" y="327662"/>
                  </a:cubicBezTo>
                  <a:cubicBezTo>
                    <a:pt x="2226930" y="12555"/>
                    <a:pt x="3750548" y="-52136"/>
                    <a:pt x="3910722" y="36141"/>
                  </a:cubicBezTo>
                  <a:cubicBezTo>
                    <a:pt x="4070896" y="124418"/>
                    <a:pt x="4120351" y="1358027"/>
                    <a:pt x="3594088" y="1933573"/>
                  </a:cubicBezTo>
                  <a:cubicBezTo>
                    <a:pt x="3171099" y="2391895"/>
                    <a:pt x="2301583" y="2656718"/>
                    <a:pt x="1827979" y="2405053"/>
                  </a:cubicBezTo>
                  <a:cubicBezTo>
                    <a:pt x="1354375" y="2153388"/>
                    <a:pt x="89449" y="3653411"/>
                    <a:pt x="3254" y="3573700"/>
                  </a:cubicBezTo>
                  <a:close/>
                </a:path>
              </a:pathLst>
            </a:custGeom>
            <a:noFill/>
            <a:ln>
              <a:solidFill>
                <a:srgbClr val="0C26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9" name="Freeform 1028">
              <a:extLst>
                <a:ext uri="{FF2B5EF4-FFF2-40B4-BE49-F238E27FC236}">
                  <a16:creationId xmlns:a16="http://schemas.microsoft.com/office/drawing/2014/main" id="{1B276066-3530-88D6-5ACC-D61B22192D75}"/>
                </a:ext>
              </a:extLst>
            </p:cNvPr>
            <p:cNvSpPr/>
            <p:nvPr userDrawn="1"/>
          </p:nvSpPr>
          <p:spPr>
            <a:xfrm rot="16200000">
              <a:off x="6962185" y="2010829"/>
              <a:ext cx="2615869" cy="2682267"/>
            </a:xfrm>
            <a:custGeom>
              <a:avLst/>
              <a:gdLst>
                <a:gd name="csX0" fmla="*/ 1893 w 3484511"/>
                <a:gd name="csY0" fmla="*/ 3509215 h 3511799"/>
                <a:gd name="csX1" fmla="*/ 1514170 w 3484511"/>
                <a:gd name="csY1" fmla="*/ 1703861 h 3511799"/>
                <a:gd name="csX2" fmla="*/ 2029985 w 3484511"/>
                <a:gd name="csY2" fmla="*/ 226753 h 3511799"/>
                <a:gd name="csX3" fmla="*/ 3378139 w 3484511"/>
                <a:gd name="csY3" fmla="*/ 144692 h 3511799"/>
                <a:gd name="csX4" fmla="*/ 3225739 w 3484511"/>
                <a:gd name="csY4" fmla="*/ 1586630 h 3511799"/>
                <a:gd name="csX5" fmla="*/ 1854139 w 3484511"/>
                <a:gd name="csY5" fmla="*/ 2090723 h 3511799"/>
                <a:gd name="csX6" fmla="*/ 1893 w 3484511"/>
                <a:gd name="csY6" fmla="*/ 3509215 h 3511799"/>
                <a:gd name="csX0" fmla="*/ 1352 w 4094215"/>
                <a:gd name="csY0" fmla="*/ 4103738 h 4105568"/>
                <a:gd name="csX1" fmla="*/ 2123874 w 4094215"/>
                <a:gd name="csY1" fmla="*/ 1703861 h 4105568"/>
                <a:gd name="csX2" fmla="*/ 2639689 w 4094215"/>
                <a:gd name="csY2" fmla="*/ 226753 h 4105568"/>
                <a:gd name="csX3" fmla="*/ 3987843 w 4094215"/>
                <a:gd name="csY3" fmla="*/ 144692 h 4105568"/>
                <a:gd name="csX4" fmla="*/ 3835443 w 4094215"/>
                <a:gd name="csY4" fmla="*/ 1586630 h 4105568"/>
                <a:gd name="csX5" fmla="*/ 2463843 w 4094215"/>
                <a:gd name="csY5" fmla="*/ 2090723 h 4105568"/>
                <a:gd name="csX6" fmla="*/ 1352 w 4094215"/>
                <a:gd name="csY6" fmla="*/ 4103738 h 4105568"/>
                <a:gd name="csX0" fmla="*/ 1978 w 4094841"/>
                <a:gd name="csY0" fmla="*/ 4101966 h 4104114"/>
                <a:gd name="csX1" fmla="*/ 2058783 w 4094841"/>
                <a:gd name="csY1" fmla="*/ 1668597 h 4104114"/>
                <a:gd name="csX2" fmla="*/ 2640315 w 4094841"/>
                <a:gd name="csY2" fmla="*/ 224981 h 4104114"/>
                <a:gd name="csX3" fmla="*/ 3988469 w 4094841"/>
                <a:gd name="csY3" fmla="*/ 142920 h 4104114"/>
                <a:gd name="csX4" fmla="*/ 3836069 w 4094841"/>
                <a:gd name="csY4" fmla="*/ 1584858 h 4104114"/>
                <a:gd name="csX5" fmla="*/ 2464469 w 4094841"/>
                <a:gd name="csY5" fmla="*/ 2088951 h 4104114"/>
                <a:gd name="csX6" fmla="*/ 1978 w 4094841"/>
                <a:gd name="csY6" fmla="*/ 4101966 h 4104114"/>
                <a:gd name="csX0" fmla="*/ 1943 w 4132359"/>
                <a:gd name="csY0" fmla="*/ 3750277 h 3752868"/>
                <a:gd name="csX1" fmla="*/ 2096301 w 4132359"/>
                <a:gd name="csY1" fmla="*/ 1668597 h 3752868"/>
                <a:gd name="csX2" fmla="*/ 2677833 w 4132359"/>
                <a:gd name="csY2" fmla="*/ 224981 h 3752868"/>
                <a:gd name="csX3" fmla="*/ 4025987 w 4132359"/>
                <a:gd name="csY3" fmla="*/ 142920 h 3752868"/>
                <a:gd name="csX4" fmla="*/ 3873587 w 4132359"/>
                <a:gd name="csY4" fmla="*/ 1584858 h 3752868"/>
                <a:gd name="csX5" fmla="*/ 2501987 w 4132359"/>
                <a:gd name="csY5" fmla="*/ 2088951 h 3752868"/>
                <a:gd name="csX6" fmla="*/ 1943 w 4132359"/>
                <a:gd name="csY6" fmla="*/ 3750277 h 3752868"/>
                <a:gd name="csX0" fmla="*/ 7123 w 4137539"/>
                <a:gd name="csY0" fmla="*/ 3776554 h 3776601"/>
                <a:gd name="csX1" fmla="*/ 1782278 w 4137539"/>
                <a:gd name="csY1" fmla="*/ 2163796 h 3776601"/>
                <a:gd name="csX2" fmla="*/ 2683013 w 4137539"/>
                <a:gd name="csY2" fmla="*/ 251258 h 3776601"/>
                <a:gd name="csX3" fmla="*/ 4031167 w 4137539"/>
                <a:gd name="csY3" fmla="*/ 169197 h 3776601"/>
                <a:gd name="csX4" fmla="*/ 3878767 w 4137539"/>
                <a:gd name="csY4" fmla="*/ 1611135 h 3776601"/>
                <a:gd name="csX5" fmla="*/ 2507167 w 4137539"/>
                <a:gd name="csY5" fmla="*/ 2115228 h 3776601"/>
                <a:gd name="csX6" fmla="*/ 7123 w 4137539"/>
                <a:gd name="csY6" fmla="*/ 3776554 h 3776601"/>
                <a:gd name="csX0" fmla="*/ 25 w 4130441"/>
                <a:gd name="csY0" fmla="*/ 3776554 h 3776586"/>
                <a:gd name="csX1" fmla="*/ 1775180 w 4130441"/>
                <a:gd name="csY1" fmla="*/ 2163796 h 3776586"/>
                <a:gd name="csX2" fmla="*/ 2675915 w 4130441"/>
                <a:gd name="csY2" fmla="*/ 251258 h 3776586"/>
                <a:gd name="csX3" fmla="*/ 4024069 w 4130441"/>
                <a:gd name="csY3" fmla="*/ 169197 h 3776586"/>
                <a:gd name="csX4" fmla="*/ 3871669 w 4130441"/>
                <a:gd name="csY4" fmla="*/ 1611135 h 3776586"/>
                <a:gd name="csX5" fmla="*/ 1814719 w 4130441"/>
                <a:gd name="csY5" fmla="*/ 2207339 h 3776586"/>
                <a:gd name="csX6" fmla="*/ 25 w 4130441"/>
                <a:gd name="csY6" fmla="*/ 3776554 h 3776586"/>
                <a:gd name="csX0" fmla="*/ 25 w 4130441"/>
                <a:gd name="csY0" fmla="*/ 3776554 h 3776589"/>
                <a:gd name="csX1" fmla="*/ 1775180 w 4130441"/>
                <a:gd name="csY1" fmla="*/ 2163796 h 3776589"/>
                <a:gd name="csX2" fmla="*/ 2675915 w 4130441"/>
                <a:gd name="csY2" fmla="*/ 251258 h 3776589"/>
                <a:gd name="csX3" fmla="*/ 4024069 w 4130441"/>
                <a:gd name="csY3" fmla="*/ 169197 h 3776589"/>
                <a:gd name="csX4" fmla="*/ 3871669 w 4130441"/>
                <a:gd name="csY4" fmla="*/ 1611135 h 3776589"/>
                <a:gd name="csX5" fmla="*/ 1814719 w 4130441"/>
                <a:gd name="csY5" fmla="*/ 2207339 h 3776589"/>
                <a:gd name="csX6" fmla="*/ 25 w 4130441"/>
                <a:gd name="csY6" fmla="*/ 3776554 h 3776589"/>
                <a:gd name="csX0" fmla="*/ 25 w 3957457"/>
                <a:gd name="csY0" fmla="*/ 3611866 h 3611901"/>
                <a:gd name="csX1" fmla="*/ 1775180 w 3957457"/>
                <a:gd name="csY1" fmla="*/ 1999108 h 3611901"/>
                <a:gd name="csX2" fmla="*/ 2675915 w 3957457"/>
                <a:gd name="csY2" fmla="*/ 86570 h 3611901"/>
                <a:gd name="csX3" fmla="*/ 3554650 w 3957457"/>
                <a:gd name="csY3" fmla="*/ 439934 h 3611901"/>
                <a:gd name="csX4" fmla="*/ 3871669 w 3957457"/>
                <a:gd name="csY4" fmla="*/ 1446447 h 3611901"/>
                <a:gd name="csX5" fmla="*/ 1814719 w 3957457"/>
                <a:gd name="csY5" fmla="*/ 2042651 h 3611901"/>
                <a:gd name="csX6" fmla="*/ 25 w 3957457"/>
                <a:gd name="csY6" fmla="*/ 3611866 h 3611901"/>
                <a:gd name="csX0" fmla="*/ 25 w 3957253"/>
                <a:gd name="csY0" fmla="*/ 3368639 h 3368674"/>
                <a:gd name="csX1" fmla="*/ 1775180 w 3957253"/>
                <a:gd name="csY1" fmla="*/ 1755881 h 3368674"/>
                <a:gd name="csX2" fmla="*/ 2685304 w 3957253"/>
                <a:gd name="csY2" fmla="*/ 144791 h 3368674"/>
                <a:gd name="csX3" fmla="*/ 3554650 w 3957253"/>
                <a:gd name="csY3" fmla="*/ 196707 h 3368674"/>
                <a:gd name="csX4" fmla="*/ 3871669 w 3957253"/>
                <a:gd name="csY4" fmla="*/ 1203220 h 3368674"/>
                <a:gd name="csX5" fmla="*/ 1814719 w 3957253"/>
                <a:gd name="csY5" fmla="*/ 1799424 h 3368674"/>
                <a:gd name="csX6" fmla="*/ 25 w 3957253"/>
                <a:gd name="csY6" fmla="*/ 3368639 h 3368674"/>
                <a:gd name="csX0" fmla="*/ 25 w 3705517"/>
                <a:gd name="csY0" fmla="*/ 3358570 h 3358603"/>
                <a:gd name="csX1" fmla="*/ 1775180 w 3705517"/>
                <a:gd name="csY1" fmla="*/ 1745812 h 3358603"/>
                <a:gd name="csX2" fmla="*/ 2685304 w 3705517"/>
                <a:gd name="csY2" fmla="*/ 134722 h 3358603"/>
                <a:gd name="csX3" fmla="*/ 3554650 w 3705517"/>
                <a:gd name="csY3" fmla="*/ 186638 h 3358603"/>
                <a:gd name="csX4" fmla="*/ 3552464 w 3705517"/>
                <a:gd name="csY4" fmla="*/ 975438 h 3358603"/>
                <a:gd name="csX5" fmla="*/ 1814719 w 3705517"/>
                <a:gd name="csY5" fmla="*/ 1789355 h 3358603"/>
                <a:gd name="csX6" fmla="*/ 25 w 3705517"/>
                <a:gd name="csY6" fmla="*/ 3358570 h 3358603"/>
                <a:gd name="csX0" fmla="*/ 2290 w 3707782"/>
                <a:gd name="csY0" fmla="*/ 3305196 h 3314287"/>
                <a:gd name="csX1" fmla="*/ 2199921 w 3707782"/>
                <a:gd name="csY1" fmla="*/ 955568 h 3314287"/>
                <a:gd name="csX2" fmla="*/ 2687569 w 3707782"/>
                <a:gd name="csY2" fmla="*/ 81348 h 3314287"/>
                <a:gd name="csX3" fmla="*/ 3556915 w 3707782"/>
                <a:gd name="csY3" fmla="*/ 133264 h 3314287"/>
                <a:gd name="csX4" fmla="*/ 3554729 w 3707782"/>
                <a:gd name="csY4" fmla="*/ 922064 h 3314287"/>
                <a:gd name="csX5" fmla="*/ 1816984 w 3707782"/>
                <a:gd name="csY5" fmla="*/ 1735981 h 3314287"/>
                <a:gd name="csX6" fmla="*/ 2290 w 3707782"/>
                <a:gd name="csY6" fmla="*/ 3305196 h 3314287"/>
                <a:gd name="csX0" fmla="*/ 377 w 3705869"/>
                <a:gd name="csY0" fmla="*/ 3305196 h 3313168"/>
                <a:gd name="csX1" fmla="*/ 2198008 w 3705869"/>
                <a:gd name="csY1" fmla="*/ 955568 h 3313168"/>
                <a:gd name="csX2" fmla="*/ 2685656 w 3705869"/>
                <a:gd name="csY2" fmla="*/ 81348 h 3313168"/>
                <a:gd name="csX3" fmla="*/ 3555002 w 3705869"/>
                <a:gd name="csY3" fmla="*/ 133264 h 3313168"/>
                <a:gd name="csX4" fmla="*/ 3552816 w 3705869"/>
                <a:gd name="csY4" fmla="*/ 922064 h 3313168"/>
                <a:gd name="csX5" fmla="*/ 2378375 w 3705869"/>
                <a:gd name="csY5" fmla="*/ 1694113 h 3313168"/>
                <a:gd name="csX6" fmla="*/ 377 w 3705869"/>
                <a:gd name="csY6" fmla="*/ 3305196 h 3313168"/>
                <a:gd name="csX0" fmla="*/ 377 w 3705869"/>
                <a:gd name="csY0" fmla="*/ 3305196 h 3311216"/>
                <a:gd name="csX1" fmla="*/ 2198008 w 3705869"/>
                <a:gd name="csY1" fmla="*/ 955568 h 3311216"/>
                <a:gd name="csX2" fmla="*/ 2685656 w 3705869"/>
                <a:gd name="csY2" fmla="*/ 81348 h 3311216"/>
                <a:gd name="csX3" fmla="*/ 3555002 w 3705869"/>
                <a:gd name="csY3" fmla="*/ 133264 h 3311216"/>
                <a:gd name="csX4" fmla="*/ 3552816 w 3705869"/>
                <a:gd name="csY4" fmla="*/ 922064 h 3311216"/>
                <a:gd name="csX5" fmla="*/ 2378375 w 3705869"/>
                <a:gd name="csY5" fmla="*/ 1694113 h 3311216"/>
                <a:gd name="csX6" fmla="*/ 377 w 3705869"/>
                <a:gd name="csY6" fmla="*/ 3305196 h 3311216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31250"/>
                <a:gd name="csY0" fmla="*/ 3306034 h 3313991"/>
                <a:gd name="csX1" fmla="*/ 2198008 w 4431250"/>
                <a:gd name="csY1" fmla="*/ 956406 h 3313991"/>
                <a:gd name="csX2" fmla="*/ 2685656 w 4431250"/>
                <a:gd name="csY2" fmla="*/ 82186 h 3313991"/>
                <a:gd name="csX3" fmla="*/ 3555002 w 4431250"/>
                <a:gd name="csY3" fmla="*/ 134102 h 3313991"/>
                <a:gd name="csX4" fmla="*/ 4425936 w 4431250"/>
                <a:gd name="csY4" fmla="*/ 939649 h 3313991"/>
                <a:gd name="csX5" fmla="*/ 2378375 w 4431250"/>
                <a:gd name="csY5" fmla="*/ 1694951 h 3313991"/>
                <a:gd name="csX6" fmla="*/ 377 w 4431250"/>
                <a:gd name="csY6" fmla="*/ 3306034 h 3313991"/>
                <a:gd name="csX0" fmla="*/ 377 w 4425936"/>
                <a:gd name="csY0" fmla="*/ 3306034 h 3313991"/>
                <a:gd name="csX1" fmla="*/ 2198008 w 4425936"/>
                <a:gd name="csY1" fmla="*/ 956406 h 3313991"/>
                <a:gd name="csX2" fmla="*/ 2685656 w 4425936"/>
                <a:gd name="csY2" fmla="*/ 82186 h 3313991"/>
                <a:gd name="csX3" fmla="*/ 3555002 w 4425936"/>
                <a:gd name="csY3" fmla="*/ 134102 h 3313991"/>
                <a:gd name="csX4" fmla="*/ 4425936 w 4425936"/>
                <a:gd name="csY4" fmla="*/ 939649 h 3313991"/>
                <a:gd name="csX5" fmla="*/ 2378375 w 4425936"/>
                <a:gd name="csY5" fmla="*/ 1694951 h 3313991"/>
                <a:gd name="csX6" fmla="*/ 377 w 4425936"/>
                <a:gd name="csY6" fmla="*/ 3306034 h 3313991"/>
                <a:gd name="csX0" fmla="*/ 377 w 4472878"/>
                <a:gd name="csY0" fmla="*/ 3303952 h 3311947"/>
                <a:gd name="csX1" fmla="*/ 2198008 w 4472878"/>
                <a:gd name="csY1" fmla="*/ 954324 h 3311947"/>
                <a:gd name="csX2" fmla="*/ 2685656 w 4472878"/>
                <a:gd name="csY2" fmla="*/ 80104 h 3311947"/>
                <a:gd name="csX3" fmla="*/ 3555002 w 4472878"/>
                <a:gd name="csY3" fmla="*/ 132020 h 3311947"/>
                <a:gd name="csX4" fmla="*/ 4472878 w 4472878"/>
                <a:gd name="csY4" fmla="*/ 895700 h 3311947"/>
                <a:gd name="csX5" fmla="*/ 2378375 w 4472878"/>
                <a:gd name="csY5" fmla="*/ 1692869 h 3311947"/>
                <a:gd name="csX6" fmla="*/ 377 w 4472878"/>
                <a:gd name="csY6" fmla="*/ 3303952 h 3311947"/>
                <a:gd name="csX0" fmla="*/ 377 w 4472878"/>
                <a:gd name="csY0" fmla="*/ 3489034 h 3497029"/>
                <a:gd name="csX1" fmla="*/ 2198008 w 4472878"/>
                <a:gd name="csY1" fmla="*/ 1139406 h 3497029"/>
                <a:gd name="csX2" fmla="*/ 2685656 w 4472878"/>
                <a:gd name="csY2" fmla="*/ 265186 h 3497029"/>
                <a:gd name="csX3" fmla="*/ 3742770 w 4472878"/>
                <a:gd name="csY3" fmla="*/ 49148 h 3497029"/>
                <a:gd name="csX4" fmla="*/ 4472878 w 4472878"/>
                <a:gd name="csY4" fmla="*/ 1080782 h 3497029"/>
                <a:gd name="csX5" fmla="*/ 2378375 w 4472878"/>
                <a:gd name="csY5" fmla="*/ 1877951 h 3497029"/>
                <a:gd name="csX6" fmla="*/ 377 w 4472878"/>
                <a:gd name="csY6" fmla="*/ 3489034 h 3497029"/>
                <a:gd name="csX0" fmla="*/ 377 w 4482266"/>
                <a:gd name="csY0" fmla="*/ 3489034 h 3497029"/>
                <a:gd name="csX1" fmla="*/ 2198008 w 4482266"/>
                <a:gd name="csY1" fmla="*/ 1139406 h 3497029"/>
                <a:gd name="csX2" fmla="*/ 2685656 w 4482266"/>
                <a:gd name="csY2" fmla="*/ 265186 h 3497029"/>
                <a:gd name="csX3" fmla="*/ 3742770 w 4482266"/>
                <a:gd name="csY3" fmla="*/ 49148 h 3497029"/>
                <a:gd name="csX4" fmla="*/ 4482266 w 4482266"/>
                <a:gd name="csY4" fmla="*/ 1080782 h 3497029"/>
                <a:gd name="csX5" fmla="*/ 2378375 w 4482266"/>
                <a:gd name="csY5" fmla="*/ 1877951 h 3497029"/>
                <a:gd name="csX6" fmla="*/ 377 w 4482266"/>
                <a:gd name="csY6" fmla="*/ 3489034 h 3497029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10188 w 4492077"/>
                <a:gd name="csY0" fmla="*/ 3488052 h 3497366"/>
                <a:gd name="csX1" fmla="*/ 1804118 w 4492077"/>
                <a:gd name="csY1" fmla="*/ 1096559 h 3497366"/>
                <a:gd name="csX2" fmla="*/ 2695467 w 4492077"/>
                <a:gd name="csY2" fmla="*/ 264204 h 3497366"/>
                <a:gd name="csX3" fmla="*/ 3752581 w 4492077"/>
                <a:gd name="csY3" fmla="*/ 48166 h 3497366"/>
                <a:gd name="csX4" fmla="*/ 4492077 w 4492077"/>
                <a:gd name="csY4" fmla="*/ 1079800 h 3497366"/>
                <a:gd name="csX5" fmla="*/ 2688616 w 4492077"/>
                <a:gd name="csY5" fmla="*/ 1893718 h 3497366"/>
                <a:gd name="csX6" fmla="*/ 10188 w 4492077"/>
                <a:gd name="csY6" fmla="*/ 3488052 h 3497366"/>
                <a:gd name="csX0" fmla="*/ 10188 w 4492077"/>
                <a:gd name="csY0" fmla="*/ 3488052 h 3500595"/>
                <a:gd name="csX1" fmla="*/ 1804118 w 4492077"/>
                <a:gd name="csY1" fmla="*/ 1096559 h 3500595"/>
                <a:gd name="csX2" fmla="*/ 2695467 w 4492077"/>
                <a:gd name="csY2" fmla="*/ 264204 h 3500595"/>
                <a:gd name="csX3" fmla="*/ 3752581 w 4492077"/>
                <a:gd name="csY3" fmla="*/ 48166 h 3500595"/>
                <a:gd name="csX4" fmla="*/ 4492077 w 4492077"/>
                <a:gd name="csY4" fmla="*/ 1079800 h 3500595"/>
                <a:gd name="csX5" fmla="*/ 2688616 w 4492077"/>
                <a:gd name="csY5" fmla="*/ 1893718 h 3500595"/>
                <a:gd name="csX6" fmla="*/ 10188 w 4492077"/>
                <a:gd name="csY6" fmla="*/ 3488052 h 3500595"/>
                <a:gd name="csX0" fmla="*/ 10188 w 4492077"/>
                <a:gd name="csY0" fmla="*/ 3488052 h 3500888"/>
                <a:gd name="csX1" fmla="*/ 1804118 w 4492077"/>
                <a:gd name="csY1" fmla="*/ 1096559 h 3500888"/>
                <a:gd name="csX2" fmla="*/ 2695467 w 4492077"/>
                <a:gd name="csY2" fmla="*/ 264204 h 3500888"/>
                <a:gd name="csX3" fmla="*/ 3752581 w 4492077"/>
                <a:gd name="csY3" fmla="*/ 48166 h 3500888"/>
                <a:gd name="csX4" fmla="*/ 4492077 w 4492077"/>
                <a:gd name="csY4" fmla="*/ 1079800 h 3500888"/>
                <a:gd name="csX5" fmla="*/ 2688616 w 4492077"/>
                <a:gd name="csY5" fmla="*/ 1893718 h 3500888"/>
                <a:gd name="csX6" fmla="*/ 10188 w 4492077"/>
                <a:gd name="csY6" fmla="*/ 3488052 h 3500888"/>
                <a:gd name="csX0" fmla="*/ 27731 w 3289130"/>
                <a:gd name="csY0" fmla="*/ 2449732 h 2473361"/>
                <a:gd name="csX1" fmla="*/ 601171 w 3289130"/>
                <a:gd name="csY1" fmla="*/ 1096559 h 2473361"/>
                <a:gd name="csX2" fmla="*/ 1492520 w 3289130"/>
                <a:gd name="csY2" fmla="*/ 264204 h 2473361"/>
                <a:gd name="csX3" fmla="*/ 2549634 w 3289130"/>
                <a:gd name="csY3" fmla="*/ 48166 h 2473361"/>
                <a:gd name="csX4" fmla="*/ 3289130 w 3289130"/>
                <a:gd name="csY4" fmla="*/ 1079800 h 2473361"/>
                <a:gd name="csX5" fmla="*/ 1485669 w 3289130"/>
                <a:gd name="csY5" fmla="*/ 1893718 h 2473361"/>
                <a:gd name="csX6" fmla="*/ 27731 w 3289130"/>
                <a:gd name="csY6" fmla="*/ 2449732 h 2473361"/>
                <a:gd name="csX0" fmla="*/ 367 w 3261766"/>
                <a:gd name="csY0" fmla="*/ 2449732 h 2449966"/>
                <a:gd name="csX1" fmla="*/ 573807 w 3261766"/>
                <a:gd name="csY1" fmla="*/ 1096559 h 2449966"/>
                <a:gd name="csX2" fmla="*/ 1465156 w 3261766"/>
                <a:gd name="csY2" fmla="*/ 264204 h 2449966"/>
                <a:gd name="csX3" fmla="*/ 2522270 w 3261766"/>
                <a:gd name="csY3" fmla="*/ 48166 h 2449966"/>
                <a:gd name="csX4" fmla="*/ 3261766 w 3261766"/>
                <a:gd name="csY4" fmla="*/ 1079800 h 2449966"/>
                <a:gd name="csX5" fmla="*/ 1458305 w 3261766"/>
                <a:gd name="csY5" fmla="*/ 1893718 h 2449966"/>
                <a:gd name="csX6" fmla="*/ 367 w 3261766"/>
                <a:gd name="csY6" fmla="*/ 2449732 h 2449966"/>
                <a:gd name="csX0" fmla="*/ 62959 w 3324358"/>
                <a:gd name="csY0" fmla="*/ 2449732 h 2487147"/>
                <a:gd name="csX1" fmla="*/ 636399 w 3324358"/>
                <a:gd name="csY1" fmla="*/ 1096559 h 2487147"/>
                <a:gd name="csX2" fmla="*/ 1527748 w 3324358"/>
                <a:gd name="csY2" fmla="*/ 264204 h 2487147"/>
                <a:gd name="csX3" fmla="*/ 2584862 w 3324358"/>
                <a:gd name="csY3" fmla="*/ 48166 h 2487147"/>
                <a:gd name="csX4" fmla="*/ 3324358 w 3324358"/>
                <a:gd name="csY4" fmla="*/ 1079800 h 2487147"/>
                <a:gd name="csX5" fmla="*/ 1520897 w 3324358"/>
                <a:gd name="csY5" fmla="*/ 1893718 h 2487147"/>
                <a:gd name="csX6" fmla="*/ 62959 w 3324358"/>
                <a:gd name="csY6" fmla="*/ 2449732 h 2487147"/>
                <a:gd name="csX0" fmla="*/ 38478 w 4482813"/>
                <a:gd name="csY0" fmla="*/ 3496425 h 3519813"/>
                <a:gd name="csX1" fmla="*/ 1794854 w 4482813"/>
                <a:gd name="csY1" fmla="*/ 1096559 h 3519813"/>
                <a:gd name="csX2" fmla="*/ 2686203 w 4482813"/>
                <a:gd name="csY2" fmla="*/ 264204 h 3519813"/>
                <a:gd name="csX3" fmla="*/ 3743317 w 4482813"/>
                <a:gd name="csY3" fmla="*/ 48166 h 3519813"/>
                <a:gd name="csX4" fmla="*/ 4482813 w 4482813"/>
                <a:gd name="csY4" fmla="*/ 1079800 h 3519813"/>
                <a:gd name="csX5" fmla="*/ 2679352 w 4482813"/>
                <a:gd name="csY5" fmla="*/ 1893718 h 3519813"/>
                <a:gd name="csX6" fmla="*/ 38478 w 4482813"/>
                <a:gd name="csY6" fmla="*/ 3496425 h 3519813"/>
                <a:gd name="csX0" fmla="*/ 9071 w 4453406"/>
                <a:gd name="csY0" fmla="*/ 3496425 h 3510301"/>
                <a:gd name="csX1" fmla="*/ 1765447 w 4453406"/>
                <a:gd name="csY1" fmla="*/ 1096559 h 3510301"/>
                <a:gd name="csX2" fmla="*/ 2656796 w 4453406"/>
                <a:gd name="csY2" fmla="*/ 264204 h 3510301"/>
                <a:gd name="csX3" fmla="*/ 3713910 w 4453406"/>
                <a:gd name="csY3" fmla="*/ 48166 h 3510301"/>
                <a:gd name="csX4" fmla="*/ 4453406 w 4453406"/>
                <a:gd name="csY4" fmla="*/ 1079800 h 3510301"/>
                <a:gd name="csX5" fmla="*/ 2649945 w 4453406"/>
                <a:gd name="csY5" fmla="*/ 1893718 h 3510301"/>
                <a:gd name="csX6" fmla="*/ 9071 w 4453406"/>
                <a:gd name="csY6" fmla="*/ 3496425 h 3510301"/>
                <a:gd name="csX0" fmla="*/ 9071 w 4453406"/>
                <a:gd name="csY0" fmla="*/ 3496425 h 3512169"/>
                <a:gd name="csX1" fmla="*/ 1765447 w 4453406"/>
                <a:gd name="csY1" fmla="*/ 1096559 h 3512169"/>
                <a:gd name="csX2" fmla="*/ 2656796 w 4453406"/>
                <a:gd name="csY2" fmla="*/ 264204 h 3512169"/>
                <a:gd name="csX3" fmla="*/ 3713910 w 4453406"/>
                <a:gd name="csY3" fmla="*/ 48166 h 3512169"/>
                <a:gd name="csX4" fmla="*/ 4453406 w 4453406"/>
                <a:gd name="csY4" fmla="*/ 1079800 h 3512169"/>
                <a:gd name="csX5" fmla="*/ 2649945 w 4453406"/>
                <a:gd name="csY5" fmla="*/ 1893718 h 3512169"/>
                <a:gd name="csX6" fmla="*/ 9071 w 4453406"/>
                <a:gd name="csY6" fmla="*/ 3496425 h 3512169"/>
                <a:gd name="csX0" fmla="*/ 9640 w 4453975"/>
                <a:gd name="csY0" fmla="*/ 3496425 h 3512169"/>
                <a:gd name="csX1" fmla="*/ 1766016 w 4453975"/>
                <a:gd name="csY1" fmla="*/ 1096559 h 3512169"/>
                <a:gd name="csX2" fmla="*/ 2657365 w 4453975"/>
                <a:gd name="csY2" fmla="*/ 264204 h 3512169"/>
                <a:gd name="csX3" fmla="*/ 3714479 w 4453975"/>
                <a:gd name="csY3" fmla="*/ 48166 h 3512169"/>
                <a:gd name="csX4" fmla="*/ 4453975 w 4453975"/>
                <a:gd name="csY4" fmla="*/ 1079800 h 3512169"/>
                <a:gd name="csX5" fmla="*/ 2650514 w 4453975"/>
                <a:gd name="csY5" fmla="*/ 1893718 h 3512169"/>
                <a:gd name="csX6" fmla="*/ 9640 w 4453975"/>
                <a:gd name="csY6" fmla="*/ 3496425 h 3512169"/>
                <a:gd name="csX0" fmla="*/ 9640 w 4453975"/>
                <a:gd name="csY0" fmla="*/ 3993467 h 4008123"/>
                <a:gd name="csX1" fmla="*/ 1766016 w 4453975"/>
                <a:gd name="csY1" fmla="*/ 1593601 h 4008123"/>
                <a:gd name="csX2" fmla="*/ 2601034 w 4453975"/>
                <a:gd name="csY2" fmla="*/ 41122 h 4008123"/>
                <a:gd name="csX3" fmla="*/ 3714479 w 4453975"/>
                <a:gd name="csY3" fmla="*/ 545208 h 4008123"/>
                <a:gd name="csX4" fmla="*/ 4453975 w 4453975"/>
                <a:gd name="csY4" fmla="*/ 1576842 h 4008123"/>
                <a:gd name="csX5" fmla="*/ 2650514 w 4453975"/>
                <a:gd name="csY5" fmla="*/ 2390760 h 4008123"/>
                <a:gd name="csX6" fmla="*/ 9640 w 4453975"/>
                <a:gd name="csY6" fmla="*/ 3993467 h 4008123"/>
                <a:gd name="csX0" fmla="*/ 9640 w 4453975"/>
                <a:gd name="csY0" fmla="*/ 3952894 h 3967550"/>
                <a:gd name="csX1" fmla="*/ 1766016 w 4453975"/>
                <a:gd name="csY1" fmla="*/ 1553028 h 3967550"/>
                <a:gd name="csX2" fmla="*/ 2601034 w 4453975"/>
                <a:gd name="csY2" fmla="*/ 549 h 3967550"/>
                <a:gd name="csX3" fmla="*/ 3714479 w 4453975"/>
                <a:gd name="csY3" fmla="*/ 504635 h 3967550"/>
                <a:gd name="csX4" fmla="*/ 4453975 w 4453975"/>
                <a:gd name="csY4" fmla="*/ 1536269 h 3967550"/>
                <a:gd name="csX5" fmla="*/ 2650514 w 4453975"/>
                <a:gd name="csY5" fmla="*/ 2350187 h 3967550"/>
                <a:gd name="csX6" fmla="*/ 9640 w 4453975"/>
                <a:gd name="csY6" fmla="*/ 3952894 h 3967550"/>
                <a:gd name="csX0" fmla="*/ 9640 w 4453975"/>
                <a:gd name="csY0" fmla="*/ 3952971 h 3968477"/>
                <a:gd name="csX1" fmla="*/ 1766016 w 4453975"/>
                <a:gd name="csY1" fmla="*/ 1553105 h 3968477"/>
                <a:gd name="csX2" fmla="*/ 2601034 w 4453975"/>
                <a:gd name="csY2" fmla="*/ 626 h 3968477"/>
                <a:gd name="csX3" fmla="*/ 3714479 w 4453975"/>
                <a:gd name="csY3" fmla="*/ 504712 h 3968477"/>
                <a:gd name="csX4" fmla="*/ 4453975 w 4453975"/>
                <a:gd name="csY4" fmla="*/ 1536346 h 3968477"/>
                <a:gd name="csX5" fmla="*/ 2650514 w 4453975"/>
                <a:gd name="csY5" fmla="*/ 2350264 h 3968477"/>
                <a:gd name="csX6" fmla="*/ 9640 w 4453975"/>
                <a:gd name="csY6" fmla="*/ 3952971 h 3968477"/>
                <a:gd name="csX0" fmla="*/ 9640 w 4517542"/>
                <a:gd name="csY0" fmla="*/ 4153948 h 4169453"/>
                <a:gd name="csX1" fmla="*/ 1766016 w 4517542"/>
                <a:gd name="csY1" fmla="*/ 1754082 h 4169453"/>
                <a:gd name="csX2" fmla="*/ 2601034 w 4517542"/>
                <a:gd name="csY2" fmla="*/ 201603 h 4169453"/>
                <a:gd name="csX3" fmla="*/ 4390442 w 4517542"/>
                <a:gd name="csY3" fmla="*/ 186529 h 4169453"/>
                <a:gd name="csX4" fmla="*/ 4453975 w 4517542"/>
                <a:gd name="csY4" fmla="*/ 1737323 h 4169453"/>
                <a:gd name="csX5" fmla="*/ 2650514 w 4517542"/>
                <a:gd name="csY5" fmla="*/ 2551241 h 4169453"/>
                <a:gd name="csX6" fmla="*/ 9640 w 4517542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719798"/>
                <a:gd name="csY0" fmla="*/ 4153948 h 4169453"/>
                <a:gd name="csX1" fmla="*/ 1766016 w 4719798"/>
                <a:gd name="csY1" fmla="*/ 1754082 h 4169453"/>
                <a:gd name="csX2" fmla="*/ 2601034 w 4719798"/>
                <a:gd name="csY2" fmla="*/ 201603 h 4169453"/>
                <a:gd name="csX3" fmla="*/ 4390442 w 4719798"/>
                <a:gd name="csY3" fmla="*/ 186529 h 4169453"/>
                <a:gd name="csX4" fmla="*/ 4453975 w 4719798"/>
                <a:gd name="csY4" fmla="*/ 1737323 h 4169453"/>
                <a:gd name="csX5" fmla="*/ 2650514 w 4719798"/>
                <a:gd name="csY5" fmla="*/ 2551241 h 4169453"/>
                <a:gd name="csX6" fmla="*/ 9640 w 4719798"/>
                <a:gd name="csY6" fmla="*/ 4153948 h 4169453"/>
                <a:gd name="csX0" fmla="*/ 9640 w 4684091"/>
                <a:gd name="csY0" fmla="*/ 4153948 h 4169453"/>
                <a:gd name="csX1" fmla="*/ 1766016 w 4684091"/>
                <a:gd name="csY1" fmla="*/ 1754082 h 4169453"/>
                <a:gd name="csX2" fmla="*/ 2601034 w 4684091"/>
                <a:gd name="csY2" fmla="*/ 201603 h 4169453"/>
                <a:gd name="csX3" fmla="*/ 4390442 w 4684091"/>
                <a:gd name="csY3" fmla="*/ 186529 h 4169453"/>
                <a:gd name="csX4" fmla="*/ 4453975 w 4684091"/>
                <a:gd name="csY4" fmla="*/ 1737323 h 4169453"/>
                <a:gd name="csX5" fmla="*/ 2650514 w 4684091"/>
                <a:gd name="csY5" fmla="*/ 2551241 h 4169453"/>
                <a:gd name="csX6" fmla="*/ 9640 w 4684091"/>
                <a:gd name="csY6" fmla="*/ 4153948 h 4169453"/>
                <a:gd name="csX0" fmla="*/ 9640 w 4747938"/>
                <a:gd name="csY0" fmla="*/ 4153948 h 4169453"/>
                <a:gd name="csX1" fmla="*/ 1766016 w 4747938"/>
                <a:gd name="csY1" fmla="*/ 1754082 h 4169453"/>
                <a:gd name="csX2" fmla="*/ 2601034 w 4747938"/>
                <a:gd name="csY2" fmla="*/ 201603 h 4169453"/>
                <a:gd name="csX3" fmla="*/ 4390442 w 4747938"/>
                <a:gd name="csY3" fmla="*/ 186529 h 4169453"/>
                <a:gd name="csX4" fmla="*/ 4453975 w 4747938"/>
                <a:gd name="csY4" fmla="*/ 1737323 h 4169453"/>
                <a:gd name="csX5" fmla="*/ 2650514 w 4747938"/>
                <a:gd name="csY5" fmla="*/ 2551241 h 4169453"/>
                <a:gd name="csX6" fmla="*/ 9640 w 4747938"/>
                <a:gd name="csY6" fmla="*/ 4153948 h 4169453"/>
                <a:gd name="csX0" fmla="*/ 9640 w 4747938"/>
                <a:gd name="csY0" fmla="*/ 4205765 h 4221270"/>
                <a:gd name="csX1" fmla="*/ 1766016 w 4747938"/>
                <a:gd name="csY1" fmla="*/ 1805899 h 4221270"/>
                <a:gd name="csX2" fmla="*/ 2601034 w 4747938"/>
                <a:gd name="csY2" fmla="*/ 253420 h 4221270"/>
                <a:gd name="csX3" fmla="*/ 4390442 w 4747938"/>
                <a:gd name="csY3" fmla="*/ 238346 h 4221270"/>
                <a:gd name="csX4" fmla="*/ 4453975 w 4747938"/>
                <a:gd name="csY4" fmla="*/ 1789140 h 4221270"/>
                <a:gd name="csX5" fmla="*/ 2650514 w 4747938"/>
                <a:gd name="csY5" fmla="*/ 2603058 h 4221270"/>
                <a:gd name="csX6" fmla="*/ 9640 w 4747938"/>
                <a:gd name="csY6" fmla="*/ 4205765 h 4221270"/>
                <a:gd name="csX0" fmla="*/ 9640 w 4769359"/>
                <a:gd name="csY0" fmla="*/ 4189897 h 4205402"/>
                <a:gd name="csX1" fmla="*/ 1766016 w 4769359"/>
                <a:gd name="csY1" fmla="*/ 1790031 h 4205402"/>
                <a:gd name="csX2" fmla="*/ 2601034 w 4769359"/>
                <a:gd name="csY2" fmla="*/ 237552 h 4205402"/>
                <a:gd name="csX3" fmla="*/ 4446772 w 4769359"/>
                <a:gd name="csY3" fmla="*/ 163863 h 4205402"/>
                <a:gd name="csX4" fmla="*/ 4453975 w 4769359"/>
                <a:gd name="csY4" fmla="*/ 1773272 h 4205402"/>
                <a:gd name="csX5" fmla="*/ 2650514 w 4769359"/>
                <a:gd name="csY5" fmla="*/ 2587190 h 4205402"/>
                <a:gd name="csX6" fmla="*/ 9640 w 4769359"/>
                <a:gd name="csY6" fmla="*/ 4189897 h 4205402"/>
                <a:gd name="csX0" fmla="*/ 9640 w 4747938"/>
                <a:gd name="csY0" fmla="*/ 4212142 h 4227647"/>
                <a:gd name="csX1" fmla="*/ 1766016 w 4747938"/>
                <a:gd name="csY1" fmla="*/ 1812276 h 4227647"/>
                <a:gd name="csX2" fmla="*/ 2601034 w 4747938"/>
                <a:gd name="csY2" fmla="*/ 259797 h 4227647"/>
                <a:gd name="csX3" fmla="*/ 4390441 w 4747938"/>
                <a:gd name="csY3" fmla="*/ 152614 h 4227647"/>
                <a:gd name="csX4" fmla="*/ 4453975 w 4747938"/>
                <a:gd name="csY4" fmla="*/ 1795517 h 4227647"/>
                <a:gd name="csX5" fmla="*/ 2650514 w 4747938"/>
                <a:gd name="csY5" fmla="*/ 2609435 h 4227647"/>
                <a:gd name="csX6" fmla="*/ 9640 w 4747938"/>
                <a:gd name="csY6" fmla="*/ 4212142 h 4227647"/>
                <a:gd name="csX0" fmla="*/ 8567 w 4746865"/>
                <a:gd name="csY0" fmla="*/ 4212143 h 4219435"/>
                <a:gd name="csX1" fmla="*/ 1745271 w 4746865"/>
                <a:gd name="csY1" fmla="*/ 1812279 h 4219435"/>
                <a:gd name="csX2" fmla="*/ 2599961 w 4746865"/>
                <a:gd name="csY2" fmla="*/ 259798 h 4219435"/>
                <a:gd name="csX3" fmla="*/ 4389368 w 4746865"/>
                <a:gd name="csY3" fmla="*/ 152615 h 4219435"/>
                <a:gd name="csX4" fmla="*/ 4452902 w 4746865"/>
                <a:gd name="csY4" fmla="*/ 1795518 h 4219435"/>
                <a:gd name="csX5" fmla="*/ 2649441 w 4746865"/>
                <a:gd name="csY5" fmla="*/ 2609436 h 4219435"/>
                <a:gd name="csX6" fmla="*/ 8567 w 4746865"/>
                <a:gd name="csY6" fmla="*/ 4212143 h 4219435"/>
                <a:gd name="csX0" fmla="*/ 8451 w 4746749"/>
                <a:gd name="csY0" fmla="*/ 4212143 h 4219813"/>
                <a:gd name="csX1" fmla="*/ 1745155 w 4746749"/>
                <a:gd name="csY1" fmla="*/ 1812279 h 4219813"/>
                <a:gd name="csX2" fmla="*/ 2599845 w 4746749"/>
                <a:gd name="csY2" fmla="*/ 259798 h 4219813"/>
                <a:gd name="csX3" fmla="*/ 4389252 w 4746749"/>
                <a:gd name="csY3" fmla="*/ 152615 h 4219813"/>
                <a:gd name="csX4" fmla="*/ 4452786 w 4746749"/>
                <a:gd name="csY4" fmla="*/ 1795518 h 4219813"/>
                <a:gd name="csX5" fmla="*/ 2642769 w 4746749"/>
                <a:gd name="csY5" fmla="*/ 2626986 h 4219813"/>
                <a:gd name="csX6" fmla="*/ 8451 w 4746749"/>
                <a:gd name="csY6" fmla="*/ 4212143 h 4219813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594 w 4746892"/>
                <a:gd name="csY0" fmla="*/ 4213311 h 4220527"/>
                <a:gd name="csX1" fmla="*/ 1738740 w 4746892"/>
                <a:gd name="csY1" fmla="*/ 1836843 h 4220527"/>
                <a:gd name="csX2" fmla="*/ 2599988 w 4746892"/>
                <a:gd name="csY2" fmla="*/ 260966 h 4220527"/>
                <a:gd name="csX3" fmla="*/ 4389395 w 4746892"/>
                <a:gd name="csY3" fmla="*/ 153783 h 4220527"/>
                <a:gd name="csX4" fmla="*/ 4452929 w 4746892"/>
                <a:gd name="csY4" fmla="*/ 1796686 h 4220527"/>
                <a:gd name="csX5" fmla="*/ 2642912 w 4746892"/>
                <a:gd name="csY5" fmla="*/ 2628154 h 4220527"/>
                <a:gd name="csX6" fmla="*/ 8594 w 4746892"/>
                <a:gd name="csY6" fmla="*/ 4213311 h 4220527"/>
                <a:gd name="csX0" fmla="*/ 8594 w 4693867"/>
                <a:gd name="csY0" fmla="*/ 4136922 h 4144138"/>
                <a:gd name="csX1" fmla="*/ 1738740 w 4693867"/>
                <a:gd name="csY1" fmla="*/ 1760454 h 4144138"/>
                <a:gd name="csX2" fmla="*/ 2599988 w 4693867"/>
                <a:gd name="csY2" fmla="*/ 184577 h 4144138"/>
                <a:gd name="csX3" fmla="*/ 4389395 w 4693867"/>
                <a:gd name="csY3" fmla="*/ 77394 h 4144138"/>
                <a:gd name="csX4" fmla="*/ 4452929 w 4693867"/>
                <a:gd name="csY4" fmla="*/ 1720297 h 4144138"/>
                <a:gd name="csX5" fmla="*/ 2642912 w 4693867"/>
                <a:gd name="csY5" fmla="*/ 2551765 h 4144138"/>
                <a:gd name="csX6" fmla="*/ 8594 w 4693867"/>
                <a:gd name="csY6" fmla="*/ 4136922 h 4144138"/>
                <a:gd name="csX0" fmla="*/ 8594 w 4699247"/>
                <a:gd name="csY0" fmla="*/ 4098901 h 4106117"/>
                <a:gd name="csX1" fmla="*/ 1738740 w 4699247"/>
                <a:gd name="csY1" fmla="*/ 1722433 h 4106117"/>
                <a:gd name="csX2" fmla="*/ 2599988 w 4699247"/>
                <a:gd name="csY2" fmla="*/ 146556 h 4106117"/>
                <a:gd name="csX3" fmla="*/ 4409070 w 4699247"/>
                <a:gd name="csY3" fmla="*/ 115412 h 4106117"/>
                <a:gd name="csX4" fmla="*/ 4452929 w 4699247"/>
                <a:gd name="csY4" fmla="*/ 1682276 h 4106117"/>
                <a:gd name="csX5" fmla="*/ 2642912 w 4699247"/>
                <a:gd name="csY5" fmla="*/ 2513744 h 4106117"/>
                <a:gd name="csX6" fmla="*/ 8594 w 4699247"/>
                <a:gd name="csY6" fmla="*/ 4098901 h 4106117"/>
                <a:gd name="csX0" fmla="*/ 8594 w 4703971"/>
                <a:gd name="csY0" fmla="*/ 4107920 h 4115136"/>
                <a:gd name="csX1" fmla="*/ 1738740 w 4703971"/>
                <a:gd name="csY1" fmla="*/ 1731452 h 4115136"/>
                <a:gd name="csX2" fmla="*/ 2599988 w 4703971"/>
                <a:gd name="csY2" fmla="*/ 155575 h 4115136"/>
                <a:gd name="csX3" fmla="*/ 4409070 w 4703971"/>
                <a:gd name="csY3" fmla="*/ 124431 h 4115136"/>
                <a:gd name="csX4" fmla="*/ 4452929 w 4703971"/>
                <a:gd name="csY4" fmla="*/ 1691295 h 4115136"/>
                <a:gd name="csX5" fmla="*/ 2642912 w 4703971"/>
                <a:gd name="csY5" fmla="*/ 2522763 h 4115136"/>
                <a:gd name="csX6" fmla="*/ 8594 w 4703971"/>
                <a:gd name="csY6" fmla="*/ 4107920 h 4115136"/>
                <a:gd name="csX0" fmla="*/ 8594 w 4703971"/>
                <a:gd name="csY0" fmla="*/ 4195888 h 4203104"/>
                <a:gd name="csX1" fmla="*/ 1738740 w 4703971"/>
                <a:gd name="csY1" fmla="*/ 1819420 h 4203104"/>
                <a:gd name="csX2" fmla="*/ 2599988 w 4703971"/>
                <a:gd name="csY2" fmla="*/ 243543 h 4203104"/>
                <a:gd name="csX3" fmla="*/ 4409070 w 4703971"/>
                <a:gd name="csY3" fmla="*/ 212399 h 4203104"/>
                <a:gd name="csX4" fmla="*/ 4452929 w 4703971"/>
                <a:gd name="csY4" fmla="*/ 1779263 h 4203104"/>
                <a:gd name="csX5" fmla="*/ 2642912 w 4703971"/>
                <a:gd name="csY5" fmla="*/ 2610731 h 4203104"/>
                <a:gd name="csX6" fmla="*/ 8594 w 4703971"/>
                <a:gd name="csY6" fmla="*/ 4195888 h 4203104"/>
                <a:gd name="csX0" fmla="*/ 8594 w 4703971"/>
                <a:gd name="csY0" fmla="*/ 4213778 h 4220994"/>
                <a:gd name="csX1" fmla="*/ 1738740 w 4703971"/>
                <a:gd name="csY1" fmla="*/ 1837310 h 4220994"/>
                <a:gd name="csX2" fmla="*/ 2599988 w 4703971"/>
                <a:gd name="csY2" fmla="*/ 261433 h 4220994"/>
                <a:gd name="csX3" fmla="*/ 4409070 w 4703971"/>
                <a:gd name="csY3" fmla="*/ 230289 h 4220994"/>
                <a:gd name="csX4" fmla="*/ 4452929 w 4703971"/>
                <a:gd name="csY4" fmla="*/ 1797153 h 4220994"/>
                <a:gd name="csX5" fmla="*/ 2642912 w 4703971"/>
                <a:gd name="csY5" fmla="*/ 2628621 h 4220994"/>
                <a:gd name="csX6" fmla="*/ 8594 w 4703971"/>
                <a:gd name="csY6" fmla="*/ 4213778 h 4220994"/>
                <a:gd name="csX0" fmla="*/ 8594 w 4855548"/>
                <a:gd name="csY0" fmla="*/ 4390510 h 4397726"/>
                <a:gd name="csX1" fmla="*/ 1738740 w 4855548"/>
                <a:gd name="csY1" fmla="*/ 2014042 h 4397726"/>
                <a:gd name="csX2" fmla="*/ 2599988 w 4855548"/>
                <a:gd name="csY2" fmla="*/ 438165 h 4397726"/>
                <a:gd name="csX3" fmla="*/ 4756647 w 4855548"/>
                <a:gd name="csY3" fmla="*/ 26825 h 4397726"/>
                <a:gd name="csX4" fmla="*/ 4452929 w 4855548"/>
                <a:gd name="csY4" fmla="*/ 1973885 h 4397726"/>
                <a:gd name="csX5" fmla="*/ 2642912 w 4855548"/>
                <a:gd name="csY5" fmla="*/ 2805353 h 4397726"/>
                <a:gd name="csX6" fmla="*/ 8594 w 4855548"/>
                <a:gd name="csY6" fmla="*/ 4390510 h 4397726"/>
                <a:gd name="csX0" fmla="*/ 8594 w 5018748"/>
                <a:gd name="csY0" fmla="*/ 4545598 h 4552814"/>
                <a:gd name="csX1" fmla="*/ 1738740 w 5018748"/>
                <a:gd name="csY1" fmla="*/ 2169130 h 4552814"/>
                <a:gd name="csX2" fmla="*/ 2599988 w 5018748"/>
                <a:gd name="csY2" fmla="*/ 593253 h 4552814"/>
                <a:gd name="csX3" fmla="*/ 4973062 w 5018748"/>
                <a:gd name="csY3" fmla="*/ 18136 h 4552814"/>
                <a:gd name="csX4" fmla="*/ 4452929 w 5018748"/>
                <a:gd name="csY4" fmla="*/ 2128973 h 4552814"/>
                <a:gd name="csX5" fmla="*/ 2642912 w 5018748"/>
                <a:gd name="csY5" fmla="*/ 2960441 h 4552814"/>
                <a:gd name="csX6" fmla="*/ 8594 w 5018748"/>
                <a:gd name="csY6" fmla="*/ 4545598 h 4552814"/>
                <a:gd name="csX0" fmla="*/ 8594 w 5002691"/>
                <a:gd name="csY0" fmla="*/ 4537753 h 4544969"/>
                <a:gd name="csX1" fmla="*/ 1738740 w 5002691"/>
                <a:gd name="csY1" fmla="*/ 2161285 h 4544969"/>
                <a:gd name="csX2" fmla="*/ 2599988 w 5002691"/>
                <a:gd name="csY2" fmla="*/ 585408 h 4544969"/>
                <a:gd name="csX3" fmla="*/ 4973062 w 5002691"/>
                <a:gd name="csY3" fmla="*/ 10291 h 4544969"/>
                <a:gd name="csX4" fmla="*/ 4452929 w 5002691"/>
                <a:gd name="csY4" fmla="*/ 2121128 h 4544969"/>
                <a:gd name="csX5" fmla="*/ 2642912 w 5002691"/>
                <a:gd name="csY5" fmla="*/ 2952596 h 4544969"/>
                <a:gd name="csX6" fmla="*/ 8594 w 5002691"/>
                <a:gd name="csY6" fmla="*/ 4537753 h 4544969"/>
                <a:gd name="csX0" fmla="*/ 8594 w 4705059"/>
                <a:gd name="csY0" fmla="*/ 4122711 h 4129927"/>
                <a:gd name="csX1" fmla="*/ 1738740 w 4705059"/>
                <a:gd name="csY1" fmla="*/ 1746243 h 4129927"/>
                <a:gd name="csX2" fmla="*/ 2599988 w 4705059"/>
                <a:gd name="csY2" fmla="*/ 170366 h 4129927"/>
                <a:gd name="csX3" fmla="*/ 4446032 w 4705059"/>
                <a:gd name="csY3" fmla="*/ 89415 h 4129927"/>
                <a:gd name="csX4" fmla="*/ 4452929 w 4705059"/>
                <a:gd name="csY4" fmla="*/ 1706086 h 4129927"/>
                <a:gd name="csX5" fmla="*/ 2642912 w 4705059"/>
                <a:gd name="csY5" fmla="*/ 2537554 h 4129927"/>
                <a:gd name="csX6" fmla="*/ 8594 w 4705059"/>
                <a:gd name="csY6" fmla="*/ 4122711 h 4129927"/>
                <a:gd name="csX0" fmla="*/ 8594 w 4596663"/>
                <a:gd name="csY0" fmla="*/ 4215533 h 4224499"/>
                <a:gd name="csX1" fmla="*/ 1738740 w 4596663"/>
                <a:gd name="csY1" fmla="*/ 1839065 h 4224499"/>
                <a:gd name="csX2" fmla="*/ 2599988 w 4596663"/>
                <a:gd name="csY2" fmla="*/ 263188 h 4224499"/>
                <a:gd name="csX3" fmla="*/ 4446032 w 4596663"/>
                <a:gd name="csY3" fmla="*/ 182237 h 4224499"/>
                <a:gd name="csX4" fmla="*/ 4129398 w 4596663"/>
                <a:gd name="csY4" fmla="*/ 2079669 h 4224499"/>
                <a:gd name="csX5" fmla="*/ 2642912 w 4596663"/>
                <a:gd name="csY5" fmla="*/ 2630376 h 4224499"/>
                <a:gd name="csX6" fmla="*/ 8594 w 4596663"/>
                <a:gd name="csY6" fmla="*/ 4215533 h 4224499"/>
                <a:gd name="csX0" fmla="*/ 10635 w 4618520"/>
                <a:gd name="csY0" fmla="*/ 4140860 h 4149826"/>
                <a:gd name="csX1" fmla="*/ 1740781 w 4618520"/>
                <a:gd name="csY1" fmla="*/ 1764392 h 4149826"/>
                <a:gd name="csX2" fmla="*/ 2330962 w 4618520"/>
                <a:gd name="csY2" fmla="*/ 399085 h 4149826"/>
                <a:gd name="csX3" fmla="*/ 4448073 w 4618520"/>
                <a:gd name="csY3" fmla="*/ 107564 h 4149826"/>
                <a:gd name="csX4" fmla="*/ 4131439 w 4618520"/>
                <a:gd name="csY4" fmla="*/ 2004996 h 4149826"/>
                <a:gd name="csX5" fmla="*/ 2644953 w 4618520"/>
                <a:gd name="csY5" fmla="*/ 2555703 h 4149826"/>
                <a:gd name="csX6" fmla="*/ 10635 w 4618520"/>
                <a:gd name="csY6" fmla="*/ 4140860 h 4149826"/>
                <a:gd name="csX0" fmla="*/ 2473 w 4610358"/>
                <a:gd name="csY0" fmla="*/ 4148168 h 4152706"/>
                <a:gd name="csX1" fmla="*/ 2161081 w 4610358"/>
                <a:gd name="csY1" fmla="*/ 2013468 h 4152706"/>
                <a:gd name="csX2" fmla="*/ 2322800 w 4610358"/>
                <a:gd name="csY2" fmla="*/ 406393 h 4152706"/>
                <a:gd name="csX3" fmla="*/ 4439911 w 4610358"/>
                <a:gd name="csY3" fmla="*/ 114872 h 4152706"/>
                <a:gd name="csX4" fmla="*/ 4123277 w 4610358"/>
                <a:gd name="csY4" fmla="*/ 2012304 h 4152706"/>
                <a:gd name="csX5" fmla="*/ 2636791 w 4610358"/>
                <a:gd name="csY5" fmla="*/ 2563011 h 4152706"/>
                <a:gd name="csX6" fmla="*/ 2473 w 4610358"/>
                <a:gd name="csY6" fmla="*/ 4148168 h 4152706"/>
                <a:gd name="csX0" fmla="*/ 400 w 4608285"/>
                <a:gd name="csY0" fmla="*/ 4148168 h 4148397"/>
                <a:gd name="csX1" fmla="*/ 2159008 w 4608285"/>
                <a:gd name="csY1" fmla="*/ 2013468 h 4148397"/>
                <a:gd name="csX2" fmla="*/ 2320727 w 4608285"/>
                <a:gd name="csY2" fmla="*/ 406393 h 4148397"/>
                <a:gd name="csX3" fmla="*/ 4437838 w 4608285"/>
                <a:gd name="csY3" fmla="*/ 114872 h 4148397"/>
                <a:gd name="csX4" fmla="*/ 4121204 w 4608285"/>
                <a:gd name="csY4" fmla="*/ 2012304 h 4148397"/>
                <a:gd name="csX5" fmla="*/ 2346163 w 4608285"/>
                <a:gd name="csY5" fmla="*/ 2149669 h 4148397"/>
                <a:gd name="csX6" fmla="*/ 400 w 4608285"/>
                <a:gd name="csY6" fmla="*/ 4148168 h 4148397"/>
                <a:gd name="csX0" fmla="*/ 400 w 4547161"/>
                <a:gd name="csY0" fmla="*/ 4069645 h 4069874"/>
                <a:gd name="csX1" fmla="*/ 2159008 w 4547161"/>
                <a:gd name="csY1" fmla="*/ 1934945 h 4069874"/>
                <a:gd name="csX2" fmla="*/ 2320727 w 4547161"/>
                <a:gd name="csY2" fmla="*/ 327870 h 4069874"/>
                <a:gd name="csX3" fmla="*/ 4437838 w 4547161"/>
                <a:gd name="csY3" fmla="*/ 36349 h 4069874"/>
                <a:gd name="csX4" fmla="*/ 4121204 w 4547161"/>
                <a:gd name="csY4" fmla="*/ 1933781 h 4069874"/>
                <a:gd name="csX5" fmla="*/ 2346163 w 4547161"/>
                <a:gd name="csY5" fmla="*/ 2071146 h 4069874"/>
                <a:gd name="csX6" fmla="*/ 400 w 4547161"/>
                <a:gd name="csY6" fmla="*/ 4069645 h 4069874"/>
                <a:gd name="csX0" fmla="*/ 536 w 3991476"/>
                <a:gd name="csY0" fmla="*/ 3539321 h 3539632"/>
                <a:gd name="csX1" fmla="*/ 1603323 w 3991476"/>
                <a:gd name="csY1" fmla="*/ 1934945 h 3539632"/>
                <a:gd name="csX2" fmla="*/ 1765042 w 3991476"/>
                <a:gd name="csY2" fmla="*/ 327870 h 3539632"/>
                <a:gd name="csX3" fmla="*/ 3882153 w 3991476"/>
                <a:gd name="csY3" fmla="*/ 36349 h 3539632"/>
                <a:gd name="csX4" fmla="*/ 3565519 w 3991476"/>
                <a:gd name="csY4" fmla="*/ 1933781 h 3539632"/>
                <a:gd name="csX5" fmla="*/ 1790478 w 3991476"/>
                <a:gd name="csY5" fmla="*/ 2071146 h 3539632"/>
                <a:gd name="csX6" fmla="*/ 536 w 3991476"/>
                <a:gd name="csY6" fmla="*/ 3539321 h 3539632"/>
                <a:gd name="csX0" fmla="*/ 527 w 4017318"/>
                <a:gd name="csY0" fmla="*/ 3573908 h 3574212"/>
                <a:gd name="csX1" fmla="*/ 1629165 w 4017318"/>
                <a:gd name="csY1" fmla="*/ 1934945 h 3574212"/>
                <a:gd name="csX2" fmla="*/ 1790884 w 4017318"/>
                <a:gd name="csY2" fmla="*/ 327870 h 3574212"/>
                <a:gd name="csX3" fmla="*/ 3907995 w 4017318"/>
                <a:gd name="csY3" fmla="*/ 36349 h 3574212"/>
                <a:gd name="csX4" fmla="*/ 3591361 w 4017318"/>
                <a:gd name="csY4" fmla="*/ 1933781 h 3574212"/>
                <a:gd name="csX5" fmla="*/ 1816320 w 4017318"/>
                <a:gd name="csY5" fmla="*/ 2071146 h 3574212"/>
                <a:gd name="csX6" fmla="*/ 527 w 4017318"/>
                <a:gd name="csY6" fmla="*/ 3573908 h 3574212"/>
                <a:gd name="csX0" fmla="*/ 3641 w 4020432"/>
                <a:gd name="csY0" fmla="*/ 3573908 h 3577567"/>
                <a:gd name="csX1" fmla="*/ 1632279 w 4020432"/>
                <a:gd name="csY1" fmla="*/ 1934945 h 3577567"/>
                <a:gd name="csX2" fmla="*/ 1793998 w 4020432"/>
                <a:gd name="csY2" fmla="*/ 327870 h 3577567"/>
                <a:gd name="csX3" fmla="*/ 3911109 w 4020432"/>
                <a:gd name="csY3" fmla="*/ 36349 h 3577567"/>
                <a:gd name="csX4" fmla="*/ 3594475 w 4020432"/>
                <a:gd name="csY4" fmla="*/ 1933781 h 3577567"/>
                <a:gd name="csX5" fmla="*/ 1819434 w 4020432"/>
                <a:gd name="csY5" fmla="*/ 2071146 h 3577567"/>
                <a:gd name="csX6" fmla="*/ 3641 w 4020432"/>
                <a:gd name="csY6" fmla="*/ 3573908 h 3577567"/>
                <a:gd name="csX0" fmla="*/ 11923 w 4028714"/>
                <a:gd name="csY0" fmla="*/ 3573908 h 3583559"/>
                <a:gd name="csX1" fmla="*/ 1640561 w 4028714"/>
                <a:gd name="csY1" fmla="*/ 1934945 h 3583559"/>
                <a:gd name="csX2" fmla="*/ 1802280 w 4028714"/>
                <a:gd name="csY2" fmla="*/ 327870 h 3583559"/>
                <a:gd name="csX3" fmla="*/ 3919391 w 4028714"/>
                <a:gd name="csY3" fmla="*/ 36349 h 3583559"/>
                <a:gd name="csX4" fmla="*/ 3602757 w 4028714"/>
                <a:gd name="csY4" fmla="*/ 1933781 h 3583559"/>
                <a:gd name="csX5" fmla="*/ 1827716 w 4028714"/>
                <a:gd name="csY5" fmla="*/ 2071146 h 3583559"/>
                <a:gd name="csX6" fmla="*/ 11923 w 4028714"/>
                <a:gd name="csY6" fmla="*/ 3573908 h 3583559"/>
                <a:gd name="csX0" fmla="*/ 1130 w 4017921"/>
                <a:gd name="csY0" fmla="*/ 3573908 h 3577714"/>
                <a:gd name="csX1" fmla="*/ 1629768 w 4017921"/>
                <a:gd name="csY1" fmla="*/ 1934945 h 3577714"/>
                <a:gd name="csX2" fmla="*/ 1791487 w 4017921"/>
                <a:gd name="csY2" fmla="*/ 327870 h 3577714"/>
                <a:gd name="csX3" fmla="*/ 3908598 w 4017921"/>
                <a:gd name="csY3" fmla="*/ 36349 h 3577714"/>
                <a:gd name="csX4" fmla="*/ 3591964 w 4017921"/>
                <a:gd name="csY4" fmla="*/ 1933781 h 3577714"/>
                <a:gd name="csX5" fmla="*/ 1906115 w 4017921"/>
                <a:gd name="csY5" fmla="*/ 2373434 h 3577714"/>
                <a:gd name="csX6" fmla="*/ 1130 w 4017921"/>
                <a:gd name="csY6" fmla="*/ 3573908 h 3577714"/>
                <a:gd name="csX0" fmla="*/ 434 w 4017225"/>
                <a:gd name="csY0" fmla="*/ 3573908 h 3574428"/>
                <a:gd name="csX1" fmla="*/ 1629072 w 4017225"/>
                <a:gd name="csY1" fmla="*/ 1934945 h 3574428"/>
                <a:gd name="csX2" fmla="*/ 1790791 w 4017225"/>
                <a:gd name="csY2" fmla="*/ 327870 h 3574428"/>
                <a:gd name="csX3" fmla="*/ 3907902 w 4017225"/>
                <a:gd name="csY3" fmla="*/ 36349 h 3574428"/>
                <a:gd name="csX4" fmla="*/ 3591268 w 4017225"/>
                <a:gd name="csY4" fmla="*/ 1933781 h 3574428"/>
                <a:gd name="csX5" fmla="*/ 1798394 w 4017225"/>
                <a:gd name="csY5" fmla="*/ 2110926 h 3574428"/>
                <a:gd name="csX6" fmla="*/ 434 w 4017225"/>
                <a:gd name="csY6" fmla="*/ 3573908 h 3574428"/>
                <a:gd name="csX0" fmla="*/ 434 w 4017225"/>
                <a:gd name="csY0" fmla="*/ 3573908 h 3574310"/>
                <a:gd name="csX1" fmla="*/ 1629072 w 4017225"/>
                <a:gd name="csY1" fmla="*/ 1934945 h 3574310"/>
                <a:gd name="csX2" fmla="*/ 1790791 w 4017225"/>
                <a:gd name="csY2" fmla="*/ 327870 h 3574310"/>
                <a:gd name="csX3" fmla="*/ 3907902 w 4017225"/>
                <a:gd name="csY3" fmla="*/ 36349 h 3574310"/>
                <a:gd name="csX4" fmla="*/ 3591268 w 4017225"/>
                <a:gd name="csY4" fmla="*/ 1933781 h 3574310"/>
                <a:gd name="csX5" fmla="*/ 1798394 w 4017225"/>
                <a:gd name="csY5" fmla="*/ 2110926 h 3574310"/>
                <a:gd name="csX6" fmla="*/ 434 w 4017225"/>
                <a:gd name="csY6" fmla="*/ 3573908 h 3574310"/>
                <a:gd name="csX0" fmla="*/ 434 w 4017225"/>
                <a:gd name="csY0" fmla="*/ 3573908 h 3576627"/>
                <a:gd name="csX1" fmla="*/ 1629072 w 4017225"/>
                <a:gd name="csY1" fmla="*/ 1934945 h 3576627"/>
                <a:gd name="csX2" fmla="*/ 1790791 w 4017225"/>
                <a:gd name="csY2" fmla="*/ 327870 h 3576627"/>
                <a:gd name="csX3" fmla="*/ 3907902 w 4017225"/>
                <a:gd name="csY3" fmla="*/ 36349 h 3576627"/>
                <a:gd name="csX4" fmla="*/ 3591268 w 4017225"/>
                <a:gd name="csY4" fmla="*/ 1933781 h 3576627"/>
                <a:gd name="csX5" fmla="*/ 1798395 w 4017225"/>
                <a:gd name="csY5" fmla="*/ 2365482 h 3576627"/>
                <a:gd name="csX6" fmla="*/ 434 w 4017225"/>
                <a:gd name="csY6" fmla="*/ 3573908 h 3576627"/>
                <a:gd name="csX0" fmla="*/ 434 w 4017225"/>
                <a:gd name="csY0" fmla="*/ 3573908 h 3576355"/>
                <a:gd name="csX1" fmla="*/ 1629072 w 4017225"/>
                <a:gd name="csY1" fmla="*/ 1934945 h 3576355"/>
                <a:gd name="csX2" fmla="*/ 1790791 w 4017225"/>
                <a:gd name="csY2" fmla="*/ 327870 h 3576355"/>
                <a:gd name="csX3" fmla="*/ 3907902 w 4017225"/>
                <a:gd name="csY3" fmla="*/ 36349 h 3576355"/>
                <a:gd name="csX4" fmla="*/ 3591268 w 4017225"/>
                <a:gd name="csY4" fmla="*/ 1933781 h 3576355"/>
                <a:gd name="csX5" fmla="*/ 1798395 w 4017225"/>
                <a:gd name="csY5" fmla="*/ 2365482 h 3576355"/>
                <a:gd name="csX6" fmla="*/ 434 w 4017225"/>
                <a:gd name="csY6" fmla="*/ 3573908 h 3576355"/>
                <a:gd name="csX0" fmla="*/ 434 w 4017225"/>
                <a:gd name="csY0" fmla="*/ 3573908 h 3583502"/>
                <a:gd name="csX1" fmla="*/ 1629072 w 4017225"/>
                <a:gd name="csY1" fmla="*/ 1934945 h 3583502"/>
                <a:gd name="csX2" fmla="*/ 1790791 w 4017225"/>
                <a:gd name="csY2" fmla="*/ 327870 h 3583502"/>
                <a:gd name="csX3" fmla="*/ 3907902 w 4017225"/>
                <a:gd name="csY3" fmla="*/ 36349 h 3583502"/>
                <a:gd name="csX4" fmla="*/ 3591268 w 4017225"/>
                <a:gd name="csY4" fmla="*/ 1933781 h 3583502"/>
                <a:gd name="csX5" fmla="*/ 1798396 w 4017225"/>
                <a:gd name="csY5" fmla="*/ 2715497 h 3583502"/>
                <a:gd name="csX6" fmla="*/ 434 w 4017225"/>
                <a:gd name="csY6" fmla="*/ 3573908 h 3583502"/>
                <a:gd name="csX0" fmla="*/ 20204 w 4036995"/>
                <a:gd name="csY0" fmla="*/ 3574326 h 3583563"/>
                <a:gd name="csX1" fmla="*/ 908564 w 4036995"/>
                <a:gd name="csY1" fmla="*/ 1951275 h 3583563"/>
                <a:gd name="csX2" fmla="*/ 1810561 w 4036995"/>
                <a:gd name="csY2" fmla="*/ 328288 h 3583563"/>
                <a:gd name="csX3" fmla="*/ 3927672 w 4036995"/>
                <a:gd name="csY3" fmla="*/ 36767 h 3583563"/>
                <a:gd name="csX4" fmla="*/ 3611038 w 4036995"/>
                <a:gd name="csY4" fmla="*/ 1934199 h 3583563"/>
                <a:gd name="csX5" fmla="*/ 1818166 w 4036995"/>
                <a:gd name="csY5" fmla="*/ 2715915 h 3583563"/>
                <a:gd name="csX6" fmla="*/ 20204 w 4036995"/>
                <a:gd name="csY6" fmla="*/ 3574326 h 3583563"/>
                <a:gd name="csX0" fmla="*/ 12549 w 4029340"/>
                <a:gd name="csY0" fmla="*/ 3574326 h 3583563"/>
                <a:gd name="csX1" fmla="*/ 900909 w 4029340"/>
                <a:gd name="csY1" fmla="*/ 1951275 h 3583563"/>
                <a:gd name="csX2" fmla="*/ 1802906 w 4029340"/>
                <a:gd name="csY2" fmla="*/ 328288 h 3583563"/>
                <a:gd name="csX3" fmla="*/ 3920017 w 4029340"/>
                <a:gd name="csY3" fmla="*/ 36767 h 3583563"/>
                <a:gd name="csX4" fmla="*/ 3603383 w 4029340"/>
                <a:gd name="csY4" fmla="*/ 1934199 h 3583563"/>
                <a:gd name="csX5" fmla="*/ 1810511 w 4029340"/>
                <a:gd name="csY5" fmla="*/ 2715915 h 3583563"/>
                <a:gd name="csX6" fmla="*/ 12549 w 4029340"/>
                <a:gd name="csY6" fmla="*/ 3574326 h 3583563"/>
                <a:gd name="csX0" fmla="*/ 2018 w 4018809"/>
                <a:gd name="csY0" fmla="*/ 3573908 h 3583502"/>
                <a:gd name="csX1" fmla="*/ 1389840 w 4018809"/>
                <a:gd name="csY1" fmla="*/ 1934947 h 3583502"/>
                <a:gd name="csX2" fmla="*/ 1792375 w 4018809"/>
                <a:gd name="csY2" fmla="*/ 327870 h 3583502"/>
                <a:gd name="csX3" fmla="*/ 3909486 w 4018809"/>
                <a:gd name="csY3" fmla="*/ 36349 h 3583502"/>
                <a:gd name="csX4" fmla="*/ 3592852 w 4018809"/>
                <a:gd name="csY4" fmla="*/ 1933781 h 3583502"/>
                <a:gd name="csX5" fmla="*/ 1799980 w 4018809"/>
                <a:gd name="csY5" fmla="*/ 2715497 h 3583502"/>
                <a:gd name="csX6" fmla="*/ 2018 w 4018809"/>
                <a:gd name="csY6" fmla="*/ 3573908 h 3583502"/>
                <a:gd name="csX0" fmla="*/ 2018 w 4018809"/>
                <a:gd name="csY0" fmla="*/ 3573908 h 3575401"/>
                <a:gd name="csX1" fmla="*/ 1389840 w 4018809"/>
                <a:gd name="csY1" fmla="*/ 1934947 h 3575401"/>
                <a:gd name="csX2" fmla="*/ 1792375 w 4018809"/>
                <a:gd name="csY2" fmla="*/ 327870 h 3575401"/>
                <a:gd name="csX3" fmla="*/ 3909486 w 4018809"/>
                <a:gd name="csY3" fmla="*/ 36349 h 3575401"/>
                <a:gd name="csX4" fmla="*/ 3592852 w 4018809"/>
                <a:gd name="csY4" fmla="*/ 1933781 h 3575401"/>
                <a:gd name="csX5" fmla="*/ 1799983 w 4018809"/>
                <a:gd name="csY5" fmla="*/ 2277981 h 3575401"/>
                <a:gd name="csX6" fmla="*/ 2018 w 4018809"/>
                <a:gd name="csY6" fmla="*/ 3573908 h 3575401"/>
                <a:gd name="csX0" fmla="*/ 2279 w 4019070"/>
                <a:gd name="csY0" fmla="*/ 3573908 h 3576883"/>
                <a:gd name="csX1" fmla="*/ 1390101 w 4019070"/>
                <a:gd name="csY1" fmla="*/ 1934947 h 3576883"/>
                <a:gd name="csX2" fmla="*/ 1792636 w 4019070"/>
                <a:gd name="csY2" fmla="*/ 327870 h 3576883"/>
                <a:gd name="csX3" fmla="*/ 3909747 w 4019070"/>
                <a:gd name="csY3" fmla="*/ 36349 h 3576883"/>
                <a:gd name="csX4" fmla="*/ 3593113 w 4019070"/>
                <a:gd name="csY4" fmla="*/ 1933781 h 3576883"/>
                <a:gd name="csX5" fmla="*/ 1827004 w 4019070"/>
                <a:gd name="csY5" fmla="*/ 2405261 h 3576883"/>
                <a:gd name="csX6" fmla="*/ 2279 w 4019070"/>
                <a:gd name="csY6" fmla="*/ 3573908 h 3576883"/>
                <a:gd name="csX0" fmla="*/ 3304 w 4020095"/>
                <a:gd name="csY0" fmla="*/ 3573700 h 3576772"/>
                <a:gd name="csX1" fmla="*/ 1310858 w 4020095"/>
                <a:gd name="csY1" fmla="*/ 1926786 h 3576772"/>
                <a:gd name="csX2" fmla="*/ 1793661 w 4020095"/>
                <a:gd name="csY2" fmla="*/ 327662 h 3576772"/>
                <a:gd name="csX3" fmla="*/ 3910772 w 4020095"/>
                <a:gd name="csY3" fmla="*/ 36141 h 3576772"/>
                <a:gd name="csX4" fmla="*/ 3594138 w 4020095"/>
                <a:gd name="csY4" fmla="*/ 1933573 h 3576772"/>
                <a:gd name="csX5" fmla="*/ 1828029 w 4020095"/>
                <a:gd name="csY5" fmla="*/ 2405053 h 3576772"/>
                <a:gd name="csX6" fmla="*/ 3304 w 4020095"/>
                <a:gd name="csY6" fmla="*/ 3573700 h 3576772"/>
                <a:gd name="csX0" fmla="*/ 3254 w 4020045"/>
                <a:gd name="csY0" fmla="*/ 3573700 h 3576772"/>
                <a:gd name="csX1" fmla="*/ 1310808 w 4020045"/>
                <a:gd name="csY1" fmla="*/ 1926786 h 3576772"/>
                <a:gd name="csX2" fmla="*/ 1793611 w 4020045"/>
                <a:gd name="csY2" fmla="*/ 327662 h 3576772"/>
                <a:gd name="csX3" fmla="*/ 3910722 w 4020045"/>
                <a:gd name="csY3" fmla="*/ 36141 h 3576772"/>
                <a:gd name="csX4" fmla="*/ 3594088 w 4020045"/>
                <a:gd name="csY4" fmla="*/ 1933573 h 3576772"/>
                <a:gd name="csX5" fmla="*/ 1827979 w 4020045"/>
                <a:gd name="csY5" fmla="*/ 2405053 h 3576772"/>
                <a:gd name="csX6" fmla="*/ 3254 w 4020045"/>
                <a:gd name="csY6" fmla="*/ 3573700 h 35767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020045" h="3576772">
                  <a:moveTo>
                    <a:pt x="3254" y="3573700"/>
                  </a:moveTo>
                  <a:cubicBezTo>
                    <a:pt x="-82941" y="3493989"/>
                    <a:pt x="1574310" y="2340515"/>
                    <a:pt x="1310808" y="1926786"/>
                  </a:cubicBezTo>
                  <a:cubicBezTo>
                    <a:pt x="1047306" y="1513057"/>
                    <a:pt x="1360292" y="642769"/>
                    <a:pt x="1793611" y="327662"/>
                  </a:cubicBezTo>
                  <a:cubicBezTo>
                    <a:pt x="2226930" y="12555"/>
                    <a:pt x="3750548" y="-52136"/>
                    <a:pt x="3910722" y="36141"/>
                  </a:cubicBezTo>
                  <a:cubicBezTo>
                    <a:pt x="4070896" y="124418"/>
                    <a:pt x="4120351" y="1358027"/>
                    <a:pt x="3594088" y="1933573"/>
                  </a:cubicBezTo>
                  <a:cubicBezTo>
                    <a:pt x="3171099" y="2391895"/>
                    <a:pt x="2301583" y="2656718"/>
                    <a:pt x="1827979" y="2405053"/>
                  </a:cubicBezTo>
                  <a:cubicBezTo>
                    <a:pt x="1354375" y="2153388"/>
                    <a:pt x="89449" y="3653411"/>
                    <a:pt x="3254" y="3573700"/>
                  </a:cubicBezTo>
                  <a:close/>
                </a:path>
              </a:pathLst>
            </a:custGeom>
            <a:noFill/>
            <a:ln>
              <a:solidFill>
                <a:srgbClr val="0C26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0" name="Freeform 1029">
              <a:extLst>
                <a:ext uri="{FF2B5EF4-FFF2-40B4-BE49-F238E27FC236}">
                  <a16:creationId xmlns:a16="http://schemas.microsoft.com/office/drawing/2014/main" id="{218BC2F3-DA26-5DCF-7C38-4E15BC20F342}"/>
                </a:ext>
              </a:extLst>
            </p:cNvPr>
            <p:cNvSpPr/>
            <p:nvPr userDrawn="1"/>
          </p:nvSpPr>
          <p:spPr>
            <a:xfrm rot="16200000">
              <a:off x="7046886" y="2096091"/>
              <a:ext cx="2615869" cy="2682267"/>
            </a:xfrm>
            <a:custGeom>
              <a:avLst/>
              <a:gdLst>
                <a:gd name="csX0" fmla="*/ 1893 w 3484511"/>
                <a:gd name="csY0" fmla="*/ 3509215 h 3511799"/>
                <a:gd name="csX1" fmla="*/ 1514170 w 3484511"/>
                <a:gd name="csY1" fmla="*/ 1703861 h 3511799"/>
                <a:gd name="csX2" fmla="*/ 2029985 w 3484511"/>
                <a:gd name="csY2" fmla="*/ 226753 h 3511799"/>
                <a:gd name="csX3" fmla="*/ 3378139 w 3484511"/>
                <a:gd name="csY3" fmla="*/ 144692 h 3511799"/>
                <a:gd name="csX4" fmla="*/ 3225739 w 3484511"/>
                <a:gd name="csY4" fmla="*/ 1586630 h 3511799"/>
                <a:gd name="csX5" fmla="*/ 1854139 w 3484511"/>
                <a:gd name="csY5" fmla="*/ 2090723 h 3511799"/>
                <a:gd name="csX6" fmla="*/ 1893 w 3484511"/>
                <a:gd name="csY6" fmla="*/ 3509215 h 3511799"/>
                <a:gd name="csX0" fmla="*/ 1352 w 4094215"/>
                <a:gd name="csY0" fmla="*/ 4103738 h 4105568"/>
                <a:gd name="csX1" fmla="*/ 2123874 w 4094215"/>
                <a:gd name="csY1" fmla="*/ 1703861 h 4105568"/>
                <a:gd name="csX2" fmla="*/ 2639689 w 4094215"/>
                <a:gd name="csY2" fmla="*/ 226753 h 4105568"/>
                <a:gd name="csX3" fmla="*/ 3987843 w 4094215"/>
                <a:gd name="csY3" fmla="*/ 144692 h 4105568"/>
                <a:gd name="csX4" fmla="*/ 3835443 w 4094215"/>
                <a:gd name="csY4" fmla="*/ 1586630 h 4105568"/>
                <a:gd name="csX5" fmla="*/ 2463843 w 4094215"/>
                <a:gd name="csY5" fmla="*/ 2090723 h 4105568"/>
                <a:gd name="csX6" fmla="*/ 1352 w 4094215"/>
                <a:gd name="csY6" fmla="*/ 4103738 h 4105568"/>
                <a:gd name="csX0" fmla="*/ 1978 w 4094841"/>
                <a:gd name="csY0" fmla="*/ 4101966 h 4104114"/>
                <a:gd name="csX1" fmla="*/ 2058783 w 4094841"/>
                <a:gd name="csY1" fmla="*/ 1668597 h 4104114"/>
                <a:gd name="csX2" fmla="*/ 2640315 w 4094841"/>
                <a:gd name="csY2" fmla="*/ 224981 h 4104114"/>
                <a:gd name="csX3" fmla="*/ 3988469 w 4094841"/>
                <a:gd name="csY3" fmla="*/ 142920 h 4104114"/>
                <a:gd name="csX4" fmla="*/ 3836069 w 4094841"/>
                <a:gd name="csY4" fmla="*/ 1584858 h 4104114"/>
                <a:gd name="csX5" fmla="*/ 2464469 w 4094841"/>
                <a:gd name="csY5" fmla="*/ 2088951 h 4104114"/>
                <a:gd name="csX6" fmla="*/ 1978 w 4094841"/>
                <a:gd name="csY6" fmla="*/ 4101966 h 4104114"/>
                <a:gd name="csX0" fmla="*/ 1943 w 4132359"/>
                <a:gd name="csY0" fmla="*/ 3750277 h 3752868"/>
                <a:gd name="csX1" fmla="*/ 2096301 w 4132359"/>
                <a:gd name="csY1" fmla="*/ 1668597 h 3752868"/>
                <a:gd name="csX2" fmla="*/ 2677833 w 4132359"/>
                <a:gd name="csY2" fmla="*/ 224981 h 3752868"/>
                <a:gd name="csX3" fmla="*/ 4025987 w 4132359"/>
                <a:gd name="csY3" fmla="*/ 142920 h 3752868"/>
                <a:gd name="csX4" fmla="*/ 3873587 w 4132359"/>
                <a:gd name="csY4" fmla="*/ 1584858 h 3752868"/>
                <a:gd name="csX5" fmla="*/ 2501987 w 4132359"/>
                <a:gd name="csY5" fmla="*/ 2088951 h 3752868"/>
                <a:gd name="csX6" fmla="*/ 1943 w 4132359"/>
                <a:gd name="csY6" fmla="*/ 3750277 h 3752868"/>
                <a:gd name="csX0" fmla="*/ 7123 w 4137539"/>
                <a:gd name="csY0" fmla="*/ 3776554 h 3776601"/>
                <a:gd name="csX1" fmla="*/ 1782278 w 4137539"/>
                <a:gd name="csY1" fmla="*/ 2163796 h 3776601"/>
                <a:gd name="csX2" fmla="*/ 2683013 w 4137539"/>
                <a:gd name="csY2" fmla="*/ 251258 h 3776601"/>
                <a:gd name="csX3" fmla="*/ 4031167 w 4137539"/>
                <a:gd name="csY3" fmla="*/ 169197 h 3776601"/>
                <a:gd name="csX4" fmla="*/ 3878767 w 4137539"/>
                <a:gd name="csY4" fmla="*/ 1611135 h 3776601"/>
                <a:gd name="csX5" fmla="*/ 2507167 w 4137539"/>
                <a:gd name="csY5" fmla="*/ 2115228 h 3776601"/>
                <a:gd name="csX6" fmla="*/ 7123 w 4137539"/>
                <a:gd name="csY6" fmla="*/ 3776554 h 3776601"/>
                <a:gd name="csX0" fmla="*/ 25 w 4130441"/>
                <a:gd name="csY0" fmla="*/ 3776554 h 3776586"/>
                <a:gd name="csX1" fmla="*/ 1775180 w 4130441"/>
                <a:gd name="csY1" fmla="*/ 2163796 h 3776586"/>
                <a:gd name="csX2" fmla="*/ 2675915 w 4130441"/>
                <a:gd name="csY2" fmla="*/ 251258 h 3776586"/>
                <a:gd name="csX3" fmla="*/ 4024069 w 4130441"/>
                <a:gd name="csY3" fmla="*/ 169197 h 3776586"/>
                <a:gd name="csX4" fmla="*/ 3871669 w 4130441"/>
                <a:gd name="csY4" fmla="*/ 1611135 h 3776586"/>
                <a:gd name="csX5" fmla="*/ 1814719 w 4130441"/>
                <a:gd name="csY5" fmla="*/ 2207339 h 3776586"/>
                <a:gd name="csX6" fmla="*/ 25 w 4130441"/>
                <a:gd name="csY6" fmla="*/ 3776554 h 3776586"/>
                <a:gd name="csX0" fmla="*/ 25 w 4130441"/>
                <a:gd name="csY0" fmla="*/ 3776554 h 3776589"/>
                <a:gd name="csX1" fmla="*/ 1775180 w 4130441"/>
                <a:gd name="csY1" fmla="*/ 2163796 h 3776589"/>
                <a:gd name="csX2" fmla="*/ 2675915 w 4130441"/>
                <a:gd name="csY2" fmla="*/ 251258 h 3776589"/>
                <a:gd name="csX3" fmla="*/ 4024069 w 4130441"/>
                <a:gd name="csY3" fmla="*/ 169197 h 3776589"/>
                <a:gd name="csX4" fmla="*/ 3871669 w 4130441"/>
                <a:gd name="csY4" fmla="*/ 1611135 h 3776589"/>
                <a:gd name="csX5" fmla="*/ 1814719 w 4130441"/>
                <a:gd name="csY5" fmla="*/ 2207339 h 3776589"/>
                <a:gd name="csX6" fmla="*/ 25 w 4130441"/>
                <a:gd name="csY6" fmla="*/ 3776554 h 3776589"/>
                <a:gd name="csX0" fmla="*/ 25 w 3957457"/>
                <a:gd name="csY0" fmla="*/ 3611866 h 3611901"/>
                <a:gd name="csX1" fmla="*/ 1775180 w 3957457"/>
                <a:gd name="csY1" fmla="*/ 1999108 h 3611901"/>
                <a:gd name="csX2" fmla="*/ 2675915 w 3957457"/>
                <a:gd name="csY2" fmla="*/ 86570 h 3611901"/>
                <a:gd name="csX3" fmla="*/ 3554650 w 3957457"/>
                <a:gd name="csY3" fmla="*/ 439934 h 3611901"/>
                <a:gd name="csX4" fmla="*/ 3871669 w 3957457"/>
                <a:gd name="csY4" fmla="*/ 1446447 h 3611901"/>
                <a:gd name="csX5" fmla="*/ 1814719 w 3957457"/>
                <a:gd name="csY5" fmla="*/ 2042651 h 3611901"/>
                <a:gd name="csX6" fmla="*/ 25 w 3957457"/>
                <a:gd name="csY6" fmla="*/ 3611866 h 3611901"/>
                <a:gd name="csX0" fmla="*/ 25 w 3957253"/>
                <a:gd name="csY0" fmla="*/ 3368639 h 3368674"/>
                <a:gd name="csX1" fmla="*/ 1775180 w 3957253"/>
                <a:gd name="csY1" fmla="*/ 1755881 h 3368674"/>
                <a:gd name="csX2" fmla="*/ 2685304 w 3957253"/>
                <a:gd name="csY2" fmla="*/ 144791 h 3368674"/>
                <a:gd name="csX3" fmla="*/ 3554650 w 3957253"/>
                <a:gd name="csY3" fmla="*/ 196707 h 3368674"/>
                <a:gd name="csX4" fmla="*/ 3871669 w 3957253"/>
                <a:gd name="csY4" fmla="*/ 1203220 h 3368674"/>
                <a:gd name="csX5" fmla="*/ 1814719 w 3957253"/>
                <a:gd name="csY5" fmla="*/ 1799424 h 3368674"/>
                <a:gd name="csX6" fmla="*/ 25 w 3957253"/>
                <a:gd name="csY6" fmla="*/ 3368639 h 3368674"/>
                <a:gd name="csX0" fmla="*/ 25 w 3705517"/>
                <a:gd name="csY0" fmla="*/ 3358570 h 3358603"/>
                <a:gd name="csX1" fmla="*/ 1775180 w 3705517"/>
                <a:gd name="csY1" fmla="*/ 1745812 h 3358603"/>
                <a:gd name="csX2" fmla="*/ 2685304 w 3705517"/>
                <a:gd name="csY2" fmla="*/ 134722 h 3358603"/>
                <a:gd name="csX3" fmla="*/ 3554650 w 3705517"/>
                <a:gd name="csY3" fmla="*/ 186638 h 3358603"/>
                <a:gd name="csX4" fmla="*/ 3552464 w 3705517"/>
                <a:gd name="csY4" fmla="*/ 975438 h 3358603"/>
                <a:gd name="csX5" fmla="*/ 1814719 w 3705517"/>
                <a:gd name="csY5" fmla="*/ 1789355 h 3358603"/>
                <a:gd name="csX6" fmla="*/ 25 w 3705517"/>
                <a:gd name="csY6" fmla="*/ 3358570 h 3358603"/>
                <a:gd name="csX0" fmla="*/ 2290 w 3707782"/>
                <a:gd name="csY0" fmla="*/ 3305196 h 3314287"/>
                <a:gd name="csX1" fmla="*/ 2199921 w 3707782"/>
                <a:gd name="csY1" fmla="*/ 955568 h 3314287"/>
                <a:gd name="csX2" fmla="*/ 2687569 w 3707782"/>
                <a:gd name="csY2" fmla="*/ 81348 h 3314287"/>
                <a:gd name="csX3" fmla="*/ 3556915 w 3707782"/>
                <a:gd name="csY3" fmla="*/ 133264 h 3314287"/>
                <a:gd name="csX4" fmla="*/ 3554729 w 3707782"/>
                <a:gd name="csY4" fmla="*/ 922064 h 3314287"/>
                <a:gd name="csX5" fmla="*/ 1816984 w 3707782"/>
                <a:gd name="csY5" fmla="*/ 1735981 h 3314287"/>
                <a:gd name="csX6" fmla="*/ 2290 w 3707782"/>
                <a:gd name="csY6" fmla="*/ 3305196 h 3314287"/>
                <a:gd name="csX0" fmla="*/ 377 w 3705869"/>
                <a:gd name="csY0" fmla="*/ 3305196 h 3313168"/>
                <a:gd name="csX1" fmla="*/ 2198008 w 3705869"/>
                <a:gd name="csY1" fmla="*/ 955568 h 3313168"/>
                <a:gd name="csX2" fmla="*/ 2685656 w 3705869"/>
                <a:gd name="csY2" fmla="*/ 81348 h 3313168"/>
                <a:gd name="csX3" fmla="*/ 3555002 w 3705869"/>
                <a:gd name="csY3" fmla="*/ 133264 h 3313168"/>
                <a:gd name="csX4" fmla="*/ 3552816 w 3705869"/>
                <a:gd name="csY4" fmla="*/ 922064 h 3313168"/>
                <a:gd name="csX5" fmla="*/ 2378375 w 3705869"/>
                <a:gd name="csY5" fmla="*/ 1694113 h 3313168"/>
                <a:gd name="csX6" fmla="*/ 377 w 3705869"/>
                <a:gd name="csY6" fmla="*/ 3305196 h 3313168"/>
                <a:gd name="csX0" fmla="*/ 377 w 3705869"/>
                <a:gd name="csY0" fmla="*/ 3305196 h 3311216"/>
                <a:gd name="csX1" fmla="*/ 2198008 w 3705869"/>
                <a:gd name="csY1" fmla="*/ 955568 h 3311216"/>
                <a:gd name="csX2" fmla="*/ 2685656 w 3705869"/>
                <a:gd name="csY2" fmla="*/ 81348 h 3311216"/>
                <a:gd name="csX3" fmla="*/ 3555002 w 3705869"/>
                <a:gd name="csY3" fmla="*/ 133264 h 3311216"/>
                <a:gd name="csX4" fmla="*/ 3552816 w 3705869"/>
                <a:gd name="csY4" fmla="*/ 922064 h 3311216"/>
                <a:gd name="csX5" fmla="*/ 2378375 w 3705869"/>
                <a:gd name="csY5" fmla="*/ 1694113 h 3311216"/>
                <a:gd name="csX6" fmla="*/ 377 w 3705869"/>
                <a:gd name="csY6" fmla="*/ 3305196 h 3311216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31250"/>
                <a:gd name="csY0" fmla="*/ 3306034 h 3313991"/>
                <a:gd name="csX1" fmla="*/ 2198008 w 4431250"/>
                <a:gd name="csY1" fmla="*/ 956406 h 3313991"/>
                <a:gd name="csX2" fmla="*/ 2685656 w 4431250"/>
                <a:gd name="csY2" fmla="*/ 82186 h 3313991"/>
                <a:gd name="csX3" fmla="*/ 3555002 w 4431250"/>
                <a:gd name="csY3" fmla="*/ 134102 h 3313991"/>
                <a:gd name="csX4" fmla="*/ 4425936 w 4431250"/>
                <a:gd name="csY4" fmla="*/ 939649 h 3313991"/>
                <a:gd name="csX5" fmla="*/ 2378375 w 4431250"/>
                <a:gd name="csY5" fmla="*/ 1694951 h 3313991"/>
                <a:gd name="csX6" fmla="*/ 377 w 4431250"/>
                <a:gd name="csY6" fmla="*/ 3306034 h 3313991"/>
                <a:gd name="csX0" fmla="*/ 377 w 4425936"/>
                <a:gd name="csY0" fmla="*/ 3306034 h 3313991"/>
                <a:gd name="csX1" fmla="*/ 2198008 w 4425936"/>
                <a:gd name="csY1" fmla="*/ 956406 h 3313991"/>
                <a:gd name="csX2" fmla="*/ 2685656 w 4425936"/>
                <a:gd name="csY2" fmla="*/ 82186 h 3313991"/>
                <a:gd name="csX3" fmla="*/ 3555002 w 4425936"/>
                <a:gd name="csY3" fmla="*/ 134102 h 3313991"/>
                <a:gd name="csX4" fmla="*/ 4425936 w 4425936"/>
                <a:gd name="csY4" fmla="*/ 939649 h 3313991"/>
                <a:gd name="csX5" fmla="*/ 2378375 w 4425936"/>
                <a:gd name="csY5" fmla="*/ 1694951 h 3313991"/>
                <a:gd name="csX6" fmla="*/ 377 w 4425936"/>
                <a:gd name="csY6" fmla="*/ 3306034 h 3313991"/>
                <a:gd name="csX0" fmla="*/ 377 w 4472878"/>
                <a:gd name="csY0" fmla="*/ 3303952 h 3311947"/>
                <a:gd name="csX1" fmla="*/ 2198008 w 4472878"/>
                <a:gd name="csY1" fmla="*/ 954324 h 3311947"/>
                <a:gd name="csX2" fmla="*/ 2685656 w 4472878"/>
                <a:gd name="csY2" fmla="*/ 80104 h 3311947"/>
                <a:gd name="csX3" fmla="*/ 3555002 w 4472878"/>
                <a:gd name="csY3" fmla="*/ 132020 h 3311947"/>
                <a:gd name="csX4" fmla="*/ 4472878 w 4472878"/>
                <a:gd name="csY4" fmla="*/ 895700 h 3311947"/>
                <a:gd name="csX5" fmla="*/ 2378375 w 4472878"/>
                <a:gd name="csY5" fmla="*/ 1692869 h 3311947"/>
                <a:gd name="csX6" fmla="*/ 377 w 4472878"/>
                <a:gd name="csY6" fmla="*/ 3303952 h 3311947"/>
                <a:gd name="csX0" fmla="*/ 377 w 4472878"/>
                <a:gd name="csY0" fmla="*/ 3489034 h 3497029"/>
                <a:gd name="csX1" fmla="*/ 2198008 w 4472878"/>
                <a:gd name="csY1" fmla="*/ 1139406 h 3497029"/>
                <a:gd name="csX2" fmla="*/ 2685656 w 4472878"/>
                <a:gd name="csY2" fmla="*/ 265186 h 3497029"/>
                <a:gd name="csX3" fmla="*/ 3742770 w 4472878"/>
                <a:gd name="csY3" fmla="*/ 49148 h 3497029"/>
                <a:gd name="csX4" fmla="*/ 4472878 w 4472878"/>
                <a:gd name="csY4" fmla="*/ 1080782 h 3497029"/>
                <a:gd name="csX5" fmla="*/ 2378375 w 4472878"/>
                <a:gd name="csY5" fmla="*/ 1877951 h 3497029"/>
                <a:gd name="csX6" fmla="*/ 377 w 4472878"/>
                <a:gd name="csY6" fmla="*/ 3489034 h 3497029"/>
                <a:gd name="csX0" fmla="*/ 377 w 4482266"/>
                <a:gd name="csY0" fmla="*/ 3489034 h 3497029"/>
                <a:gd name="csX1" fmla="*/ 2198008 w 4482266"/>
                <a:gd name="csY1" fmla="*/ 1139406 h 3497029"/>
                <a:gd name="csX2" fmla="*/ 2685656 w 4482266"/>
                <a:gd name="csY2" fmla="*/ 265186 h 3497029"/>
                <a:gd name="csX3" fmla="*/ 3742770 w 4482266"/>
                <a:gd name="csY3" fmla="*/ 49148 h 3497029"/>
                <a:gd name="csX4" fmla="*/ 4482266 w 4482266"/>
                <a:gd name="csY4" fmla="*/ 1080782 h 3497029"/>
                <a:gd name="csX5" fmla="*/ 2378375 w 4482266"/>
                <a:gd name="csY5" fmla="*/ 1877951 h 3497029"/>
                <a:gd name="csX6" fmla="*/ 377 w 4482266"/>
                <a:gd name="csY6" fmla="*/ 3489034 h 3497029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10188 w 4492077"/>
                <a:gd name="csY0" fmla="*/ 3488052 h 3497366"/>
                <a:gd name="csX1" fmla="*/ 1804118 w 4492077"/>
                <a:gd name="csY1" fmla="*/ 1096559 h 3497366"/>
                <a:gd name="csX2" fmla="*/ 2695467 w 4492077"/>
                <a:gd name="csY2" fmla="*/ 264204 h 3497366"/>
                <a:gd name="csX3" fmla="*/ 3752581 w 4492077"/>
                <a:gd name="csY3" fmla="*/ 48166 h 3497366"/>
                <a:gd name="csX4" fmla="*/ 4492077 w 4492077"/>
                <a:gd name="csY4" fmla="*/ 1079800 h 3497366"/>
                <a:gd name="csX5" fmla="*/ 2688616 w 4492077"/>
                <a:gd name="csY5" fmla="*/ 1893718 h 3497366"/>
                <a:gd name="csX6" fmla="*/ 10188 w 4492077"/>
                <a:gd name="csY6" fmla="*/ 3488052 h 3497366"/>
                <a:gd name="csX0" fmla="*/ 10188 w 4492077"/>
                <a:gd name="csY0" fmla="*/ 3488052 h 3500595"/>
                <a:gd name="csX1" fmla="*/ 1804118 w 4492077"/>
                <a:gd name="csY1" fmla="*/ 1096559 h 3500595"/>
                <a:gd name="csX2" fmla="*/ 2695467 w 4492077"/>
                <a:gd name="csY2" fmla="*/ 264204 h 3500595"/>
                <a:gd name="csX3" fmla="*/ 3752581 w 4492077"/>
                <a:gd name="csY3" fmla="*/ 48166 h 3500595"/>
                <a:gd name="csX4" fmla="*/ 4492077 w 4492077"/>
                <a:gd name="csY4" fmla="*/ 1079800 h 3500595"/>
                <a:gd name="csX5" fmla="*/ 2688616 w 4492077"/>
                <a:gd name="csY5" fmla="*/ 1893718 h 3500595"/>
                <a:gd name="csX6" fmla="*/ 10188 w 4492077"/>
                <a:gd name="csY6" fmla="*/ 3488052 h 3500595"/>
                <a:gd name="csX0" fmla="*/ 10188 w 4492077"/>
                <a:gd name="csY0" fmla="*/ 3488052 h 3500888"/>
                <a:gd name="csX1" fmla="*/ 1804118 w 4492077"/>
                <a:gd name="csY1" fmla="*/ 1096559 h 3500888"/>
                <a:gd name="csX2" fmla="*/ 2695467 w 4492077"/>
                <a:gd name="csY2" fmla="*/ 264204 h 3500888"/>
                <a:gd name="csX3" fmla="*/ 3752581 w 4492077"/>
                <a:gd name="csY3" fmla="*/ 48166 h 3500888"/>
                <a:gd name="csX4" fmla="*/ 4492077 w 4492077"/>
                <a:gd name="csY4" fmla="*/ 1079800 h 3500888"/>
                <a:gd name="csX5" fmla="*/ 2688616 w 4492077"/>
                <a:gd name="csY5" fmla="*/ 1893718 h 3500888"/>
                <a:gd name="csX6" fmla="*/ 10188 w 4492077"/>
                <a:gd name="csY6" fmla="*/ 3488052 h 3500888"/>
                <a:gd name="csX0" fmla="*/ 27731 w 3289130"/>
                <a:gd name="csY0" fmla="*/ 2449732 h 2473361"/>
                <a:gd name="csX1" fmla="*/ 601171 w 3289130"/>
                <a:gd name="csY1" fmla="*/ 1096559 h 2473361"/>
                <a:gd name="csX2" fmla="*/ 1492520 w 3289130"/>
                <a:gd name="csY2" fmla="*/ 264204 h 2473361"/>
                <a:gd name="csX3" fmla="*/ 2549634 w 3289130"/>
                <a:gd name="csY3" fmla="*/ 48166 h 2473361"/>
                <a:gd name="csX4" fmla="*/ 3289130 w 3289130"/>
                <a:gd name="csY4" fmla="*/ 1079800 h 2473361"/>
                <a:gd name="csX5" fmla="*/ 1485669 w 3289130"/>
                <a:gd name="csY5" fmla="*/ 1893718 h 2473361"/>
                <a:gd name="csX6" fmla="*/ 27731 w 3289130"/>
                <a:gd name="csY6" fmla="*/ 2449732 h 2473361"/>
                <a:gd name="csX0" fmla="*/ 367 w 3261766"/>
                <a:gd name="csY0" fmla="*/ 2449732 h 2449966"/>
                <a:gd name="csX1" fmla="*/ 573807 w 3261766"/>
                <a:gd name="csY1" fmla="*/ 1096559 h 2449966"/>
                <a:gd name="csX2" fmla="*/ 1465156 w 3261766"/>
                <a:gd name="csY2" fmla="*/ 264204 h 2449966"/>
                <a:gd name="csX3" fmla="*/ 2522270 w 3261766"/>
                <a:gd name="csY3" fmla="*/ 48166 h 2449966"/>
                <a:gd name="csX4" fmla="*/ 3261766 w 3261766"/>
                <a:gd name="csY4" fmla="*/ 1079800 h 2449966"/>
                <a:gd name="csX5" fmla="*/ 1458305 w 3261766"/>
                <a:gd name="csY5" fmla="*/ 1893718 h 2449966"/>
                <a:gd name="csX6" fmla="*/ 367 w 3261766"/>
                <a:gd name="csY6" fmla="*/ 2449732 h 2449966"/>
                <a:gd name="csX0" fmla="*/ 62959 w 3324358"/>
                <a:gd name="csY0" fmla="*/ 2449732 h 2487147"/>
                <a:gd name="csX1" fmla="*/ 636399 w 3324358"/>
                <a:gd name="csY1" fmla="*/ 1096559 h 2487147"/>
                <a:gd name="csX2" fmla="*/ 1527748 w 3324358"/>
                <a:gd name="csY2" fmla="*/ 264204 h 2487147"/>
                <a:gd name="csX3" fmla="*/ 2584862 w 3324358"/>
                <a:gd name="csY3" fmla="*/ 48166 h 2487147"/>
                <a:gd name="csX4" fmla="*/ 3324358 w 3324358"/>
                <a:gd name="csY4" fmla="*/ 1079800 h 2487147"/>
                <a:gd name="csX5" fmla="*/ 1520897 w 3324358"/>
                <a:gd name="csY5" fmla="*/ 1893718 h 2487147"/>
                <a:gd name="csX6" fmla="*/ 62959 w 3324358"/>
                <a:gd name="csY6" fmla="*/ 2449732 h 2487147"/>
                <a:gd name="csX0" fmla="*/ 38478 w 4482813"/>
                <a:gd name="csY0" fmla="*/ 3496425 h 3519813"/>
                <a:gd name="csX1" fmla="*/ 1794854 w 4482813"/>
                <a:gd name="csY1" fmla="*/ 1096559 h 3519813"/>
                <a:gd name="csX2" fmla="*/ 2686203 w 4482813"/>
                <a:gd name="csY2" fmla="*/ 264204 h 3519813"/>
                <a:gd name="csX3" fmla="*/ 3743317 w 4482813"/>
                <a:gd name="csY3" fmla="*/ 48166 h 3519813"/>
                <a:gd name="csX4" fmla="*/ 4482813 w 4482813"/>
                <a:gd name="csY4" fmla="*/ 1079800 h 3519813"/>
                <a:gd name="csX5" fmla="*/ 2679352 w 4482813"/>
                <a:gd name="csY5" fmla="*/ 1893718 h 3519813"/>
                <a:gd name="csX6" fmla="*/ 38478 w 4482813"/>
                <a:gd name="csY6" fmla="*/ 3496425 h 3519813"/>
                <a:gd name="csX0" fmla="*/ 9071 w 4453406"/>
                <a:gd name="csY0" fmla="*/ 3496425 h 3510301"/>
                <a:gd name="csX1" fmla="*/ 1765447 w 4453406"/>
                <a:gd name="csY1" fmla="*/ 1096559 h 3510301"/>
                <a:gd name="csX2" fmla="*/ 2656796 w 4453406"/>
                <a:gd name="csY2" fmla="*/ 264204 h 3510301"/>
                <a:gd name="csX3" fmla="*/ 3713910 w 4453406"/>
                <a:gd name="csY3" fmla="*/ 48166 h 3510301"/>
                <a:gd name="csX4" fmla="*/ 4453406 w 4453406"/>
                <a:gd name="csY4" fmla="*/ 1079800 h 3510301"/>
                <a:gd name="csX5" fmla="*/ 2649945 w 4453406"/>
                <a:gd name="csY5" fmla="*/ 1893718 h 3510301"/>
                <a:gd name="csX6" fmla="*/ 9071 w 4453406"/>
                <a:gd name="csY6" fmla="*/ 3496425 h 3510301"/>
                <a:gd name="csX0" fmla="*/ 9071 w 4453406"/>
                <a:gd name="csY0" fmla="*/ 3496425 h 3512169"/>
                <a:gd name="csX1" fmla="*/ 1765447 w 4453406"/>
                <a:gd name="csY1" fmla="*/ 1096559 h 3512169"/>
                <a:gd name="csX2" fmla="*/ 2656796 w 4453406"/>
                <a:gd name="csY2" fmla="*/ 264204 h 3512169"/>
                <a:gd name="csX3" fmla="*/ 3713910 w 4453406"/>
                <a:gd name="csY3" fmla="*/ 48166 h 3512169"/>
                <a:gd name="csX4" fmla="*/ 4453406 w 4453406"/>
                <a:gd name="csY4" fmla="*/ 1079800 h 3512169"/>
                <a:gd name="csX5" fmla="*/ 2649945 w 4453406"/>
                <a:gd name="csY5" fmla="*/ 1893718 h 3512169"/>
                <a:gd name="csX6" fmla="*/ 9071 w 4453406"/>
                <a:gd name="csY6" fmla="*/ 3496425 h 3512169"/>
                <a:gd name="csX0" fmla="*/ 9640 w 4453975"/>
                <a:gd name="csY0" fmla="*/ 3496425 h 3512169"/>
                <a:gd name="csX1" fmla="*/ 1766016 w 4453975"/>
                <a:gd name="csY1" fmla="*/ 1096559 h 3512169"/>
                <a:gd name="csX2" fmla="*/ 2657365 w 4453975"/>
                <a:gd name="csY2" fmla="*/ 264204 h 3512169"/>
                <a:gd name="csX3" fmla="*/ 3714479 w 4453975"/>
                <a:gd name="csY3" fmla="*/ 48166 h 3512169"/>
                <a:gd name="csX4" fmla="*/ 4453975 w 4453975"/>
                <a:gd name="csY4" fmla="*/ 1079800 h 3512169"/>
                <a:gd name="csX5" fmla="*/ 2650514 w 4453975"/>
                <a:gd name="csY5" fmla="*/ 1893718 h 3512169"/>
                <a:gd name="csX6" fmla="*/ 9640 w 4453975"/>
                <a:gd name="csY6" fmla="*/ 3496425 h 3512169"/>
                <a:gd name="csX0" fmla="*/ 9640 w 4453975"/>
                <a:gd name="csY0" fmla="*/ 3993467 h 4008123"/>
                <a:gd name="csX1" fmla="*/ 1766016 w 4453975"/>
                <a:gd name="csY1" fmla="*/ 1593601 h 4008123"/>
                <a:gd name="csX2" fmla="*/ 2601034 w 4453975"/>
                <a:gd name="csY2" fmla="*/ 41122 h 4008123"/>
                <a:gd name="csX3" fmla="*/ 3714479 w 4453975"/>
                <a:gd name="csY3" fmla="*/ 545208 h 4008123"/>
                <a:gd name="csX4" fmla="*/ 4453975 w 4453975"/>
                <a:gd name="csY4" fmla="*/ 1576842 h 4008123"/>
                <a:gd name="csX5" fmla="*/ 2650514 w 4453975"/>
                <a:gd name="csY5" fmla="*/ 2390760 h 4008123"/>
                <a:gd name="csX6" fmla="*/ 9640 w 4453975"/>
                <a:gd name="csY6" fmla="*/ 3993467 h 4008123"/>
                <a:gd name="csX0" fmla="*/ 9640 w 4453975"/>
                <a:gd name="csY0" fmla="*/ 3952894 h 3967550"/>
                <a:gd name="csX1" fmla="*/ 1766016 w 4453975"/>
                <a:gd name="csY1" fmla="*/ 1553028 h 3967550"/>
                <a:gd name="csX2" fmla="*/ 2601034 w 4453975"/>
                <a:gd name="csY2" fmla="*/ 549 h 3967550"/>
                <a:gd name="csX3" fmla="*/ 3714479 w 4453975"/>
                <a:gd name="csY3" fmla="*/ 504635 h 3967550"/>
                <a:gd name="csX4" fmla="*/ 4453975 w 4453975"/>
                <a:gd name="csY4" fmla="*/ 1536269 h 3967550"/>
                <a:gd name="csX5" fmla="*/ 2650514 w 4453975"/>
                <a:gd name="csY5" fmla="*/ 2350187 h 3967550"/>
                <a:gd name="csX6" fmla="*/ 9640 w 4453975"/>
                <a:gd name="csY6" fmla="*/ 3952894 h 3967550"/>
                <a:gd name="csX0" fmla="*/ 9640 w 4453975"/>
                <a:gd name="csY0" fmla="*/ 3952971 h 3968477"/>
                <a:gd name="csX1" fmla="*/ 1766016 w 4453975"/>
                <a:gd name="csY1" fmla="*/ 1553105 h 3968477"/>
                <a:gd name="csX2" fmla="*/ 2601034 w 4453975"/>
                <a:gd name="csY2" fmla="*/ 626 h 3968477"/>
                <a:gd name="csX3" fmla="*/ 3714479 w 4453975"/>
                <a:gd name="csY3" fmla="*/ 504712 h 3968477"/>
                <a:gd name="csX4" fmla="*/ 4453975 w 4453975"/>
                <a:gd name="csY4" fmla="*/ 1536346 h 3968477"/>
                <a:gd name="csX5" fmla="*/ 2650514 w 4453975"/>
                <a:gd name="csY5" fmla="*/ 2350264 h 3968477"/>
                <a:gd name="csX6" fmla="*/ 9640 w 4453975"/>
                <a:gd name="csY6" fmla="*/ 3952971 h 3968477"/>
                <a:gd name="csX0" fmla="*/ 9640 w 4517542"/>
                <a:gd name="csY0" fmla="*/ 4153948 h 4169453"/>
                <a:gd name="csX1" fmla="*/ 1766016 w 4517542"/>
                <a:gd name="csY1" fmla="*/ 1754082 h 4169453"/>
                <a:gd name="csX2" fmla="*/ 2601034 w 4517542"/>
                <a:gd name="csY2" fmla="*/ 201603 h 4169453"/>
                <a:gd name="csX3" fmla="*/ 4390442 w 4517542"/>
                <a:gd name="csY3" fmla="*/ 186529 h 4169453"/>
                <a:gd name="csX4" fmla="*/ 4453975 w 4517542"/>
                <a:gd name="csY4" fmla="*/ 1737323 h 4169453"/>
                <a:gd name="csX5" fmla="*/ 2650514 w 4517542"/>
                <a:gd name="csY5" fmla="*/ 2551241 h 4169453"/>
                <a:gd name="csX6" fmla="*/ 9640 w 4517542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719798"/>
                <a:gd name="csY0" fmla="*/ 4153948 h 4169453"/>
                <a:gd name="csX1" fmla="*/ 1766016 w 4719798"/>
                <a:gd name="csY1" fmla="*/ 1754082 h 4169453"/>
                <a:gd name="csX2" fmla="*/ 2601034 w 4719798"/>
                <a:gd name="csY2" fmla="*/ 201603 h 4169453"/>
                <a:gd name="csX3" fmla="*/ 4390442 w 4719798"/>
                <a:gd name="csY3" fmla="*/ 186529 h 4169453"/>
                <a:gd name="csX4" fmla="*/ 4453975 w 4719798"/>
                <a:gd name="csY4" fmla="*/ 1737323 h 4169453"/>
                <a:gd name="csX5" fmla="*/ 2650514 w 4719798"/>
                <a:gd name="csY5" fmla="*/ 2551241 h 4169453"/>
                <a:gd name="csX6" fmla="*/ 9640 w 4719798"/>
                <a:gd name="csY6" fmla="*/ 4153948 h 4169453"/>
                <a:gd name="csX0" fmla="*/ 9640 w 4684091"/>
                <a:gd name="csY0" fmla="*/ 4153948 h 4169453"/>
                <a:gd name="csX1" fmla="*/ 1766016 w 4684091"/>
                <a:gd name="csY1" fmla="*/ 1754082 h 4169453"/>
                <a:gd name="csX2" fmla="*/ 2601034 w 4684091"/>
                <a:gd name="csY2" fmla="*/ 201603 h 4169453"/>
                <a:gd name="csX3" fmla="*/ 4390442 w 4684091"/>
                <a:gd name="csY3" fmla="*/ 186529 h 4169453"/>
                <a:gd name="csX4" fmla="*/ 4453975 w 4684091"/>
                <a:gd name="csY4" fmla="*/ 1737323 h 4169453"/>
                <a:gd name="csX5" fmla="*/ 2650514 w 4684091"/>
                <a:gd name="csY5" fmla="*/ 2551241 h 4169453"/>
                <a:gd name="csX6" fmla="*/ 9640 w 4684091"/>
                <a:gd name="csY6" fmla="*/ 4153948 h 4169453"/>
                <a:gd name="csX0" fmla="*/ 9640 w 4747938"/>
                <a:gd name="csY0" fmla="*/ 4153948 h 4169453"/>
                <a:gd name="csX1" fmla="*/ 1766016 w 4747938"/>
                <a:gd name="csY1" fmla="*/ 1754082 h 4169453"/>
                <a:gd name="csX2" fmla="*/ 2601034 w 4747938"/>
                <a:gd name="csY2" fmla="*/ 201603 h 4169453"/>
                <a:gd name="csX3" fmla="*/ 4390442 w 4747938"/>
                <a:gd name="csY3" fmla="*/ 186529 h 4169453"/>
                <a:gd name="csX4" fmla="*/ 4453975 w 4747938"/>
                <a:gd name="csY4" fmla="*/ 1737323 h 4169453"/>
                <a:gd name="csX5" fmla="*/ 2650514 w 4747938"/>
                <a:gd name="csY5" fmla="*/ 2551241 h 4169453"/>
                <a:gd name="csX6" fmla="*/ 9640 w 4747938"/>
                <a:gd name="csY6" fmla="*/ 4153948 h 4169453"/>
                <a:gd name="csX0" fmla="*/ 9640 w 4747938"/>
                <a:gd name="csY0" fmla="*/ 4205765 h 4221270"/>
                <a:gd name="csX1" fmla="*/ 1766016 w 4747938"/>
                <a:gd name="csY1" fmla="*/ 1805899 h 4221270"/>
                <a:gd name="csX2" fmla="*/ 2601034 w 4747938"/>
                <a:gd name="csY2" fmla="*/ 253420 h 4221270"/>
                <a:gd name="csX3" fmla="*/ 4390442 w 4747938"/>
                <a:gd name="csY3" fmla="*/ 238346 h 4221270"/>
                <a:gd name="csX4" fmla="*/ 4453975 w 4747938"/>
                <a:gd name="csY4" fmla="*/ 1789140 h 4221270"/>
                <a:gd name="csX5" fmla="*/ 2650514 w 4747938"/>
                <a:gd name="csY5" fmla="*/ 2603058 h 4221270"/>
                <a:gd name="csX6" fmla="*/ 9640 w 4747938"/>
                <a:gd name="csY6" fmla="*/ 4205765 h 4221270"/>
                <a:gd name="csX0" fmla="*/ 9640 w 4769359"/>
                <a:gd name="csY0" fmla="*/ 4189897 h 4205402"/>
                <a:gd name="csX1" fmla="*/ 1766016 w 4769359"/>
                <a:gd name="csY1" fmla="*/ 1790031 h 4205402"/>
                <a:gd name="csX2" fmla="*/ 2601034 w 4769359"/>
                <a:gd name="csY2" fmla="*/ 237552 h 4205402"/>
                <a:gd name="csX3" fmla="*/ 4446772 w 4769359"/>
                <a:gd name="csY3" fmla="*/ 163863 h 4205402"/>
                <a:gd name="csX4" fmla="*/ 4453975 w 4769359"/>
                <a:gd name="csY4" fmla="*/ 1773272 h 4205402"/>
                <a:gd name="csX5" fmla="*/ 2650514 w 4769359"/>
                <a:gd name="csY5" fmla="*/ 2587190 h 4205402"/>
                <a:gd name="csX6" fmla="*/ 9640 w 4769359"/>
                <a:gd name="csY6" fmla="*/ 4189897 h 4205402"/>
                <a:gd name="csX0" fmla="*/ 9640 w 4747938"/>
                <a:gd name="csY0" fmla="*/ 4212142 h 4227647"/>
                <a:gd name="csX1" fmla="*/ 1766016 w 4747938"/>
                <a:gd name="csY1" fmla="*/ 1812276 h 4227647"/>
                <a:gd name="csX2" fmla="*/ 2601034 w 4747938"/>
                <a:gd name="csY2" fmla="*/ 259797 h 4227647"/>
                <a:gd name="csX3" fmla="*/ 4390441 w 4747938"/>
                <a:gd name="csY3" fmla="*/ 152614 h 4227647"/>
                <a:gd name="csX4" fmla="*/ 4453975 w 4747938"/>
                <a:gd name="csY4" fmla="*/ 1795517 h 4227647"/>
                <a:gd name="csX5" fmla="*/ 2650514 w 4747938"/>
                <a:gd name="csY5" fmla="*/ 2609435 h 4227647"/>
                <a:gd name="csX6" fmla="*/ 9640 w 4747938"/>
                <a:gd name="csY6" fmla="*/ 4212142 h 4227647"/>
                <a:gd name="csX0" fmla="*/ 8567 w 4746865"/>
                <a:gd name="csY0" fmla="*/ 4212143 h 4219435"/>
                <a:gd name="csX1" fmla="*/ 1745271 w 4746865"/>
                <a:gd name="csY1" fmla="*/ 1812279 h 4219435"/>
                <a:gd name="csX2" fmla="*/ 2599961 w 4746865"/>
                <a:gd name="csY2" fmla="*/ 259798 h 4219435"/>
                <a:gd name="csX3" fmla="*/ 4389368 w 4746865"/>
                <a:gd name="csY3" fmla="*/ 152615 h 4219435"/>
                <a:gd name="csX4" fmla="*/ 4452902 w 4746865"/>
                <a:gd name="csY4" fmla="*/ 1795518 h 4219435"/>
                <a:gd name="csX5" fmla="*/ 2649441 w 4746865"/>
                <a:gd name="csY5" fmla="*/ 2609436 h 4219435"/>
                <a:gd name="csX6" fmla="*/ 8567 w 4746865"/>
                <a:gd name="csY6" fmla="*/ 4212143 h 4219435"/>
                <a:gd name="csX0" fmla="*/ 8451 w 4746749"/>
                <a:gd name="csY0" fmla="*/ 4212143 h 4219813"/>
                <a:gd name="csX1" fmla="*/ 1745155 w 4746749"/>
                <a:gd name="csY1" fmla="*/ 1812279 h 4219813"/>
                <a:gd name="csX2" fmla="*/ 2599845 w 4746749"/>
                <a:gd name="csY2" fmla="*/ 259798 h 4219813"/>
                <a:gd name="csX3" fmla="*/ 4389252 w 4746749"/>
                <a:gd name="csY3" fmla="*/ 152615 h 4219813"/>
                <a:gd name="csX4" fmla="*/ 4452786 w 4746749"/>
                <a:gd name="csY4" fmla="*/ 1795518 h 4219813"/>
                <a:gd name="csX5" fmla="*/ 2642769 w 4746749"/>
                <a:gd name="csY5" fmla="*/ 2626986 h 4219813"/>
                <a:gd name="csX6" fmla="*/ 8451 w 4746749"/>
                <a:gd name="csY6" fmla="*/ 4212143 h 4219813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594 w 4746892"/>
                <a:gd name="csY0" fmla="*/ 4213311 h 4220527"/>
                <a:gd name="csX1" fmla="*/ 1738740 w 4746892"/>
                <a:gd name="csY1" fmla="*/ 1836843 h 4220527"/>
                <a:gd name="csX2" fmla="*/ 2599988 w 4746892"/>
                <a:gd name="csY2" fmla="*/ 260966 h 4220527"/>
                <a:gd name="csX3" fmla="*/ 4389395 w 4746892"/>
                <a:gd name="csY3" fmla="*/ 153783 h 4220527"/>
                <a:gd name="csX4" fmla="*/ 4452929 w 4746892"/>
                <a:gd name="csY4" fmla="*/ 1796686 h 4220527"/>
                <a:gd name="csX5" fmla="*/ 2642912 w 4746892"/>
                <a:gd name="csY5" fmla="*/ 2628154 h 4220527"/>
                <a:gd name="csX6" fmla="*/ 8594 w 4746892"/>
                <a:gd name="csY6" fmla="*/ 4213311 h 4220527"/>
                <a:gd name="csX0" fmla="*/ 8594 w 4693867"/>
                <a:gd name="csY0" fmla="*/ 4136922 h 4144138"/>
                <a:gd name="csX1" fmla="*/ 1738740 w 4693867"/>
                <a:gd name="csY1" fmla="*/ 1760454 h 4144138"/>
                <a:gd name="csX2" fmla="*/ 2599988 w 4693867"/>
                <a:gd name="csY2" fmla="*/ 184577 h 4144138"/>
                <a:gd name="csX3" fmla="*/ 4389395 w 4693867"/>
                <a:gd name="csY3" fmla="*/ 77394 h 4144138"/>
                <a:gd name="csX4" fmla="*/ 4452929 w 4693867"/>
                <a:gd name="csY4" fmla="*/ 1720297 h 4144138"/>
                <a:gd name="csX5" fmla="*/ 2642912 w 4693867"/>
                <a:gd name="csY5" fmla="*/ 2551765 h 4144138"/>
                <a:gd name="csX6" fmla="*/ 8594 w 4693867"/>
                <a:gd name="csY6" fmla="*/ 4136922 h 4144138"/>
                <a:gd name="csX0" fmla="*/ 8594 w 4699247"/>
                <a:gd name="csY0" fmla="*/ 4098901 h 4106117"/>
                <a:gd name="csX1" fmla="*/ 1738740 w 4699247"/>
                <a:gd name="csY1" fmla="*/ 1722433 h 4106117"/>
                <a:gd name="csX2" fmla="*/ 2599988 w 4699247"/>
                <a:gd name="csY2" fmla="*/ 146556 h 4106117"/>
                <a:gd name="csX3" fmla="*/ 4409070 w 4699247"/>
                <a:gd name="csY3" fmla="*/ 115412 h 4106117"/>
                <a:gd name="csX4" fmla="*/ 4452929 w 4699247"/>
                <a:gd name="csY4" fmla="*/ 1682276 h 4106117"/>
                <a:gd name="csX5" fmla="*/ 2642912 w 4699247"/>
                <a:gd name="csY5" fmla="*/ 2513744 h 4106117"/>
                <a:gd name="csX6" fmla="*/ 8594 w 4699247"/>
                <a:gd name="csY6" fmla="*/ 4098901 h 4106117"/>
                <a:gd name="csX0" fmla="*/ 8594 w 4703971"/>
                <a:gd name="csY0" fmla="*/ 4107920 h 4115136"/>
                <a:gd name="csX1" fmla="*/ 1738740 w 4703971"/>
                <a:gd name="csY1" fmla="*/ 1731452 h 4115136"/>
                <a:gd name="csX2" fmla="*/ 2599988 w 4703971"/>
                <a:gd name="csY2" fmla="*/ 155575 h 4115136"/>
                <a:gd name="csX3" fmla="*/ 4409070 w 4703971"/>
                <a:gd name="csY3" fmla="*/ 124431 h 4115136"/>
                <a:gd name="csX4" fmla="*/ 4452929 w 4703971"/>
                <a:gd name="csY4" fmla="*/ 1691295 h 4115136"/>
                <a:gd name="csX5" fmla="*/ 2642912 w 4703971"/>
                <a:gd name="csY5" fmla="*/ 2522763 h 4115136"/>
                <a:gd name="csX6" fmla="*/ 8594 w 4703971"/>
                <a:gd name="csY6" fmla="*/ 4107920 h 4115136"/>
                <a:gd name="csX0" fmla="*/ 8594 w 4703971"/>
                <a:gd name="csY0" fmla="*/ 4195888 h 4203104"/>
                <a:gd name="csX1" fmla="*/ 1738740 w 4703971"/>
                <a:gd name="csY1" fmla="*/ 1819420 h 4203104"/>
                <a:gd name="csX2" fmla="*/ 2599988 w 4703971"/>
                <a:gd name="csY2" fmla="*/ 243543 h 4203104"/>
                <a:gd name="csX3" fmla="*/ 4409070 w 4703971"/>
                <a:gd name="csY3" fmla="*/ 212399 h 4203104"/>
                <a:gd name="csX4" fmla="*/ 4452929 w 4703971"/>
                <a:gd name="csY4" fmla="*/ 1779263 h 4203104"/>
                <a:gd name="csX5" fmla="*/ 2642912 w 4703971"/>
                <a:gd name="csY5" fmla="*/ 2610731 h 4203104"/>
                <a:gd name="csX6" fmla="*/ 8594 w 4703971"/>
                <a:gd name="csY6" fmla="*/ 4195888 h 4203104"/>
                <a:gd name="csX0" fmla="*/ 8594 w 4703971"/>
                <a:gd name="csY0" fmla="*/ 4213778 h 4220994"/>
                <a:gd name="csX1" fmla="*/ 1738740 w 4703971"/>
                <a:gd name="csY1" fmla="*/ 1837310 h 4220994"/>
                <a:gd name="csX2" fmla="*/ 2599988 w 4703971"/>
                <a:gd name="csY2" fmla="*/ 261433 h 4220994"/>
                <a:gd name="csX3" fmla="*/ 4409070 w 4703971"/>
                <a:gd name="csY3" fmla="*/ 230289 h 4220994"/>
                <a:gd name="csX4" fmla="*/ 4452929 w 4703971"/>
                <a:gd name="csY4" fmla="*/ 1797153 h 4220994"/>
                <a:gd name="csX5" fmla="*/ 2642912 w 4703971"/>
                <a:gd name="csY5" fmla="*/ 2628621 h 4220994"/>
                <a:gd name="csX6" fmla="*/ 8594 w 4703971"/>
                <a:gd name="csY6" fmla="*/ 4213778 h 4220994"/>
                <a:gd name="csX0" fmla="*/ 8594 w 4855548"/>
                <a:gd name="csY0" fmla="*/ 4390510 h 4397726"/>
                <a:gd name="csX1" fmla="*/ 1738740 w 4855548"/>
                <a:gd name="csY1" fmla="*/ 2014042 h 4397726"/>
                <a:gd name="csX2" fmla="*/ 2599988 w 4855548"/>
                <a:gd name="csY2" fmla="*/ 438165 h 4397726"/>
                <a:gd name="csX3" fmla="*/ 4756647 w 4855548"/>
                <a:gd name="csY3" fmla="*/ 26825 h 4397726"/>
                <a:gd name="csX4" fmla="*/ 4452929 w 4855548"/>
                <a:gd name="csY4" fmla="*/ 1973885 h 4397726"/>
                <a:gd name="csX5" fmla="*/ 2642912 w 4855548"/>
                <a:gd name="csY5" fmla="*/ 2805353 h 4397726"/>
                <a:gd name="csX6" fmla="*/ 8594 w 4855548"/>
                <a:gd name="csY6" fmla="*/ 4390510 h 4397726"/>
                <a:gd name="csX0" fmla="*/ 8594 w 5018748"/>
                <a:gd name="csY0" fmla="*/ 4545598 h 4552814"/>
                <a:gd name="csX1" fmla="*/ 1738740 w 5018748"/>
                <a:gd name="csY1" fmla="*/ 2169130 h 4552814"/>
                <a:gd name="csX2" fmla="*/ 2599988 w 5018748"/>
                <a:gd name="csY2" fmla="*/ 593253 h 4552814"/>
                <a:gd name="csX3" fmla="*/ 4973062 w 5018748"/>
                <a:gd name="csY3" fmla="*/ 18136 h 4552814"/>
                <a:gd name="csX4" fmla="*/ 4452929 w 5018748"/>
                <a:gd name="csY4" fmla="*/ 2128973 h 4552814"/>
                <a:gd name="csX5" fmla="*/ 2642912 w 5018748"/>
                <a:gd name="csY5" fmla="*/ 2960441 h 4552814"/>
                <a:gd name="csX6" fmla="*/ 8594 w 5018748"/>
                <a:gd name="csY6" fmla="*/ 4545598 h 4552814"/>
                <a:gd name="csX0" fmla="*/ 8594 w 5002691"/>
                <a:gd name="csY0" fmla="*/ 4537753 h 4544969"/>
                <a:gd name="csX1" fmla="*/ 1738740 w 5002691"/>
                <a:gd name="csY1" fmla="*/ 2161285 h 4544969"/>
                <a:gd name="csX2" fmla="*/ 2599988 w 5002691"/>
                <a:gd name="csY2" fmla="*/ 585408 h 4544969"/>
                <a:gd name="csX3" fmla="*/ 4973062 w 5002691"/>
                <a:gd name="csY3" fmla="*/ 10291 h 4544969"/>
                <a:gd name="csX4" fmla="*/ 4452929 w 5002691"/>
                <a:gd name="csY4" fmla="*/ 2121128 h 4544969"/>
                <a:gd name="csX5" fmla="*/ 2642912 w 5002691"/>
                <a:gd name="csY5" fmla="*/ 2952596 h 4544969"/>
                <a:gd name="csX6" fmla="*/ 8594 w 5002691"/>
                <a:gd name="csY6" fmla="*/ 4537753 h 4544969"/>
                <a:gd name="csX0" fmla="*/ 8594 w 4705059"/>
                <a:gd name="csY0" fmla="*/ 4122711 h 4129927"/>
                <a:gd name="csX1" fmla="*/ 1738740 w 4705059"/>
                <a:gd name="csY1" fmla="*/ 1746243 h 4129927"/>
                <a:gd name="csX2" fmla="*/ 2599988 w 4705059"/>
                <a:gd name="csY2" fmla="*/ 170366 h 4129927"/>
                <a:gd name="csX3" fmla="*/ 4446032 w 4705059"/>
                <a:gd name="csY3" fmla="*/ 89415 h 4129927"/>
                <a:gd name="csX4" fmla="*/ 4452929 w 4705059"/>
                <a:gd name="csY4" fmla="*/ 1706086 h 4129927"/>
                <a:gd name="csX5" fmla="*/ 2642912 w 4705059"/>
                <a:gd name="csY5" fmla="*/ 2537554 h 4129927"/>
                <a:gd name="csX6" fmla="*/ 8594 w 4705059"/>
                <a:gd name="csY6" fmla="*/ 4122711 h 4129927"/>
                <a:gd name="csX0" fmla="*/ 8594 w 4596663"/>
                <a:gd name="csY0" fmla="*/ 4215533 h 4224499"/>
                <a:gd name="csX1" fmla="*/ 1738740 w 4596663"/>
                <a:gd name="csY1" fmla="*/ 1839065 h 4224499"/>
                <a:gd name="csX2" fmla="*/ 2599988 w 4596663"/>
                <a:gd name="csY2" fmla="*/ 263188 h 4224499"/>
                <a:gd name="csX3" fmla="*/ 4446032 w 4596663"/>
                <a:gd name="csY3" fmla="*/ 182237 h 4224499"/>
                <a:gd name="csX4" fmla="*/ 4129398 w 4596663"/>
                <a:gd name="csY4" fmla="*/ 2079669 h 4224499"/>
                <a:gd name="csX5" fmla="*/ 2642912 w 4596663"/>
                <a:gd name="csY5" fmla="*/ 2630376 h 4224499"/>
                <a:gd name="csX6" fmla="*/ 8594 w 4596663"/>
                <a:gd name="csY6" fmla="*/ 4215533 h 4224499"/>
                <a:gd name="csX0" fmla="*/ 10635 w 4618520"/>
                <a:gd name="csY0" fmla="*/ 4140860 h 4149826"/>
                <a:gd name="csX1" fmla="*/ 1740781 w 4618520"/>
                <a:gd name="csY1" fmla="*/ 1764392 h 4149826"/>
                <a:gd name="csX2" fmla="*/ 2330962 w 4618520"/>
                <a:gd name="csY2" fmla="*/ 399085 h 4149826"/>
                <a:gd name="csX3" fmla="*/ 4448073 w 4618520"/>
                <a:gd name="csY3" fmla="*/ 107564 h 4149826"/>
                <a:gd name="csX4" fmla="*/ 4131439 w 4618520"/>
                <a:gd name="csY4" fmla="*/ 2004996 h 4149826"/>
                <a:gd name="csX5" fmla="*/ 2644953 w 4618520"/>
                <a:gd name="csY5" fmla="*/ 2555703 h 4149826"/>
                <a:gd name="csX6" fmla="*/ 10635 w 4618520"/>
                <a:gd name="csY6" fmla="*/ 4140860 h 4149826"/>
                <a:gd name="csX0" fmla="*/ 2473 w 4610358"/>
                <a:gd name="csY0" fmla="*/ 4148168 h 4152706"/>
                <a:gd name="csX1" fmla="*/ 2161081 w 4610358"/>
                <a:gd name="csY1" fmla="*/ 2013468 h 4152706"/>
                <a:gd name="csX2" fmla="*/ 2322800 w 4610358"/>
                <a:gd name="csY2" fmla="*/ 406393 h 4152706"/>
                <a:gd name="csX3" fmla="*/ 4439911 w 4610358"/>
                <a:gd name="csY3" fmla="*/ 114872 h 4152706"/>
                <a:gd name="csX4" fmla="*/ 4123277 w 4610358"/>
                <a:gd name="csY4" fmla="*/ 2012304 h 4152706"/>
                <a:gd name="csX5" fmla="*/ 2636791 w 4610358"/>
                <a:gd name="csY5" fmla="*/ 2563011 h 4152706"/>
                <a:gd name="csX6" fmla="*/ 2473 w 4610358"/>
                <a:gd name="csY6" fmla="*/ 4148168 h 4152706"/>
                <a:gd name="csX0" fmla="*/ 400 w 4608285"/>
                <a:gd name="csY0" fmla="*/ 4148168 h 4148397"/>
                <a:gd name="csX1" fmla="*/ 2159008 w 4608285"/>
                <a:gd name="csY1" fmla="*/ 2013468 h 4148397"/>
                <a:gd name="csX2" fmla="*/ 2320727 w 4608285"/>
                <a:gd name="csY2" fmla="*/ 406393 h 4148397"/>
                <a:gd name="csX3" fmla="*/ 4437838 w 4608285"/>
                <a:gd name="csY3" fmla="*/ 114872 h 4148397"/>
                <a:gd name="csX4" fmla="*/ 4121204 w 4608285"/>
                <a:gd name="csY4" fmla="*/ 2012304 h 4148397"/>
                <a:gd name="csX5" fmla="*/ 2346163 w 4608285"/>
                <a:gd name="csY5" fmla="*/ 2149669 h 4148397"/>
                <a:gd name="csX6" fmla="*/ 400 w 4608285"/>
                <a:gd name="csY6" fmla="*/ 4148168 h 4148397"/>
                <a:gd name="csX0" fmla="*/ 400 w 4547161"/>
                <a:gd name="csY0" fmla="*/ 4069645 h 4069874"/>
                <a:gd name="csX1" fmla="*/ 2159008 w 4547161"/>
                <a:gd name="csY1" fmla="*/ 1934945 h 4069874"/>
                <a:gd name="csX2" fmla="*/ 2320727 w 4547161"/>
                <a:gd name="csY2" fmla="*/ 327870 h 4069874"/>
                <a:gd name="csX3" fmla="*/ 4437838 w 4547161"/>
                <a:gd name="csY3" fmla="*/ 36349 h 4069874"/>
                <a:gd name="csX4" fmla="*/ 4121204 w 4547161"/>
                <a:gd name="csY4" fmla="*/ 1933781 h 4069874"/>
                <a:gd name="csX5" fmla="*/ 2346163 w 4547161"/>
                <a:gd name="csY5" fmla="*/ 2071146 h 4069874"/>
                <a:gd name="csX6" fmla="*/ 400 w 4547161"/>
                <a:gd name="csY6" fmla="*/ 4069645 h 4069874"/>
                <a:gd name="csX0" fmla="*/ 536 w 3991476"/>
                <a:gd name="csY0" fmla="*/ 3539321 h 3539632"/>
                <a:gd name="csX1" fmla="*/ 1603323 w 3991476"/>
                <a:gd name="csY1" fmla="*/ 1934945 h 3539632"/>
                <a:gd name="csX2" fmla="*/ 1765042 w 3991476"/>
                <a:gd name="csY2" fmla="*/ 327870 h 3539632"/>
                <a:gd name="csX3" fmla="*/ 3882153 w 3991476"/>
                <a:gd name="csY3" fmla="*/ 36349 h 3539632"/>
                <a:gd name="csX4" fmla="*/ 3565519 w 3991476"/>
                <a:gd name="csY4" fmla="*/ 1933781 h 3539632"/>
                <a:gd name="csX5" fmla="*/ 1790478 w 3991476"/>
                <a:gd name="csY5" fmla="*/ 2071146 h 3539632"/>
                <a:gd name="csX6" fmla="*/ 536 w 3991476"/>
                <a:gd name="csY6" fmla="*/ 3539321 h 3539632"/>
                <a:gd name="csX0" fmla="*/ 527 w 4017318"/>
                <a:gd name="csY0" fmla="*/ 3573908 h 3574212"/>
                <a:gd name="csX1" fmla="*/ 1629165 w 4017318"/>
                <a:gd name="csY1" fmla="*/ 1934945 h 3574212"/>
                <a:gd name="csX2" fmla="*/ 1790884 w 4017318"/>
                <a:gd name="csY2" fmla="*/ 327870 h 3574212"/>
                <a:gd name="csX3" fmla="*/ 3907995 w 4017318"/>
                <a:gd name="csY3" fmla="*/ 36349 h 3574212"/>
                <a:gd name="csX4" fmla="*/ 3591361 w 4017318"/>
                <a:gd name="csY4" fmla="*/ 1933781 h 3574212"/>
                <a:gd name="csX5" fmla="*/ 1816320 w 4017318"/>
                <a:gd name="csY5" fmla="*/ 2071146 h 3574212"/>
                <a:gd name="csX6" fmla="*/ 527 w 4017318"/>
                <a:gd name="csY6" fmla="*/ 3573908 h 3574212"/>
                <a:gd name="csX0" fmla="*/ 3641 w 4020432"/>
                <a:gd name="csY0" fmla="*/ 3573908 h 3577567"/>
                <a:gd name="csX1" fmla="*/ 1632279 w 4020432"/>
                <a:gd name="csY1" fmla="*/ 1934945 h 3577567"/>
                <a:gd name="csX2" fmla="*/ 1793998 w 4020432"/>
                <a:gd name="csY2" fmla="*/ 327870 h 3577567"/>
                <a:gd name="csX3" fmla="*/ 3911109 w 4020432"/>
                <a:gd name="csY3" fmla="*/ 36349 h 3577567"/>
                <a:gd name="csX4" fmla="*/ 3594475 w 4020432"/>
                <a:gd name="csY4" fmla="*/ 1933781 h 3577567"/>
                <a:gd name="csX5" fmla="*/ 1819434 w 4020432"/>
                <a:gd name="csY5" fmla="*/ 2071146 h 3577567"/>
                <a:gd name="csX6" fmla="*/ 3641 w 4020432"/>
                <a:gd name="csY6" fmla="*/ 3573908 h 3577567"/>
                <a:gd name="csX0" fmla="*/ 11923 w 4028714"/>
                <a:gd name="csY0" fmla="*/ 3573908 h 3583559"/>
                <a:gd name="csX1" fmla="*/ 1640561 w 4028714"/>
                <a:gd name="csY1" fmla="*/ 1934945 h 3583559"/>
                <a:gd name="csX2" fmla="*/ 1802280 w 4028714"/>
                <a:gd name="csY2" fmla="*/ 327870 h 3583559"/>
                <a:gd name="csX3" fmla="*/ 3919391 w 4028714"/>
                <a:gd name="csY3" fmla="*/ 36349 h 3583559"/>
                <a:gd name="csX4" fmla="*/ 3602757 w 4028714"/>
                <a:gd name="csY4" fmla="*/ 1933781 h 3583559"/>
                <a:gd name="csX5" fmla="*/ 1827716 w 4028714"/>
                <a:gd name="csY5" fmla="*/ 2071146 h 3583559"/>
                <a:gd name="csX6" fmla="*/ 11923 w 4028714"/>
                <a:gd name="csY6" fmla="*/ 3573908 h 3583559"/>
                <a:gd name="csX0" fmla="*/ 1130 w 4017921"/>
                <a:gd name="csY0" fmla="*/ 3573908 h 3577714"/>
                <a:gd name="csX1" fmla="*/ 1629768 w 4017921"/>
                <a:gd name="csY1" fmla="*/ 1934945 h 3577714"/>
                <a:gd name="csX2" fmla="*/ 1791487 w 4017921"/>
                <a:gd name="csY2" fmla="*/ 327870 h 3577714"/>
                <a:gd name="csX3" fmla="*/ 3908598 w 4017921"/>
                <a:gd name="csY3" fmla="*/ 36349 h 3577714"/>
                <a:gd name="csX4" fmla="*/ 3591964 w 4017921"/>
                <a:gd name="csY4" fmla="*/ 1933781 h 3577714"/>
                <a:gd name="csX5" fmla="*/ 1906115 w 4017921"/>
                <a:gd name="csY5" fmla="*/ 2373434 h 3577714"/>
                <a:gd name="csX6" fmla="*/ 1130 w 4017921"/>
                <a:gd name="csY6" fmla="*/ 3573908 h 3577714"/>
                <a:gd name="csX0" fmla="*/ 434 w 4017225"/>
                <a:gd name="csY0" fmla="*/ 3573908 h 3574428"/>
                <a:gd name="csX1" fmla="*/ 1629072 w 4017225"/>
                <a:gd name="csY1" fmla="*/ 1934945 h 3574428"/>
                <a:gd name="csX2" fmla="*/ 1790791 w 4017225"/>
                <a:gd name="csY2" fmla="*/ 327870 h 3574428"/>
                <a:gd name="csX3" fmla="*/ 3907902 w 4017225"/>
                <a:gd name="csY3" fmla="*/ 36349 h 3574428"/>
                <a:gd name="csX4" fmla="*/ 3591268 w 4017225"/>
                <a:gd name="csY4" fmla="*/ 1933781 h 3574428"/>
                <a:gd name="csX5" fmla="*/ 1798394 w 4017225"/>
                <a:gd name="csY5" fmla="*/ 2110926 h 3574428"/>
                <a:gd name="csX6" fmla="*/ 434 w 4017225"/>
                <a:gd name="csY6" fmla="*/ 3573908 h 3574428"/>
                <a:gd name="csX0" fmla="*/ 434 w 4017225"/>
                <a:gd name="csY0" fmla="*/ 3573908 h 3574310"/>
                <a:gd name="csX1" fmla="*/ 1629072 w 4017225"/>
                <a:gd name="csY1" fmla="*/ 1934945 h 3574310"/>
                <a:gd name="csX2" fmla="*/ 1790791 w 4017225"/>
                <a:gd name="csY2" fmla="*/ 327870 h 3574310"/>
                <a:gd name="csX3" fmla="*/ 3907902 w 4017225"/>
                <a:gd name="csY3" fmla="*/ 36349 h 3574310"/>
                <a:gd name="csX4" fmla="*/ 3591268 w 4017225"/>
                <a:gd name="csY4" fmla="*/ 1933781 h 3574310"/>
                <a:gd name="csX5" fmla="*/ 1798394 w 4017225"/>
                <a:gd name="csY5" fmla="*/ 2110926 h 3574310"/>
                <a:gd name="csX6" fmla="*/ 434 w 4017225"/>
                <a:gd name="csY6" fmla="*/ 3573908 h 3574310"/>
                <a:gd name="csX0" fmla="*/ 434 w 4017225"/>
                <a:gd name="csY0" fmla="*/ 3573908 h 3576627"/>
                <a:gd name="csX1" fmla="*/ 1629072 w 4017225"/>
                <a:gd name="csY1" fmla="*/ 1934945 h 3576627"/>
                <a:gd name="csX2" fmla="*/ 1790791 w 4017225"/>
                <a:gd name="csY2" fmla="*/ 327870 h 3576627"/>
                <a:gd name="csX3" fmla="*/ 3907902 w 4017225"/>
                <a:gd name="csY3" fmla="*/ 36349 h 3576627"/>
                <a:gd name="csX4" fmla="*/ 3591268 w 4017225"/>
                <a:gd name="csY4" fmla="*/ 1933781 h 3576627"/>
                <a:gd name="csX5" fmla="*/ 1798395 w 4017225"/>
                <a:gd name="csY5" fmla="*/ 2365482 h 3576627"/>
                <a:gd name="csX6" fmla="*/ 434 w 4017225"/>
                <a:gd name="csY6" fmla="*/ 3573908 h 3576627"/>
                <a:gd name="csX0" fmla="*/ 434 w 4017225"/>
                <a:gd name="csY0" fmla="*/ 3573908 h 3576355"/>
                <a:gd name="csX1" fmla="*/ 1629072 w 4017225"/>
                <a:gd name="csY1" fmla="*/ 1934945 h 3576355"/>
                <a:gd name="csX2" fmla="*/ 1790791 w 4017225"/>
                <a:gd name="csY2" fmla="*/ 327870 h 3576355"/>
                <a:gd name="csX3" fmla="*/ 3907902 w 4017225"/>
                <a:gd name="csY3" fmla="*/ 36349 h 3576355"/>
                <a:gd name="csX4" fmla="*/ 3591268 w 4017225"/>
                <a:gd name="csY4" fmla="*/ 1933781 h 3576355"/>
                <a:gd name="csX5" fmla="*/ 1798395 w 4017225"/>
                <a:gd name="csY5" fmla="*/ 2365482 h 3576355"/>
                <a:gd name="csX6" fmla="*/ 434 w 4017225"/>
                <a:gd name="csY6" fmla="*/ 3573908 h 3576355"/>
                <a:gd name="csX0" fmla="*/ 434 w 4017225"/>
                <a:gd name="csY0" fmla="*/ 3573908 h 3583502"/>
                <a:gd name="csX1" fmla="*/ 1629072 w 4017225"/>
                <a:gd name="csY1" fmla="*/ 1934945 h 3583502"/>
                <a:gd name="csX2" fmla="*/ 1790791 w 4017225"/>
                <a:gd name="csY2" fmla="*/ 327870 h 3583502"/>
                <a:gd name="csX3" fmla="*/ 3907902 w 4017225"/>
                <a:gd name="csY3" fmla="*/ 36349 h 3583502"/>
                <a:gd name="csX4" fmla="*/ 3591268 w 4017225"/>
                <a:gd name="csY4" fmla="*/ 1933781 h 3583502"/>
                <a:gd name="csX5" fmla="*/ 1798396 w 4017225"/>
                <a:gd name="csY5" fmla="*/ 2715497 h 3583502"/>
                <a:gd name="csX6" fmla="*/ 434 w 4017225"/>
                <a:gd name="csY6" fmla="*/ 3573908 h 3583502"/>
                <a:gd name="csX0" fmla="*/ 20204 w 4036995"/>
                <a:gd name="csY0" fmla="*/ 3574326 h 3583563"/>
                <a:gd name="csX1" fmla="*/ 908564 w 4036995"/>
                <a:gd name="csY1" fmla="*/ 1951275 h 3583563"/>
                <a:gd name="csX2" fmla="*/ 1810561 w 4036995"/>
                <a:gd name="csY2" fmla="*/ 328288 h 3583563"/>
                <a:gd name="csX3" fmla="*/ 3927672 w 4036995"/>
                <a:gd name="csY3" fmla="*/ 36767 h 3583563"/>
                <a:gd name="csX4" fmla="*/ 3611038 w 4036995"/>
                <a:gd name="csY4" fmla="*/ 1934199 h 3583563"/>
                <a:gd name="csX5" fmla="*/ 1818166 w 4036995"/>
                <a:gd name="csY5" fmla="*/ 2715915 h 3583563"/>
                <a:gd name="csX6" fmla="*/ 20204 w 4036995"/>
                <a:gd name="csY6" fmla="*/ 3574326 h 3583563"/>
                <a:gd name="csX0" fmla="*/ 12549 w 4029340"/>
                <a:gd name="csY0" fmla="*/ 3574326 h 3583563"/>
                <a:gd name="csX1" fmla="*/ 900909 w 4029340"/>
                <a:gd name="csY1" fmla="*/ 1951275 h 3583563"/>
                <a:gd name="csX2" fmla="*/ 1802906 w 4029340"/>
                <a:gd name="csY2" fmla="*/ 328288 h 3583563"/>
                <a:gd name="csX3" fmla="*/ 3920017 w 4029340"/>
                <a:gd name="csY3" fmla="*/ 36767 h 3583563"/>
                <a:gd name="csX4" fmla="*/ 3603383 w 4029340"/>
                <a:gd name="csY4" fmla="*/ 1934199 h 3583563"/>
                <a:gd name="csX5" fmla="*/ 1810511 w 4029340"/>
                <a:gd name="csY5" fmla="*/ 2715915 h 3583563"/>
                <a:gd name="csX6" fmla="*/ 12549 w 4029340"/>
                <a:gd name="csY6" fmla="*/ 3574326 h 3583563"/>
                <a:gd name="csX0" fmla="*/ 2018 w 4018809"/>
                <a:gd name="csY0" fmla="*/ 3573908 h 3583502"/>
                <a:gd name="csX1" fmla="*/ 1389840 w 4018809"/>
                <a:gd name="csY1" fmla="*/ 1934947 h 3583502"/>
                <a:gd name="csX2" fmla="*/ 1792375 w 4018809"/>
                <a:gd name="csY2" fmla="*/ 327870 h 3583502"/>
                <a:gd name="csX3" fmla="*/ 3909486 w 4018809"/>
                <a:gd name="csY3" fmla="*/ 36349 h 3583502"/>
                <a:gd name="csX4" fmla="*/ 3592852 w 4018809"/>
                <a:gd name="csY4" fmla="*/ 1933781 h 3583502"/>
                <a:gd name="csX5" fmla="*/ 1799980 w 4018809"/>
                <a:gd name="csY5" fmla="*/ 2715497 h 3583502"/>
                <a:gd name="csX6" fmla="*/ 2018 w 4018809"/>
                <a:gd name="csY6" fmla="*/ 3573908 h 3583502"/>
                <a:gd name="csX0" fmla="*/ 2018 w 4018809"/>
                <a:gd name="csY0" fmla="*/ 3573908 h 3575401"/>
                <a:gd name="csX1" fmla="*/ 1389840 w 4018809"/>
                <a:gd name="csY1" fmla="*/ 1934947 h 3575401"/>
                <a:gd name="csX2" fmla="*/ 1792375 w 4018809"/>
                <a:gd name="csY2" fmla="*/ 327870 h 3575401"/>
                <a:gd name="csX3" fmla="*/ 3909486 w 4018809"/>
                <a:gd name="csY3" fmla="*/ 36349 h 3575401"/>
                <a:gd name="csX4" fmla="*/ 3592852 w 4018809"/>
                <a:gd name="csY4" fmla="*/ 1933781 h 3575401"/>
                <a:gd name="csX5" fmla="*/ 1799983 w 4018809"/>
                <a:gd name="csY5" fmla="*/ 2277981 h 3575401"/>
                <a:gd name="csX6" fmla="*/ 2018 w 4018809"/>
                <a:gd name="csY6" fmla="*/ 3573908 h 3575401"/>
                <a:gd name="csX0" fmla="*/ 2279 w 4019070"/>
                <a:gd name="csY0" fmla="*/ 3573908 h 3576883"/>
                <a:gd name="csX1" fmla="*/ 1390101 w 4019070"/>
                <a:gd name="csY1" fmla="*/ 1934947 h 3576883"/>
                <a:gd name="csX2" fmla="*/ 1792636 w 4019070"/>
                <a:gd name="csY2" fmla="*/ 327870 h 3576883"/>
                <a:gd name="csX3" fmla="*/ 3909747 w 4019070"/>
                <a:gd name="csY3" fmla="*/ 36349 h 3576883"/>
                <a:gd name="csX4" fmla="*/ 3593113 w 4019070"/>
                <a:gd name="csY4" fmla="*/ 1933781 h 3576883"/>
                <a:gd name="csX5" fmla="*/ 1827004 w 4019070"/>
                <a:gd name="csY5" fmla="*/ 2405261 h 3576883"/>
                <a:gd name="csX6" fmla="*/ 2279 w 4019070"/>
                <a:gd name="csY6" fmla="*/ 3573908 h 3576883"/>
                <a:gd name="csX0" fmla="*/ 3304 w 4020095"/>
                <a:gd name="csY0" fmla="*/ 3573700 h 3576772"/>
                <a:gd name="csX1" fmla="*/ 1310858 w 4020095"/>
                <a:gd name="csY1" fmla="*/ 1926786 h 3576772"/>
                <a:gd name="csX2" fmla="*/ 1793661 w 4020095"/>
                <a:gd name="csY2" fmla="*/ 327662 h 3576772"/>
                <a:gd name="csX3" fmla="*/ 3910772 w 4020095"/>
                <a:gd name="csY3" fmla="*/ 36141 h 3576772"/>
                <a:gd name="csX4" fmla="*/ 3594138 w 4020095"/>
                <a:gd name="csY4" fmla="*/ 1933573 h 3576772"/>
                <a:gd name="csX5" fmla="*/ 1828029 w 4020095"/>
                <a:gd name="csY5" fmla="*/ 2405053 h 3576772"/>
                <a:gd name="csX6" fmla="*/ 3304 w 4020095"/>
                <a:gd name="csY6" fmla="*/ 3573700 h 3576772"/>
                <a:gd name="csX0" fmla="*/ 3254 w 4020045"/>
                <a:gd name="csY0" fmla="*/ 3573700 h 3576772"/>
                <a:gd name="csX1" fmla="*/ 1310808 w 4020045"/>
                <a:gd name="csY1" fmla="*/ 1926786 h 3576772"/>
                <a:gd name="csX2" fmla="*/ 1793611 w 4020045"/>
                <a:gd name="csY2" fmla="*/ 327662 h 3576772"/>
                <a:gd name="csX3" fmla="*/ 3910722 w 4020045"/>
                <a:gd name="csY3" fmla="*/ 36141 h 3576772"/>
                <a:gd name="csX4" fmla="*/ 3594088 w 4020045"/>
                <a:gd name="csY4" fmla="*/ 1933573 h 3576772"/>
                <a:gd name="csX5" fmla="*/ 1827979 w 4020045"/>
                <a:gd name="csY5" fmla="*/ 2405053 h 3576772"/>
                <a:gd name="csX6" fmla="*/ 3254 w 4020045"/>
                <a:gd name="csY6" fmla="*/ 3573700 h 35767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020045" h="3576772">
                  <a:moveTo>
                    <a:pt x="3254" y="3573700"/>
                  </a:moveTo>
                  <a:cubicBezTo>
                    <a:pt x="-82941" y="3493989"/>
                    <a:pt x="1574310" y="2340515"/>
                    <a:pt x="1310808" y="1926786"/>
                  </a:cubicBezTo>
                  <a:cubicBezTo>
                    <a:pt x="1047306" y="1513057"/>
                    <a:pt x="1360292" y="642769"/>
                    <a:pt x="1793611" y="327662"/>
                  </a:cubicBezTo>
                  <a:cubicBezTo>
                    <a:pt x="2226930" y="12555"/>
                    <a:pt x="3750548" y="-52136"/>
                    <a:pt x="3910722" y="36141"/>
                  </a:cubicBezTo>
                  <a:cubicBezTo>
                    <a:pt x="4070896" y="124418"/>
                    <a:pt x="4120351" y="1358027"/>
                    <a:pt x="3594088" y="1933573"/>
                  </a:cubicBezTo>
                  <a:cubicBezTo>
                    <a:pt x="3171099" y="2391895"/>
                    <a:pt x="2301583" y="2656718"/>
                    <a:pt x="1827979" y="2405053"/>
                  </a:cubicBezTo>
                  <a:cubicBezTo>
                    <a:pt x="1354375" y="2153388"/>
                    <a:pt x="89449" y="3653411"/>
                    <a:pt x="3254" y="3573700"/>
                  </a:cubicBezTo>
                  <a:close/>
                </a:path>
              </a:pathLst>
            </a:custGeom>
            <a:noFill/>
            <a:ln>
              <a:solidFill>
                <a:srgbClr val="0C26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1" name="Freeform 1030">
              <a:extLst>
                <a:ext uri="{FF2B5EF4-FFF2-40B4-BE49-F238E27FC236}">
                  <a16:creationId xmlns:a16="http://schemas.microsoft.com/office/drawing/2014/main" id="{988D3F26-0EE7-852D-704B-FA03E918344C}"/>
                </a:ext>
              </a:extLst>
            </p:cNvPr>
            <p:cNvSpPr/>
            <p:nvPr userDrawn="1"/>
          </p:nvSpPr>
          <p:spPr>
            <a:xfrm rot="16200000">
              <a:off x="7131587" y="2181353"/>
              <a:ext cx="2615869" cy="2682267"/>
            </a:xfrm>
            <a:custGeom>
              <a:avLst/>
              <a:gdLst>
                <a:gd name="csX0" fmla="*/ 1893 w 3484511"/>
                <a:gd name="csY0" fmla="*/ 3509215 h 3511799"/>
                <a:gd name="csX1" fmla="*/ 1514170 w 3484511"/>
                <a:gd name="csY1" fmla="*/ 1703861 h 3511799"/>
                <a:gd name="csX2" fmla="*/ 2029985 w 3484511"/>
                <a:gd name="csY2" fmla="*/ 226753 h 3511799"/>
                <a:gd name="csX3" fmla="*/ 3378139 w 3484511"/>
                <a:gd name="csY3" fmla="*/ 144692 h 3511799"/>
                <a:gd name="csX4" fmla="*/ 3225739 w 3484511"/>
                <a:gd name="csY4" fmla="*/ 1586630 h 3511799"/>
                <a:gd name="csX5" fmla="*/ 1854139 w 3484511"/>
                <a:gd name="csY5" fmla="*/ 2090723 h 3511799"/>
                <a:gd name="csX6" fmla="*/ 1893 w 3484511"/>
                <a:gd name="csY6" fmla="*/ 3509215 h 3511799"/>
                <a:gd name="csX0" fmla="*/ 1352 w 4094215"/>
                <a:gd name="csY0" fmla="*/ 4103738 h 4105568"/>
                <a:gd name="csX1" fmla="*/ 2123874 w 4094215"/>
                <a:gd name="csY1" fmla="*/ 1703861 h 4105568"/>
                <a:gd name="csX2" fmla="*/ 2639689 w 4094215"/>
                <a:gd name="csY2" fmla="*/ 226753 h 4105568"/>
                <a:gd name="csX3" fmla="*/ 3987843 w 4094215"/>
                <a:gd name="csY3" fmla="*/ 144692 h 4105568"/>
                <a:gd name="csX4" fmla="*/ 3835443 w 4094215"/>
                <a:gd name="csY4" fmla="*/ 1586630 h 4105568"/>
                <a:gd name="csX5" fmla="*/ 2463843 w 4094215"/>
                <a:gd name="csY5" fmla="*/ 2090723 h 4105568"/>
                <a:gd name="csX6" fmla="*/ 1352 w 4094215"/>
                <a:gd name="csY6" fmla="*/ 4103738 h 4105568"/>
                <a:gd name="csX0" fmla="*/ 1978 w 4094841"/>
                <a:gd name="csY0" fmla="*/ 4101966 h 4104114"/>
                <a:gd name="csX1" fmla="*/ 2058783 w 4094841"/>
                <a:gd name="csY1" fmla="*/ 1668597 h 4104114"/>
                <a:gd name="csX2" fmla="*/ 2640315 w 4094841"/>
                <a:gd name="csY2" fmla="*/ 224981 h 4104114"/>
                <a:gd name="csX3" fmla="*/ 3988469 w 4094841"/>
                <a:gd name="csY3" fmla="*/ 142920 h 4104114"/>
                <a:gd name="csX4" fmla="*/ 3836069 w 4094841"/>
                <a:gd name="csY4" fmla="*/ 1584858 h 4104114"/>
                <a:gd name="csX5" fmla="*/ 2464469 w 4094841"/>
                <a:gd name="csY5" fmla="*/ 2088951 h 4104114"/>
                <a:gd name="csX6" fmla="*/ 1978 w 4094841"/>
                <a:gd name="csY6" fmla="*/ 4101966 h 4104114"/>
                <a:gd name="csX0" fmla="*/ 1943 w 4132359"/>
                <a:gd name="csY0" fmla="*/ 3750277 h 3752868"/>
                <a:gd name="csX1" fmla="*/ 2096301 w 4132359"/>
                <a:gd name="csY1" fmla="*/ 1668597 h 3752868"/>
                <a:gd name="csX2" fmla="*/ 2677833 w 4132359"/>
                <a:gd name="csY2" fmla="*/ 224981 h 3752868"/>
                <a:gd name="csX3" fmla="*/ 4025987 w 4132359"/>
                <a:gd name="csY3" fmla="*/ 142920 h 3752868"/>
                <a:gd name="csX4" fmla="*/ 3873587 w 4132359"/>
                <a:gd name="csY4" fmla="*/ 1584858 h 3752868"/>
                <a:gd name="csX5" fmla="*/ 2501987 w 4132359"/>
                <a:gd name="csY5" fmla="*/ 2088951 h 3752868"/>
                <a:gd name="csX6" fmla="*/ 1943 w 4132359"/>
                <a:gd name="csY6" fmla="*/ 3750277 h 3752868"/>
                <a:gd name="csX0" fmla="*/ 7123 w 4137539"/>
                <a:gd name="csY0" fmla="*/ 3776554 h 3776601"/>
                <a:gd name="csX1" fmla="*/ 1782278 w 4137539"/>
                <a:gd name="csY1" fmla="*/ 2163796 h 3776601"/>
                <a:gd name="csX2" fmla="*/ 2683013 w 4137539"/>
                <a:gd name="csY2" fmla="*/ 251258 h 3776601"/>
                <a:gd name="csX3" fmla="*/ 4031167 w 4137539"/>
                <a:gd name="csY3" fmla="*/ 169197 h 3776601"/>
                <a:gd name="csX4" fmla="*/ 3878767 w 4137539"/>
                <a:gd name="csY4" fmla="*/ 1611135 h 3776601"/>
                <a:gd name="csX5" fmla="*/ 2507167 w 4137539"/>
                <a:gd name="csY5" fmla="*/ 2115228 h 3776601"/>
                <a:gd name="csX6" fmla="*/ 7123 w 4137539"/>
                <a:gd name="csY6" fmla="*/ 3776554 h 3776601"/>
                <a:gd name="csX0" fmla="*/ 25 w 4130441"/>
                <a:gd name="csY0" fmla="*/ 3776554 h 3776586"/>
                <a:gd name="csX1" fmla="*/ 1775180 w 4130441"/>
                <a:gd name="csY1" fmla="*/ 2163796 h 3776586"/>
                <a:gd name="csX2" fmla="*/ 2675915 w 4130441"/>
                <a:gd name="csY2" fmla="*/ 251258 h 3776586"/>
                <a:gd name="csX3" fmla="*/ 4024069 w 4130441"/>
                <a:gd name="csY3" fmla="*/ 169197 h 3776586"/>
                <a:gd name="csX4" fmla="*/ 3871669 w 4130441"/>
                <a:gd name="csY4" fmla="*/ 1611135 h 3776586"/>
                <a:gd name="csX5" fmla="*/ 1814719 w 4130441"/>
                <a:gd name="csY5" fmla="*/ 2207339 h 3776586"/>
                <a:gd name="csX6" fmla="*/ 25 w 4130441"/>
                <a:gd name="csY6" fmla="*/ 3776554 h 3776586"/>
                <a:gd name="csX0" fmla="*/ 25 w 4130441"/>
                <a:gd name="csY0" fmla="*/ 3776554 h 3776589"/>
                <a:gd name="csX1" fmla="*/ 1775180 w 4130441"/>
                <a:gd name="csY1" fmla="*/ 2163796 h 3776589"/>
                <a:gd name="csX2" fmla="*/ 2675915 w 4130441"/>
                <a:gd name="csY2" fmla="*/ 251258 h 3776589"/>
                <a:gd name="csX3" fmla="*/ 4024069 w 4130441"/>
                <a:gd name="csY3" fmla="*/ 169197 h 3776589"/>
                <a:gd name="csX4" fmla="*/ 3871669 w 4130441"/>
                <a:gd name="csY4" fmla="*/ 1611135 h 3776589"/>
                <a:gd name="csX5" fmla="*/ 1814719 w 4130441"/>
                <a:gd name="csY5" fmla="*/ 2207339 h 3776589"/>
                <a:gd name="csX6" fmla="*/ 25 w 4130441"/>
                <a:gd name="csY6" fmla="*/ 3776554 h 3776589"/>
                <a:gd name="csX0" fmla="*/ 25 w 3957457"/>
                <a:gd name="csY0" fmla="*/ 3611866 h 3611901"/>
                <a:gd name="csX1" fmla="*/ 1775180 w 3957457"/>
                <a:gd name="csY1" fmla="*/ 1999108 h 3611901"/>
                <a:gd name="csX2" fmla="*/ 2675915 w 3957457"/>
                <a:gd name="csY2" fmla="*/ 86570 h 3611901"/>
                <a:gd name="csX3" fmla="*/ 3554650 w 3957457"/>
                <a:gd name="csY3" fmla="*/ 439934 h 3611901"/>
                <a:gd name="csX4" fmla="*/ 3871669 w 3957457"/>
                <a:gd name="csY4" fmla="*/ 1446447 h 3611901"/>
                <a:gd name="csX5" fmla="*/ 1814719 w 3957457"/>
                <a:gd name="csY5" fmla="*/ 2042651 h 3611901"/>
                <a:gd name="csX6" fmla="*/ 25 w 3957457"/>
                <a:gd name="csY6" fmla="*/ 3611866 h 3611901"/>
                <a:gd name="csX0" fmla="*/ 25 w 3957253"/>
                <a:gd name="csY0" fmla="*/ 3368639 h 3368674"/>
                <a:gd name="csX1" fmla="*/ 1775180 w 3957253"/>
                <a:gd name="csY1" fmla="*/ 1755881 h 3368674"/>
                <a:gd name="csX2" fmla="*/ 2685304 w 3957253"/>
                <a:gd name="csY2" fmla="*/ 144791 h 3368674"/>
                <a:gd name="csX3" fmla="*/ 3554650 w 3957253"/>
                <a:gd name="csY3" fmla="*/ 196707 h 3368674"/>
                <a:gd name="csX4" fmla="*/ 3871669 w 3957253"/>
                <a:gd name="csY4" fmla="*/ 1203220 h 3368674"/>
                <a:gd name="csX5" fmla="*/ 1814719 w 3957253"/>
                <a:gd name="csY5" fmla="*/ 1799424 h 3368674"/>
                <a:gd name="csX6" fmla="*/ 25 w 3957253"/>
                <a:gd name="csY6" fmla="*/ 3368639 h 3368674"/>
                <a:gd name="csX0" fmla="*/ 25 w 3705517"/>
                <a:gd name="csY0" fmla="*/ 3358570 h 3358603"/>
                <a:gd name="csX1" fmla="*/ 1775180 w 3705517"/>
                <a:gd name="csY1" fmla="*/ 1745812 h 3358603"/>
                <a:gd name="csX2" fmla="*/ 2685304 w 3705517"/>
                <a:gd name="csY2" fmla="*/ 134722 h 3358603"/>
                <a:gd name="csX3" fmla="*/ 3554650 w 3705517"/>
                <a:gd name="csY3" fmla="*/ 186638 h 3358603"/>
                <a:gd name="csX4" fmla="*/ 3552464 w 3705517"/>
                <a:gd name="csY4" fmla="*/ 975438 h 3358603"/>
                <a:gd name="csX5" fmla="*/ 1814719 w 3705517"/>
                <a:gd name="csY5" fmla="*/ 1789355 h 3358603"/>
                <a:gd name="csX6" fmla="*/ 25 w 3705517"/>
                <a:gd name="csY6" fmla="*/ 3358570 h 3358603"/>
                <a:gd name="csX0" fmla="*/ 2290 w 3707782"/>
                <a:gd name="csY0" fmla="*/ 3305196 h 3314287"/>
                <a:gd name="csX1" fmla="*/ 2199921 w 3707782"/>
                <a:gd name="csY1" fmla="*/ 955568 h 3314287"/>
                <a:gd name="csX2" fmla="*/ 2687569 w 3707782"/>
                <a:gd name="csY2" fmla="*/ 81348 h 3314287"/>
                <a:gd name="csX3" fmla="*/ 3556915 w 3707782"/>
                <a:gd name="csY3" fmla="*/ 133264 h 3314287"/>
                <a:gd name="csX4" fmla="*/ 3554729 w 3707782"/>
                <a:gd name="csY4" fmla="*/ 922064 h 3314287"/>
                <a:gd name="csX5" fmla="*/ 1816984 w 3707782"/>
                <a:gd name="csY5" fmla="*/ 1735981 h 3314287"/>
                <a:gd name="csX6" fmla="*/ 2290 w 3707782"/>
                <a:gd name="csY6" fmla="*/ 3305196 h 3314287"/>
                <a:gd name="csX0" fmla="*/ 377 w 3705869"/>
                <a:gd name="csY0" fmla="*/ 3305196 h 3313168"/>
                <a:gd name="csX1" fmla="*/ 2198008 w 3705869"/>
                <a:gd name="csY1" fmla="*/ 955568 h 3313168"/>
                <a:gd name="csX2" fmla="*/ 2685656 w 3705869"/>
                <a:gd name="csY2" fmla="*/ 81348 h 3313168"/>
                <a:gd name="csX3" fmla="*/ 3555002 w 3705869"/>
                <a:gd name="csY3" fmla="*/ 133264 h 3313168"/>
                <a:gd name="csX4" fmla="*/ 3552816 w 3705869"/>
                <a:gd name="csY4" fmla="*/ 922064 h 3313168"/>
                <a:gd name="csX5" fmla="*/ 2378375 w 3705869"/>
                <a:gd name="csY5" fmla="*/ 1694113 h 3313168"/>
                <a:gd name="csX6" fmla="*/ 377 w 3705869"/>
                <a:gd name="csY6" fmla="*/ 3305196 h 3313168"/>
                <a:gd name="csX0" fmla="*/ 377 w 3705869"/>
                <a:gd name="csY0" fmla="*/ 3305196 h 3311216"/>
                <a:gd name="csX1" fmla="*/ 2198008 w 3705869"/>
                <a:gd name="csY1" fmla="*/ 955568 h 3311216"/>
                <a:gd name="csX2" fmla="*/ 2685656 w 3705869"/>
                <a:gd name="csY2" fmla="*/ 81348 h 3311216"/>
                <a:gd name="csX3" fmla="*/ 3555002 w 3705869"/>
                <a:gd name="csY3" fmla="*/ 133264 h 3311216"/>
                <a:gd name="csX4" fmla="*/ 3552816 w 3705869"/>
                <a:gd name="csY4" fmla="*/ 922064 h 3311216"/>
                <a:gd name="csX5" fmla="*/ 2378375 w 3705869"/>
                <a:gd name="csY5" fmla="*/ 1694113 h 3311216"/>
                <a:gd name="csX6" fmla="*/ 377 w 3705869"/>
                <a:gd name="csY6" fmla="*/ 3305196 h 3311216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31250"/>
                <a:gd name="csY0" fmla="*/ 3306034 h 3313991"/>
                <a:gd name="csX1" fmla="*/ 2198008 w 4431250"/>
                <a:gd name="csY1" fmla="*/ 956406 h 3313991"/>
                <a:gd name="csX2" fmla="*/ 2685656 w 4431250"/>
                <a:gd name="csY2" fmla="*/ 82186 h 3313991"/>
                <a:gd name="csX3" fmla="*/ 3555002 w 4431250"/>
                <a:gd name="csY3" fmla="*/ 134102 h 3313991"/>
                <a:gd name="csX4" fmla="*/ 4425936 w 4431250"/>
                <a:gd name="csY4" fmla="*/ 939649 h 3313991"/>
                <a:gd name="csX5" fmla="*/ 2378375 w 4431250"/>
                <a:gd name="csY5" fmla="*/ 1694951 h 3313991"/>
                <a:gd name="csX6" fmla="*/ 377 w 4431250"/>
                <a:gd name="csY6" fmla="*/ 3306034 h 3313991"/>
                <a:gd name="csX0" fmla="*/ 377 w 4425936"/>
                <a:gd name="csY0" fmla="*/ 3306034 h 3313991"/>
                <a:gd name="csX1" fmla="*/ 2198008 w 4425936"/>
                <a:gd name="csY1" fmla="*/ 956406 h 3313991"/>
                <a:gd name="csX2" fmla="*/ 2685656 w 4425936"/>
                <a:gd name="csY2" fmla="*/ 82186 h 3313991"/>
                <a:gd name="csX3" fmla="*/ 3555002 w 4425936"/>
                <a:gd name="csY3" fmla="*/ 134102 h 3313991"/>
                <a:gd name="csX4" fmla="*/ 4425936 w 4425936"/>
                <a:gd name="csY4" fmla="*/ 939649 h 3313991"/>
                <a:gd name="csX5" fmla="*/ 2378375 w 4425936"/>
                <a:gd name="csY5" fmla="*/ 1694951 h 3313991"/>
                <a:gd name="csX6" fmla="*/ 377 w 4425936"/>
                <a:gd name="csY6" fmla="*/ 3306034 h 3313991"/>
                <a:gd name="csX0" fmla="*/ 377 w 4472878"/>
                <a:gd name="csY0" fmla="*/ 3303952 h 3311947"/>
                <a:gd name="csX1" fmla="*/ 2198008 w 4472878"/>
                <a:gd name="csY1" fmla="*/ 954324 h 3311947"/>
                <a:gd name="csX2" fmla="*/ 2685656 w 4472878"/>
                <a:gd name="csY2" fmla="*/ 80104 h 3311947"/>
                <a:gd name="csX3" fmla="*/ 3555002 w 4472878"/>
                <a:gd name="csY3" fmla="*/ 132020 h 3311947"/>
                <a:gd name="csX4" fmla="*/ 4472878 w 4472878"/>
                <a:gd name="csY4" fmla="*/ 895700 h 3311947"/>
                <a:gd name="csX5" fmla="*/ 2378375 w 4472878"/>
                <a:gd name="csY5" fmla="*/ 1692869 h 3311947"/>
                <a:gd name="csX6" fmla="*/ 377 w 4472878"/>
                <a:gd name="csY6" fmla="*/ 3303952 h 3311947"/>
                <a:gd name="csX0" fmla="*/ 377 w 4472878"/>
                <a:gd name="csY0" fmla="*/ 3489034 h 3497029"/>
                <a:gd name="csX1" fmla="*/ 2198008 w 4472878"/>
                <a:gd name="csY1" fmla="*/ 1139406 h 3497029"/>
                <a:gd name="csX2" fmla="*/ 2685656 w 4472878"/>
                <a:gd name="csY2" fmla="*/ 265186 h 3497029"/>
                <a:gd name="csX3" fmla="*/ 3742770 w 4472878"/>
                <a:gd name="csY3" fmla="*/ 49148 h 3497029"/>
                <a:gd name="csX4" fmla="*/ 4472878 w 4472878"/>
                <a:gd name="csY4" fmla="*/ 1080782 h 3497029"/>
                <a:gd name="csX5" fmla="*/ 2378375 w 4472878"/>
                <a:gd name="csY5" fmla="*/ 1877951 h 3497029"/>
                <a:gd name="csX6" fmla="*/ 377 w 4472878"/>
                <a:gd name="csY6" fmla="*/ 3489034 h 3497029"/>
                <a:gd name="csX0" fmla="*/ 377 w 4482266"/>
                <a:gd name="csY0" fmla="*/ 3489034 h 3497029"/>
                <a:gd name="csX1" fmla="*/ 2198008 w 4482266"/>
                <a:gd name="csY1" fmla="*/ 1139406 h 3497029"/>
                <a:gd name="csX2" fmla="*/ 2685656 w 4482266"/>
                <a:gd name="csY2" fmla="*/ 265186 h 3497029"/>
                <a:gd name="csX3" fmla="*/ 3742770 w 4482266"/>
                <a:gd name="csY3" fmla="*/ 49148 h 3497029"/>
                <a:gd name="csX4" fmla="*/ 4482266 w 4482266"/>
                <a:gd name="csY4" fmla="*/ 1080782 h 3497029"/>
                <a:gd name="csX5" fmla="*/ 2378375 w 4482266"/>
                <a:gd name="csY5" fmla="*/ 1877951 h 3497029"/>
                <a:gd name="csX6" fmla="*/ 377 w 4482266"/>
                <a:gd name="csY6" fmla="*/ 3489034 h 3497029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10188 w 4492077"/>
                <a:gd name="csY0" fmla="*/ 3488052 h 3497366"/>
                <a:gd name="csX1" fmla="*/ 1804118 w 4492077"/>
                <a:gd name="csY1" fmla="*/ 1096559 h 3497366"/>
                <a:gd name="csX2" fmla="*/ 2695467 w 4492077"/>
                <a:gd name="csY2" fmla="*/ 264204 h 3497366"/>
                <a:gd name="csX3" fmla="*/ 3752581 w 4492077"/>
                <a:gd name="csY3" fmla="*/ 48166 h 3497366"/>
                <a:gd name="csX4" fmla="*/ 4492077 w 4492077"/>
                <a:gd name="csY4" fmla="*/ 1079800 h 3497366"/>
                <a:gd name="csX5" fmla="*/ 2688616 w 4492077"/>
                <a:gd name="csY5" fmla="*/ 1893718 h 3497366"/>
                <a:gd name="csX6" fmla="*/ 10188 w 4492077"/>
                <a:gd name="csY6" fmla="*/ 3488052 h 3497366"/>
                <a:gd name="csX0" fmla="*/ 10188 w 4492077"/>
                <a:gd name="csY0" fmla="*/ 3488052 h 3500595"/>
                <a:gd name="csX1" fmla="*/ 1804118 w 4492077"/>
                <a:gd name="csY1" fmla="*/ 1096559 h 3500595"/>
                <a:gd name="csX2" fmla="*/ 2695467 w 4492077"/>
                <a:gd name="csY2" fmla="*/ 264204 h 3500595"/>
                <a:gd name="csX3" fmla="*/ 3752581 w 4492077"/>
                <a:gd name="csY3" fmla="*/ 48166 h 3500595"/>
                <a:gd name="csX4" fmla="*/ 4492077 w 4492077"/>
                <a:gd name="csY4" fmla="*/ 1079800 h 3500595"/>
                <a:gd name="csX5" fmla="*/ 2688616 w 4492077"/>
                <a:gd name="csY5" fmla="*/ 1893718 h 3500595"/>
                <a:gd name="csX6" fmla="*/ 10188 w 4492077"/>
                <a:gd name="csY6" fmla="*/ 3488052 h 3500595"/>
                <a:gd name="csX0" fmla="*/ 10188 w 4492077"/>
                <a:gd name="csY0" fmla="*/ 3488052 h 3500888"/>
                <a:gd name="csX1" fmla="*/ 1804118 w 4492077"/>
                <a:gd name="csY1" fmla="*/ 1096559 h 3500888"/>
                <a:gd name="csX2" fmla="*/ 2695467 w 4492077"/>
                <a:gd name="csY2" fmla="*/ 264204 h 3500888"/>
                <a:gd name="csX3" fmla="*/ 3752581 w 4492077"/>
                <a:gd name="csY3" fmla="*/ 48166 h 3500888"/>
                <a:gd name="csX4" fmla="*/ 4492077 w 4492077"/>
                <a:gd name="csY4" fmla="*/ 1079800 h 3500888"/>
                <a:gd name="csX5" fmla="*/ 2688616 w 4492077"/>
                <a:gd name="csY5" fmla="*/ 1893718 h 3500888"/>
                <a:gd name="csX6" fmla="*/ 10188 w 4492077"/>
                <a:gd name="csY6" fmla="*/ 3488052 h 3500888"/>
                <a:gd name="csX0" fmla="*/ 27731 w 3289130"/>
                <a:gd name="csY0" fmla="*/ 2449732 h 2473361"/>
                <a:gd name="csX1" fmla="*/ 601171 w 3289130"/>
                <a:gd name="csY1" fmla="*/ 1096559 h 2473361"/>
                <a:gd name="csX2" fmla="*/ 1492520 w 3289130"/>
                <a:gd name="csY2" fmla="*/ 264204 h 2473361"/>
                <a:gd name="csX3" fmla="*/ 2549634 w 3289130"/>
                <a:gd name="csY3" fmla="*/ 48166 h 2473361"/>
                <a:gd name="csX4" fmla="*/ 3289130 w 3289130"/>
                <a:gd name="csY4" fmla="*/ 1079800 h 2473361"/>
                <a:gd name="csX5" fmla="*/ 1485669 w 3289130"/>
                <a:gd name="csY5" fmla="*/ 1893718 h 2473361"/>
                <a:gd name="csX6" fmla="*/ 27731 w 3289130"/>
                <a:gd name="csY6" fmla="*/ 2449732 h 2473361"/>
                <a:gd name="csX0" fmla="*/ 367 w 3261766"/>
                <a:gd name="csY0" fmla="*/ 2449732 h 2449966"/>
                <a:gd name="csX1" fmla="*/ 573807 w 3261766"/>
                <a:gd name="csY1" fmla="*/ 1096559 h 2449966"/>
                <a:gd name="csX2" fmla="*/ 1465156 w 3261766"/>
                <a:gd name="csY2" fmla="*/ 264204 h 2449966"/>
                <a:gd name="csX3" fmla="*/ 2522270 w 3261766"/>
                <a:gd name="csY3" fmla="*/ 48166 h 2449966"/>
                <a:gd name="csX4" fmla="*/ 3261766 w 3261766"/>
                <a:gd name="csY4" fmla="*/ 1079800 h 2449966"/>
                <a:gd name="csX5" fmla="*/ 1458305 w 3261766"/>
                <a:gd name="csY5" fmla="*/ 1893718 h 2449966"/>
                <a:gd name="csX6" fmla="*/ 367 w 3261766"/>
                <a:gd name="csY6" fmla="*/ 2449732 h 2449966"/>
                <a:gd name="csX0" fmla="*/ 62959 w 3324358"/>
                <a:gd name="csY0" fmla="*/ 2449732 h 2487147"/>
                <a:gd name="csX1" fmla="*/ 636399 w 3324358"/>
                <a:gd name="csY1" fmla="*/ 1096559 h 2487147"/>
                <a:gd name="csX2" fmla="*/ 1527748 w 3324358"/>
                <a:gd name="csY2" fmla="*/ 264204 h 2487147"/>
                <a:gd name="csX3" fmla="*/ 2584862 w 3324358"/>
                <a:gd name="csY3" fmla="*/ 48166 h 2487147"/>
                <a:gd name="csX4" fmla="*/ 3324358 w 3324358"/>
                <a:gd name="csY4" fmla="*/ 1079800 h 2487147"/>
                <a:gd name="csX5" fmla="*/ 1520897 w 3324358"/>
                <a:gd name="csY5" fmla="*/ 1893718 h 2487147"/>
                <a:gd name="csX6" fmla="*/ 62959 w 3324358"/>
                <a:gd name="csY6" fmla="*/ 2449732 h 2487147"/>
                <a:gd name="csX0" fmla="*/ 38478 w 4482813"/>
                <a:gd name="csY0" fmla="*/ 3496425 h 3519813"/>
                <a:gd name="csX1" fmla="*/ 1794854 w 4482813"/>
                <a:gd name="csY1" fmla="*/ 1096559 h 3519813"/>
                <a:gd name="csX2" fmla="*/ 2686203 w 4482813"/>
                <a:gd name="csY2" fmla="*/ 264204 h 3519813"/>
                <a:gd name="csX3" fmla="*/ 3743317 w 4482813"/>
                <a:gd name="csY3" fmla="*/ 48166 h 3519813"/>
                <a:gd name="csX4" fmla="*/ 4482813 w 4482813"/>
                <a:gd name="csY4" fmla="*/ 1079800 h 3519813"/>
                <a:gd name="csX5" fmla="*/ 2679352 w 4482813"/>
                <a:gd name="csY5" fmla="*/ 1893718 h 3519813"/>
                <a:gd name="csX6" fmla="*/ 38478 w 4482813"/>
                <a:gd name="csY6" fmla="*/ 3496425 h 3519813"/>
                <a:gd name="csX0" fmla="*/ 9071 w 4453406"/>
                <a:gd name="csY0" fmla="*/ 3496425 h 3510301"/>
                <a:gd name="csX1" fmla="*/ 1765447 w 4453406"/>
                <a:gd name="csY1" fmla="*/ 1096559 h 3510301"/>
                <a:gd name="csX2" fmla="*/ 2656796 w 4453406"/>
                <a:gd name="csY2" fmla="*/ 264204 h 3510301"/>
                <a:gd name="csX3" fmla="*/ 3713910 w 4453406"/>
                <a:gd name="csY3" fmla="*/ 48166 h 3510301"/>
                <a:gd name="csX4" fmla="*/ 4453406 w 4453406"/>
                <a:gd name="csY4" fmla="*/ 1079800 h 3510301"/>
                <a:gd name="csX5" fmla="*/ 2649945 w 4453406"/>
                <a:gd name="csY5" fmla="*/ 1893718 h 3510301"/>
                <a:gd name="csX6" fmla="*/ 9071 w 4453406"/>
                <a:gd name="csY6" fmla="*/ 3496425 h 3510301"/>
                <a:gd name="csX0" fmla="*/ 9071 w 4453406"/>
                <a:gd name="csY0" fmla="*/ 3496425 h 3512169"/>
                <a:gd name="csX1" fmla="*/ 1765447 w 4453406"/>
                <a:gd name="csY1" fmla="*/ 1096559 h 3512169"/>
                <a:gd name="csX2" fmla="*/ 2656796 w 4453406"/>
                <a:gd name="csY2" fmla="*/ 264204 h 3512169"/>
                <a:gd name="csX3" fmla="*/ 3713910 w 4453406"/>
                <a:gd name="csY3" fmla="*/ 48166 h 3512169"/>
                <a:gd name="csX4" fmla="*/ 4453406 w 4453406"/>
                <a:gd name="csY4" fmla="*/ 1079800 h 3512169"/>
                <a:gd name="csX5" fmla="*/ 2649945 w 4453406"/>
                <a:gd name="csY5" fmla="*/ 1893718 h 3512169"/>
                <a:gd name="csX6" fmla="*/ 9071 w 4453406"/>
                <a:gd name="csY6" fmla="*/ 3496425 h 3512169"/>
                <a:gd name="csX0" fmla="*/ 9640 w 4453975"/>
                <a:gd name="csY0" fmla="*/ 3496425 h 3512169"/>
                <a:gd name="csX1" fmla="*/ 1766016 w 4453975"/>
                <a:gd name="csY1" fmla="*/ 1096559 h 3512169"/>
                <a:gd name="csX2" fmla="*/ 2657365 w 4453975"/>
                <a:gd name="csY2" fmla="*/ 264204 h 3512169"/>
                <a:gd name="csX3" fmla="*/ 3714479 w 4453975"/>
                <a:gd name="csY3" fmla="*/ 48166 h 3512169"/>
                <a:gd name="csX4" fmla="*/ 4453975 w 4453975"/>
                <a:gd name="csY4" fmla="*/ 1079800 h 3512169"/>
                <a:gd name="csX5" fmla="*/ 2650514 w 4453975"/>
                <a:gd name="csY5" fmla="*/ 1893718 h 3512169"/>
                <a:gd name="csX6" fmla="*/ 9640 w 4453975"/>
                <a:gd name="csY6" fmla="*/ 3496425 h 3512169"/>
                <a:gd name="csX0" fmla="*/ 9640 w 4453975"/>
                <a:gd name="csY0" fmla="*/ 3993467 h 4008123"/>
                <a:gd name="csX1" fmla="*/ 1766016 w 4453975"/>
                <a:gd name="csY1" fmla="*/ 1593601 h 4008123"/>
                <a:gd name="csX2" fmla="*/ 2601034 w 4453975"/>
                <a:gd name="csY2" fmla="*/ 41122 h 4008123"/>
                <a:gd name="csX3" fmla="*/ 3714479 w 4453975"/>
                <a:gd name="csY3" fmla="*/ 545208 h 4008123"/>
                <a:gd name="csX4" fmla="*/ 4453975 w 4453975"/>
                <a:gd name="csY4" fmla="*/ 1576842 h 4008123"/>
                <a:gd name="csX5" fmla="*/ 2650514 w 4453975"/>
                <a:gd name="csY5" fmla="*/ 2390760 h 4008123"/>
                <a:gd name="csX6" fmla="*/ 9640 w 4453975"/>
                <a:gd name="csY6" fmla="*/ 3993467 h 4008123"/>
                <a:gd name="csX0" fmla="*/ 9640 w 4453975"/>
                <a:gd name="csY0" fmla="*/ 3952894 h 3967550"/>
                <a:gd name="csX1" fmla="*/ 1766016 w 4453975"/>
                <a:gd name="csY1" fmla="*/ 1553028 h 3967550"/>
                <a:gd name="csX2" fmla="*/ 2601034 w 4453975"/>
                <a:gd name="csY2" fmla="*/ 549 h 3967550"/>
                <a:gd name="csX3" fmla="*/ 3714479 w 4453975"/>
                <a:gd name="csY3" fmla="*/ 504635 h 3967550"/>
                <a:gd name="csX4" fmla="*/ 4453975 w 4453975"/>
                <a:gd name="csY4" fmla="*/ 1536269 h 3967550"/>
                <a:gd name="csX5" fmla="*/ 2650514 w 4453975"/>
                <a:gd name="csY5" fmla="*/ 2350187 h 3967550"/>
                <a:gd name="csX6" fmla="*/ 9640 w 4453975"/>
                <a:gd name="csY6" fmla="*/ 3952894 h 3967550"/>
                <a:gd name="csX0" fmla="*/ 9640 w 4453975"/>
                <a:gd name="csY0" fmla="*/ 3952971 h 3968477"/>
                <a:gd name="csX1" fmla="*/ 1766016 w 4453975"/>
                <a:gd name="csY1" fmla="*/ 1553105 h 3968477"/>
                <a:gd name="csX2" fmla="*/ 2601034 w 4453975"/>
                <a:gd name="csY2" fmla="*/ 626 h 3968477"/>
                <a:gd name="csX3" fmla="*/ 3714479 w 4453975"/>
                <a:gd name="csY3" fmla="*/ 504712 h 3968477"/>
                <a:gd name="csX4" fmla="*/ 4453975 w 4453975"/>
                <a:gd name="csY4" fmla="*/ 1536346 h 3968477"/>
                <a:gd name="csX5" fmla="*/ 2650514 w 4453975"/>
                <a:gd name="csY5" fmla="*/ 2350264 h 3968477"/>
                <a:gd name="csX6" fmla="*/ 9640 w 4453975"/>
                <a:gd name="csY6" fmla="*/ 3952971 h 3968477"/>
                <a:gd name="csX0" fmla="*/ 9640 w 4517542"/>
                <a:gd name="csY0" fmla="*/ 4153948 h 4169453"/>
                <a:gd name="csX1" fmla="*/ 1766016 w 4517542"/>
                <a:gd name="csY1" fmla="*/ 1754082 h 4169453"/>
                <a:gd name="csX2" fmla="*/ 2601034 w 4517542"/>
                <a:gd name="csY2" fmla="*/ 201603 h 4169453"/>
                <a:gd name="csX3" fmla="*/ 4390442 w 4517542"/>
                <a:gd name="csY3" fmla="*/ 186529 h 4169453"/>
                <a:gd name="csX4" fmla="*/ 4453975 w 4517542"/>
                <a:gd name="csY4" fmla="*/ 1737323 h 4169453"/>
                <a:gd name="csX5" fmla="*/ 2650514 w 4517542"/>
                <a:gd name="csY5" fmla="*/ 2551241 h 4169453"/>
                <a:gd name="csX6" fmla="*/ 9640 w 4517542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719798"/>
                <a:gd name="csY0" fmla="*/ 4153948 h 4169453"/>
                <a:gd name="csX1" fmla="*/ 1766016 w 4719798"/>
                <a:gd name="csY1" fmla="*/ 1754082 h 4169453"/>
                <a:gd name="csX2" fmla="*/ 2601034 w 4719798"/>
                <a:gd name="csY2" fmla="*/ 201603 h 4169453"/>
                <a:gd name="csX3" fmla="*/ 4390442 w 4719798"/>
                <a:gd name="csY3" fmla="*/ 186529 h 4169453"/>
                <a:gd name="csX4" fmla="*/ 4453975 w 4719798"/>
                <a:gd name="csY4" fmla="*/ 1737323 h 4169453"/>
                <a:gd name="csX5" fmla="*/ 2650514 w 4719798"/>
                <a:gd name="csY5" fmla="*/ 2551241 h 4169453"/>
                <a:gd name="csX6" fmla="*/ 9640 w 4719798"/>
                <a:gd name="csY6" fmla="*/ 4153948 h 4169453"/>
                <a:gd name="csX0" fmla="*/ 9640 w 4684091"/>
                <a:gd name="csY0" fmla="*/ 4153948 h 4169453"/>
                <a:gd name="csX1" fmla="*/ 1766016 w 4684091"/>
                <a:gd name="csY1" fmla="*/ 1754082 h 4169453"/>
                <a:gd name="csX2" fmla="*/ 2601034 w 4684091"/>
                <a:gd name="csY2" fmla="*/ 201603 h 4169453"/>
                <a:gd name="csX3" fmla="*/ 4390442 w 4684091"/>
                <a:gd name="csY3" fmla="*/ 186529 h 4169453"/>
                <a:gd name="csX4" fmla="*/ 4453975 w 4684091"/>
                <a:gd name="csY4" fmla="*/ 1737323 h 4169453"/>
                <a:gd name="csX5" fmla="*/ 2650514 w 4684091"/>
                <a:gd name="csY5" fmla="*/ 2551241 h 4169453"/>
                <a:gd name="csX6" fmla="*/ 9640 w 4684091"/>
                <a:gd name="csY6" fmla="*/ 4153948 h 4169453"/>
                <a:gd name="csX0" fmla="*/ 9640 w 4747938"/>
                <a:gd name="csY0" fmla="*/ 4153948 h 4169453"/>
                <a:gd name="csX1" fmla="*/ 1766016 w 4747938"/>
                <a:gd name="csY1" fmla="*/ 1754082 h 4169453"/>
                <a:gd name="csX2" fmla="*/ 2601034 w 4747938"/>
                <a:gd name="csY2" fmla="*/ 201603 h 4169453"/>
                <a:gd name="csX3" fmla="*/ 4390442 w 4747938"/>
                <a:gd name="csY3" fmla="*/ 186529 h 4169453"/>
                <a:gd name="csX4" fmla="*/ 4453975 w 4747938"/>
                <a:gd name="csY4" fmla="*/ 1737323 h 4169453"/>
                <a:gd name="csX5" fmla="*/ 2650514 w 4747938"/>
                <a:gd name="csY5" fmla="*/ 2551241 h 4169453"/>
                <a:gd name="csX6" fmla="*/ 9640 w 4747938"/>
                <a:gd name="csY6" fmla="*/ 4153948 h 4169453"/>
                <a:gd name="csX0" fmla="*/ 9640 w 4747938"/>
                <a:gd name="csY0" fmla="*/ 4205765 h 4221270"/>
                <a:gd name="csX1" fmla="*/ 1766016 w 4747938"/>
                <a:gd name="csY1" fmla="*/ 1805899 h 4221270"/>
                <a:gd name="csX2" fmla="*/ 2601034 w 4747938"/>
                <a:gd name="csY2" fmla="*/ 253420 h 4221270"/>
                <a:gd name="csX3" fmla="*/ 4390442 w 4747938"/>
                <a:gd name="csY3" fmla="*/ 238346 h 4221270"/>
                <a:gd name="csX4" fmla="*/ 4453975 w 4747938"/>
                <a:gd name="csY4" fmla="*/ 1789140 h 4221270"/>
                <a:gd name="csX5" fmla="*/ 2650514 w 4747938"/>
                <a:gd name="csY5" fmla="*/ 2603058 h 4221270"/>
                <a:gd name="csX6" fmla="*/ 9640 w 4747938"/>
                <a:gd name="csY6" fmla="*/ 4205765 h 4221270"/>
                <a:gd name="csX0" fmla="*/ 9640 w 4769359"/>
                <a:gd name="csY0" fmla="*/ 4189897 h 4205402"/>
                <a:gd name="csX1" fmla="*/ 1766016 w 4769359"/>
                <a:gd name="csY1" fmla="*/ 1790031 h 4205402"/>
                <a:gd name="csX2" fmla="*/ 2601034 w 4769359"/>
                <a:gd name="csY2" fmla="*/ 237552 h 4205402"/>
                <a:gd name="csX3" fmla="*/ 4446772 w 4769359"/>
                <a:gd name="csY3" fmla="*/ 163863 h 4205402"/>
                <a:gd name="csX4" fmla="*/ 4453975 w 4769359"/>
                <a:gd name="csY4" fmla="*/ 1773272 h 4205402"/>
                <a:gd name="csX5" fmla="*/ 2650514 w 4769359"/>
                <a:gd name="csY5" fmla="*/ 2587190 h 4205402"/>
                <a:gd name="csX6" fmla="*/ 9640 w 4769359"/>
                <a:gd name="csY6" fmla="*/ 4189897 h 4205402"/>
                <a:gd name="csX0" fmla="*/ 9640 w 4747938"/>
                <a:gd name="csY0" fmla="*/ 4212142 h 4227647"/>
                <a:gd name="csX1" fmla="*/ 1766016 w 4747938"/>
                <a:gd name="csY1" fmla="*/ 1812276 h 4227647"/>
                <a:gd name="csX2" fmla="*/ 2601034 w 4747938"/>
                <a:gd name="csY2" fmla="*/ 259797 h 4227647"/>
                <a:gd name="csX3" fmla="*/ 4390441 w 4747938"/>
                <a:gd name="csY3" fmla="*/ 152614 h 4227647"/>
                <a:gd name="csX4" fmla="*/ 4453975 w 4747938"/>
                <a:gd name="csY4" fmla="*/ 1795517 h 4227647"/>
                <a:gd name="csX5" fmla="*/ 2650514 w 4747938"/>
                <a:gd name="csY5" fmla="*/ 2609435 h 4227647"/>
                <a:gd name="csX6" fmla="*/ 9640 w 4747938"/>
                <a:gd name="csY6" fmla="*/ 4212142 h 4227647"/>
                <a:gd name="csX0" fmla="*/ 8567 w 4746865"/>
                <a:gd name="csY0" fmla="*/ 4212143 h 4219435"/>
                <a:gd name="csX1" fmla="*/ 1745271 w 4746865"/>
                <a:gd name="csY1" fmla="*/ 1812279 h 4219435"/>
                <a:gd name="csX2" fmla="*/ 2599961 w 4746865"/>
                <a:gd name="csY2" fmla="*/ 259798 h 4219435"/>
                <a:gd name="csX3" fmla="*/ 4389368 w 4746865"/>
                <a:gd name="csY3" fmla="*/ 152615 h 4219435"/>
                <a:gd name="csX4" fmla="*/ 4452902 w 4746865"/>
                <a:gd name="csY4" fmla="*/ 1795518 h 4219435"/>
                <a:gd name="csX5" fmla="*/ 2649441 w 4746865"/>
                <a:gd name="csY5" fmla="*/ 2609436 h 4219435"/>
                <a:gd name="csX6" fmla="*/ 8567 w 4746865"/>
                <a:gd name="csY6" fmla="*/ 4212143 h 4219435"/>
                <a:gd name="csX0" fmla="*/ 8451 w 4746749"/>
                <a:gd name="csY0" fmla="*/ 4212143 h 4219813"/>
                <a:gd name="csX1" fmla="*/ 1745155 w 4746749"/>
                <a:gd name="csY1" fmla="*/ 1812279 h 4219813"/>
                <a:gd name="csX2" fmla="*/ 2599845 w 4746749"/>
                <a:gd name="csY2" fmla="*/ 259798 h 4219813"/>
                <a:gd name="csX3" fmla="*/ 4389252 w 4746749"/>
                <a:gd name="csY3" fmla="*/ 152615 h 4219813"/>
                <a:gd name="csX4" fmla="*/ 4452786 w 4746749"/>
                <a:gd name="csY4" fmla="*/ 1795518 h 4219813"/>
                <a:gd name="csX5" fmla="*/ 2642769 w 4746749"/>
                <a:gd name="csY5" fmla="*/ 2626986 h 4219813"/>
                <a:gd name="csX6" fmla="*/ 8451 w 4746749"/>
                <a:gd name="csY6" fmla="*/ 4212143 h 4219813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594 w 4746892"/>
                <a:gd name="csY0" fmla="*/ 4213311 h 4220527"/>
                <a:gd name="csX1" fmla="*/ 1738740 w 4746892"/>
                <a:gd name="csY1" fmla="*/ 1836843 h 4220527"/>
                <a:gd name="csX2" fmla="*/ 2599988 w 4746892"/>
                <a:gd name="csY2" fmla="*/ 260966 h 4220527"/>
                <a:gd name="csX3" fmla="*/ 4389395 w 4746892"/>
                <a:gd name="csY3" fmla="*/ 153783 h 4220527"/>
                <a:gd name="csX4" fmla="*/ 4452929 w 4746892"/>
                <a:gd name="csY4" fmla="*/ 1796686 h 4220527"/>
                <a:gd name="csX5" fmla="*/ 2642912 w 4746892"/>
                <a:gd name="csY5" fmla="*/ 2628154 h 4220527"/>
                <a:gd name="csX6" fmla="*/ 8594 w 4746892"/>
                <a:gd name="csY6" fmla="*/ 4213311 h 4220527"/>
                <a:gd name="csX0" fmla="*/ 8594 w 4693867"/>
                <a:gd name="csY0" fmla="*/ 4136922 h 4144138"/>
                <a:gd name="csX1" fmla="*/ 1738740 w 4693867"/>
                <a:gd name="csY1" fmla="*/ 1760454 h 4144138"/>
                <a:gd name="csX2" fmla="*/ 2599988 w 4693867"/>
                <a:gd name="csY2" fmla="*/ 184577 h 4144138"/>
                <a:gd name="csX3" fmla="*/ 4389395 w 4693867"/>
                <a:gd name="csY3" fmla="*/ 77394 h 4144138"/>
                <a:gd name="csX4" fmla="*/ 4452929 w 4693867"/>
                <a:gd name="csY4" fmla="*/ 1720297 h 4144138"/>
                <a:gd name="csX5" fmla="*/ 2642912 w 4693867"/>
                <a:gd name="csY5" fmla="*/ 2551765 h 4144138"/>
                <a:gd name="csX6" fmla="*/ 8594 w 4693867"/>
                <a:gd name="csY6" fmla="*/ 4136922 h 4144138"/>
                <a:gd name="csX0" fmla="*/ 8594 w 4699247"/>
                <a:gd name="csY0" fmla="*/ 4098901 h 4106117"/>
                <a:gd name="csX1" fmla="*/ 1738740 w 4699247"/>
                <a:gd name="csY1" fmla="*/ 1722433 h 4106117"/>
                <a:gd name="csX2" fmla="*/ 2599988 w 4699247"/>
                <a:gd name="csY2" fmla="*/ 146556 h 4106117"/>
                <a:gd name="csX3" fmla="*/ 4409070 w 4699247"/>
                <a:gd name="csY3" fmla="*/ 115412 h 4106117"/>
                <a:gd name="csX4" fmla="*/ 4452929 w 4699247"/>
                <a:gd name="csY4" fmla="*/ 1682276 h 4106117"/>
                <a:gd name="csX5" fmla="*/ 2642912 w 4699247"/>
                <a:gd name="csY5" fmla="*/ 2513744 h 4106117"/>
                <a:gd name="csX6" fmla="*/ 8594 w 4699247"/>
                <a:gd name="csY6" fmla="*/ 4098901 h 4106117"/>
                <a:gd name="csX0" fmla="*/ 8594 w 4703971"/>
                <a:gd name="csY0" fmla="*/ 4107920 h 4115136"/>
                <a:gd name="csX1" fmla="*/ 1738740 w 4703971"/>
                <a:gd name="csY1" fmla="*/ 1731452 h 4115136"/>
                <a:gd name="csX2" fmla="*/ 2599988 w 4703971"/>
                <a:gd name="csY2" fmla="*/ 155575 h 4115136"/>
                <a:gd name="csX3" fmla="*/ 4409070 w 4703971"/>
                <a:gd name="csY3" fmla="*/ 124431 h 4115136"/>
                <a:gd name="csX4" fmla="*/ 4452929 w 4703971"/>
                <a:gd name="csY4" fmla="*/ 1691295 h 4115136"/>
                <a:gd name="csX5" fmla="*/ 2642912 w 4703971"/>
                <a:gd name="csY5" fmla="*/ 2522763 h 4115136"/>
                <a:gd name="csX6" fmla="*/ 8594 w 4703971"/>
                <a:gd name="csY6" fmla="*/ 4107920 h 4115136"/>
                <a:gd name="csX0" fmla="*/ 8594 w 4703971"/>
                <a:gd name="csY0" fmla="*/ 4195888 h 4203104"/>
                <a:gd name="csX1" fmla="*/ 1738740 w 4703971"/>
                <a:gd name="csY1" fmla="*/ 1819420 h 4203104"/>
                <a:gd name="csX2" fmla="*/ 2599988 w 4703971"/>
                <a:gd name="csY2" fmla="*/ 243543 h 4203104"/>
                <a:gd name="csX3" fmla="*/ 4409070 w 4703971"/>
                <a:gd name="csY3" fmla="*/ 212399 h 4203104"/>
                <a:gd name="csX4" fmla="*/ 4452929 w 4703971"/>
                <a:gd name="csY4" fmla="*/ 1779263 h 4203104"/>
                <a:gd name="csX5" fmla="*/ 2642912 w 4703971"/>
                <a:gd name="csY5" fmla="*/ 2610731 h 4203104"/>
                <a:gd name="csX6" fmla="*/ 8594 w 4703971"/>
                <a:gd name="csY6" fmla="*/ 4195888 h 4203104"/>
                <a:gd name="csX0" fmla="*/ 8594 w 4703971"/>
                <a:gd name="csY0" fmla="*/ 4213778 h 4220994"/>
                <a:gd name="csX1" fmla="*/ 1738740 w 4703971"/>
                <a:gd name="csY1" fmla="*/ 1837310 h 4220994"/>
                <a:gd name="csX2" fmla="*/ 2599988 w 4703971"/>
                <a:gd name="csY2" fmla="*/ 261433 h 4220994"/>
                <a:gd name="csX3" fmla="*/ 4409070 w 4703971"/>
                <a:gd name="csY3" fmla="*/ 230289 h 4220994"/>
                <a:gd name="csX4" fmla="*/ 4452929 w 4703971"/>
                <a:gd name="csY4" fmla="*/ 1797153 h 4220994"/>
                <a:gd name="csX5" fmla="*/ 2642912 w 4703971"/>
                <a:gd name="csY5" fmla="*/ 2628621 h 4220994"/>
                <a:gd name="csX6" fmla="*/ 8594 w 4703971"/>
                <a:gd name="csY6" fmla="*/ 4213778 h 4220994"/>
                <a:gd name="csX0" fmla="*/ 8594 w 4855548"/>
                <a:gd name="csY0" fmla="*/ 4390510 h 4397726"/>
                <a:gd name="csX1" fmla="*/ 1738740 w 4855548"/>
                <a:gd name="csY1" fmla="*/ 2014042 h 4397726"/>
                <a:gd name="csX2" fmla="*/ 2599988 w 4855548"/>
                <a:gd name="csY2" fmla="*/ 438165 h 4397726"/>
                <a:gd name="csX3" fmla="*/ 4756647 w 4855548"/>
                <a:gd name="csY3" fmla="*/ 26825 h 4397726"/>
                <a:gd name="csX4" fmla="*/ 4452929 w 4855548"/>
                <a:gd name="csY4" fmla="*/ 1973885 h 4397726"/>
                <a:gd name="csX5" fmla="*/ 2642912 w 4855548"/>
                <a:gd name="csY5" fmla="*/ 2805353 h 4397726"/>
                <a:gd name="csX6" fmla="*/ 8594 w 4855548"/>
                <a:gd name="csY6" fmla="*/ 4390510 h 4397726"/>
                <a:gd name="csX0" fmla="*/ 8594 w 5018748"/>
                <a:gd name="csY0" fmla="*/ 4545598 h 4552814"/>
                <a:gd name="csX1" fmla="*/ 1738740 w 5018748"/>
                <a:gd name="csY1" fmla="*/ 2169130 h 4552814"/>
                <a:gd name="csX2" fmla="*/ 2599988 w 5018748"/>
                <a:gd name="csY2" fmla="*/ 593253 h 4552814"/>
                <a:gd name="csX3" fmla="*/ 4973062 w 5018748"/>
                <a:gd name="csY3" fmla="*/ 18136 h 4552814"/>
                <a:gd name="csX4" fmla="*/ 4452929 w 5018748"/>
                <a:gd name="csY4" fmla="*/ 2128973 h 4552814"/>
                <a:gd name="csX5" fmla="*/ 2642912 w 5018748"/>
                <a:gd name="csY5" fmla="*/ 2960441 h 4552814"/>
                <a:gd name="csX6" fmla="*/ 8594 w 5018748"/>
                <a:gd name="csY6" fmla="*/ 4545598 h 4552814"/>
                <a:gd name="csX0" fmla="*/ 8594 w 5002691"/>
                <a:gd name="csY0" fmla="*/ 4537753 h 4544969"/>
                <a:gd name="csX1" fmla="*/ 1738740 w 5002691"/>
                <a:gd name="csY1" fmla="*/ 2161285 h 4544969"/>
                <a:gd name="csX2" fmla="*/ 2599988 w 5002691"/>
                <a:gd name="csY2" fmla="*/ 585408 h 4544969"/>
                <a:gd name="csX3" fmla="*/ 4973062 w 5002691"/>
                <a:gd name="csY3" fmla="*/ 10291 h 4544969"/>
                <a:gd name="csX4" fmla="*/ 4452929 w 5002691"/>
                <a:gd name="csY4" fmla="*/ 2121128 h 4544969"/>
                <a:gd name="csX5" fmla="*/ 2642912 w 5002691"/>
                <a:gd name="csY5" fmla="*/ 2952596 h 4544969"/>
                <a:gd name="csX6" fmla="*/ 8594 w 5002691"/>
                <a:gd name="csY6" fmla="*/ 4537753 h 4544969"/>
                <a:gd name="csX0" fmla="*/ 8594 w 4705059"/>
                <a:gd name="csY0" fmla="*/ 4122711 h 4129927"/>
                <a:gd name="csX1" fmla="*/ 1738740 w 4705059"/>
                <a:gd name="csY1" fmla="*/ 1746243 h 4129927"/>
                <a:gd name="csX2" fmla="*/ 2599988 w 4705059"/>
                <a:gd name="csY2" fmla="*/ 170366 h 4129927"/>
                <a:gd name="csX3" fmla="*/ 4446032 w 4705059"/>
                <a:gd name="csY3" fmla="*/ 89415 h 4129927"/>
                <a:gd name="csX4" fmla="*/ 4452929 w 4705059"/>
                <a:gd name="csY4" fmla="*/ 1706086 h 4129927"/>
                <a:gd name="csX5" fmla="*/ 2642912 w 4705059"/>
                <a:gd name="csY5" fmla="*/ 2537554 h 4129927"/>
                <a:gd name="csX6" fmla="*/ 8594 w 4705059"/>
                <a:gd name="csY6" fmla="*/ 4122711 h 4129927"/>
                <a:gd name="csX0" fmla="*/ 8594 w 4596663"/>
                <a:gd name="csY0" fmla="*/ 4215533 h 4224499"/>
                <a:gd name="csX1" fmla="*/ 1738740 w 4596663"/>
                <a:gd name="csY1" fmla="*/ 1839065 h 4224499"/>
                <a:gd name="csX2" fmla="*/ 2599988 w 4596663"/>
                <a:gd name="csY2" fmla="*/ 263188 h 4224499"/>
                <a:gd name="csX3" fmla="*/ 4446032 w 4596663"/>
                <a:gd name="csY3" fmla="*/ 182237 h 4224499"/>
                <a:gd name="csX4" fmla="*/ 4129398 w 4596663"/>
                <a:gd name="csY4" fmla="*/ 2079669 h 4224499"/>
                <a:gd name="csX5" fmla="*/ 2642912 w 4596663"/>
                <a:gd name="csY5" fmla="*/ 2630376 h 4224499"/>
                <a:gd name="csX6" fmla="*/ 8594 w 4596663"/>
                <a:gd name="csY6" fmla="*/ 4215533 h 4224499"/>
                <a:gd name="csX0" fmla="*/ 10635 w 4618520"/>
                <a:gd name="csY0" fmla="*/ 4140860 h 4149826"/>
                <a:gd name="csX1" fmla="*/ 1740781 w 4618520"/>
                <a:gd name="csY1" fmla="*/ 1764392 h 4149826"/>
                <a:gd name="csX2" fmla="*/ 2330962 w 4618520"/>
                <a:gd name="csY2" fmla="*/ 399085 h 4149826"/>
                <a:gd name="csX3" fmla="*/ 4448073 w 4618520"/>
                <a:gd name="csY3" fmla="*/ 107564 h 4149826"/>
                <a:gd name="csX4" fmla="*/ 4131439 w 4618520"/>
                <a:gd name="csY4" fmla="*/ 2004996 h 4149826"/>
                <a:gd name="csX5" fmla="*/ 2644953 w 4618520"/>
                <a:gd name="csY5" fmla="*/ 2555703 h 4149826"/>
                <a:gd name="csX6" fmla="*/ 10635 w 4618520"/>
                <a:gd name="csY6" fmla="*/ 4140860 h 4149826"/>
                <a:gd name="csX0" fmla="*/ 2473 w 4610358"/>
                <a:gd name="csY0" fmla="*/ 4148168 h 4152706"/>
                <a:gd name="csX1" fmla="*/ 2161081 w 4610358"/>
                <a:gd name="csY1" fmla="*/ 2013468 h 4152706"/>
                <a:gd name="csX2" fmla="*/ 2322800 w 4610358"/>
                <a:gd name="csY2" fmla="*/ 406393 h 4152706"/>
                <a:gd name="csX3" fmla="*/ 4439911 w 4610358"/>
                <a:gd name="csY3" fmla="*/ 114872 h 4152706"/>
                <a:gd name="csX4" fmla="*/ 4123277 w 4610358"/>
                <a:gd name="csY4" fmla="*/ 2012304 h 4152706"/>
                <a:gd name="csX5" fmla="*/ 2636791 w 4610358"/>
                <a:gd name="csY5" fmla="*/ 2563011 h 4152706"/>
                <a:gd name="csX6" fmla="*/ 2473 w 4610358"/>
                <a:gd name="csY6" fmla="*/ 4148168 h 4152706"/>
                <a:gd name="csX0" fmla="*/ 400 w 4608285"/>
                <a:gd name="csY0" fmla="*/ 4148168 h 4148397"/>
                <a:gd name="csX1" fmla="*/ 2159008 w 4608285"/>
                <a:gd name="csY1" fmla="*/ 2013468 h 4148397"/>
                <a:gd name="csX2" fmla="*/ 2320727 w 4608285"/>
                <a:gd name="csY2" fmla="*/ 406393 h 4148397"/>
                <a:gd name="csX3" fmla="*/ 4437838 w 4608285"/>
                <a:gd name="csY3" fmla="*/ 114872 h 4148397"/>
                <a:gd name="csX4" fmla="*/ 4121204 w 4608285"/>
                <a:gd name="csY4" fmla="*/ 2012304 h 4148397"/>
                <a:gd name="csX5" fmla="*/ 2346163 w 4608285"/>
                <a:gd name="csY5" fmla="*/ 2149669 h 4148397"/>
                <a:gd name="csX6" fmla="*/ 400 w 4608285"/>
                <a:gd name="csY6" fmla="*/ 4148168 h 4148397"/>
                <a:gd name="csX0" fmla="*/ 400 w 4547161"/>
                <a:gd name="csY0" fmla="*/ 4069645 h 4069874"/>
                <a:gd name="csX1" fmla="*/ 2159008 w 4547161"/>
                <a:gd name="csY1" fmla="*/ 1934945 h 4069874"/>
                <a:gd name="csX2" fmla="*/ 2320727 w 4547161"/>
                <a:gd name="csY2" fmla="*/ 327870 h 4069874"/>
                <a:gd name="csX3" fmla="*/ 4437838 w 4547161"/>
                <a:gd name="csY3" fmla="*/ 36349 h 4069874"/>
                <a:gd name="csX4" fmla="*/ 4121204 w 4547161"/>
                <a:gd name="csY4" fmla="*/ 1933781 h 4069874"/>
                <a:gd name="csX5" fmla="*/ 2346163 w 4547161"/>
                <a:gd name="csY5" fmla="*/ 2071146 h 4069874"/>
                <a:gd name="csX6" fmla="*/ 400 w 4547161"/>
                <a:gd name="csY6" fmla="*/ 4069645 h 4069874"/>
                <a:gd name="csX0" fmla="*/ 536 w 3991476"/>
                <a:gd name="csY0" fmla="*/ 3539321 h 3539632"/>
                <a:gd name="csX1" fmla="*/ 1603323 w 3991476"/>
                <a:gd name="csY1" fmla="*/ 1934945 h 3539632"/>
                <a:gd name="csX2" fmla="*/ 1765042 w 3991476"/>
                <a:gd name="csY2" fmla="*/ 327870 h 3539632"/>
                <a:gd name="csX3" fmla="*/ 3882153 w 3991476"/>
                <a:gd name="csY3" fmla="*/ 36349 h 3539632"/>
                <a:gd name="csX4" fmla="*/ 3565519 w 3991476"/>
                <a:gd name="csY4" fmla="*/ 1933781 h 3539632"/>
                <a:gd name="csX5" fmla="*/ 1790478 w 3991476"/>
                <a:gd name="csY5" fmla="*/ 2071146 h 3539632"/>
                <a:gd name="csX6" fmla="*/ 536 w 3991476"/>
                <a:gd name="csY6" fmla="*/ 3539321 h 3539632"/>
                <a:gd name="csX0" fmla="*/ 527 w 4017318"/>
                <a:gd name="csY0" fmla="*/ 3573908 h 3574212"/>
                <a:gd name="csX1" fmla="*/ 1629165 w 4017318"/>
                <a:gd name="csY1" fmla="*/ 1934945 h 3574212"/>
                <a:gd name="csX2" fmla="*/ 1790884 w 4017318"/>
                <a:gd name="csY2" fmla="*/ 327870 h 3574212"/>
                <a:gd name="csX3" fmla="*/ 3907995 w 4017318"/>
                <a:gd name="csY3" fmla="*/ 36349 h 3574212"/>
                <a:gd name="csX4" fmla="*/ 3591361 w 4017318"/>
                <a:gd name="csY4" fmla="*/ 1933781 h 3574212"/>
                <a:gd name="csX5" fmla="*/ 1816320 w 4017318"/>
                <a:gd name="csY5" fmla="*/ 2071146 h 3574212"/>
                <a:gd name="csX6" fmla="*/ 527 w 4017318"/>
                <a:gd name="csY6" fmla="*/ 3573908 h 3574212"/>
                <a:gd name="csX0" fmla="*/ 3641 w 4020432"/>
                <a:gd name="csY0" fmla="*/ 3573908 h 3577567"/>
                <a:gd name="csX1" fmla="*/ 1632279 w 4020432"/>
                <a:gd name="csY1" fmla="*/ 1934945 h 3577567"/>
                <a:gd name="csX2" fmla="*/ 1793998 w 4020432"/>
                <a:gd name="csY2" fmla="*/ 327870 h 3577567"/>
                <a:gd name="csX3" fmla="*/ 3911109 w 4020432"/>
                <a:gd name="csY3" fmla="*/ 36349 h 3577567"/>
                <a:gd name="csX4" fmla="*/ 3594475 w 4020432"/>
                <a:gd name="csY4" fmla="*/ 1933781 h 3577567"/>
                <a:gd name="csX5" fmla="*/ 1819434 w 4020432"/>
                <a:gd name="csY5" fmla="*/ 2071146 h 3577567"/>
                <a:gd name="csX6" fmla="*/ 3641 w 4020432"/>
                <a:gd name="csY6" fmla="*/ 3573908 h 3577567"/>
                <a:gd name="csX0" fmla="*/ 11923 w 4028714"/>
                <a:gd name="csY0" fmla="*/ 3573908 h 3583559"/>
                <a:gd name="csX1" fmla="*/ 1640561 w 4028714"/>
                <a:gd name="csY1" fmla="*/ 1934945 h 3583559"/>
                <a:gd name="csX2" fmla="*/ 1802280 w 4028714"/>
                <a:gd name="csY2" fmla="*/ 327870 h 3583559"/>
                <a:gd name="csX3" fmla="*/ 3919391 w 4028714"/>
                <a:gd name="csY3" fmla="*/ 36349 h 3583559"/>
                <a:gd name="csX4" fmla="*/ 3602757 w 4028714"/>
                <a:gd name="csY4" fmla="*/ 1933781 h 3583559"/>
                <a:gd name="csX5" fmla="*/ 1827716 w 4028714"/>
                <a:gd name="csY5" fmla="*/ 2071146 h 3583559"/>
                <a:gd name="csX6" fmla="*/ 11923 w 4028714"/>
                <a:gd name="csY6" fmla="*/ 3573908 h 3583559"/>
                <a:gd name="csX0" fmla="*/ 1130 w 4017921"/>
                <a:gd name="csY0" fmla="*/ 3573908 h 3577714"/>
                <a:gd name="csX1" fmla="*/ 1629768 w 4017921"/>
                <a:gd name="csY1" fmla="*/ 1934945 h 3577714"/>
                <a:gd name="csX2" fmla="*/ 1791487 w 4017921"/>
                <a:gd name="csY2" fmla="*/ 327870 h 3577714"/>
                <a:gd name="csX3" fmla="*/ 3908598 w 4017921"/>
                <a:gd name="csY3" fmla="*/ 36349 h 3577714"/>
                <a:gd name="csX4" fmla="*/ 3591964 w 4017921"/>
                <a:gd name="csY4" fmla="*/ 1933781 h 3577714"/>
                <a:gd name="csX5" fmla="*/ 1906115 w 4017921"/>
                <a:gd name="csY5" fmla="*/ 2373434 h 3577714"/>
                <a:gd name="csX6" fmla="*/ 1130 w 4017921"/>
                <a:gd name="csY6" fmla="*/ 3573908 h 3577714"/>
                <a:gd name="csX0" fmla="*/ 434 w 4017225"/>
                <a:gd name="csY0" fmla="*/ 3573908 h 3574428"/>
                <a:gd name="csX1" fmla="*/ 1629072 w 4017225"/>
                <a:gd name="csY1" fmla="*/ 1934945 h 3574428"/>
                <a:gd name="csX2" fmla="*/ 1790791 w 4017225"/>
                <a:gd name="csY2" fmla="*/ 327870 h 3574428"/>
                <a:gd name="csX3" fmla="*/ 3907902 w 4017225"/>
                <a:gd name="csY3" fmla="*/ 36349 h 3574428"/>
                <a:gd name="csX4" fmla="*/ 3591268 w 4017225"/>
                <a:gd name="csY4" fmla="*/ 1933781 h 3574428"/>
                <a:gd name="csX5" fmla="*/ 1798394 w 4017225"/>
                <a:gd name="csY5" fmla="*/ 2110926 h 3574428"/>
                <a:gd name="csX6" fmla="*/ 434 w 4017225"/>
                <a:gd name="csY6" fmla="*/ 3573908 h 3574428"/>
                <a:gd name="csX0" fmla="*/ 434 w 4017225"/>
                <a:gd name="csY0" fmla="*/ 3573908 h 3574310"/>
                <a:gd name="csX1" fmla="*/ 1629072 w 4017225"/>
                <a:gd name="csY1" fmla="*/ 1934945 h 3574310"/>
                <a:gd name="csX2" fmla="*/ 1790791 w 4017225"/>
                <a:gd name="csY2" fmla="*/ 327870 h 3574310"/>
                <a:gd name="csX3" fmla="*/ 3907902 w 4017225"/>
                <a:gd name="csY3" fmla="*/ 36349 h 3574310"/>
                <a:gd name="csX4" fmla="*/ 3591268 w 4017225"/>
                <a:gd name="csY4" fmla="*/ 1933781 h 3574310"/>
                <a:gd name="csX5" fmla="*/ 1798394 w 4017225"/>
                <a:gd name="csY5" fmla="*/ 2110926 h 3574310"/>
                <a:gd name="csX6" fmla="*/ 434 w 4017225"/>
                <a:gd name="csY6" fmla="*/ 3573908 h 3574310"/>
                <a:gd name="csX0" fmla="*/ 434 w 4017225"/>
                <a:gd name="csY0" fmla="*/ 3573908 h 3576627"/>
                <a:gd name="csX1" fmla="*/ 1629072 w 4017225"/>
                <a:gd name="csY1" fmla="*/ 1934945 h 3576627"/>
                <a:gd name="csX2" fmla="*/ 1790791 w 4017225"/>
                <a:gd name="csY2" fmla="*/ 327870 h 3576627"/>
                <a:gd name="csX3" fmla="*/ 3907902 w 4017225"/>
                <a:gd name="csY3" fmla="*/ 36349 h 3576627"/>
                <a:gd name="csX4" fmla="*/ 3591268 w 4017225"/>
                <a:gd name="csY4" fmla="*/ 1933781 h 3576627"/>
                <a:gd name="csX5" fmla="*/ 1798395 w 4017225"/>
                <a:gd name="csY5" fmla="*/ 2365482 h 3576627"/>
                <a:gd name="csX6" fmla="*/ 434 w 4017225"/>
                <a:gd name="csY6" fmla="*/ 3573908 h 3576627"/>
                <a:gd name="csX0" fmla="*/ 434 w 4017225"/>
                <a:gd name="csY0" fmla="*/ 3573908 h 3576355"/>
                <a:gd name="csX1" fmla="*/ 1629072 w 4017225"/>
                <a:gd name="csY1" fmla="*/ 1934945 h 3576355"/>
                <a:gd name="csX2" fmla="*/ 1790791 w 4017225"/>
                <a:gd name="csY2" fmla="*/ 327870 h 3576355"/>
                <a:gd name="csX3" fmla="*/ 3907902 w 4017225"/>
                <a:gd name="csY3" fmla="*/ 36349 h 3576355"/>
                <a:gd name="csX4" fmla="*/ 3591268 w 4017225"/>
                <a:gd name="csY4" fmla="*/ 1933781 h 3576355"/>
                <a:gd name="csX5" fmla="*/ 1798395 w 4017225"/>
                <a:gd name="csY5" fmla="*/ 2365482 h 3576355"/>
                <a:gd name="csX6" fmla="*/ 434 w 4017225"/>
                <a:gd name="csY6" fmla="*/ 3573908 h 3576355"/>
                <a:gd name="csX0" fmla="*/ 434 w 4017225"/>
                <a:gd name="csY0" fmla="*/ 3573908 h 3583502"/>
                <a:gd name="csX1" fmla="*/ 1629072 w 4017225"/>
                <a:gd name="csY1" fmla="*/ 1934945 h 3583502"/>
                <a:gd name="csX2" fmla="*/ 1790791 w 4017225"/>
                <a:gd name="csY2" fmla="*/ 327870 h 3583502"/>
                <a:gd name="csX3" fmla="*/ 3907902 w 4017225"/>
                <a:gd name="csY3" fmla="*/ 36349 h 3583502"/>
                <a:gd name="csX4" fmla="*/ 3591268 w 4017225"/>
                <a:gd name="csY4" fmla="*/ 1933781 h 3583502"/>
                <a:gd name="csX5" fmla="*/ 1798396 w 4017225"/>
                <a:gd name="csY5" fmla="*/ 2715497 h 3583502"/>
                <a:gd name="csX6" fmla="*/ 434 w 4017225"/>
                <a:gd name="csY6" fmla="*/ 3573908 h 3583502"/>
                <a:gd name="csX0" fmla="*/ 20204 w 4036995"/>
                <a:gd name="csY0" fmla="*/ 3574326 h 3583563"/>
                <a:gd name="csX1" fmla="*/ 908564 w 4036995"/>
                <a:gd name="csY1" fmla="*/ 1951275 h 3583563"/>
                <a:gd name="csX2" fmla="*/ 1810561 w 4036995"/>
                <a:gd name="csY2" fmla="*/ 328288 h 3583563"/>
                <a:gd name="csX3" fmla="*/ 3927672 w 4036995"/>
                <a:gd name="csY3" fmla="*/ 36767 h 3583563"/>
                <a:gd name="csX4" fmla="*/ 3611038 w 4036995"/>
                <a:gd name="csY4" fmla="*/ 1934199 h 3583563"/>
                <a:gd name="csX5" fmla="*/ 1818166 w 4036995"/>
                <a:gd name="csY5" fmla="*/ 2715915 h 3583563"/>
                <a:gd name="csX6" fmla="*/ 20204 w 4036995"/>
                <a:gd name="csY6" fmla="*/ 3574326 h 3583563"/>
                <a:gd name="csX0" fmla="*/ 12549 w 4029340"/>
                <a:gd name="csY0" fmla="*/ 3574326 h 3583563"/>
                <a:gd name="csX1" fmla="*/ 900909 w 4029340"/>
                <a:gd name="csY1" fmla="*/ 1951275 h 3583563"/>
                <a:gd name="csX2" fmla="*/ 1802906 w 4029340"/>
                <a:gd name="csY2" fmla="*/ 328288 h 3583563"/>
                <a:gd name="csX3" fmla="*/ 3920017 w 4029340"/>
                <a:gd name="csY3" fmla="*/ 36767 h 3583563"/>
                <a:gd name="csX4" fmla="*/ 3603383 w 4029340"/>
                <a:gd name="csY4" fmla="*/ 1934199 h 3583563"/>
                <a:gd name="csX5" fmla="*/ 1810511 w 4029340"/>
                <a:gd name="csY5" fmla="*/ 2715915 h 3583563"/>
                <a:gd name="csX6" fmla="*/ 12549 w 4029340"/>
                <a:gd name="csY6" fmla="*/ 3574326 h 3583563"/>
                <a:gd name="csX0" fmla="*/ 2018 w 4018809"/>
                <a:gd name="csY0" fmla="*/ 3573908 h 3583502"/>
                <a:gd name="csX1" fmla="*/ 1389840 w 4018809"/>
                <a:gd name="csY1" fmla="*/ 1934947 h 3583502"/>
                <a:gd name="csX2" fmla="*/ 1792375 w 4018809"/>
                <a:gd name="csY2" fmla="*/ 327870 h 3583502"/>
                <a:gd name="csX3" fmla="*/ 3909486 w 4018809"/>
                <a:gd name="csY3" fmla="*/ 36349 h 3583502"/>
                <a:gd name="csX4" fmla="*/ 3592852 w 4018809"/>
                <a:gd name="csY4" fmla="*/ 1933781 h 3583502"/>
                <a:gd name="csX5" fmla="*/ 1799980 w 4018809"/>
                <a:gd name="csY5" fmla="*/ 2715497 h 3583502"/>
                <a:gd name="csX6" fmla="*/ 2018 w 4018809"/>
                <a:gd name="csY6" fmla="*/ 3573908 h 3583502"/>
                <a:gd name="csX0" fmla="*/ 2018 w 4018809"/>
                <a:gd name="csY0" fmla="*/ 3573908 h 3575401"/>
                <a:gd name="csX1" fmla="*/ 1389840 w 4018809"/>
                <a:gd name="csY1" fmla="*/ 1934947 h 3575401"/>
                <a:gd name="csX2" fmla="*/ 1792375 w 4018809"/>
                <a:gd name="csY2" fmla="*/ 327870 h 3575401"/>
                <a:gd name="csX3" fmla="*/ 3909486 w 4018809"/>
                <a:gd name="csY3" fmla="*/ 36349 h 3575401"/>
                <a:gd name="csX4" fmla="*/ 3592852 w 4018809"/>
                <a:gd name="csY4" fmla="*/ 1933781 h 3575401"/>
                <a:gd name="csX5" fmla="*/ 1799983 w 4018809"/>
                <a:gd name="csY5" fmla="*/ 2277981 h 3575401"/>
                <a:gd name="csX6" fmla="*/ 2018 w 4018809"/>
                <a:gd name="csY6" fmla="*/ 3573908 h 3575401"/>
                <a:gd name="csX0" fmla="*/ 2279 w 4019070"/>
                <a:gd name="csY0" fmla="*/ 3573908 h 3576883"/>
                <a:gd name="csX1" fmla="*/ 1390101 w 4019070"/>
                <a:gd name="csY1" fmla="*/ 1934947 h 3576883"/>
                <a:gd name="csX2" fmla="*/ 1792636 w 4019070"/>
                <a:gd name="csY2" fmla="*/ 327870 h 3576883"/>
                <a:gd name="csX3" fmla="*/ 3909747 w 4019070"/>
                <a:gd name="csY3" fmla="*/ 36349 h 3576883"/>
                <a:gd name="csX4" fmla="*/ 3593113 w 4019070"/>
                <a:gd name="csY4" fmla="*/ 1933781 h 3576883"/>
                <a:gd name="csX5" fmla="*/ 1827004 w 4019070"/>
                <a:gd name="csY5" fmla="*/ 2405261 h 3576883"/>
                <a:gd name="csX6" fmla="*/ 2279 w 4019070"/>
                <a:gd name="csY6" fmla="*/ 3573908 h 3576883"/>
                <a:gd name="csX0" fmla="*/ 3304 w 4020095"/>
                <a:gd name="csY0" fmla="*/ 3573700 h 3576772"/>
                <a:gd name="csX1" fmla="*/ 1310858 w 4020095"/>
                <a:gd name="csY1" fmla="*/ 1926786 h 3576772"/>
                <a:gd name="csX2" fmla="*/ 1793661 w 4020095"/>
                <a:gd name="csY2" fmla="*/ 327662 h 3576772"/>
                <a:gd name="csX3" fmla="*/ 3910772 w 4020095"/>
                <a:gd name="csY3" fmla="*/ 36141 h 3576772"/>
                <a:gd name="csX4" fmla="*/ 3594138 w 4020095"/>
                <a:gd name="csY4" fmla="*/ 1933573 h 3576772"/>
                <a:gd name="csX5" fmla="*/ 1828029 w 4020095"/>
                <a:gd name="csY5" fmla="*/ 2405053 h 3576772"/>
                <a:gd name="csX6" fmla="*/ 3304 w 4020095"/>
                <a:gd name="csY6" fmla="*/ 3573700 h 3576772"/>
                <a:gd name="csX0" fmla="*/ 3254 w 4020045"/>
                <a:gd name="csY0" fmla="*/ 3573700 h 3576772"/>
                <a:gd name="csX1" fmla="*/ 1310808 w 4020045"/>
                <a:gd name="csY1" fmla="*/ 1926786 h 3576772"/>
                <a:gd name="csX2" fmla="*/ 1793611 w 4020045"/>
                <a:gd name="csY2" fmla="*/ 327662 h 3576772"/>
                <a:gd name="csX3" fmla="*/ 3910722 w 4020045"/>
                <a:gd name="csY3" fmla="*/ 36141 h 3576772"/>
                <a:gd name="csX4" fmla="*/ 3594088 w 4020045"/>
                <a:gd name="csY4" fmla="*/ 1933573 h 3576772"/>
                <a:gd name="csX5" fmla="*/ 1827979 w 4020045"/>
                <a:gd name="csY5" fmla="*/ 2405053 h 3576772"/>
                <a:gd name="csX6" fmla="*/ 3254 w 4020045"/>
                <a:gd name="csY6" fmla="*/ 3573700 h 35767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020045" h="3576772">
                  <a:moveTo>
                    <a:pt x="3254" y="3573700"/>
                  </a:moveTo>
                  <a:cubicBezTo>
                    <a:pt x="-82941" y="3493989"/>
                    <a:pt x="1574310" y="2340515"/>
                    <a:pt x="1310808" y="1926786"/>
                  </a:cubicBezTo>
                  <a:cubicBezTo>
                    <a:pt x="1047306" y="1513057"/>
                    <a:pt x="1360292" y="642769"/>
                    <a:pt x="1793611" y="327662"/>
                  </a:cubicBezTo>
                  <a:cubicBezTo>
                    <a:pt x="2226930" y="12555"/>
                    <a:pt x="3750548" y="-52136"/>
                    <a:pt x="3910722" y="36141"/>
                  </a:cubicBezTo>
                  <a:cubicBezTo>
                    <a:pt x="4070896" y="124418"/>
                    <a:pt x="4120351" y="1358027"/>
                    <a:pt x="3594088" y="1933573"/>
                  </a:cubicBezTo>
                  <a:cubicBezTo>
                    <a:pt x="3171099" y="2391895"/>
                    <a:pt x="2301583" y="2656718"/>
                    <a:pt x="1827979" y="2405053"/>
                  </a:cubicBezTo>
                  <a:cubicBezTo>
                    <a:pt x="1354375" y="2153388"/>
                    <a:pt x="89449" y="3653411"/>
                    <a:pt x="3254" y="3573700"/>
                  </a:cubicBezTo>
                  <a:close/>
                </a:path>
              </a:pathLst>
            </a:custGeom>
            <a:noFill/>
            <a:ln>
              <a:solidFill>
                <a:srgbClr val="0C26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2" name="Freeform 1031">
              <a:extLst>
                <a:ext uri="{FF2B5EF4-FFF2-40B4-BE49-F238E27FC236}">
                  <a16:creationId xmlns:a16="http://schemas.microsoft.com/office/drawing/2014/main" id="{E352A1D9-F6C9-8632-50EC-52F8C93797D0}"/>
                </a:ext>
              </a:extLst>
            </p:cNvPr>
            <p:cNvSpPr/>
            <p:nvPr userDrawn="1"/>
          </p:nvSpPr>
          <p:spPr>
            <a:xfrm rot="16200000">
              <a:off x="7216288" y="2266615"/>
              <a:ext cx="2615869" cy="2682267"/>
            </a:xfrm>
            <a:custGeom>
              <a:avLst/>
              <a:gdLst>
                <a:gd name="csX0" fmla="*/ 1893 w 3484511"/>
                <a:gd name="csY0" fmla="*/ 3509215 h 3511799"/>
                <a:gd name="csX1" fmla="*/ 1514170 w 3484511"/>
                <a:gd name="csY1" fmla="*/ 1703861 h 3511799"/>
                <a:gd name="csX2" fmla="*/ 2029985 w 3484511"/>
                <a:gd name="csY2" fmla="*/ 226753 h 3511799"/>
                <a:gd name="csX3" fmla="*/ 3378139 w 3484511"/>
                <a:gd name="csY3" fmla="*/ 144692 h 3511799"/>
                <a:gd name="csX4" fmla="*/ 3225739 w 3484511"/>
                <a:gd name="csY4" fmla="*/ 1586630 h 3511799"/>
                <a:gd name="csX5" fmla="*/ 1854139 w 3484511"/>
                <a:gd name="csY5" fmla="*/ 2090723 h 3511799"/>
                <a:gd name="csX6" fmla="*/ 1893 w 3484511"/>
                <a:gd name="csY6" fmla="*/ 3509215 h 3511799"/>
                <a:gd name="csX0" fmla="*/ 1352 w 4094215"/>
                <a:gd name="csY0" fmla="*/ 4103738 h 4105568"/>
                <a:gd name="csX1" fmla="*/ 2123874 w 4094215"/>
                <a:gd name="csY1" fmla="*/ 1703861 h 4105568"/>
                <a:gd name="csX2" fmla="*/ 2639689 w 4094215"/>
                <a:gd name="csY2" fmla="*/ 226753 h 4105568"/>
                <a:gd name="csX3" fmla="*/ 3987843 w 4094215"/>
                <a:gd name="csY3" fmla="*/ 144692 h 4105568"/>
                <a:gd name="csX4" fmla="*/ 3835443 w 4094215"/>
                <a:gd name="csY4" fmla="*/ 1586630 h 4105568"/>
                <a:gd name="csX5" fmla="*/ 2463843 w 4094215"/>
                <a:gd name="csY5" fmla="*/ 2090723 h 4105568"/>
                <a:gd name="csX6" fmla="*/ 1352 w 4094215"/>
                <a:gd name="csY6" fmla="*/ 4103738 h 4105568"/>
                <a:gd name="csX0" fmla="*/ 1978 w 4094841"/>
                <a:gd name="csY0" fmla="*/ 4101966 h 4104114"/>
                <a:gd name="csX1" fmla="*/ 2058783 w 4094841"/>
                <a:gd name="csY1" fmla="*/ 1668597 h 4104114"/>
                <a:gd name="csX2" fmla="*/ 2640315 w 4094841"/>
                <a:gd name="csY2" fmla="*/ 224981 h 4104114"/>
                <a:gd name="csX3" fmla="*/ 3988469 w 4094841"/>
                <a:gd name="csY3" fmla="*/ 142920 h 4104114"/>
                <a:gd name="csX4" fmla="*/ 3836069 w 4094841"/>
                <a:gd name="csY4" fmla="*/ 1584858 h 4104114"/>
                <a:gd name="csX5" fmla="*/ 2464469 w 4094841"/>
                <a:gd name="csY5" fmla="*/ 2088951 h 4104114"/>
                <a:gd name="csX6" fmla="*/ 1978 w 4094841"/>
                <a:gd name="csY6" fmla="*/ 4101966 h 4104114"/>
                <a:gd name="csX0" fmla="*/ 1943 w 4132359"/>
                <a:gd name="csY0" fmla="*/ 3750277 h 3752868"/>
                <a:gd name="csX1" fmla="*/ 2096301 w 4132359"/>
                <a:gd name="csY1" fmla="*/ 1668597 h 3752868"/>
                <a:gd name="csX2" fmla="*/ 2677833 w 4132359"/>
                <a:gd name="csY2" fmla="*/ 224981 h 3752868"/>
                <a:gd name="csX3" fmla="*/ 4025987 w 4132359"/>
                <a:gd name="csY3" fmla="*/ 142920 h 3752868"/>
                <a:gd name="csX4" fmla="*/ 3873587 w 4132359"/>
                <a:gd name="csY4" fmla="*/ 1584858 h 3752868"/>
                <a:gd name="csX5" fmla="*/ 2501987 w 4132359"/>
                <a:gd name="csY5" fmla="*/ 2088951 h 3752868"/>
                <a:gd name="csX6" fmla="*/ 1943 w 4132359"/>
                <a:gd name="csY6" fmla="*/ 3750277 h 3752868"/>
                <a:gd name="csX0" fmla="*/ 7123 w 4137539"/>
                <a:gd name="csY0" fmla="*/ 3776554 h 3776601"/>
                <a:gd name="csX1" fmla="*/ 1782278 w 4137539"/>
                <a:gd name="csY1" fmla="*/ 2163796 h 3776601"/>
                <a:gd name="csX2" fmla="*/ 2683013 w 4137539"/>
                <a:gd name="csY2" fmla="*/ 251258 h 3776601"/>
                <a:gd name="csX3" fmla="*/ 4031167 w 4137539"/>
                <a:gd name="csY3" fmla="*/ 169197 h 3776601"/>
                <a:gd name="csX4" fmla="*/ 3878767 w 4137539"/>
                <a:gd name="csY4" fmla="*/ 1611135 h 3776601"/>
                <a:gd name="csX5" fmla="*/ 2507167 w 4137539"/>
                <a:gd name="csY5" fmla="*/ 2115228 h 3776601"/>
                <a:gd name="csX6" fmla="*/ 7123 w 4137539"/>
                <a:gd name="csY6" fmla="*/ 3776554 h 3776601"/>
                <a:gd name="csX0" fmla="*/ 25 w 4130441"/>
                <a:gd name="csY0" fmla="*/ 3776554 h 3776586"/>
                <a:gd name="csX1" fmla="*/ 1775180 w 4130441"/>
                <a:gd name="csY1" fmla="*/ 2163796 h 3776586"/>
                <a:gd name="csX2" fmla="*/ 2675915 w 4130441"/>
                <a:gd name="csY2" fmla="*/ 251258 h 3776586"/>
                <a:gd name="csX3" fmla="*/ 4024069 w 4130441"/>
                <a:gd name="csY3" fmla="*/ 169197 h 3776586"/>
                <a:gd name="csX4" fmla="*/ 3871669 w 4130441"/>
                <a:gd name="csY4" fmla="*/ 1611135 h 3776586"/>
                <a:gd name="csX5" fmla="*/ 1814719 w 4130441"/>
                <a:gd name="csY5" fmla="*/ 2207339 h 3776586"/>
                <a:gd name="csX6" fmla="*/ 25 w 4130441"/>
                <a:gd name="csY6" fmla="*/ 3776554 h 3776586"/>
                <a:gd name="csX0" fmla="*/ 25 w 4130441"/>
                <a:gd name="csY0" fmla="*/ 3776554 h 3776589"/>
                <a:gd name="csX1" fmla="*/ 1775180 w 4130441"/>
                <a:gd name="csY1" fmla="*/ 2163796 h 3776589"/>
                <a:gd name="csX2" fmla="*/ 2675915 w 4130441"/>
                <a:gd name="csY2" fmla="*/ 251258 h 3776589"/>
                <a:gd name="csX3" fmla="*/ 4024069 w 4130441"/>
                <a:gd name="csY3" fmla="*/ 169197 h 3776589"/>
                <a:gd name="csX4" fmla="*/ 3871669 w 4130441"/>
                <a:gd name="csY4" fmla="*/ 1611135 h 3776589"/>
                <a:gd name="csX5" fmla="*/ 1814719 w 4130441"/>
                <a:gd name="csY5" fmla="*/ 2207339 h 3776589"/>
                <a:gd name="csX6" fmla="*/ 25 w 4130441"/>
                <a:gd name="csY6" fmla="*/ 3776554 h 3776589"/>
                <a:gd name="csX0" fmla="*/ 25 w 3957457"/>
                <a:gd name="csY0" fmla="*/ 3611866 h 3611901"/>
                <a:gd name="csX1" fmla="*/ 1775180 w 3957457"/>
                <a:gd name="csY1" fmla="*/ 1999108 h 3611901"/>
                <a:gd name="csX2" fmla="*/ 2675915 w 3957457"/>
                <a:gd name="csY2" fmla="*/ 86570 h 3611901"/>
                <a:gd name="csX3" fmla="*/ 3554650 w 3957457"/>
                <a:gd name="csY3" fmla="*/ 439934 h 3611901"/>
                <a:gd name="csX4" fmla="*/ 3871669 w 3957457"/>
                <a:gd name="csY4" fmla="*/ 1446447 h 3611901"/>
                <a:gd name="csX5" fmla="*/ 1814719 w 3957457"/>
                <a:gd name="csY5" fmla="*/ 2042651 h 3611901"/>
                <a:gd name="csX6" fmla="*/ 25 w 3957457"/>
                <a:gd name="csY6" fmla="*/ 3611866 h 3611901"/>
                <a:gd name="csX0" fmla="*/ 25 w 3957253"/>
                <a:gd name="csY0" fmla="*/ 3368639 h 3368674"/>
                <a:gd name="csX1" fmla="*/ 1775180 w 3957253"/>
                <a:gd name="csY1" fmla="*/ 1755881 h 3368674"/>
                <a:gd name="csX2" fmla="*/ 2685304 w 3957253"/>
                <a:gd name="csY2" fmla="*/ 144791 h 3368674"/>
                <a:gd name="csX3" fmla="*/ 3554650 w 3957253"/>
                <a:gd name="csY3" fmla="*/ 196707 h 3368674"/>
                <a:gd name="csX4" fmla="*/ 3871669 w 3957253"/>
                <a:gd name="csY4" fmla="*/ 1203220 h 3368674"/>
                <a:gd name="csX5" fmla="*/ 1814719 w 3957253"/>
                <a:gd name="csY5" fmla="*/ 1799424 h 3368674"/>
                <a:gd name="csX6" fmla="*/ 25 w 3957253"/>
                <a:gd name="csY6" fmla="*/ 3368639 h 3368674"/>
                <a:gd name="csX0" fmla="*/ 25 w 3705517"/>
                <a:gd name="csY0" fmla="*/ 3358570 h 3358603"/>
                <a:gd name="csX1" fmla="*/ 1775180 w 3705517"/>
                <a:gd name="csY1" fmla="*/ 1745812 h 3358603"/>
                <a:gd name="csX2" fmla="*/ 2685304 w 3705517"/>
                <a:gd name="csY2" fmla="*/ 134722 h 3358603"/>
                <a:gd name="csX3" fmla="*/ 3554650 w 3705517"/>
                <a:gd name="csY3" fmla="*/ 186638 h 3358603"/>
                <a:gd name="csX4" fmla="*/ 3552464 w 3705517"/>
                <a:gd name="csY4" fmla="*/ 975438 h 3358603"/>
                <a:gd name="csX5" fmla="*/ 1814719 w 3705517"/>
                <a:gd name="csY5" fmla="*/ 1789355 h 3358603"/>
                <a:gd name="csX6" fmla="*/ 25 w 3705517"/>
                <a:gd name="csY6" fmla="*/ 3358570 h 3358603"/>
                <a:gd name="csX0" fmla="*/ 2290 w 3707782"/>
                <a:gd name="csY0" fmla="*/ 3305196 h 3314287"/>
                <a:gd name="csX1" fmla="*/ 2199921 w 3707782"/>
                <a:gd name="csY1" fmla="*/ 955568 h 3314287"/>
                <a:gd name="csX2" fmla="*/ 2687569 w 3707782"/>
                <a:gd name="csY2" fmla="*/ 81348 h 3314287"/>
                <a:gd name="csX3" fmla="*/ 3556915 w 3707782"/>
                <a:gd name="csY3" fmla="*/ 133264 h 3314287"/>
                <a:gd name="csX4" fmla="*/ 3554729 w 3707782"/>
                <a:gd name="csY4" fmla="*/ 922064 h 3314287"/>
                <a:gd name="csX5" fmla="*/ 1816984 w 3707782"/>
                <a:gd name="csY5" fmla="*/ 1735981 h 3314287"/>
                <a:gd name="csX6" fmla="*/ 2290 w 3707782"/>
                <a:gd name="csY6" fmla="*/ 3305196 h 3314287"/>
                <a:gd name="csX0" fmla="*/ 377 w 3705869"/>
                <a:gd name="csY0" fmla="*/ 3305196 h 3313168"/>
                <a:gd name="csX1" fmla="*/ 2198008 w 3705869"/>
                <a:gd name="csY1" fmla="*/ 955568 h 3313168"/>
                <a:gd name="csX2" fmla="*/ 2685656 w 3705869"/>
                <a:gd name="csY2" fmla="*/ 81348 h 3313168"/>
                <a:gd name="csX3" fmla="*/ 3555002 w 3705869"/>
                <a:gd name="csY3" fmla="*/ 133264 h 3313168"/>
                <a:gd name="csX4" fmla="*/ 3552816 w 3705869"/>
                <a:gd name="csY4" fmla="*/ 922064 h 3313168"/>
                <a:gd name="csX5" fmla="*/ 2378375 w 3705869"/>
                <a:gd name="csY5" fmla="*/ 1694113 h 3313168"/>
                <a:gd name="csX6" fmla="*/ 377 w 3705869"/>
                <a:gd name="csY6" fmla="*/ 3305196 h 3313168"/>
                <a:gd name="csX0" fmla="*/ 377 w 3705869"/>
                <a:gd name="csY0" fmla="*/ 3305196 h 3311216"/>
                <a:gd name="csX1" fmla="*/ 2198008 w 3705869"/>
                <a:gd name="csY1" fmla="*/ 955568 h 3311216"/>
                <a:gd name="csX2" fmla="*/ 2685656 w 3705869"/>
                <a:gd name="csY2" fmla="*/ 81348 h 3311216"/>
                <a:gd name="csX3" fmla="*/ 3555002 w 3705869"/>
                <a:gd name="csY3" fmla="*/ 133264 h 3311216"/>
                <a:gd name="csX4" fmla="*/ 3552816 w 3705869"/>
                <a:gd name="csY4" fmla="*/ 922064 h 3311216"/>
                <a:gd name="csX5" fmla="*/ 2378375 w 3705869"/>
                <a:gd name="csY5" fmla="*/ 1694113 h 3311216"/>
                <a:gd name="csX6" fmla="*/ 377 w 3705869"/>
                <a:gd name="csY6" fmla="*/ 3305196 h 3311216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31250"/>
                <a:gd name="csY0" fmla="*/ 3306034 h 3313991"/>
                <a:gd name="csX1" fmla="*/ 2198008 w 4431250"/>
                <a:gd name="csY1" fmla="*/ 956406 h 3313991"/>
                <a:gd name="csX2" fmla="*/ 2685656 w 4431250"/>
                <a:gd name="csY2" fmla="*/ 82186 h 3313991"/>
                <a:gd name="csX3" fmla="*/ 3555002 w 4431250"/>
                <a:gd name="csY3" fmla="*/ 134102 h 3313991"/>
                <a:gd name="csX4" fmla="*/ 4425936 w 4431250"/>
                <a:gd name="csY4" fmla="*/ 939649 h 3313991"/>
                <a:gd name="csX5" fmla="*/ 2378375 w 4431250"/>
                <a:gd name="csY5" fmla="*/ 1694951 h 3313991"/>
                <a:gd name="csX6" fmla="*/ 377 w 4431250"/>
                <a:gd name="csY6" fmla="*/ 3306034 h 3313991"/>
                <a:gd name="csX0" fmla="*/ 377 w 4425936"/>
                <a:gd name="csY0" fmla="*/ 3306034 h 3313991"/>
                <a:gd name="csX1" fmla="*/ 2198008 w 4425936"/>
                <a:gd name="csY1" fmla="*/ 956406 h 3313991"/>
                <a:gd name="csX2" fmla="*/ 2685656 w 4425936"/>
                <a:gd name="csY2" fmla="*/ 82186 h 3313991"/>
                <a:gd name="csX3" fmla="*/ 3555002 w 4425936"/>
                <a:gd name="csY3" fmla="*/ 134102 h 3313991"/>
                <a:gd name="csX4" fmla="*/ 4425936 w 4425936"/>
                <a:gd name="csY4" fmla="*/ 939649 h 3313991"/>
                <a:gd name="csX5" fmla="*/ 2378375 w 4425936"/>
                <a:gd name="csY5" fmla="*/ 1694951 h 3313991"/>
                <a:gd name="csX6" fmla="*/ 377 w 4425936"/>
                <a:gd name="csY6" fmla="*/ 3306034 h 3313991"/>
                <a:gd name="csX0" fmla="*/ 377 w 4472878"/>
                <a:gd name="csY0" fmla="*/ 3303952 h 3311947"/>
                <a:gd name="csX1" fmla="*/ 2198008 w 4472878"/>
                <a:gd name="csY1" fmla="*/ 954324 h 3311947"/>
                <a:gd name="csX2" fmla="*/ 2685656 w 4472878"/>
                <a:gd name="csY2" fmla="*/ 80104 h 3311947"/>
                <a:gd name="csX3" fmla="*/ 3555002 w 4472878"/>
                <a:gd name="csY3" fmla="*/ 132020 h 3311947"/>
                <a:gd name="csX4" fmla="*/ 4472878 w 4472878"/>
                <a:gd name="csY4" fmla="*/ 895700 h 3311947"/>
                <a:gd name="csX5" fmla="*/ 2378375 w 4472878"/>
                <a:gd name="csY5" fmla="*/ 1692869 h 3311947"/>
                <a:gd name="csX6" fmla="*/ 377 w 4472878"/>
                <a:gd name="csY6" fmla="*/ 3303952 h 3311947"/>
                <a:gd name="csX0" fmla="*/ 377 w 4472878"/>
                <a:gd name="csY0" fmla="*/ 3489034 h 3497029"/>
                <a:gd name="csX1" fmla="*/ 2198008 w 4472878"/>
                <a:gd name="csY1" fmla="*/ 1139406 h 3497029"/>
                <a:gd name="csX2" fmla="*/ 2685656 w 4472878"/>
                <a:gd name="csY2" fmla="*/ 265186 h 3497029"/>
                <a:gd name="csX3" fmla="*/ 3742770 w 4472878"/>
                <a:gd name="csY3" fmla="*/ 49148 h 3497029"/>
                <a:gd name="csX4" fmla="*/ 4472878 w 4472878"/>
                <a:gd name="csY4" fmla="*/ 1080782 h 3497029"/>
                <a:gd name="csX5" fmla="*/ 2378375 w 4472878"/>
                <a:gd name="csY5" fmla="*/ 1877951 h 3497029"/>
                <a:gd name="csX6" fmla="*/ 377 w 4472878"/>
                <a:gd name="csY6" fmla="*/ 3489034 h 3497029"/>
                <a:gd name="csX0" fmla="*/ 377 w 4482266"/>
                <a:gd name="csY0" fmla="*/ 3489034 h 3497029"/>
                <a:gd name="csX1" fmla="*/ 2198008 w 4482266"/>
                <a:gd name="csY1" fmla="*/ 1139406 h 3497029"/>
                <a:gd name="csX2" fmla="*/ 2685656 w 4482266"/>
                <a:gd name="csY2" fmla="*/ 265186 h 3497029"/>
                <a:gd name="csX3" fmla="*/ 3742770 w 4482266"/>
                <a:gd name="csY3" fmla="*/ 49148 h 3497029"/>
                <a:gd name="csX4" fmla="*/ 4482266 w 4482266"/>
                <a:gd name="csY4" fmla="*/ 1080782 h 3497029"/>
                <a:gd name="csX5" fmla="*/ 2378375 w 4482266"/>
                <a:gd name="csY5" fmla="*/ 1877951 h 3497029"/>
                <a:gd name="csX6" fmla="*/ 377 w 4482266"/>
                <a:gd name="csY6" fmla="*/ 3489034 h 3497029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10188 w 4492077"/>
                <a:gd name="csY0" fmla="*/ 3488052 h 3497366"/>
                <a:gd name="csX1" fmla="*/ 1804118 w 4492077"/>
                <a:gd name="csY1" fmla="*/ 1096559 h 3497366"/>
                <a:gd name="csX2" fmla="*/ 2695467 w 4492077"/>
                <a:gd name="csY2" fmla="*/ 264204 h 3497366"/>
                <a:gd name="csX3" fmla="*/ 3752581 w 4492077"/>
                <a:gd name="csY3" fmla="*/ 48166 h 3497366"/>
                <a:gd name="csX4" fmla="*/ 4492077 w 4492077"/>
                <a:gd name="csY4" fmla="*/ 1079800 h 3497366"/>
                <a:gd name="csX5" fmla="*/ 2688616 w 4492077"/>
                <a:gd name="csY5" fmla="*/ 1893718 h 3497366"/>
                <a:gd name="csX6" fmla="*/ 10188 w 4492077"/>
                <a:gd name="csY6" fmla="*/ 3488052 h 3497366"/>
                <a:gd name="csX0" fmla="*/ 10188 w 4492077"/>
                <a:gd name="csY0" fmla="*/ 3488052 h 3500595"/>
                <a:gd name="csX1" fmla="*/ 1804118 w 4492077"/>
                <a:gd name="csY1" fmla="*/ 1096559 h 3500595"/>
                <a:gd name="csX2" fmla="*/ 2695467 w 4492077"/>
                <a:gd name="csY2" fmla="*/ 264204 h 3500595"/>
                <a:gd name="csX3" fmla="*/ 3752581 w 4492077"/>
                <a:gd name="csY3" fmla="*/ 48166 h 3500595"/>
                <a:gd name="csX4" fmla="*/ 4492077 w 4492077"/>
                <a:gd name="csY4" fmla="*/ 1079800 h 3500595"/>
                <a:gd name="csX5" fmla="*/ 2688616 w 4492077"/>
                <a:gd name="csY5" fmla="*/ 1893718 h 3500595"/>
                <a:gd name="csX6" fmla="*/ 10188 w 4492077"/>
                <a:gd name="csY6" fmla="*/ 3488052 h 3500595"/>
                <a:gd name="csX0" fmla="*/ 10188 w 4492077"/>
                <a:gd name="csY0" fmla="*/ 3488052 h 3500888"/>
                <a:gd name="csX1" fmla="*/ 1804118 w 4492077"/>
                <a:gd name="csY1" fmla="*/ 1096559 h 3500888"/>
                <a:gd name="csX2" fmla="*/ 2695467 w 4492077"/>
                <a:gd name="csY2" fmla="*/ 264204 h 3500888"/>
                <a:gd name="csX3" fmla="*/ 3752581 w 4492077"/>
                <a:gd name="csY3" fmla="*/ 48166 h 3500888"/>
                <a:gd name="csX4" fmla="*/ 4492077 w 4492077"/>
                <a:gd name="csY4" fmla="*/ 1079800 h 3500888"/>
                <a:gd name="csX5" fmla="*/ 2688616 w 4492077"/>
                <a:gd name="csY5" fmla="*/ 1893718 h 3500888"/>
                <a:gd name="csX6" fmla="*/ 10188 w 4492077"/>
                <a:gd name="csY6" fmla="*/ 3488052 h 3500888"/>
                <a:gd name="csX0" fmla="*/ 27731 w 3289130"/>
                <a:gd name="csY0" fmla="*/ 2449732 h 2473361"/>
                <a:gd name="csX1" fmla="*/ 601171 w 3289130"/>
                <a:gd name="csY1" fmla="*/ 1096559 h 2473361"/>
                <a:gd name="csX2" fmla="*/ 1492520 w 3289130"/>
                <a:gd name="csY2" fmla="*/ 264204 h 2473361"/>
                <a:gd name="csX3" fmla="*/ 2549634 w 3289130"/>
                <a:gd name="csY3" fmla="*/ 48166 h 2473361"/>
                <a:gd name="csX4" fmla="*/ 3289130 w 3289130"/>
                <a:gd name="csY4" fmla="*/ 1079800 h 2473361"/>
                <a:gd name="csX5" fmla="*/ 1485669 w 3289130"/>
                <a:gd name="csY5" fmla="*/ 1893718 h 2473361"/>
                <a:gd name="csX6" fmla="*/ 27731 w 3289130"/>
                <a:gd name="csY6" fmla="*/ 2449732 h 2473361"/>
                <a:gd name="csX0" fmla="*/ 367 w 3261766"/>
                <a:gd name="csY0" fmla="*/ 2449732 h 2449966"/>
                <a:gd name="csX1" fmla="*/ 573807 w 3261766"/>
                <a:gd name="csY1" fmla="*/ 1096559 h 2449966"/>
                <a:gd name="csX2" fmla="*/ 1465156 w 3261766"/>
                <a:gd name="csY2" fmla="*/ 264204 h 2449966"/>
                <a:gd name="csX3" fmla="*/ 2522270 w 3261766"/>
                <a:gd name="csY3" fmla="*/ 48166 h 2449966"/>
                <a:gd name="csX4" fmla="*/ 3261766 w 3261766"/>
                <a:gd name="csY4" fmla="*/ 1079800 h 2449966"/>
                <a:gd name="csX5" fmla="*/ 1458305 w 3261766"/>
                <a:gd name="csY5" fmla="*/ 1893718 h 2449966"/>
                <a:gd name="csX6" fmla="*/ 367 w 3261766"/>
                <a:gd name="csY6" fmla="*/ 2449732 h 2449966"/>
                <a:gd name="csX0" fmla="*/ 62959 w 3324358"/>
                <a:gd name="csY0" fmla="*/ 2449732 h 2487147"/>
                <a:gd name="csX1" fmla="*/ 636399 w 3324358"/>
                <a:gd name="csY1" fmla="*/ 1096559 h 2487147"/>
                <a:gd name="csX2" fmla="*/ 1527748 w 3324358"/>
                <a:gd name="csY2" fmla="*/ 264204 h 2487147"/>
                <a:gd name="csX3" fmla="*/ 2584862 w 3324358"/>
                <a:gd name="csY3" fmla="*/ 48166 h 2487147"/>
                <a:gd name="csX4" fmla="*/ 3324358 w 3324358"/>
                <a:gd name="csY4" fmla="*/ 1079800 h 2487147"/>
                <a:gd name="csX5" fmla="*/ 1520897 w 3324358"/>
                <a:gd name="csY5" fmla="*/ 1893718 h 2487147"/>
                <a:gd name="csX6" fmla="*/ 62959 w 3324358"/>
                <a:gd name="csY6" fmla="*/ 2449732 h 2487147"/>
                <a:gd name="csX0" fmla="*/ 38478 w 4482813"/>
                <a:gd name="csY0" fmla="*/ 3496425 h 3519813"/>
                <a:gd name="csX1" fmla="*/ 1794854 w 4482813"/>
                <a:gd name="csY1" fmla="*/ 1096559 h 3519813"/>
                <a:gd name="csX2" fmla="*/ 2686203 w 4482813"/>
                <a:gd name="csY2" fmla="*/ 264204 h 3519813"/>
                <a:gd name="csX3" fmla="*/ 3743317 w 4482813"/>
                <a:gd name="csY3" fmla="*/ 48166 h 3519813"/>
                <a:gd name="csX4" fmla="*/ 4482813 w 4482813"/>
                <a:gd name="csY4" fmla="*/ 1079800 h 3519813"/>
                <a:gd name="csX5" fmla="*/ 2679352 w 4482813"/>
                <a:gd name="csY5" fmla="*/ 1893718 h 3519813"/>
                <a:gd name="csX6" fmla="*/ 38478 w 4482813"/>
                <a:gd name="csY6" fmla="*/ 3496425 h 3519813"/>
                <a:gd name="csX0" fmla="*/ 9071 w 4453406"/>
                <a:gd name="csY0" fmla="*/ 3496425 h 3510301"/>
                <a:gd name="csX1" fmla="*/ 1765447 w 4453406"/>
                <a:gd name="csY1" fmla="*/ 1096559 h 3510301"/>
                <a:gd name="csX2" fmla="*/ 2656796 w 4453406"/>
                <a:gd name="csY2" fmla="*/ 264204 h 3510301"/>
                <a:gd name="csX3" fmla="*/ 3713910 w 4453406"/>
                <a:gd name="csY3" fmla="*/ 48166 h 3510301"/>
                <a:gd name="csX4" fmla="*/ 4453406 w 4453406"/>
                <a:gd name="csY4" fmla="*/ 1079800 h 3510301"/>
                <a:gd name="csX5" fmla="*/ 2649945 w 4453406"/>
                <a:gd name="csY5" fmla="*/ 1893718 h 3510301"/>
                <a:gd name="csX6" fmla="*/ 9071 w 4453406"/>
                <a:gd name="csY6" fmla="*/ 3496425 h 3510301"/>
                <a:gd name="csX0" fmla="*/ 9071 w 4453406"/>
                <a:gd name="csY0" fmla="*/ 3496425 h 3512169"/>
                <a:gd name="csX1" fmla="*/ 1765447 w 4453406"/>
                <a:gd name="csY1" fmla="*/ 1096559 h 3512169"/>
                <a:gd name="csX2" fmla="*/ 2656796 w 4453406"/>
                <a:gd name="csY2" fmla="*/ 264204 h 3512169"/>
                <a:gd name="csX3" fmla="*/ 3713910 w 4453406"/>
                <a:gd name="csY3" fmla="*/ 48166 h 3512169"/>
                <a:gd name="csX4" fmla="*/ 4453406 w 4453406"/>
                <a:gd name="csY4" fmla="*/ 1079800 h 3512169"/>
                <a:gd name="csX5" fmla="*/ 2649945 w 4453406"/>
                <a:gd name="csY5" fmla="*/ 1893718 h 3512169"/>
                <a:gd name="csX6" fmla="*/ 9071 w 4453406"/>
                <a:gd name="csY6" fmla="*/ 3496425 h 3512169"/>
                <a:gd name="csX0" fmla="*/ 9640 w 4453975"/>
                <a:gd name="csY0" fmla="*/ 3496425 h 3512169"/>
                <a:gd name="csX1" fmla="*/ 1766016 w 4453975"/>
                <a:gd name="csY1" fmla="*/ 1096559 h 3512169"/>
                <a:gd name="csX2" fmla="*/ 2657365 w 4453975"/>
                <a:gd name="csY2" fmla="*/ 264204 h 3512169"/>
                <a:gd name="csX3" fmla="*/ 3714479 w 4453975"/>
                <a:gd name="csY3" fmla="*/ 48166 h 3512169"/>
                <a:gd name="csX4" fmla="*/ 4453975 w 4453975"/>
                <a:gd name="csY4" fmla="*/ 1079800 h 3512169"/>
                <a:gd name="csX5" fmla="*/ 2650514 w 4453975"/>
                <a:gd name="csY5" fmla="*/ 1893718 h 3512169"/>
                <a:gd name="csX6" fmla="*/ 9640 w 4453975"/>
                <a:gd name="csY6" fmla="*/ 3496425 h 3512169"/>
                <a:gd name="csX0" fmla="*/ 9640 w 4453975"/>
                <a:gd name="csY0" fmla="*/ 3993467 h 4008123"/>
                <a:gd name="csX1" fmla="*/ 1766016 w 4453975"/>
                <a:gd name="csY1" fmla="*/ 1593601 h 4008123"/>
                <a:gd name="csX2" fmla="*/ 2601034 w 4453975"/>
                <a:gd name="csY2" fmla="*/ 41122 h 4008123"/>
                <a:gd name="csX3" fmla="*/ 3714479 w 4453975"/>
                <a:gd name="csY3" fmla="*/ 545208 h 4008123"/>
                <a:gd name="csX4" fmla="*/ 4453975 w 4453975"/>
                <a:gd name="csY4" fmla="*/ 1576842 h 4008123"/>
                <a:gd name="csX5" fmla="*/ 2650514 w 4453975"/>
                <a:gd name="csY5" fmla="*/ 2390760 h 4008123"/>
                <a:gd name="csX6" fmla="*/ 9640 w 4453975"/>
                <a:gd name="csY6" fmla="*/ 3993467 h 4008123"/>
                <a:gd name="csX0" fmla="*/ 9640 w 4453975"/>
                <a:gd name="csY0" fmla="*/ 3952894 h 3967550"/>
                <a:gd name="csX1" fmla="*/ 1766016 w 4453975"/>
                <a:gd name="csY1" fmla="*/ 1553028 h 3967550"/>
                <a:gd name="csX2" fmla="*/ 2601034 w 4453975"/>
                <a:gd name="csY2" fmla="*/ 549 h 3967550"/>
                <a:gd name="csX3" fmla="*/ 3714479 w 4453975"/>
                <a:gd name="csY3" fmla="*/ 504635 h 3967550"/>
                <a:gd name="csX4" fmla="*/ 4453975 w 4453975"/>
                <a:gd name="csY4" fmla="*/ 1536269 h 3967550"/>
                <a:gd name="csX5" fmla="*/ 2650514 w 4453975"/>
                <a:gd name="csY5" fmla="*/ 2350187 h 3967550"/>
                <a:gd name="csX6" fmla="*/ 9640 w 4453975"/>
                <a:gd name="csY6" fmla="*/ 3952894 h 3967550"/>
                <a:gd name="csX0" fmla="*/ 9640 w 4453975"/>
                <a:gd name="csY0" fmla="*/ 3952971 h 3968477"/>
                <a:gd name="csX1" fmla="*/ 1766016 w 4453975"/>
                <a:gd name="csY1" fmla="*/ 1553105 h 3968477"/>
                <a:gd name="csX2" fmla="*/ 2601034 w 4453975"/>
                <a:gd name="csY2" fmla="*/ 626 h 3968477"/>
                <a:gd name="csX3" fmla="*/ 3714479 w 4453975"/>
                <a:gd name="csY3" fmla="*/ 504712 h 3968477"/>
                <a:gd name="csX4" fmla="*/ 4453975 w 4453975"/>
                <a:gd name="csY4" fmla="*/ 1536346 h 3968477"/>
                <a:gd name="csX5" fmla="*/ 2650514 w 4453975"/>
                <a:gd name="csY5" fmla="*/ 2350264 h 3968477"/>
                <a:gd name="csX6" fmla="*/ 9640 w 4453975"/>
                <a:gd name="csY6" fmla="*/ 3952971 h 3968477"/>
                <a:gd name="csX0" fmla="*/ 9640 w 4517542"/>
                <a:gd name="csY0" fmla="*/ 4153948 h 4169453"/>
                <a:gd name="csX1" fmla="*/ 1766016 w 4517542"/>
                <a:gd name="csY1" fmla="*/ 1754082 h 4169453"/>
                <a:gd name="csX2" fmla="*/ 2601034 w 4517542"/>
                <a:gd name="csY2" fmla="*/ 201603 h 4169453"/>
                <a:gd name="csX3" fmla="*/ 4390442 w 4517542"/>
                <a:gd name="csY3" fmla="*/ 186529 h 4169453"/>
                <a:gd name="csX4" fmla="*/ 4453975 w 4517542"/>
                <a:gd name="csY4" fmla="*/ 1737323 h 4169453"/>
                <a:gd name="csX5" fmla="*/ 2650514 w 4517542"/>
                <a:gd name="csY5" fmla="*/ 2551241 h 4169453"/>
                <a:gd name="csX6" fmla="*/ 9640 w 4517542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719798"/>
                <a:gd name="csY0" fmla="*/ 4153948 h 4169453"/>
                <a:gd name="csX1" fmla="*/ 1766016 w 4719798"/>
                <a:gd name="csY1" fmla="*/ 1754082 h 4169453"/>
                <a:gd name="csX2" fmla="*/ 2601034 w 4719798"/>
                <a:gd name="csY2" fmla="*/ 201603 h 4169453"/>
                <a:gd name="csX3" fmla="*/ 4390442 w 4719798"/>
                <a:gd name="csY3" fmla="*/ 186529 h 4169453"/>
                <a:gd name="csX4" fmla="*/ 4453975 w 4719798"/>
                <a:gd name="csY4" fmla="*/ 1737323 h 4169453"/>
                <a:gd name="csX5" fmla="*/ 2650514 w 4719798"/>
                <a:gd name="csY5" fmla="*/ 2551241 h 4169453"/>
                <a:gd name="csX6" fmla="*/ 9640 w 4719798"/>
                <a:gd name="csY6" fmla="*/ 4153948 h 4169453"/>
                <a:gd name="csX0" fmla="*/ 9640 w 4684091"/>
                <a:gd name="csY0" fmla="*/ 4153948 h 4169453"/>
                <a:gd name="csX1" fmla="*/ 1766016 w 4684091"/>
                <a:gd name="csY1" fmla="*/ 1754082 h 4169453"/>
                <a:gd name="csX2" fmla="*/ 2601034 w 4684091"/>
                <a:gd name="csY2" fmla="*/ 201603 h 4169453"/>
                <a:gd name="csX3" fmla="*/ 4390442 w 4684091"/>
                <a:gd name="csY3" fmla="*/ 186529 h 4169453"/>
                <a:gd name="csX4" fmla="*/ 4453975 w 4684091"/>
                <a:gd name="csY4" fmla="*/ 1737323 h 4169453"/>
                <a:gd name="csX5" fmla="*/ 2650514 w 4684091"/>
                <a:gd name="csY5" fmla="*/ 2551241 h 4169453"/>
                <a:gd name="csX6" fmla="*/ 9640 w 4684091"/>
                <a:gd name="csY6" fmla="*/ 4153948 h 4169453"/>
                <a:gd name="csX0" fmla="*/ 9640 w 4747938"/>
                <a:gd name="csY0" fmla="*/ 4153948 h 4169453"/>
                <a:gd name="csX1" fmla="*/ 1766016 w 4747938"/>
                <a:gd name="csY1" fmla="*/ 1754082 h 4169453"/>
                <a:gd name="csX2" fmla="*/ 2601034 w 4747938"/>
                <a:gd name="csY2" fmla="*/ 201603 h 4169453"/>
                <a:gd name="csX3" fmla="*/ 4390442 w 4747938"/>
                <a:gd name="csY3" fmla="*/ 186529 h 4169453"/>
                <a:gd name="csX4" fmla="*/ 4453975 w 4747938"/>
                <a:gd name="csY4" fmla="*/ 1737323 h 4169453"/>
                <a:gd name="csX5" fmla="*/ 2650514 w 4747938"/>
                <a:gd name="csY5" fmla="*/ 2551241 h 4169453"/>
                <a:gd name="csX6" fmla="*/ 9640 w 4747938"/>
                <a:gd name="csY6" fmla="*/ 4153948 h 4169453"/>
                <a:gd name="csX0" fmla="*/ 9640 w 4747938"/>
                <a:gd name="csY0" fmla="*/ 4205765 h 4221270"/>
                <a:gd name="csX1" fmla="*/ 1766016 w 4747938"/>
                <a:gd name="csY1" fmla="*/ 1805899 h 4221270"/>
                <a:gd name="csX2" fmla="*/ 2601034 w 4747938"/>
                <a:gd name="csY2" fmla="*/ 253420 h 4221270"/>
                <a:gd name="csX3" fmla="*/ 4390442 w 4747938"/>
                <a:gd name="csY3" fmla="*/ 238346 h 4221270"/>
                <a:gd name="csX4" fmla="*/ 4453975 w 4747938"/>
                <a:gd name="csY4" fmla="*/ 1789140 h 4221270"/>
                <a:gd name="csX5" fmla="*/ 2650514 w 4747938"/>
                <a:gd name="csY5" fmla="*/ 2603058 h 4221270"/>
                <a:gd name="csX6" fmla="*/ 9640 w 4747938"/>
                <a:gd name="csY6" fmla="*/ 4205765 h 4221270"/>
                <a:gd name="csX0" fmla="*/ 9640 w 4769359"/>
                <a:gd name="csY0" fmla="*/ 4189897 h 4205402"/>
                <a:gd name="csX1" fmla="*/ 1766016 w 4769359"/>
                <a:gd name="csY1" fmla="*/ 1790031 h 4205402"/>
                <a:gd name="csX2" fmla="*/ 2601034 w 4769359"/>
                <a:gd name="csY2" fmla="*/ 237552 h 4205402"/>
                <a:gd name="csX3" fmla="*/ 4446772 w 4769359"/>
                <a:gd name="csY3" fmla="*/ 163863 h 4205402"/>
                <a:gd name="csX4" fmla="*/ 4453975 w 4769359"/>
                <a:gd name="csY4" fmla="*/ 1773272 h 4205402"/>
                <a:gd name="csX5" fmla="*/ 2650514 w 4769359"/>
                <a:gd name="csY5" fmla="*/ 2587190 h 4205402"/>
                <a:gd name="csX6" fmla="*/ 9640 w 4769359"/>
                <a:gd name="csY6" fmla="*/ 4189897 h 4205402"/>
                <a:gd name="csX0" fmla="*/ 9640 w 4747938"/>
                <a:gd name="csY0" fmla="*/ 4212142 h 4227647"/>
                <a:gd name="csX1" fmla="*/ 1766016 w 4747938"/>
                <a:gd name="csY1" fmla="*/ 1812276 h 4227647"/>
                <a:gd name="csX2" fmla="*/ 2601034 w 4747938"/>
                <a:gd name="csY2" fmla="*/ 259797 h 4227647"/>
                <a:gd name="csX3" fmla="*/ 4390441 w 4747938"/>
                <a:gd name="csY3" fmla="*/ 152614 h 4227647"/>
                <a:gd name="csX4" fmla="*/ 4453975 w 4747938"/>
                <a:gd name="csY4" fmla="*/ 1795517 h 4227647"/>
                <a:gd name="csX5" fmla="*/ 2650514 w 4747938"/>
                <a:gd name="csY5" fmla="*/ 2609435 h 4227647"/>
                <a:gd name="csX6" fmla="*/ 9640 w 4747938"/>
                <a:gd name="csY6" fmla="*/ 4212142 h 4227647"/>
                <a:gd name="csX0" fmla="*/ 8567 w 4746865"/>
                <a:gd name="csY0" fmla="*/ 4212143 h 4219435"/>
                <a:gd name="csX1" fmla="*/ 1745271 w 4746865"/>
                <a:gd name="csY1" fmla="*/ 1812279 h 4219435"/>
                <a:gd name="csX2" fmla="*/ 2599961 w 4746865"/>
                <a:gd name="csY2" fmla="*/ 259798 h 4219435"/>
                <a:gd name="csX3" fmla="*/ 4389368 w 4746865"/>
                <a:gd name="csY3" fmla="*/ 152615 h 4219435"/>
                <a:gd name="csX4" fmla="*/ 4452902 w 4746865"/>
                <a:gd name="csY4" fmla="*/ 1795518 h 4219435"/>
                <a:gd name="csX5" fmla="*/ 2649441 w 4746865"/>
                <a:gd name="csY5" fmla="*/ 2609436 h 4219435"/>
                <a:gd name="csX6" fmla="*/ 8567 w 4746865"/>
                <a:gd name="csY6" fmla="*/ 4212143 h 4219435"/>
                <a:gd name="csX0" fmla="*/ 8451 w 4746749"/>
                <a:gd name="csY0" fmla="*/ 4212143 h 4219813"/>
                <a:gd name="csX1" fmla="*/ 1745155 w 4746749"/>
                <a:gd name="csY1" fmla="*/ 1812279 h 4219813"/>
                <a:gd name="csX2" fmla="*/ 2599845 w 4746749"/>
                <a:gd name="csY2" fmla="*/ 259798 h 4219813"/>
                <a:gd name="csX3" fmla="*/ 4389252 w 4746749"/>
                <a:gd name="csY3" fmla="*/ 152615 h 4219813"/>
                <a:gd name="csX4" fmla="*/ 4452786 w 4746749"/>
                <a:gd name="csY4" fmla="*/ 1795518 h 4219813"/>
                <a:gd name="csX5" fmla="*/ 2642769 w 4746749"/>
                <a:gd name="csY5" fmla="*/ 2626986 h 4219813"/>
                <a:gd name="csX6" fmla="*/ 8451 w 4746749"/>
                <a:gd name="csY6" fmla="*/ 4212143 h 4219813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594 w 4746892"/>
                <a:gd name="csY0" fmla="*/ 4213311 h 4220527"/>
                <a:gd name="csX1" fmla="*/ 1738740 w 4746892"/>
                <a:gd name="csY1" fmla="*/ 1836843 h 4220527"/>
                <a:gd name="csX2" fmla="*/ 2599988 w 4746892"/>
                <a:gd name="csY2" fmla="*/ 260966 h 4220527"/>
                <a:gd name="csX3" fmla="*/ 4389395 w 4746892"/>
                <a:gd name="csY3" fmla="*/ 153783 h 4220527"/>
                <a:gd name="csX4" fmla="*/ 4452929 w 4746892"/>
                <a:gd name="csY4" fmla="*/ 1796686 h 4220527"/>
                <a:gd name="csX5" fmla="*/ 2642912 w 4746892"/>
                <a:gd name="csY5" fmla="*/ 2628154 h 4220527"/>
                <a:gd name="csX6" fmla="*/ 8594 w 4746892"/>
                <a:gd name="csY6" fmla="*/ 4213311 h 4220527"/>
                <a:gd name="csX0" fmla="*/ 8594 w 4693867"/>
                <a:gd name="csY0" fmla="*/ 4136922 h 4144138"/>
                <a:gd name="csX1" fmla="*/ 1738740 w 4693867"/>
                <a:gd name="csY1" fmla="*/ 1760454 h 4144138"/>
                <a:gd name="csX2" fmla="*/ 2599988 w 4693867"/>
                <a:gd name="csY2" fmla="*/ 184577 h 4144138"/>
                <a:gd name="csX3" fmla="*/ 4389395 w 4693867"/>
                <a:gd name="csY3" fmla="*/ 77394 h 4144138"/>
                <a:gd name="csX4" fmla="*/ 4452929 w 4693867"/>
                <a:gd name="csY4" fmla="*/ 1720297 h 4144138"/>
                <a:gd name="csX5" fmla="*/ 2642912 w 4693867"/>
                <a:gd name="csY5" fmla="*/ 2551765 h 4144138"/>
                <a:gd name="csX6" fmla="*/ 8594 w 4693867"/>
                <a:gd name="csY6" fmla="*/ 4136922 h 4144138"/>
                <a:gd name="csX0" fmla="*/ 8594 w 4699247"/>
                <a:gd name="csY0" fmla="*/ 4098901 h 4106117"/>
                <a:gd name="csX1" fmla="*/ 1738740 w 4699247"/>
                <a:gd name="csY1" fmla="*/ 1722433 h 4106117"/>
                <a:gd name="csX2" fmla="*/ 2599988 w 4699247"/>
                <a:gd name="csY2" fmla="*/ 146556 h 4106117"/>
                <a:gd name="csX3" fmla="*/ 4409070 w 4699247"/>
                <a:gd name="csY3" fmla="*/ 115412 h 4106117"/>
                <a:gd name="csX4" fmla="*/ 4452929 w 4699247"/>
                <a:gd name="csY4" fmla="*/ 1682276 h 4106117"/>
                <a:gd name="csX5" fmla="*/ 2642912 w 4699247"/>
                <a:gd name="csY5" fmla="*/ 2513744 h 4106117"/>
                <a:gd name="csX6" fmla="*/ 8594 w 4699247"/>
                <a:gd name="csY6" fmla="*/ 4098901 h 4106117"/>
                <a:gd name="csX0" fmla="*/ 8594 w 4703971"/>
                <a:gd name="csY0" fmla="*/ 4107920 h 4115136"/>
                <a:gd name="csX1" fmla="*/ 1738740 w 4703971"/>
                <a:gd name="csY1" fmla="*/ 1731452 h 4115136"/>
                <a:gd name="csX2" fmla="*/ 2599988 w 4703971"/>
                <a:gd name="csY2" fmla="*/ 155575 h 4115136"/>
                <a:gd name="csX3" fmla="*/ 4409070 w 4703971"/>
                <a:gd name="csY3" fmla="*/ 124431 h 4115136"/>
                <a:gd name="csX4" fmla="*/ 4452929 w 4703971"/>
                <a:gd name="csY4" fmla="*/ 1691295 h 4115136"/>
                <a:gd name="csX5" fmla="*/ 2642912 w 4703971"/>
                <a:gd name="csY5" fmla="*/ 2522763 h 4115136"/>
                <a:gd name="csX6" fmla="*/ 8594 w 4703971"/>
                <a:gd name="csY6" fmla="*/ 4107920 h 4115136"/>
                <a:gd name="csX0" fmla="*/ 8594 w 4703971"/>
                <a:gd name="csY0" fmla="*/ 4195888 h 4203104"/>
                <a:gd name="csX1" fmla="*/ 1738740 w 4703971"/>
                <a:gd name="csY1" fmla="*/ 1819420 h 4203104"/>
                <a:gd name="csX2" fmla="*/ 2599988 w 4703971"/>
                <a:gd name="csY2" fmla="*/ 243543 h 4203104"/>
                <a:gd name="csX3" fmla="*/ 4409070 w 4703971"/>
                <a:gd name="csY3" fmla="*/ 212399 h 4203104"/>
                <a:gd name="csX4" fmla="*/ 4452929 w 4703971"/>
                <a:gd name="csY4" fmla="*/ 1779263 h 4203104"/>
                <a:gd name="csX5" fmla="*/ 2642912 w 4703971"/>
                <a:gd name="csY5" fmla="*/ 2610731 h 4203104"/>
                <a:gd name="csX6" fmla="*/ 8594 w 4703971"/>
                <a:gd name="csY6" fmla="*/ 4195888 h 4203104"/>
                <a:gd name="csX0" fmla="*/ 8594 w 4703971"/>
                <a:gd name="csY0" fmla="*/ 4213778 h 4220994"/>
                <a:gd name="csX1" fmla="*/ 1738740 w 4703971"/>
                <a:gd name="csY1" fmla="*/ 1837310 h 4220994"/>
                <a:gd name="csX2" fmla="*/ 2599988 w 4703971"/>
                <a:gd name="csY2" fmla="*/ 261433 h 4220994"/>
                <a:gd name="csX3" fmla="*/ 4409070 w 4703971"/>
                <a:gd name="csY3" fmla="*/ 230289 h 4220994"/>
                <a:gd name="csX4" fmla="*/ 4452929 w 4703971"/>
                <a:gd name="csY4" fmla="*/ 1797153 h 4220994"/>
                <a:gd name="csX5" fmla="*/ 2642912 w 4703971"/>
                <a:gd name="csY5" fmla="*/ 2628621 h 4220994"/>
                <a:gd name="csX6" fmla="*/ 8594 w 4703971"/>
                <a:gd name="csY6" fmla="*/ 4213778 h 4220994"/>
                <a:gd name="csX0" fmla="*/ 8594 w 4855548"/>
                <a:gd name="csY0" fmla="*/ 4390510 h 4397726"/>
                <a:gd name="csX1" fmla="*/ 1738740 w 4855548"/>
                <a:gd name="csY1" fmla="*/ 2014042 h 4397726"/>
                <a:gd name="csX2" fmla="*/ 2599988 w 4855548"/>
                <a:gd name="csY2" fmla="*/ 438165 h 4397726"/>
                <a:gd name="csX3" fmla="*/ 4756647 w 4855548"/>
                <a:gd name="csY3" fmla="*/ 26825 h 4397726"/>
                <a:gd name="csX4" fmla="*/ 4452929 w 4855548"/>
                <a:gd name="csY4" fmla="*/ 1973885 h 4397726"/>
                <a:gd name="csX5" fmla="*/ 2642912 w 4855548"/>
                <a:gd name="csY5" fmla="*/ 2805353 h 4397726"/>
                <a:gd name="csX6" fmla="*/ 8594 w 4855548"/>
                <a:gd name="csY6" fmla="*/ 4390510 h 4397726"/>
                <a:gd name="csX0" fmla="*/ 8594 w 5018748"/>
                <a:gd name="csY0" fmla="*/ 4545598 h 4552814"/>
                <a:gd name="csX1" fmla="*/ 1738740 w 5018748"/>
                <a:gd name="csY1" fmla="*/ 2169130 h 4552814"/>
                <a:gd name="csX2" fmla="*/ 2599988 w 5018748"/>
                <a:gd name="csY2" fmla="*/ 593253 h 4552814"/>
                <a:gd name="csX3" fmla="*/ 4973062 w 5018748"/>
                <a:gd name="csY3" fmla="*/ 18136 h 4552814"/>
                <a:gd name="csX4" fmla="*/ 4452929 w 5018748"/>
                <a:gd name="csY4" fmla="*/ 2128973 h 4552814"/>
                <a:gd name="csX5" fmla="*/ 2642912 w 5018748"/>
                <a:gd name="csY5" fmla="*/ 2960441 h 4552814"/>
                <a:gd name="csX6" fmla="*/ 8594 w 5018748"/>
                <a:gd name="csY6" fmla="*/ 4545598 h 4552814"/>
                <a:gd name="csX0" fmla="*/ 8594 w 5002691"/>
                <a:gd name="csY0" fmla="*/ 4537753 h 4544969"/>
                <a:gd name="csX1" fmla="*/ 1738740 w 5002691"/>
                <a:gd name="csY1" fmla="*/ 2161285 h 4544969"/>
                <a:gd name="csX2" fmla="*/ 2599988 w 5002691"/>
                <a:gd name="csY2" fmla="*/ 585408 h 4544969"/>
                <a:gd name="csX3" fmla="*/ 4973062 w 5002691"/>
                <a:gd name="csY3" fmla="*/ 10291 h 4544969"/>
                <a:gd name="csX4" fmla="*/ 4452929 w 5002691"/>
                <a:gd name="csY4" fmla="*/ 2121128 h 4544969"/>
                <a:gd name="csX5" fmla="*/ 2642912 w 5002691"/>
                <a:gd name="csY5" fmla="*/ 2952596 h 4544969"/>
                <a:gd name="csX6" fmla="*/ 8594 w 5002691"/>
                <a:gd name="csY6" fmla="*/ 4537753 h 4544969"/>
                <a:gd name="csX0" fmla="*/ 8594 w 4705059"/>
                <a:gd name="csY0" fmla="*/ 4122711 h 4129927"/>
                <a:gd name="csX1" fmla="*/ 1738740 w 4705059"/>
                <a:gd name="csY1" fmla="*/ 1746243 h 4129927"/>
                <a:gd name="csX2" fmla="*/ 2599988 w 4705059"/>
                <a:gd name="csY2" fmla="*/ 170366 h 4129927"/>
                <a:gd name="csX3" fmla="*/ 4446032 w 4705059"/>
                <a:gd name="csY3" fmla="*/ 89415 h 4129927"/>
                <a:gd name="csX4" fmla="*/ 4452929 w 4705059"/>
                <a:gd name="csY4" fmla="*/ 1706086 h 4129927"/>
                <a:gd name="csX5" fmla="*/ 2642912 w 4705059"/>
                <a:gd name="csY5" fmla="*/ 2537554 h 4129927"/>
                <a:gd name="csX6" fmla="*/ 8594 w 4705059"/>
                <a:gd name="csY6" fmla="*/ 4122711 h 4129927"/>
                <a:gd name="csX0" fmla="*/ 8594 w 4596663"/>
                <a:gd name="csY0" fmla="*/ 4215533 h 4224499"/>
                <a:gd name="csX1" fmla="*/ 1738740 w 4596663"/>
                <a:gd name="csY1" fmla="*/ 1839065 h 4224499"/>
                <a:gd name="csX2" fmla="*/ 2599988 w 4596663"/>
                <a:gd name="csY2" fmla="*/ 263188 h 4224499"/>
                <a:gd name="csX3" fmla="*/ 4446032 w 4596663"/>
                <a:gd name="csY3" fmla="*/ 182237 h 4224499"/>
                <a:gd name="csX4" fmla="*/ 4129398 w 4596663"/>
                <a:gd name="csY4" fmla="*/ 2079669 h 4224499"/>
                <a:gd name="csX5" fmla="*/ 2642912 w 4596663"/>
                <a:gd name="csY5" fmla="*/ 2630376 h 4224499"/>
                <a:gd name="csX6" fmla="*/ 8594 w 4596663"/>
                <a:gd name="csY6" fmla="*/ 4215533 h 4224499"/>
                <a:gd name="csX0" fmla="*/ 10635 w 4618520"/>
                <a:gd name="csY0" fmla="*/ 4140860 h 4149826"/>
                <a:gd name="csX1" fmla="*/ 1740781 w 4618520"/>
                <a:gd name="csY1" fmla="*/ 1764392 h 4149826"/>
                <a:gd name="csX2" fmla="*/ 2330962 w 4618520"/>
                <a:gd name="csY2" fmla="*/ 399085 h 4149826"/>
                <a:gd name="csX3" fmla="*/ 4448073 w 4618520"/>
                <a:gd name="csY3" fmla="*/ 107564 h 4149826"/>
                <a:gd name="csX4" fmla="*/ 4131439 w 4618520"/>
                <a:gd name="csY4" fmla="*/ 2004996 h 4149826"/>
                <a:gd name="csX5" fmla="*/ 2644953 w 4618520"/>
                <a:gd name="csY5" fmla="*/ 2555703 h 4149826"/>
                <a:gd name="csX6" fmla="*/ 10635 w 4618520"/>
                <a:gd name="csY6" fmla="*/ 4140860 h 4149826"/>
                <a:gd name="csX0" fmla="*/ 2473 w 4610358"/>
                <a:gd name="csY0" fmla="*/ 4148168 h 4152706"/>
                <a:gd name="csX1" fmla="*/ 2161081 w 4610358"/>
                <a:gd name="csY1" fmla="*/ 2013468 h 4152706"/>
                <a:gd name="csX2" fmla="*/ 2322800 w 4610358"/>
                <a:gd name="csY2" fmla="*/ 406393 h 4152706"/>
                <a:gd name="csX3" fmla="*/ 4439911 w 4610358"/>
                <a:gd name="csY3" fmla="*/ 114872 h 4152706"/>
                <a:gd name="csX4" fmla="*/ 4123277 w 4610358"/>
                <a:gd name="csY4" fmla="*/ 2012304 h 4152706"/>
                <a:gd name="csX5" fmla="*/ 2636791 w 4610358"/>
                <a:gd name="csY5" fmla="*/ 2563011 h 4152706"/>
                <a:gd name="csX6" fmla="*/ 2473 w 4610358"/>
                <a:gd name="csY6" fmla="*/ 4148168 h 4152706"/>
                <a:gd name="csX0" fmla="*/ 400 w 4608285"/>
                <a:gd name="csY0" fmla="*/ 4148168 h 4148397"/>
                <a:gd name="csX1" fmla="*/ 2159008 w 4608285"/>
                <a:gd name="csY1" fmla="*/ 2013468 h 4148397"/>
                <a:gd name="csX2" fmla="*/ 2320727 w 4608285"/>
                <a:gd name="csY2" fmla="*/ 406393 h 4148397"/>
                <a:gd name="csX3" fmla="*/ 4437838 w 4608285"/>
                <a:gd name="csY3" fmla="*/ 114872 h 4148397"/>
                <a:gd name="csX4" fmla="*/ 4121204 w 4608285"/>
                <a:gd name="csY4" fmla="*/ 2012304 h 4148397"/>
                <a:gd name="csX5" fmla="*/ 2346163 w 4608285"/>
                <a:gd name="csY5" fmla="*/ 2149669 h 4148397"/>
                <a:gd name="csX6" fmla="*/ 400 w 4608285"/>
                <a:gd name="csY6" fmla="*/ 4148168 h 4148397"/>
                <a:gd name="csX0" fmla="*/ 400 w 4547161"/>
                <a:gd name="csY0" fmla="*/ 4069645 h 4069874"/>
                <a:gd name="csX1" fmla="*/ 2159008 w 4547161"/>
                <a:gd name="csY1" fmla="*/ 1934945 h 4069874"/>
                <a:gd name="csX2" fmla="*/ 2320727 w 4547161"/>
                <a:gd name="csY2" fmla="*/ 327870 h 4069874"/>
                <a:gd name="csX3" fmla="*/ 4437838 w 4547161"/>
                <a:gd name="csY3" fmla="*/ 36349 h 4069874"/>
                <a:gd name="csX4" fmla="*/ 4121204 w 4547161"/>
                <a:gd name="csY4" fmla="*/ 1933781 h 4069874"/>
                <a:gd name="csX5" fmla="*/ 2346163 w 4547161"/>
                <a:gd name="csY5" fmla="*/ 2071146 h 4069874"/>
                <a:gd name="csX6" fmla="*/ 400 w 4547161"/>
                <a:gd name="csY6" fmla="*/ 4069645 h 4069874"/>
                <a:gd name="csX0" fmla="*/ 536 w 3991476"/>
                <a:gd name="csY0" fmla="*/ 3539321 h 3539632"/>
                <a:gd name="csX1" fmla="*/ 1603323 w 3991476"/>
                <a:gd name="csY1" fmla="*/ 1934945 h 3539632"/>
                <a:gd name="csX2" fmla="*/ 1765042 w 3991476"/>
                <a:gd name="csY2" fmla="*/ 327870 h 3539632"/>
                <a:gd name="csX3" fmla="*/ 3882153 w 3991476"/>
                <a:gd name="csY3" fmla="*/ 36349 h 3539632"/>
                <a:gd name="csX4" fmla="*/ 3565519 w 3991476"/>
                <a:gd name="csY4" fmla="*/ 1933781 h 3539632"/>
                <a:gd name="csX5" fmla="*/ 1790478 w 3991476"/>
                <a:gd name="csY5" fmla="*/ 2071146 h 3539632"/>
                <a:gd name="csX6" fmla="*/ 536 w 3991476"/>
                <a:gd name="csY6" fmla="*/ 3539321 h 3539632"/>
                <a:gd name="csX0" fmla="*/ 527 w 4017318"/>
                <a:gd name="csY0" fmla="*/ 3573908 h 3574212"/>
                <a:gd name="csX1" fmla="*/ 1629165 w 4017318"/>
                <a:gd name="csY1" fmla="*/ 1934945 h 3574212"/>
                <a:gd name="csX2" fmla="*/ 1790884 w 4017318"/>
                <a:gd name="csY2" fmla="*/ 327870 h 3574212"/>
                <a:gd name="csX3" fmla="*/ 3907995 w 4017318"/>
                <a:gd name="csY3" fmla="*/ 36349 h 3574212"/>
                <a:gd name="csX4" fmla="*/ 3591361 w 4017318"/>
                <a:gd name="csY4" fmla="*/ 1933781 h 3574212"/>
                <a:gd name="csX5" fmla="*/ 1816320 w 4017318"/>
                <a:gd name="csY5" fmla="*/ 2071146 h 3574212"/>
                <a:gd name="csX6" fmla="*/ 527 w 4017318"/>
                <a:gd name="csY6" fmla="*/ 3573908 h 3574212"/>
                <a:gd name="csX0" fmla="*/ 3641 w 4020432"/>
                <a:gd name="csY0" fmla="*/ 3573908 h 3577567"/>
                <a:gd name="csX1" fmla="*/ 1632279 w 4020432"/>
                <a:gd name="csY1" fmla="*/ 1934945 h 3577567"/>
                <a:gd name="csX2" fmla="*/ 1793998 w 4020432"/>
                <a:gd name="csY2" fmla="*/ 327870 h 3577567"/>
                <a:gd name="csX3" fmla="*/ 3911109 w 4020432"/>
                <a:gd name="csY3" fmla="*/ 36349 h 3577567"/>
                <a:gd name="csX4" fmla="*/ 3594475 w 4020432"/>
                <a:gd name="csY4" fmla="*/ 1933781 h 3577567"/>
                <a:gd name="csX5" fmla="*/ 1819434 w 4020432"/>
                <a:gd name="csY5" fmla="*/ 2071146 h 3577567"/>
                <a:gd name="csX6" fmla="*/ 3641 w 4020432"/>
                <a:gd name="csY6" fmla="*/ 3573908 h 3577567"/>
                <a:gd name="csX0" fmla="*/ 11923 w 4028714"/>
                <a:gd name="csY0" fmla="*/ 3573908 h 3583559"/>
                <a:gd name="csX1" fmla="*/ 1640561 w 4028714"/>
                <a:gd name="csY1" fmla="*/ 1934945 h 3583559"/>
                <a:gd name="csX2" fmla="*/ 1802280 w 4028714"/>
                <a:gd name="csY2" fmla="*/ 327870 h 3583559"/>
                <a:gd name="csX3" fmla="*/ 3919391 w 4028714"/>
                <a:gd name="csY3" fmla="*/ 36349 h 3583559"/>
                <a:gd name="csX4" fmla="*/ 3602757 w 4028714"/>
                <a:gd name="csY4" fmla="*/ 1933781 h 3583559"/>
                <a:gd name="csX5" fmla="*/ 1827716 w 4028714"/>
                <a:gd name="csY5" fmla="*/ 2071146 h 3583559"/>
                <a:gd name="csX6" fmla="*/ 11923 w 4028714"/>
                <a:gd name="csY6" fmla="*/ 3573908 h 3583559"/>
                <a:gd name="csX0" fmla="*/ 1130 w 4017921"/>
                <a:gd name="csY0" fmla="*/ 3573908 h 3577714"/>
                <a:gd name="csX1" fmla="*/ 1629768 w 4017921"/>
                <a:gd name="csY1" fmla="*/ 1934945 h 3577714"/>
                <a:gd name="csX2" fmla="*/ 1791487 w 4017921"/>
                <a:gd name="csY2" fmla="*/ 327870 h 3577714"/>
                <a:gd name="csX3" fmla="*/ 3908598 w 4017921"/>
                <a:gd name="csY3" fmla="*/ 36349 h 3577714"/>
                <a:gd name="csX4" fmla="*/ 3591964 w 4017921"/>
                <a:gd name="csY4" fmla="*/ 1933781 h 3577714"/>
                <a:gd name="csX5" fmla="*/ 1906115 w 4017921"/>
                <a:gd name="csY5" fmla="*/ 2373434 h 3577714"/>
                <a:gd name="csX6" fmla="*/ 1130 w 4017921"/>
                <a:gd name="csY6" fmla="*/ 3573908 h 3577714"/>
                <a:gd name="csX0" fmla="*/ 434 w 4017225"/>
                <a:gd name="csY0" fmla="*/ 3573908 h 3574428"/>
                <a:gd name="csX1" fmla="*/ 1629072 w 4017225"/>
                <a:gd name="csY1" fmla="*/ 1934945 h 3574428"/>
                <a:gd name="csX2" fmla="*/ 1790791 w 4017225"/>
                <a:gd name="csY2" fmla="*/ 327870 h 3574428"/>
                <a:gd name="csX3" fmla="*/ 3907902 w 4017225"/>
                <a:gd name="csY3" fmla="*/ 36349 h 3574428"/>
                <a:gd name="csX4" fmla="*/ 3591268 w 4017225"/>
                <a:gd name="csY4" fmla="*/ 1933781 h 3574428"/>
                <a:gd name="csX5" fmla="*/ 1798394 w 4017225"/>
                <a:gd name="csY5" fmla="*/ 2110926 h 3574428"/>
                <a:gd name="csX6" fmla="*/ 434 w 4017225"/>
                <a:gd name="csY6" fmla="*/ 3573908 h 3574428"/>
                <a:gd name="csX0" fmla="*/ 434 w 4017225"/>
                <a:gd name="csY0" fmla="*/ 3573908 h 3574310"/>
                <a:gd name="csX1" fmla="*/ 1629072 w 4017225"/>
                <a:gd name="csY1" fmla="*/ 1934945 h 3574310"/>
                <a:gd name="csX2" fmla="*/ 1790791 w 4017225"/>
                <a:gd name="csY2" fmla="*/ 327870 h 3574310"/>
                <a:gd name="csX3" fmla="*/ 3907902 w 4017225"/>
                <a:gd name="csY3" fmla="*/ 36349 h 3574310"/>
                <a:gd name="csX4" fmla="*/ 3591268 w 4017225"/>
                <a:gd name="csY4" fmla="*/ 1933781 h 3574310"/>
                <a:gd name="csX5" fmla="*/ 1798394 w 4017225"/>
                <a:gd name="csY5" fmla="*/ 2110926 h 3574310"/>
                <a:gd name="csX6" fmla="*/ 434 w 4017225"/>
                <a:gd name="csY6" fmla="*/ 3573908 h 3574310"/>
                <a:gd name="csX0" fmla="*/ 434 w 4017225"/>
                <a:gd name="csY0" fmla="*/ 3573908 h 3576627"/>
                <a:gd name="csX1" fmla="*/ 1629072 w 4017225"/>
                <a:gd name="csY1" fmla="*/ 1934945 h 3576627"/>
                <a:gd name="csX2" fmla="*/ 1790791 w 4017225"/>
                <a:gd name="csY2" fmla="*/ 327870 h 3576627"/>
                <a:gd name="csX3" fmla="*/ 3907902 w 4017225"/>
                <a:gd name="csY3" fmla="*/ 36349 h 3576627"/>
                <a:gd name="csX4" fmla="*/ 3591268 w 4017225"/>
                <a:gd name="csY4" fmla="*/ 1933781 h 3576627"/>
                <a:gd name="csX5" fmla="*/ 1798395 w 4017225"/>
                <a:gd name="csY5" fmla="*/ 2365482 h 3576627"/>
                <a:gd name="csX6" fmla="*/ 434 w 4017225"/>
                <a:gd name="csY6" fmla="*/ 3573908 h 3576627"/>
                <a:gd name="csX0" fmla="*/ 434 w 4017225"/>
                <a:gd name="csY0" fmla="*/ 3573908 h 3576355"/>
                <a:gd name="csX1" fmla="*/ 1629072 w 4017225"/>
                <a:gd name="csY1" fmla="*/ 1934945 h 3576355"/>
                <a:gd name="csX2" fmla="*/ 1790791 w 4017225"/>
                <a:gd name="csY2" fmla="*/ 327870 h 3576355"/>
                <a:gd name="csX3" fmla="*/ 3907902 w 4017225"/>
                <a:gd name="csY3" fmla="*/ 36349 h 3576355"/>
                <a:gd name="csX4" fmla="*/ 3591268 w 4017225"/>
                <a:gd name="csY4" fmla="*/ 1933781 h 3576355"/>
                <a:gd name="csX5" fmla="*/ 1798395 w 4017225"/>
                <a:gd name="csY5" fmla="*/ 2365482 h 3576355"/>
                <a:gd name="csX6" fmla="*/ 434 w 4017225"/>
                <a:gd name="csY6" fmla="*/ 3573908 h 3576355"/>
                <a:gd name="csX0" fmla="*/ 434 w 4017225"/>
                <a:gd name="csY0" fmla="*/ 3573908 h 3583502"/>
                <a:gd name="csX1" fmla="*/ 1629072 w 4017225"/>
                <a:gd name="csY1" fmla="*/ 1934945 h 3583502"/>
                <a:gd name="csX2" fmla="*/ 1790791 w 4017225"/>
                <a:gd name="csY2" fmla="*/ 327870 h 3583502"/>
                <a:gd name="csX3" fmla="*/ 3907902 w 4017225"/>
                <a:gd name="csY3" fmla="*/ 36349 h 3583502"/>
                <a:gd name="csX4" fmla="*/ 3591268 w 4017225"/>
                <a:gd name="csY4" fmla="*/ 1933781 h 3583502"/>
                <a:gd name="csX5" fmla="*/ 1798396 w 4017225"/>
                <a:gd name="csY5" fmla="*/ 2715497 h 3583502"/>
                <a:gd name="csX6" fmla="*/ 434 w 4017225"/>
                <a:gd name="csY6" fmla="*/ 3573908 h 3583502"/>
                <a:gd name="csX0" fmla="*/ 20204 w 4036995"/>
                <a:gd name="csY0" fmla="*/ 3574326 h 3583563"/>
                <a:gd name="csX1" fmla="*/ 908564 w 4036995"/>
                <a:gd name="csY1" fmla="*/ 1951275 h 3583563"/>
                <a:gd name="csX2" fmla="*/ 1810561 w 4036995"/>
                <a:gd name="csY2" fmla="*/ 328288 h 3583563"/>
                <a:gd name="csX3" fmla="*/ 3927672 w 4036995"/>
                <a:gd name="csY3" fmla="*/ 36767 h 3583563"/>
                <a:gd name="csX4" fmla="*/ 3611038 w 4036995"/>
                <a:gd name="csY4" fmla="*/ 1934199 h 3583563"/>
                <a:gd name="csX5" fmla="*/ 1818166 w 4036995"/>
                <a:gd name="csY5" fmla="*/ 2715915 h 3583563"/>
                <a:gd name="csX6" fmla="*/ 20204 w 4036995"/>
                <a:gd name="csY6" fmla="*/ 3574326 h 3583563"/>
                <a:gd name="csX0" fmla="*/ 12549 w 4029340"/>
                <a:gd name="csY0" fmla="*/ 3574326 h 3583563"/>
                <a:gd name="csX1" fmla="*/ 900909 w 4029340"/>
                <a:gd name="csY1" fmla="*/ 1951275 h 3583563"/>
                <a:gd name="csX2" fmla="*/ 1802906 w 4029340"/>
                <a:gd name="csY2" fmla="*/ 328288 h 3583563"/>
                <a:gd name="csX3" fmla="*/ 3920017 w 4029340"/>
                <a:gd name="csY3" fmla="*/ 36767 h 3583563"/>
                <a:gd name="csX4" fmla="*/ 3603383 w 4029340"/>
                <a:gd name="csY4" fmla="*/ 1934199 h 3583563"/>
                <a:gd name="csX5" fmla="*/ 1810511 w 4029340"/>
                <a:gd name="csY5" fmla="*/ 2715915 h 3583563"/>
                <a:gd name="csX6" fmla="*/ 12549 w 4029340"/>
                <a:gd name="csY6" fmla="*/ 3574326 h 3583563"/>
                <a:gd name="csX0" fmla="*/ 2018 w 4018809"/>
                <a:gd name="csY0" fmla="*/ 3573908 h 3583502"/>
                <a:gd name="csX1" fmla="*/ 1389840 w 4018809"/>
                <a:gd name="csY1" fmla="*/ 1934947 h 3583502"/>
                <a:gd name="csX2" fmla="*/ 1792375 w 4018809"/>
                <a:gd name="csY2" fmla="*/ 327870 h 3583502"/>
                <a:gd name="csX3" fmla="*/ 3909486 w 4018809"/>
                <a:gd name="csY3" fmla="*/ 36349 h 3583502"/>
                <a:gd name="csX4" fmla="*/ 3592852 w 4018809"/>
                <a:gd name="csY4" fmla="*/ 1933781 h 3583502"/>
                <a:gd name="csX5" fmla="*/ 1799980 w 4018809"/>
                <a:gd name="csY5" fmla="*/ 2715497 h 3583502"/>
                <a:gd name="csX6" fmla="*/ 2018 w 4018809"/>
                <a:gd name="csY6" fmla="*/ 3573908 h 3583502"/>
                <a:gd name="csX0" fmla="*/ 2018 w 4018809"/>
                <a:gd name="csY0" fmla="*/ 3573908 h 3575401"/>
                <a:gd name="csX1" fmla="*/ 1389840 w 4018809"/>
                <a:gd name="csY1" fmla="*/ 1934947 h 3575401"/>
                <a:gd name="csX2" fmla="*/ 1792375 w 4018809"/>
                <a:gd name="csY2" fmla="*/ 327870 h 3575401"/>
                <a:gd name="csX3" fmla="*/ 3909486 w 4018809"/>
                <a:gd name="csY3" fmla="*/ 36349 h 3575401"/>
                <a:gd name="csX4" fmla="*/ 3592852 w 4018809"/>
                <a:gd name="csY4" fmla="*/ 1933781 h 3575401"/>
                <a:gd name="csX5" fmla="*/ 1799983 w 4018809"/>
                <a:gd name="csY5" fmla="*/ 2277981 h 3575401"/>
                <a:gd name="csX6" fmla="*/ 2018 w 4018809"/>
                <a:gd name="csY6" fmla="*/ 3573908 h 3575401"/>
                <a:gd name="csX0" fmla="*/ 2279 w 4019070"/>
                <a:gd name="csY0" fmla="*/ 3573908 h 3576883"/>
                <a:gd name="csX1" fmla="*/ 1390101 w 4019070"/>
                <a:gd name="csY1" fmla="*/ 1934947 h 3576883"/>
                <a:gd name="csX2" fmla="*/ 1792636 w 4019070"/>
                <a:gd name="csY2" fmla="*/ 327870 h 3576883"/>
                <a:gd name="csX3" fmla="*/ 3909747 w 4019070"/>
                <a:gd name="csY3" fmla="*/ 36349 h 3576883"/>
                <a:gd name="csX4" fmla="*/ 3593113 w 4019070"/>
                <a:gd name="csY4" fmla="*/ 1933781 h 3576883"/>
                <a:gd name="csX5" fmla="*/ 1827004 w 4019070"/>
                <a:gd name="csY5" fmla="*/ 2405261 h 3576883"/>
                <a:gd name="csX6" fmla="*/ 2279 w 4019070"/>
                <a:gd name="csY6" fmla="*/ 3573908 h 3576883"/>
                <a:gd name="csX0" fmla="*/ 3304 w 4020095"/>
                <a:gd name="csY0" fmla="*/ 3573700 h 3576772"/>
                <a:gd name="csX1" fmla="*/ 1310858 w 4020095"/>
                <a:gd name="csY1" fmla="*/ 1926786 h 3576772"/>
                <a:gd name="csX2" fmla="*/ 1793661 w 4020095"/>
                <a:gd name="csY2" fmla="*/ 327662 h 3576772"/>
                <a:gd name="csX3" fmla="*/ 3910772 w 4020095"/>
                <a:gd name="csY3" fmla="*/ 36141 h 3576772"/>
                <a:gd name="csX4" fmla="*/ 3594138 w 4020095"/>
                <a:gd name="csY4" fmla="*/ 1933573 h 3576772"/>
                <a:gd name="csX5" fmla="*/ 1828029 w 4020095"/>
                <a:gd name="csY5" fmla="*/ 2405053 h 3576772"/>
                <a:gd name="csX6" fmla="*/ 3304 w 4020095"/>
                <a:gd name="csY6" fmla="*/ 3573700 h 3576772"/>
                <a:gd name="csX0" fmla="*/ 3254 w 4020045"/>
                <a:gd name="csY0" fmla="*/ 3573700 h 3576772"/>
                <a:gd name="csX1" fmla="*/ 1310808 w 4020045"/>
                <a:gd name="csY1" fmla="*/ 1926786 h 3576772"/>
                <a:gd name="csX2" fmla="*/ 1793611 w 4020045"/>
                <a:gd name="csY2" fmla="*/ 327662 h 3576772"/>
                <a:gd name="csX3" fmla="*/ 3910722 w 4020045"/>
                <a:gd name="csY3" fmla="*/ 36141 h 3576772"/>
                <a:gd name="csX4" fmla="*/ 3594088 w 4020045"/>
                <a:gd name="csY4" fmla="*/ 1933573 h 3576772"/>
                <a:gd name="csX5" fmla="*/ 1827979 w 4020045"/>
                <a:gd name="csY5" fmla="*/ 2405053 h 3576772"/>
                <a:gd name="csX6" fmla="*/ 3254 w 4020045"/>
                <a:gd name="csY6" fmla="*/ 3573700 h 35767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020045" h="3576772">
                  <a:moveTo>
                    <a:pt x="3254" y="3573700"/>
                  </a:moveTo>
                  <a:cubicBezTo>
                    <a:pt x="-82941" y="3493989"/>
                    <a:pt x="1574310" y="2340515"/>
                    <a:pt x="1310808" y="1926786"/>
                  </a:cubicBezTo>
                  <a:cubicBezTo>
                    <a:pt x="1047306" y="1513057"/>
                    <a:pt x="1360292" y="642769"/>
                    <a:pt x="1793611" y="327662"/>
                  </a:cubicBezTo>
                  <a:cubicBezTo>
                    <a:pt x="2226930" y="12555"/>
                    <a:pt x="3750548" y="-52136"/>
                    <a:pt x="3910722" y="36141"/>
                  </a:cubicBezTo>
                  <a:cubicBezTo>
                    <a:pt x="4070896" y="124418"/>
                    <a:pt x="4120351" y="1358027"/>
                    <a:pt x="3594088" y="1933573"/>
                  </a:cubicBezTo>
                  <a:cubicBezTo>
                    <a:pt x="3171099" y="2391895"/>
                    <a:pt x="2301583" y="2656718"/>
                    <a:pt x="1827979" y="2405053"/>
                  </a:cubicBezTo>
                  <a:cubicBezTo>
                    <a:pt x="1354375" y="2153388"/>
                    <a:pt x="89449" y="3653411"/>
                    <a:pt x="3254" y="3573700"/>
                  </a:cubicBezTo>
                  <a:close/>
                </a:path>
              </a:pathLst>
            </a:custGeom>
            <a:noFill/>
            <a:ln>
              <a:solidFill>
                <a:srgbClr val="0C26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3" name="Freeform 1032">
              <a:extLst>
                <a:ext uri="{FF2B5EF4-FFF2-40B4-BE49-F238E27FC236}">
                  <a16:creationId xmlns:a16="http://schemas.microsoft.com/office/drawing/2014/main" id="{06ED10F6-E3FE-E7E9-5F1F-F913A9728493}"/>
                </a:ext>
              </a:extLst>
            </p:cNvPr>
            <p:cNvSpPr/>
            <p:nvPr userDrawn="1"/>
          </p:nvSpPr>
          <p:spPr>
            <a:xfrm rot="16200000">
              <a:off x="7300990" y="2351879"/>
              <a:ext cx="2615869" cy="2682267"/>
            </a:xfrm>
            <a:custGeom>
              <a:avLst/>
              <a:gdLst>
                <a:gd name="csX0" fmla="*/ 1893 w 3484511"/>
                <a:gd name="csY0" fmla="*/ 3509215 h 3511799"/>
                <a:gd name="csX1" fmla="*/ 1514170 w 3484511"/>
                <a:gd name="csY1" fmla="*/ 1703861 h 3511799"/>
                <a:gd name="csX2" fmla="*/ 2029985 w 3484511"/>
                <a:gd name="csY2" fmla="*/ 226753 h 3511799"/>
                <a:gd name="csX3" fmla="*/ 3378139 w 3484511"/>
                <a:gd name="csY3" fmla="*/ 144692 h 3511799"/>
                <a:gd name="csX4" fmla="*/ 3225739 w 3484511"/>
                <a:gd name="csY4" fmla="*/ 1586630 h 3511799"/>
                <a:gd name="csX5" fmla="*/ 1854139 w 3484511"/>
                <a:gd name="csY5" fmla="*/ 2090723 h 3511799"/>
                <a:gd name="csX6" fmla="*/ 1893 w 3484511"/>
                <a:gd name="csY6" fmla="*/ 3509215 h 3511799"/>
                <a:gd name="csX0" fmla="*/ 1352 w 4094215"/>
                <a:gd name="csY0" fmla="*/ 4103738 h 4105568"/>
                <a:gd name="csX1" fmla="*/ 2123874 w 4094215"/>
                <a:gd name="csY1" fmla="*/ 1703861 h 4105568"/>
                <a:gd name="csX2" fmla="*/ 2639689 w 4094215"/>
                <a:gd name="csY2" fmla="*/ 226753 h 4105568"/>
                <a:gd name="csX3" fmla="*/ 3987843 w 4094215"/>
                <a:gd name="csY3" fmla="*/ 144692 h 4105568"/>
                <a:gd name="csX4" fmla="*/ 3835443 w 4094215"/>
                <a:gd name="csY4" fmla="*/ 1586630 h 4105568"/>
                <a:gd name="csX5" fmla="*/ 2463843 w 4094215"/>
                <a:gd name="csY5" fmla="*/ 2090723 h 4105568"/>
                <a:gd name="csX6" fmla="*/ 1352 w 4094215"/>
                <a:gd name="csY6" fmla="*/ 4103738 h 4105568"/>
                <a:gd name="csX0" fmla="*/ 1978 w 4094841"/>
                <a:gd name="csY0" fmla="*/ 4101966 h 4104114"/>
                <a:gd name="csX1" fmla="*/ 2058783 w 4094841"/>
                <a:gd name="csY1" fmla="*/ 1668597 h 4104114"/>
                <a:gd name="csX2" fmla="*/ 2640315 w 4094841"/>
                <a:gd name="csY2" fmla="*/ 224981 h 4104114"/>
                <a:gd name="csX3" fmla="*/ 3988469 w 4094841"/>
                <a:gd name="csY3" fmla="*/ 142920 h 4104114"/>
                <a:gd name="csX4" fmla="*/ 3836069 w 4094841"/>
                <a:gd name="csY4" fmla="*/ 1584858 h 4104114"/>
                <a:gd name="csX5" fmla="*/ 2464469 w 4094841"/>
                <a:gd name="csY5" fmla="*/ 2088951 h 4104114"/>
                <a:gd name="csX6" fmla="*/ 1978 w 4094841"/>
                <a:gd name="csY6" fmla="*/ 4101966 h 4104114"/>
                <a:gd name="csX0" fmla="*/ 1943 w 4132359"/>
                <a:gd name="csY0" fmla="*/ 3750277 h 3752868"/>
                <a:gd name="csX1" fmla="*/ 2096301 w 4132359"/>
                <a:gd name="csY1" fmla="*/ 1668597 h 3752868"/>
                <a:gd name="csX2" fmla="*/ 2677833 w 4132359"/>
                <a:gd name="csY2" fmla="*/ 224981 h 3752868"/>
                <a:gd name="csX3" fmla="*/ 4025987 w 4132359"/>
                <a:gd name="csY3" fmla="*/ 142920 h 3752868"/>
                <a:gd name="csX4" fmla="*/ 3873587 w 4132359"/>
                <a:gd name="csY4" fmla="*/ 1584858 h 3752868"/>
                <a:gd name="csX5" fmla="*/ 2501987 w 4132359"/>
                <a:gd name="csY5" fmla="*/ 2088951 h 3752868"/>
                <a:gd name="csX6" fmla="*/ 1943 w 4132359"/>
                <a:gd name="csY6" fmla="*/ 3750277 h 3752868"/>
                <a:gd name="csX0" fmla="*/ 7123 w 4137539"/>
                <a:gd name="csY0" fmla="*/ 3776554 h 3776601"/>
                <a:gd name="csX1" fmla="*/ 1782278 w 4137539"/>
                <a:gd name="csY1" fmla="*/ 2163796 h 3776601"/>
                <a:gd name="csX2" fmla="*/ 2683013 w 4137539"/>
                <a:gd name="csY2" fmla="*/ 251258 h 3776601"/>
                <a:gd name="csX3" fmla="*/ 4031167 w 4137539"/>
                <a:gd name="csY3" fmla="*/ 169197 h 3776601"/>
                <a:gd name="csX4" fmla="*/ 3878767 w 4137539"/>
                <a:gd name="csY4" fmla="*/ 1611135 h 3776601"/>
                <a:gd name="csX5" fmla="*/ 2507167 w 4137539"/>
                <a:gd name="csY5" fmla="*/ 2115228 h 3776601"/>
                <a:gd name="csX6" fmla="*/ 7123 w 4137539"/>
                <a:gd name="csY6" fmla="*/ 3776554 h 3776601"/>
                <a:gd name="csX0" fmla="*/ 25 w 4130441"/>
                <a:gd name="csY0" fmla="*/ 3776554 h 3776586"/>
                <a:gd name="csX1" fmla="*/ 1775180 w 4130441"/>
                <a:gd name="csY1" fmla="*/ 2163796 h 3776586"/>
                <a:gd name="csX2" fmla="*/ 2675915 w 4130441"/>
                <a:gd name="csY2" fmla="*/ 251258 h 3776586"/>
                <a:gd name="csX3" fmla="*/ 4024069 w 4130441"/>
                <a:gd name="csY3" fmla="*/ 169197 h 3776586"/>
                <a:gd name="csX4" fmla="*/ 3871669 w 4130441"/>
                <a:gd name="csY4" fmla="*/ 1611135 h 3776586"/>
                <a:gd name="csX5" fmla="*/ 1814719 w 4130441"/>
                <a:gd name="csY5" fmla="*/ 2207339 h 3776586"/>
                <a:gd name="csX6" fmla="*/ 25 w 4130441"/>
                <a:gd name="csY6" fmla="*/ 3776554 h 3776586"/>
                <a:gd name="csX0" fmla="*/ 25 w 4130441"/>
                <a:gd name="csY0" fmla="*/ 3776554 h 3776589"/>
                <a:gd name="csX1" fmla="*/ 1775180 w 4130441"/>
                <a:gd name="csY1" fmla="*/ 2163796 h 3776589"/>
                <a:gd name="csX2" fmla="*/ 2675915 w 4130441"/>
                <a:gd name="csY2" fmla="*/ 251258 h 3776589"/>
                <a:gd name="csX3" fmla="*/ 4024069 w 4130441"/>
                <a:gd name="csY3" fmla="*/ 169197 h 3776589"/>
                <a:gd name="csX4" fmla="*/ 3871669 w 4130441"/>
                <a:gd name="csY4" fmla="*/ 1611135 h 3776589"/>
                <a:gd name="csX5" fmla="*/ 1814719 w 4130441"/>
                <a:gd name="csY5" fmla="*/ 2207339 h 3776589"/>
                <a:gd name="csX6" fmla="*/ 25 w 4130441"/>
                <a:gd name="csY6" fmla="*/ 3776554 h 3776589"/>
                <a:gd name="csX0" fmla="*/ 25 w 3957457"/>
                <a:gd name="csY0" fmla="*/ 3611866 h 3611901"/>
                <a:gd name="csX1" fmla="*/ 1775180 w 3957457"/>
                <a:gd name="csY1" fmla="*/ 1999108 h 3611901"/>
                <a:gd name="csX2" fmla="*/ 2675915 w 3957457"/>
                <a:gd name="csY2" fmla="*/ 86570 h 3611901"/>
                <a:gd name="csX3" fmla="*/ 3554650 w 3957457"/>
                <a:gd name="csY3" fmla="*/ 439934 h 3611901"/>
                <a:gd name="csX4" fmla="*/ 3871669 w 3957457"/>
                <a:gd name="csY4" fmla="*/ 1446447 h 3611901"/>
                <a:gd name="csX5" fmla="*/ 1814719 w 3957457"/>
                <a:gd name="csY5" fmla="*/ 2042651 h 3611901"/>
                <a:gd name="csX6" fmla="*/ 25 w 3957457"/>
                <a:gd name="csY6" fmla="*/ 3611866 h 3611901"/>
                <a:gd name="csX0" fmla="*/ 25 w 3957253"/>
                <a:gd name="csY0" fmla="*/ 3368639 h 3368674"/>
                <a:gd name="csX1" fmla="*/ 1775180 w 3957253"/>
                <a:gd name="csY1" fmla="*/ 1755881 h 3368674"/>
                <a:gd name="csX2" fmla="*/ 2685304 w 3957253"/>
                <a:gd name="csY2" fmla="*/ 144791 h 3368674"/>
                <a:gd name="csX3" fmla="*/ 3554650 w 3957253"/>
                <a:gd name="csY3" fmla="*/ 196707 h 3368674"/>
                <a:gd name="csX4" fmla="*/ 3871669 w 3957253"/>
                <a:gd name="csY4" fmla="*/ 1203220 h 3368674"/>
                <a:gd name="csX5" fmla="*/ 1814719 w 3957253"/>
                <a:gd name="csY5" fmla="*/ 1799424 h 3368674"/>
                <a:gd name="csX6" fmla="*/ 25 w 3957253"/>
                <a:gd name="csY6" fmla="*/ 3368639 h 3368674"/>
                <a:gd name="csX0" fmla="*/ 25 w 3705517"/>
                <a:gd name="csY0" fmla="*/ 3358570 h 3358603"/>
                <a:gd name="csX1" fmla="*/ 1775180 w 3705517"/>
                <a:gd name="csY1" fmla="*/ 1745812 h 3358603"/>
                <a:gd name="csX2" fmla="*/ 2685304 w 3705517"/>
                <a:gd name="csY2" fmla="*/ 134722 h 3358603"/>
                <a:gd name="csX3" fmla="*/ 3554650 w 3705517"/>
                <a:gd name="csY3" fmla="*/ 186638 h 3358603"/>
                <a:gd name="csX4" fmla="*/ 3552464 w 3705517"/>
                <a:gd name="csY4" fmla="*/ 975438 h 3358603"/>
                <a:gd name="csX5" fmla="*/ 1814719 w 3705517"/>
                <a:gd name="csY5" fmla="*/ 1789355 h 3358603"/>
                <a:gd name="csX6" fmla="*/ 25 w 3705517"/>
                <a:gd name="csY6" fmla="*/ 3358570 h 3358603"/>
                <a:gd name="csX0" fmla="*/ 2290 w 3707782"/>
                <a:gd name="csY0" fmla="*/ 3305196 h 3314287"/>
                <a:gd name="csX1" fmla="*/ 2199921 w 3707782"/>
                <a:gd name="csY1" fmla="*/ 955568 h 3314287"/>
                <a:gd name="csX2" fmla="*/ 2687569 w 3707782"/>
                <a:gd name="csY2" fmla="*/ 81348 h 3314287"/>
                <a:gd name="csX3" fmla="*/ 3556915 w 3707782"/>
                <a:gd name="csY3" fmla="*/ 133264 h 3314287"/>
                <a:gd name="csX4" fmla="*/ 3554729 w 3707782"/>
                <a:gd name="csY4" fmla="*/ 922064 h 3314287"/>
                <a:gd name="csX5" fmla="*/ 1816984 w 3707782"/>
                <a:gd name="csY5" fmla="*/ 1735981 h 3314287"/>
                <a:gd name="csX6" fmla="*/ 2290 w 3707782"/>
                <a:gd name="csY6" fmla="*/ 3305196 h 3314287"/>
                <a:gd name="csX0" fmla="*/ 377 w 3705869"/>
                <a:gd name="csY0" fmla="*/ 3305196 h 3313168"/>
                <a:gd name="csX1" fmla="*/ 2198008 w 3705869"/>
                <a:gd name="csY1" fmla="*/ 955568 h 3313168"/>
                <a:gd name="csX2" fmla="*/ 2685656 w 3705869"/>
                <a:gd name="csY2" fmla="*/ 81348 h 3313168"/>
                <a:gd name="csX3" fmla="*/ 3555002 w 3705869"/>
                <a:gd name="csY3" fmla="*/ 133264 h 3313168"/>
                <a:gd name="csX4" fmla="*/ 3552816 w 3705869"/>
                <a:gd name="csY4" fmla="*/ 922064 h 3313168"/>
                <a:gd name="csX5" fmla="*/ 2378375 w 3705869"/>
                <a:gd name="csY5" fmla="*/ 1694113 h 3313168"/>
                <a:gd name="csX6" fmla="*/ 377 w 3705869"/>
                <a:gd name="csY6" fmla="*/ 3305196 h 3313168"/>
                <a:gd name="csX0" fmla="*/ 377 w 3705869"/>
                <a:gd name="csY0" fmla="*/ 3305196 h 3311216"/>
                <a:gd name="csX1" fmla="*/ 2198008 w 3705869"/>
                <a:gd name="csY1" fmla="*/ 955568 h 3311216"/>
                <a:gd name="csX2" fmla="*/ 2685656 w 3705869"/>
                <a:gd name="csY2" fmla="*/ 81348 h 3311216"/>
                <a:gd name="csX3" fmla="*/ 3555002 w 3705869"/>
                <a:gd name="csY3" fmla="*/ 133264 h 3311216"/>
                <a:gd name="csX4" fmla="*/ 3552816 w 3705869"/>
                <a:gd name="csY4" fmla="*/ 922064 h 3311216"/>
                <a:gd name="csX5" fmla="*/ 2378375 w 3705869"/>
                <a:gd name="csY5" fmla="*/ 1694113 h 3311216"/>
                <a:gd name="csX6" fmla="*/ 377 w 3705869"/>
                <a:gd name="csY6" fmla="*/ 3305196 h 3311216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31250"/>
                <a:gd name="csY0" fmla="*/ 3306034 h 3313991"/>
                <a:gd name="csX1" fmla="*/ 2198008 w 4431250"/>
                <a:gd name="csY1" fmla="*/ 956406 h 3313991"/>
                <a:gd name="csX2" fmla="*/ 2685656 w 4431250"/>
                <a:gd name="csY2" fmla="*/ 82186 h 3313991"/>
                <a:gd name="csX3" fmla="*/ 3555002 w 4431250"/>
                <a:gd name="csY3" fmla="*/ 134102 h 3313991"/>
                <a:gd name="csX4" fmla="*/ 4425936 w 4431250"/>
                <a:gd name="csY4" fmla="*/ 939649 h 3313991"/>
                <a:gd name="csX5" fmla="*/ 2378375 w 4431250"/>
                <a:gd name="csY5" fmla="*/ 1694951 h 3313991"/>
                <a:gd name="csX6" fmla="*/ 377 w 4431250"/>
                <a:gd name="csY6" fmla="*/ 3306034 h 3313991"/>
                <a:gd name="csX0" fmla="*/ 377 w 4425936"/>
                <a:gd name="csY0" fmla="*/ 3306034 h 3313991"/>
                <a:gd name="csX1" fmla="*/ 2198008 w 4425936"/>
                <a:gd name="csY1" fmla="*/ 956406 h 3313991"/>
                <a:gd name="csX2" fmla="*/ 2685656 w 4425936"/>
                <a:gd name="csY2" fmla="*/ 82186 h 3313991"/>
                <a:gd name="csX3" fmla="*/ 3555002 w 4425936"/>
                <a:gd name="csY3" fmla="*/ 134102 h 3313991"/>
                <a:gd name="csX4" fmla="*/ 4425936 w 4425936"/>
                <a:gd name="csY4" fmla="*/ 939649 h 3313991"/>
                <a:gd name="csX5" fmla="*/ 2378375 w 4425936"/>
                <a:gd name="csY5" fmla="*/ 1694951 h 3313991"/>
                <a:gd name="csX6" fmla="*/ 377 w 4425936"/>
                <a:gd name="csY6" fmla="*/ 3306034 h 3313991"/>
                <a:gd name="csX0" fmla="*/ 377 w 4472878"/>
                <a:gd name="csY0" fmla="*/ 3303952 h 3311947"/>
                <a:gd name="csX1" fmla="*/ 2198008 w 4472878"/>
                <a:gd name="csY1" fmla="*/ 954324 h 3311947"/>
                <a:gd name="csX2" fmla="*/ 2685656 w 4472878"/>
                <a:gd name="csY2" fmla="*/ 80104 h 3311947"/>
                <a:gd name="csX3" fmla="*/ 3555002 w 4472878"/>
                <a:gd name="csY3" fmla="*/ 132020 h 3311947"/>
                <a:gd name="csX4" fmla="*/ 4472878 w 4472878"/>
                <a:gd name="csY4" fmla="*/ 895700 h 3311947"/>
                <a:gd name="csX5" fmla="*/ 2378375 w 4472878"/>
                <a:gd name="csY5" fmla="*/ 1692869 h 3311947"/>
                <a:gd name="csX6" fmla="*/ 377 w 4472878"/>
                <a:gd name="csY6" fmla="*/ 3303952 h 3311947"/>
                <a:gd name="csX0" fmla="*/ 377 w 4472878"/>
                <a:gd name="csY0" fmla="*/ 3489034 h 3497029"/>
                <a:gd name="csX1" fmla="*/ 2198008 w 4472878"/>
                <a:gd name="csY1" fmla="*/ 1139406 h 3497029"/>
                <a:gd name="csX2" fmla="*/ 2685656 w 4472878"/>
                <a:gd name="csY2" fmla="*/ 265186 h 3497029"/>
                <a:gd name="csX3" fmla="*/ 3742770 w 4472878"/>
                <a:gd name="csY3" fmla="*/ 49148 h 3497029"/>
                <a:gd name="csX4" fmla="*/ 4472878 w 4472878"/>
                <a:gd name="csY4" fmla="*/ 1080782 h 3497029"/>
                <a:gd name="csX5" fmla="*/ 2378375 w 4472878"/>
                <a:gd name="csY5" fmla="*/ 1877951 h 3497029"/>
                <a:gd name="csX6" fmla="*/ 377 w 4472878"/>
                <a:gd name="csY6" fmla="*/ 3489034 h 3497029"/>
                <a:gd name="csX0" fmla="*/ 377 w 4482266"/>
                <a:gd name="csY0" fmla="*/ 3489034 h 3497029"/>
                <a:gd name="csX1" fmla="*/ 2198008 w 4482266"/>
                <a:gd name="csY1" fmla="*/ 1139406 h 3497029"/>
                <a:gd name="csX2" fmla="*/ 2685656 w 4482266"/>
                <a:gd name="csY2" fmla="*/ 265186 h 3497029"/>
                <a:gd name="csX3" fmla="*/ 3742770 w 4482266"/>
                <a:gd name="csY3" fmla="*/ 49148 h 3497029"/>
                <a:gd name="csX4" fmla="*/ 4482266 w 4482266"/>
                <a:gd name="csY4" fmla="*/ 1080782 h 3497029"/>
                <a:gd name="csX5" fmla="*/ 2378375 w 4482266"/>
                <a:gd name="csY5" fmla="*/ 1877951 h 3497029"/>
                <a:gd name="csX6" fmla="*/ 377 w 4482266"/>
                <a:gd name="csY6" fmla="*/ 3489034 h 3497029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10188 w 4492077"/>
                <a:gd name="csY0" fmla="*/ 3488052 h 3497366"/>
                <a:gd name="csX1" fmla="*/ 1804118 w 4492077"/>
                <a:gd name="csY1" fmla="*/ 1096559 h 3497366"/>
                <a:gd name="csX2" fmla="*/ 2695467 w 4492077"/>
                <a:gd name="csY2" fmla="*/ 264204 h 3497366"/>
                <a:gd name="csX3" fmla="*/ 3752581 w 4492077"/>
                <a:gd name="csY3" fmla="*/ 48166 h 3497366"/>
                <a:gd name="csX4" fmla="*/ 4492077 w 4492077"/>
                <a:gd name="csY4" fmla="*/ 1079800 h 3497366"/>
                <a:gd name="csX5" fmla="*/ 2688616 w 4492077"/>
                <a:gd name="csY5" fmla="*/ 1893718 h 3497366"/>
                <a:gd name="csX6" fmla="*/ 10188 w 4492077"/>
                <a:gd name="csY6" fmla="*/ 3488052 h 3497366"/>
                <a:gd name="csX0" fmla="*/ 10188 w 4492077"/>
                <a:gd name="csY0" fmla="*/ 3488052 h 3500595"/>
                <a:gd name="csX1" fmla="*/ 1804118 w 4492077"/>
                <a:gd name="csY1" fmla="*/ 1096559 h 3500595"/>
                <a:gd name="csX2" fmla="*/ 2695467 w 4492077"/>
                <a:gd name="csY2" fmla="*/ 264204 h 3500595"/>
                <a:gd name="csX3" fmla="*/ 3752581 w 4492077"/>
                <a:gd name="csY3" fmla="*/ 48166 h 3500595"/>
                <a:gd name="csX4" fmla="*/ 4492077 w 4492077"/>
                <a:gd name="csY4" fmla="*/ 1079800 h 3500595"/>
                <a:gd name="csX5" fmla="*/ 2688616 w 4492077"/>
                <a:gd name="csY5" fmla="*/ 1893718 h 3500595"/>
                <a:gd name="csX6" fmla="*/ 10188 w 4492077"/>
                <a:gd name="csY6" fmla="*/ 3488052 h 3500595"/>
                <a:gd name="csX0" fmla="*/ 10188 w 4492077"/>
                <a:gd name="csY0" fmla="*/ 3488052 h 3500888"/>
                <a:gd name="csX1" fmla="*/ 1804118 w 4492077"/>
                <a:gd name="csY1" fmla="*/ 1096559 h 3500888"/>
                <a:gd name="csX2" fmla="*/ 2695467 w 4492077"/>
                <a:gd name="csY2" fmla="*/ 264204 h 3500888"/>
                <a:gd name="csX3" fmla="*/ 3752581 w 4492077"/>
                <a:gd name="csY3" fmla="*/ 48166 h 3500888"/>
                <a:gd name="csX4" fmla="*/ 4492077 w 4492077"/>
                <a:gd name="csY4" fmla="*/ 1079800 h 3500888"/>
                <a:gd name="csX5" fmla="*/ 2688616 w 4492077"/>
                <a:gd name="csY5" fmla="*/ 1893718 h 3500888"/>
                <a:gd name="csX6" fmla="*/ 10188 w 4492077"/>
                <a:gd name="csY6" fmla="*/ 3488052 h 3500888"/>
                <a:gd name="csX0" fmla="*/ 27731 w 3289130"/>
                <a:gd name="csY0" fmla="*/ 2449732 h 2473361"/>
                <a:gd name="csX1" fmla="*/ 601171 w 3289130"/>
                <a:gd name="csY1" fmla="*/ 1096559 h 2473361"/>
                <a:gd name="csX2" fmla="*/ 1492520 w 3289130"/>
                <a:gd name="csY2" fmla="*/ 264204 h 2473361"/>
                <a:gd name="csX3" fmla="*/ 2549634 w 3289130"/>
                <a:gd name="csY3" fmla="*/ 48166 h 2473361"/>
                <a:gd name="csX4" fmla="*/ 3289130 w 3289130"/>
                <a:gd name="csY4" fmla="*/ 1079800 h 2473361"/>
                <a:gd name="csX5" fmla="*/ 1485669 w 3289130"/>
                <a:gd name="csY5" fmla="*/ 1893718 h 2473361"/>
                <a:gd name="csX6" fmla="*/ 27731 w 3289130"/>
                <a:gd name="csY6" fmla="*/ 2449732 h 2473361"/>
                <a:gd name="csX0" fmla="*/ 367 w 3261766"/>
                <a:gd name="csY0" fmla="*/ 2449732 h 2449966"/>
                <a:gd name="csX1" fmla="*/ 573807 w 3261766"/>
                <a:gd name="csY1" fmla="*/ 1096559 h 2449966"/>
                <a:gd name="csX2" fmla="*/ 1465156 w 3261766"/>
                <a:gd name="csY2" fmla="*/ 264204 h 2449966"/>
                <a:gd name="csX3" fmla="*/ 2522270 w 3261766"/>
                <a:gd name="csY3" fmla="*/ 48166 h 2449966"/>
                <a:gd name="csX4" fmla="*/ 3261766 w 3261766"/>
                <a:gd name="csY4" fmla="*/ 1079800 h 2449966"/>
                <a:gd name="csX5" fmla="*/ 1458305 w 3261766"/>
                <a:gd name="csY5" fmla="*/ 1893718 h 2449966"/>
                <a:gd name="csX6" fmla="*/ 367 w 3261766"/>
                <a:gd name="csY6" fmla="*/ 2449732 h 2449966"/>
                <a:gd name="csX0" fmla="*/ 62959 w 3324358"/>
                <a:gd name="csY0" fmla="*/ 2449732 h 2487147"/>
                <a:gd name="csX1" fmla="*/ 636399 w 3324358"/>
                <a:gd name="csY1" fmla="*/ 1096559 h 2487147"/>
                <a:gd name="csX2" fmla="*/ 1527748 w 3324358"/>
                <a:gd name="csY2" fmla="*/ 264204 h 2487147"/>
                <a:gd name="csX3" fmla="*/ 2584862 w 3324358"/>
                <a:gd name="csY3" fmla="*/ 48166 h 2487147"/>
                <a:gd name="csX4" fmla="*/ 3324358 w 3324358"/>
                <a:gd name="csY4" fmla="*/ 1079800 h 2487147"/>
                <a:gd name="csX5" fmla="*/ 1520897 w 3324358"/>
                <a:gd name="csY5" fmla="*/ 1893718 h 2487147"/>
                <a:gd name="csX6" fmla="*/ 62959 w 3324358"/>
                <a:gd name="csY6" fmla="*/ 2449732 h 2487147"/>
                <a:gd name="csX0" fmla="*/ 38478 w 4482813"/>
                <a:gd name="csY0" fmla="*/ 3496425 h 3519813"/>
                <a:gd name="csX1" fmla="*/ 1794854 w 4482813"/>
                <a:gd name="csY1" fmla="*/ 1096559 h 3519813"/>
                <a:gd name="csX2" fmla="*/ 2686203 w 4482813"/>
                <a:gd name="csY2" fmla="*/ 264204 h 3519813"/>
                <a:gd name="csX3" fmla="*/ 3743317 w 4482813"/>
                <a:gd name="csY3" fmla="*/ 48166 h 3519813"/>
                <a:gd name="csX4" fmla="*/ 4482813 w 4482813"/>
                <a:gd name="csY4" fmla="*/ 1079800 h 3519813"/>
                <a:gd name="csX5" fmla="*/ 2679352 w 4482813"/>
                <a:gd name="csY5" fmla="*/ 1893718 h 3519813"/>
                <a:gd name="csX6" fmla="*/ 38478 w 4482813"/>
                <a:gd name="csY6" fmla="*/ 3496425 h 3519813"/>
                <a:gd name="csX0" fmla="*/ 9071 w 4453406"/>
                <a:gd name="csY0" fmla="*/ 3496425 h 3510301"/>
                <a:gd name="csX1" fmla="*/ 1765447 w 4453406"/>
                <a:gd name="csY1" fmla="*/ 1096559 h 3510301"/>
                <a:gd name="csX2" fmla="*/ 2656796 w 4453406"/>
                <a:gd name="csY2" fmla="*/ 264204 h 3510301"/>
                <a:gd name="csX3" fmla="*/ 3713910 w 4453406"/>
                <a:gd name="csY3" fmla="*/ 48166 h 3510301"/>
                <a:gd name="csX4" fmla="*/ 4453406 w 4453406"/>
                <a:gd name="csY4" fmla="*/ 1079800 h 3510301"/>
                <a:gd name="csX5" fmla="*/ 2649945 w 4453406"/>
                <a:gd name="csY5" fmla="*/ 1893718 h 3510301"/>
                <a:gd name="csX6" fmla="*/ 9071 w 4453406"/>
                <a:gd name="csY6" fmla="*/ 3496425 h 3510301"/>
                <a:gd name="csX0" fmla="*/ 9071 w 4453406"/>
                <a:gd name="csY0" fmla="*/ 3496425 h 3512169"/>
                <a:gd name="csX1" fmla="*/ 1765447 w 4453406"/>
                <a:gd name="csY1" fmla="*/ 1096559 h 3512169"/>
                <a:gd name="csX2" fmla="*/ 2656796 w 4453406"/>
                <a:gd name="csY2" fmla="*/ 264204 h 3512169"/>
                <a:gd name="csX3" fmla="*/ 3713910 w 4453406"/>
                <a:gd name="csY3" fmla="*/ 48166 h 3512169"/>
                <a:gd name="csX4" fmla="*/ 4453406 w 4453406"/>
                <a:gd name="csY4" fmla="*/ 1079800 h 3512169"/>
                <a:gd name="csX5" fmla="*/ 2649945 w 4453406"/>
                <a:gd name="csY5" fmla="*/ 1893718 h 3512169"/>
                <a:gd name="csX6" fmla="*/ 9071 w 4453406"/>
                <a:gd name="csY6" fmla="*/ 3496425 h 3512169"/>
                <a:gd name="csX0" fmla="*/ 9640 w 4453975"/>
                <a:gd name="csY0" fmla="*/ 3496425 h 3512169"/>
                <a:gd name="csX1" fmla="*/ 1766016 w 4453975"/>
                <a:gd name="csY1" fmla="*/ 1096559 h 3512169"/>
                <a:gd name="csX2" fmla="*/ 2657365 w 4453975"/>
                <a:gd name="csY2" fmla="*/ 264204 h 3512169"/>
                <a:gd name="csX3" fmla="*/ 3714479 w 4453975"/>
                <a:gd name="csY3" fmla="*/ 48166 h 3512169"/>
                <a:gd name="csX4" fmla="*/ 4453975 w 4453975"/>
                <a:gd name="csY4" fmla="*/ 1079800 h 3512169"/>
                <a:gd name="csX5" fmla="*/ 2650514 w 4453975"/>
                <a:gd name="csY5" fmla="*/ 1893718 h 3512169"/>
                <a:gd name="csX6" fmla="*/ 9640 w 4453975"/>
                <a:gd name="csY6" fmla="*/ 3496425 h 3512169"/>
                <a:gd name="csX0" fmla="*/ 9640 w 4453975"/>
                <a:gd name="csY0" fmla="*/ 3993467 h 4008123"/>
                <a:gd name="csX1" fmla="*/ 1766016 w 4453975"/>
                <a:gd name="csY1" fmla="*/ 1593601 h 4008123"/>
                <a:gd name="csX2" fmla="*/ 2601034 w 4453975"/>
                <a:gd name="csY2" fmla="*/ 41122 h 4008123"/>
                <a:gd name="csX3" fmla="*/ 3714479 w 4453975"/>
                <a:gd name="csY3" fmla="*/ 545208 h 4008123"/>
                <a:gd name="csX4" fmla="*/ 4453975 w 4453975"/>
                <a:gd name="csY4" fmla="*/ 1576842 h 4008123"/>
                <a:gd name="csX5" fmla="*/ 2650514 w 4453975"/>
                <a:gd name="csY5" fmla="*/ 2390760 h 4008123"/>
                <a:gd name="csX6" fmla="*/ 9640 w 4453975"/>
                <a:gd name="csY6" fmla="*/ 3993467 h 4008123"/>
                <a:gd name="csX0" fmla="*/ 9640 w 4453975"/>
                <a:gd name="csY0" fmla="*/ 3952894 h 3967550"/>
                <a:gd name="csX1" fmla="*/ 1766016 w 4453975"/>
                <a:gd name="csY1" fmla="*/ 1553028 h 3967550"/>
                <a:gd name="csX2" fmla="*/ 2601034 w 4453975"/>
                <a:gd name="csY2" fmla="*/ 549 h 3967550"/>
                <a:gd name="csX3" fmla="*/ 3714479 w 4453975"/>
                <a:gd name="csY3" fmla="*/ 504635 h 3967550"/>
                <a:gd name="csX4" fmla="*/ 4453975 w 4453975"/>
                <a:gd name="csY4" fmla="*/ 1536269 h 3967550"/>
                <a:gd name="csX5" fmla="*/ 2650514 w 4453975"/>
                <a:gd name="csY5" fmla="*/ 2350187 h 3967550"/>
                <a:gd name="csX6" fmla="*/ 9640 w 4453975"/>
                <a:gd name="csY6" fmla="*/ 3952894 h 3967550"/>
                <a:gd name="csX0" fmla="*/ 9640 w 4453975"/>
                <a:gd name="csY0" fmla="*/ 3952971 h 3968477"/>
                <a:gd name="csX1" fmla="*/ 1766016 w 4453975"/>
                <a:gd name="csY1" fmla="*/ 1553105 h 3968477"/>
                <a:gd name="csX2" fmla="*/ 2601034 w 4453975"/>
                <a:gd name="csY2" fmla="*/ 626 h 3968477"/>
                <a:gd name="csX3" fmla="*/ 3714479 w 4453975"/>
                <a:gd name="csY3" fmla="*/ 504712 h 3968477"/>
                <a:gd name="csX4" fmla="*/ 4453975 w 4453975"/>
                <a:gd name="csY4" fmla="*/ 1536346 h 3968477"/>
                <a:gd name="csX5" fmla="*/ 2650514 w 4453975"/>
                <a:gd name="csY5" fmla="*/ 2350264 h 3968477"/>
                <a:gd name="csX6" fmla="*/ 9640 w 4453975"/>
                <a:gd name="csY6" fmla="*/ 3952971 h 3968477"/>
                <a:gd name="csX0" fmla="*/ 9640 w 4517542"/>
                <a:gd name="csY0" fmla="*/ 4153948 h 4169453"/>
                <a:gd name="csX1" fmla="*/ 1766016 w 4517542"/>
                <a:gd name="csY1" fmla="*/ 1754082 h 4169453"/>
                <a:gd name="csX2" fmla="*/ 2601034 w 4517542"/>
                <a:gd name="csY2" fmla="*/ 201603 h 4169453"/>
                <a:gd name="csX3" fmla="*/ 4390442 w 4517542"/>
                <a:gd name="csY3" fmla="*/ 186529 h 4169453"/>
                <a:gd name="csX4" fmla="*/ 4453975 w 4517542"/>
                <a:gd name="csY4" fmla="*/ 1737323 h 4169453"/>
                <a:gd name="csX5" fmla="*/ 2650514 w 4517542"/>
                <a:gd name="csY5" fmla="*/ 2551241 h 4169453"/>
                <a:gd name="csX6" fmla="*/ 9640 w 4517542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719798"/>
                <a:gd name="csY0" fmla="*/ 4153948 h 4169453"/>
                <a:gd name="csX1" fmla="*/ 1766016 w 4719798"/>
                <a:gd name="csY1" fmla="*/ 1754082 h 4169453"/>
                <a:gd name="csX2" fmla="*/ 2601034 w 4719798"/>
                <a:gd name="csY2" fmla="*/ 201603 h 4169453"/>
                <a:gd name="csX3" fmla="*/ 4390442 w 4719798"/>
                <a:gd name="csY3" fmla="*/ 186529 h 4169453"/>
                <a:gd name="csX4" fmla="*/ 4453975 w 4719798"/>
                <a:gd name="csY4" fmla="*/ 1737323 h 4169453"/>
                <a:gd name="csX5" fmla="*/ 2650514 w 4719798"/>
                <a:gd name="csY5" fmla="*/ 2551241 h 4169453"/>
                <a:gd name="csX6" fmla="*/ 9640 w 4719798"/>
                <a:gd name="csY6" fmla="*/ 4153948 h 4169453"/>
                <a:gd name="csX0" fmla="*/ 9640 w 4684091"/>
                <a:gd name="csY0" fmla="*/ 4153948 h 4169453"/>
                <a:gd name="csX1" fmla="*/ 1766016 w 4684091"/>
                <a:gd name="csY1" fmla="*/ 1754082 h 4169453"/>
                <a:gd name="csX2" fmla="*/ 2601034 w 4684091"/>
                <a:gd name="csY2" fmla="*/ 201603 h 4169453"/>
                <a:gd name="csX3" fmla="*/ 4390442 w 4684091"/>
                <a:gd name="csY3" fmla="*/ 186529 h 4169453"/>
                <a:gd name="csX4" fmla="*/ 4453975 w 4684091"/>
                <a:gd name="csY4" fmla="*/ 1737323 h 4169453"/>
                <a:gd name="csX5" fmla="*/ 2650514 w 4684091"/>
                <a:gd name="csY5" fmla="*/ 2551241 h 4169453"/>
                <a:gd name="csX6" fmla="*/ 9640 w 4684091"/>
                <a:gd name="csY6" fmla="*/ 4153948 h 4169453"/>
                <a:gd name="csX0" fmla="*/ 9640 w 4747938"/>
                <a:gd name="csY0" fmla="*/ 4153948 h 4169453"/>
                <a:gd name="csX1" fmla="*/ 1766016 w 4747938"/>
                <a:gd name="csY1" fmla="*/ 1754082 h 4169453"/>
                <a:gd name="csX2" fmla="*/ 2601034 w 4747938"/>
                <a:gd name="csY2" fmla="*/ 201603 h 4169453"/>
                <a:gd name="csX3" fmla="*/ 4390442 w 4747938"/>
                <a:gd name="csY3" fmla="*/ 186529 h 4169453"/>
                <a:gd name="csX4" fmla="*/ 4453975 w 4747938"/>
                <a:gd name="csY4" fmla="*/ 1737323 h 4169453"/>
                <a:gd name="csX5" fmla="*/ 2650514 w 4747938"/>
                <a:gd name="csY5" fmla="*/ 2551241 h 4169453"/>
                <a:gd name="csX6" fmla="*/ 9640 w 4747938"/>
                <a:gd name="csY6" fmla="*/ 4153948 h 4169453"/>
                <a:gd name="csX0" fmla="*/ 9640 w 4747938"/>
                <a:gd name="csY0" fmla="*/ 4205765 h 4221270"/>
                <a:gd name="csX1" fmla="*/ 1766016 w 4747938"/>
                <a:gd name="csY1" fmla="*/ 1805899 h 4221270"/>
                <a:gd name="csX2" fmla="*/ 2601034 w 4747938"/>
                <a:gd name="csY2" fmla="*/ 253420 h 4221270"/>
                <a:gd name="csX3" fmla="*/ 4390442 w 4747938"/>
                <a:gd name="csY3" fmla="*/ 238346 h 4221270"/>
                <a:gd name="csX4" fmla="*/ 4453975 w 4747938"/>
                <a:gd name="csY4" fmla="*/ 1789140 h 4221270"/>
                <a:gd name="csX5" fmla="*/ 2650514 w 4747938"/>
                <a:gd name="csY5" fmla="*/ 2603058 h 4221270"/>
                <a:gd name="csX6" fmla="*/ 9640 w 4747938"/>
                <a:gd name="csY6" fmla="*/ 4205765 h 4221270"/>
                <a:gd name="csX0" fmla="*/ 9640 w 4769359"/>
                <a:gd name="csY0" fmla="*/ 4189897 h 4205402"/>
                <a:gd name="csX1" fmla="*/ 1766016 w 4769359"/>
                <a:gd name="csY1" fmla="*/ 1790031 h 4205402"/>
                <a:gd name="csX2" fmla="*/ 2601034 w 4769359"/>
                <a:gd name="csY2" fmla="*/ 237552 h 4205402"/>
                <a:gd name="csX3" fmla="*/ 4446772 w 4769359"/>
                <a:gd name="csY3" fmla="*/ 163863 h 4205402"/>
                <a:gd name="csX4" fmla="*/ 4453975 w 4769359"/>
                <a:gd name="csY4" fmla="*/ 1773272 h 4205402"/>
                <a:gd name="csX5" fmla="*/ 2650514 w 4769359"/>
                <a:gd name="csY5" fmla="*/ 2587190 h 4205402"/>
                <a:gd name="csX6" fmla="*/ 9640 w 4769359"/>
                <a:gd name="csY6" fmla="*/ 4189897 h 4205402"/>
                <a:gd name="csX0" fmla="*/ 9640 w 4747938"/>
                <a:gd name="csY0" fmla="*/ 4212142 h 4227647"/>
                <a:gd name="csX1" fmla="*/ 1766016 w 4747938"/>
                <a:gd name="csY1" fmla="*/ 1812276 h 4227647"/>
                <a:gd name="csX2" fmla="*/ 2601034 w 4747938"/>
                <a:gd name="csY2" fmla="*/ 259797 h 4227647"/>
                <a:gd name="csX3" fmla="*/ 4390441 w 4747938"/>
                <a:gd name="csY3" fmla="*/ 152614 h 4227647"/>
                <a:gd name="csX4" fmla="*/ 4453975 w 4747938"/>
                <a:gd name="csY4" fmla="*/ 1795517 h 4227647"/>
                <a:gd name="csX5" fmla="*/ 2650514 w 4747938"/>
                <a:gd name="csY5" fmla="*/ 2609435 h 4227647"/>
                <a:gd name="csX6" fmla="*/ 9640 w 4747938"/>
                <a:gd name="csY6" fmla="*/ 4212142 h 4227647"/>
                <a:gd name="csX0" fmla="*/ 8567 w 4746865"/>
                <a:gd name="csY0" fmla="*/ 4212143 h 4219435"/>
                <a:gd name="csX1" fmla="*/ 1745271 w 4746865"/>
                <a:gd name="csY1" fmla="*/ 1812279 h 4219435"/>
                <a:gd name="csX2" fmla="*/ 2599961 w 4746865"/>
                <a:gd name="csY2" fmla="*/ 259798 h 4219435"/>
                <a:gd name="csX3" fmla="*/ 4389368 w 4746865"/>
                <a:gd name="csY3" fmla="*/ 152615 h 4219435"/>
                <a:gd name="csX4" fmla="*/ 4452902 w 4746865"/>
                <a:gd name="csY4" fmla="*/ 1795518 h 4219435"/>
                <a:gd name="csX5" fmla="*/ 2649441 w 4746865"/>
                <a:gd name="csY5" fmla="*/ 2609436 h 4219435"/>
                <a:gd name="csX6" fmla="*/ 8567 w 4746865"/>
                <a:gd name="csY6" fmla="*/ 4212143 h 4219435"/>
                <a:gd name="csX0" fmla="*/ 8451 w 4746749"/>
                <a:gd name="csY0" fmla="*/ 4212143 h 4219813"/>
                <a:gd name="csX1" fmla="*/ 1745155 w 4746749"/>
                <a:gd name="csY1" fmla="*/ 1812279 h 4219813"/>
                <a:gd name="csX2" fmla="*/ 2599845 w 4746749"/>
                <a:gd name="csY2" fmla="*/ 259798 h 4219813"/>
                <a:gd name="csX3" fmla="*/ 4389252 w 4746749"/>
                <a:gd name="csY3" fmla="*/ 152615 h 4219813"/>
                <a:gd name="csX4" fmla="*/ 4452786 w 4746749"/>
                <a:gd name="csY4" fmla="*/ 1795518 h 4219813"/>
                <a:gd name="csX5" fmla="*/ 2642769 w 4746749"/>
                <a:gd name="csY5" fmla="*/ 2626986 h 4219813"/>
                <a:gd name="csX6" fmla="*/ 8451 w 4746749"/>
                <a:gd name="csY6" fmla="*/ 4212143 h 4219813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594 w 4746892"/>
                <a:gd name="csY0" fmla="*/ 4213311 h 4220527"/>
                <a:gd name="csX1" fmla="*/ 1738740 w 4746892"/>
                <a:gd name="csY1" fmla="*/ 1836843 h 4220527"/>
                <a:gd name="csX2" fmla="*/ 2599988 w 4746892"/>
                <a:gd name="csY2" fmla="*/ 260966 h 4220527"/>
                <a:gd name="csX3" fmla="*/ 4389395 w 4746892"/>
                <a:gd name="csY3" fmla="*/ 153783 h 4220527"/>
                <a:gd name="csX4" fmla="*/ 4452929 w 4746892"/>
                <a:gd name="csY4" fmla="*/ 1796686 h 4220527"/>
                <a:gd name="csX5" fmla="*/ 2642912 w 4746892"/>
                <a:gd name="csY5" fmla="*/ 2628154 h 4220527"/>
                <a:gd name="csX6" fmla="*/ 8594 w 4746892"/>
                <a:gd name="csY6" fmla="*/ 4213311 h 4220527"/>
                <a:gd name="csX0" fmla="*/ 8594 w 4693867"/>
                <a:gd name="csY0" fmla="*/ 4136922 h 4144138"/>
                <a:gd name="csX1" fmla="*/ 1738740 w 4693867"/>
                <a:gd name="csY1" fmla="*/ 1760454 h 4144138"/>
                <a:gd name="csX2" fmla="*/ 2599988 w 4693867"/>
                <a:gd name="csY2" fmla="*/ 184577 h 4144138"/>
                <a:gd name="csX3" fmla="*/ 4389395 w 4693867"/>
                <a:gd name="csY3" fmla="*/ 77394 h 4144138"/>
                <a:gd name="csX4" fmla="*/ 4452929 w 4693867"/>
                <a:gd name="csY4" fmla="*/ 1720297 h 4144138"/>
                <a:gd name="csX5" fmla="*/ 2642912 w 4693867"/>
                <a:gd name="csY5" fmla="*/ 2551765 h 4144138"/>
                <a:gd name="csX6" fmla="*/ 8594 w 4693867"/>
                <a:gd name="csY6" fmla="*/ 4136922 h 4144138"/>
                <a:gd name="csX0" fmla="*/ 8594 w 4699247"/>
                <a:gd name="csY0" fmla="*/ 4098901 h 4106117"/>
                <a:gd name="csX1" fmla="*/ 1738740 w 4699247"/>
                <a:gd name="csY1" fmla="*/ 1722433 h 4106117"/>
                <a:gd name="csX2" fmla="*/ 2599988 w 4699247"/>
                <a:gd name="csY2" fmla="*/ 146556 h 4106117"/>
                <a:gd name="csX3" fmla="*/ 4409070 w 4699247"/>
                <a:gd name="csY3" fmla="*/ 115412 h 4106117"/>
                <a:gd name="csX4" fmla="*/ 4452929 w 4699247"/>
                <a:gd name="csY4" fmla="*/ 1682276 h 4106117"/>
                <a:gd name="csX5" fmla="*/ 2642912 w 4699247"/>
                <a:gd name="csY5" fmla="*/ 2513744 h 4106117"/>
                <a:gd name="csX6" fmla="*/ 8594 w 4699247"/>
                <a:gd name="csY6" fmla="*/ 4098901 h 4106117"/>
                <a:gd name="csX0" fmla="*/ 8594 w 4703971"/>
                <a:gd name="csY0" fmla="*/ 4107920 h 4115136"/>
                <a:gd name="csX1" fmla="*/ 1738740 w 4703971"/>
                <a:gd name="csY1" fmla="*/ 1731452 h 4115136"/>
                <a:gd name="csX2" fmla="*/ 2599988 w 4703971"/>
                <a:gd name="csY2" fmla="*/ 155575 h 4115136"/>
                <a:gd name="csX3" fmla="*/ 4409070 w 4703971"/>
                <a:gd name="csY3" fmla="*/ 124431 h 4115136"/>
                <a:gd name="csX4" fmla="*/ 4452929 w 4703971"/>
                <a:gd name="csY4" fmla="*/ 1691295 h 4115136"/>
                <a:gd name="csX5" fmla="*/ 2642912 w 4703971"/>
                <a:gd name="csY5" fmla="*/ 2522763 h 4115136"/>
                <a:gd name="csX6" fmla="*/ 8594 w 4703971"/>
                <a:gd name="csY6" fmla="*/ 4107920 h 4115136"/>
                <a:gd name="csX0" fmla="*/ 8594 w 4703971"/>
                <a:gd name="csY0" fmla="*/ 4195888 h 4203104"/>
                <a:gd name="csX1" fmla="*/ 1738740 w 4703971"/>
                <a:gd name="csY1" fmla="*/ 1819420 h 4203104"/>
                <a:gd name="csX2" fmla="*/ 2599988 w 4703971"/>
                <a:gd name="csY2" fmla="*/ 243543 h 4203104"/>
                <a:gd name="csX3" fmla="*/ 4409070 w 4703971"/>
                <a:gd name="csY3" fmla="*/ 212399 h 4203104"/>
                <a:gd name="csX4" fmla="*/ 4452929 w 4703971"/>
                <a:gd name="csY4" fmla="*/ 1779263 h 4203104"/>
                <a:gd name="csX5" fmla="*/ 2642912 w 4703971"/>
                <a:gd name="csY5" fmla="*/ 2610731 h 4203104"/>
                <a:gd name="csX6" fmla="*/ 8594 w 4703971"/>
                <a:gd name="csY6" fmla="*/ 4195888 h 4203104"/>
                <a:gd name="csX0" fmla="*/ 8594 w 4703971"/>
                <a:gd name="csY0" fmla="*/ 4213778 h 4220994"/>
                <a:gd name="csX1" fmla="*/ 1738740 w 4703971"/>
                <a:gd name="csY1" fmla="*/ 1837310 h 4220994"/>
                <a:gd name="csX2" fmla="*/ 2599988 w 4703971"/>
                <a:gd name="csY2" fmla="*/ 261433 h 4220994"/>
                <a:gd name="csX3" fmla="*/ 4409070 w 4703971"/>
                <a:gd name="csY3" fmla="*/ 230289 h 4220994"/>
                <a:gd name="csX4" fmla="*/ 4452929 w 4703971"/>
                <a:gd name="csY4" fmla="*/ 1797153 h 4220994"/>
                <a:gd name="csX5" fmla="*/ 2642912 w 4703971"/>
                <a:gd name="csY5" fmla="*/ 2628621 h 4220994"/>
                <a:gd name="csX6" fmla="*/ 8594 w 4703971"/>
                <a:gd name="csY6" fmla="*/ 4213778 h 4220994"/>
                <a:gd name="csX0" fmla="*/ 8594 w 4855548"/>
                <a:gd name="csY0" fmla="*/ 4390510 h 4397726"/>
                <a:gd name="csX1" fmla="*/ 1738740 w 4855548"/>
                <a:gd name="csY1" fmla="*/ 2014042 h 4397726"/>
                <a:gd name="csX2" fmla="*/ 2599988 w 4855548"/>
                <a:gd name="csY2" fmla="*/ 438165 h 4397726"/>
                <a:gd name="csX3" fmla="*/ 4756647 w 4855548"/>
                <a:gd name="csY3" fmla="*/ 26825 h 4397726"/>
                <a:gd name="csX4" fmla="*/ 4452929 w 4855548"/>
                <a:gd name="csY4" fmla="*/ 1973885 h 4397726"/>
                <a:gd name="csX5" fmla="*/ 2642912 w 4855548"/>
                <a:gd name="csY5" fmla="*/ 2805353 h 4397726"/>
                <a:gd name="csX6" fmla="*/ 8594 w 4855548"/>
                <a:gd name="csY6" fmla="*/ 4390510 h 4397726"/>
                <a:gd name="csX0" fmla="*/ 8594 w 5018748"/>
                <a:gd name="csY0" fmla="*/ 4545598 h 4552814"/>
                <a:gd name="csX1" fmla="*/ 1738740 w 5018748"/>
                <a:gd name="csY1" fmla="*/ 2169130 h 4552814"/>
                <a:gd name="csX2" fmla="*/ 2599988 w 5018748"/>
                <a:gd name="csY2" fmla="*/ 593253 h 4552814"/>
                <a:gd name="csX3" fmla="*/ 4973062 w 5018748"/>
                <a:gd name="csY3" fmla="*/ 18136 h 4552814"/>
                <a:gd name="csX4" fmla="*/ 4452929 w 5018748"/>
                <a:gd name="csY4" fmla="*/ 2128973 h 4552814"/>
                <a:gd name="csX5" fmla="*/ 2642912 w 5018748"/>
                <a:gd name="csY5" fmla="*/ 2960441 h 4552814"/>
                <a:gd name="csX6" fmla="*/ 8594 w 5018748"/>
                <a:gd name="csY6" fmla="*/ 4545598 h 4552814"/>
                <a:gd name="csX0" fmla="*/ 8594 w 5002691"/>
                <a:gd name="csY0" fmla="*/ 4537753 h 4544969"/>
                <a:gd name="csX1" fmla="*/ 1738740 w 5002691"/>
                <a:gd name="csY1" fmla="*/ 2161285 h 4544969"/>
                <a:gd name="csX2" fmla="*/ 2599988 w 5002691"/>
                <a:gd name="csY2" fmla="*/ 585408 h 4544969"/>
                <a:gd name="csX3" fmla="*/ 4973062 w 5002691"/>
                <a:gd name="csY3" fmla="*/ 10291 h 4544969"/>
                <a:gd name="csX4" fmla="*/ 4452929 w 5002691"/>
                <a:gd name="csY4" fmla="*/ 2121128 h 4544969"/>
                <a:gd name="csX5" fmla="*/ 2642912 w 5002691"/>
                <a:gd name="csY5" fmla="*/ 2952596 h 4544969"/>
                <a:gd name="csX6" fmla="*/ 8594 w 5002691"/>
                <a:gd name="csY6" fmla="*/ 4537753 h 4544969"/>
                <a:gd name="csX0" fmla="*/ 8594 w 4705059"/>
                <a:gd name="csY0" fmla="*/ 4122711 h 4129927"/>
                <a:gd name="csX1" fmla="*/ 1738740 w 4705059"/>
                <a:gd name="csY1" fmla="*/ 1746243 h 4129927"/>
                <a:gd name="csX2" fmla="*/ 2599988 w 4705059"/>
                <a:gd name="csY2" fmla="*/ 170366 h 4129927"/>
                <a:gd name="csX3" fmla="*/ 4446032 w 4705059"/>
                <a:gd name="csY3" fmla="*/ 89415 h 4129927"/>
                <a:gd name="csX4" fmla="*/ 4452929 w 4705059"/>
                <a:gd name="csY4" fmla="*/ 1706086 h 4129927"/>
                <a:gd name="csX5" fmla="*/ 2642912 w 4705059"/>
                <a:gd name="csY5" fmla="*/ 2537554 h 4129927"/>
                <a:gd name="csX6" fmla="*/ 8594 w 4705059"/>
                <a:gd name="csY6" fmla="*/ 4122711 h 4129927"/>
                <a:gd name="csX0" fmla="*/ 8594 w 4596663"/>
                <a:gd name="csY0" fmla="*/ 4215533 h 4224499"/>
                <a:gd name="csX1" fmla="*/ 1738740 w 4596663"/>
                <a:gd name="csY1" fmla="*/ 1839065 h 4224499"/>
                <a:gd name="csX2" fmla="*/ 2599988 w 4596663"/>
                <a:gd name="csY2" fmla="*/ 263188 h 4224499"/>
                <a:gd name="csX3" fmla="*/ 4446032 w 4596663"/>
                <a:gd name="csY3" fmla="*/ 182237 h 4224499"/>
                <a:gd name="csX4" fmla="*/ 4129398 w 4596663"/>
                <a:gd name="csY4" fmla="*/ 2079669 h 4224499"/>
                <a:gd name="csX5" fmla="*/ 2642912 w 4596663"/>
                <a:gd name="csY5" fmla="*/ 2630376 h 4224499"/>
                <a:gd name="csX6" fmla="*/ 8594 w 4596663"/>
                <a:gd name="csY6" fmla="*/ 4215533 h 4224499"/>
                <a:gd name="csX0" fmla="*/ 10635 w 4618520"/>
                <a:gd name="csY0" fmla="*/ 4140860 h 4149826"/>
                <a:gd name="csX1" fmla="*/ 1740781 w 4618520"/>
                <a:gd name="csY1" fmla="*/ 1764392 h 4149826"/>
                <a:gd name="csX2" fmla="*/ 2330962 w 4618520"/>
                <a:gd name="csY2" fmla="*/ 399085 h 4149826"/>
                <a:gd name="csX3" fmla="*/ 4448073 w 4618520"/>
                <a:gd name="csY3" fmla="*/ 107564 h 4149826"/>
                <a:gd name="csX4" fmla="*/ 4131439 w 4618520"/>
                <a:gd name="csY4" fmla="*/ 2004996 h 4149826"/>
                <a:gd name="csX5" fmla="*/ 2644953 w 4618520"/>
                <a:gd name="csY5" fmla="*/ 2555703 h 4149826"/>
                <a:gd name="csX6" fmla="*/ 10635 w 4618520"/>
                <a:gd name="csY6" fmla="*/ 4140860 h 4149826"/>
                <a:gd name="csX0" fmla="*/ 2473 w 4610358"/>
                <a:gd name="csY0" fmla="*/ 4148168 h 4152706"/>
                <a:gd name="csX1" fmla="*/ 2161081 w 4610358"/>
                <a:gd name="csY1" fmla="*/ 2013468 h 4152706"/>
                <a:gd name="csX2" fmla="*/ 2322800 w 4610358"/>
                <a:gd name="csY2" fmla="*/ 406393 h 4152706"/>
                <a:gd name="csX3" fmla="*/ 4439911 w 4610358"/>
                <a:gd name="csY3" fmla="*/ 114872 h 4152706"/>
                <a:gd name="csX4" fmla="*/ 4123277 w 4610358"/>
                <a:gd name="csY4" fmla="*/ 2012304 h 4152706"/>
                <a:gd name="csX5" fmla="*/ 2636791 w 4610358"/>
                <a:gd name="csY5" fmla="*/ 2563011 h 4152706"/>
                <a:gd name="csX6" fmla="*/ 2473 w 4610358"/>
                <a:gd name="csY6" fmla="*/ 4148168 h 4152706"/>
                <a:gd name="csX0" fmla="*/ 400 w 4608285"/>
                <a:gd name="csY0" fmla="*/ 4148168 h 4148397"/>
                <a:gd name="csX1" fmla="*/ 2159008 w 4608285"/>
                <a:gd name="csY1" fmla="*/ 2013468 h 4148397"/>
                <a:gd name="csX2" fmla="*/ 2320727 w 4608285"/>
                <a:gd name="csY2" fmla="*/ 406393 h 4148397"/>
                <a:gd name="csX3" fmla="*/ 4437838 w 4608285"/>
                <a:gd name="csY3" fmla="*/ 114872 h 4148397"/>
                <a:gd name="csX4" fmla="*/ 4121204 w 4608285"/>
                <a:gd name="csY4" fmla="*/ 2012304 h 4148397"/>
                <a:gd name="csX5" fmla="*/ 2346163 w 4608285"/>
                <a:gd name="csY5" fmla="*/ 2149669 h 4148397"/>
                <a:gd name="csX6" fmla="*/ 400 w 4608285"/>
                <a:gd name="csY6" fmla="*/ 4148168 h 4148397"/>
                <a:gd name="csX0" fmla="*/ 400 w 4547161"/>
                <a:gd name="csY0" fmla="*/ 4069645 h 4069874"/>
                <a:gd name="csX1" fmla="*/ 2159008 w 4547161"/>
                <a:gd name="csY1" fmla="*/ 1934945 h 4069874"/>
                <a:gd name="csX2" fmla="*/ 2320727 w 4547161"/>
                <a:gd name="csY2" fmla="*/ 327870 h 4069874"/>
                <a:gd name="csX3" fmla="*/ 4437838 w 4547161"/>
                <a:gd name="csY3" fmla="*/ 36349 h 4069874"/>
                <a:gd name="csX4" fmla="*/ 4121204 w 4547161"/>
                <a:gd name="csY4" fmla="*/ 1933781 h 4069874"/>
                <a:gd name="csX5" fmla="*/ 2346163 w 4547161"/>
                <a:gd name="csY5" fmla="*/ 2071146 h 4069874"/>
                <a:gd name="csX6" fmla="*/ 400 w 4547161"/>
                <a:gd name="csY6" fmla="*/ 4069645 h 4069874"/>
                <a:gd name="csX0" fmla="*/ 536 w 3991476"/>
                <a:gd name="csY0" fmla="*/ 3539321 h 3539632"/>
                <a:gd name="csX1" fmla="*/ 1603323 w 3991476"/>
                <a:gd name="csY1" fmla="*/ 1934945 h 3539632"/>
                <a:gd name="csX2" fmla="*/ 1765042 w 3991476"/>
                <a:gd name="csY2" fmla="*/ 327870 h 3539632"/>
                <a:gd name="csX3" fmla="*/ 3882153 w 3991476"/>
                <a:gd name="csY3" fmla="*/ 36349 h 3539632"/>
                <a:gd name="csX4" fmla="*/ 3565519 w 3991476"/>
                <a:gd name="csY4" fmla="*/ 1933781 h 3539632"/>
                <a:gd name="csX5" fmla="*/ 1790478 w 3991476"/>
                <a:gd name="csY5" fmla="*/ 2071146 h 3539632"/>
                <a:gd name="csX6" fmla="*/ 536 w 3991476"/>
                <a:gd name="csY6" fmla="*/ 3539321 h 3539632"/>
                <a:gd name="csX0" fmla="*/ 527 w 4017318"/>
                <a:gd name="csY0" fmla="*/ 3573908 h 3574212"/>
                <a:gd name="csX1" fmla="*/ 1629165 w 4017318"/>
                <a:gd name="csY1" fmla="*/ 1934945 h 3574212"/>
                <a:gd name="csX2" fmla="*/ 1790884 w 4017318"/>
                <a:gd name="csY2" fmla="*/ 327870 h 3574212"/>
                <a:gd name="csX3" fmla="*/ 3907995 w 4017318"/>
                <a:gd name="csY3" fmla="*/ 36349 h 3574212"/>
                <a:gd name="csX4" fmla="*/ 3591361 w 4017318"/>
                <a:gd name="csY4" fmla="*/ 1933781 h 3574212"/>
                <a:gd name="csX5" fmla="*/ 1816320 w 4017318"/>
                <a:gd name="csY5" fmla="*/ 2071146 h 3574212"/>
                <a:gd name="csX6" fmla="*/ 527 w 4017318"/>
                <a:gd name="csY6" fmla="*/ 3573908 h 3574212"/>
                <a:gd name="csX0" fmla="*/ 3641 w 4020432"/>
                <a:gd name="csY0" fmla="*/ 3573908 h 3577567"/>
                <a:gd name="csX1" fmla="*/ 1632279 w 4020432"/>
                <a:gd name="csY1" fmla="*/ 1934945 h 3577567"/>
                <a:gd name="csX2" fmla="*/ 1793998 w 4020432"/>
                <a:gd name="csY2" fmla="*/ 327870 h 3577567"/>
                <a:gd name="csX3" fmla="*/ 3911109 w 4020432"/>
                <a:gd name="csY3" fmla="*/ 36349 h 3577567"/>
                <a:gd name="csX4" fmla="*/ 3594475 w 4020432"/>
                <a:gd name="csY4" fmla="*/ 1933781 h 3577567"/>
                <a:gd name="csX5" fmla="*/ 1819434 w 4020432"/>
                <a:gd name="csY5" fmla="*/ 2071146 h 3577567"/>
                <a:gd name="csX6" fmla="*/ 3641 w 4020432"/>
                <a:gd name="csY6" fmla="*/ 3573908 h 3577567"/>
                <a:gd name="csX0" fmla="*/ 11923 w 4028714"/>
                <a:gd name="csY0" fmla="*/ 3573908 h 3583559"/>
                <a:gd name="csX1" fmla="*/ 1640561 w 4028714"/>
                <a:gd name="csY1" fmla="*/ 1934945 h 3583559"/>
                <a:gd name="csX2" fmla="*/ 1802280 w 4028714"/>
                <a:gd name="csY2" fmla="*/ 327870 h 3583559"/>
                <a:gd name="csX3" fmla="*/ 3919391 w 4028714"/>
                <a:gd name="csY3" fmla="*/ 36349 h 3583559"/>
                <a:gd name="csX4" fmla="*/ 3602757 w 4028714"/>
                <a:gd name="csY4" fmla="*/ 1933781 h 3583559"/>
                <a:gd name="csX5" fmla="*/ 1827716 w 4028714"/>
                <a:gd name="csY5" fmla="*/ 2071146 h 3583559"/>
                <a:gd name="csX6" fmla="*/ 11923 w 4028714"/>
                <a:gd name="csY6" fmla="*/ 3573908 h 3583559"/>
                <a:gd name="csX0" fmla="*/ 1130 w 4017921"/>
                <a:gd name="csY0" fmla="*/ 3573908 h 3577714"/>
                <a:gd name="csX1" fmla="*/ 1629768 w 4017921"/>
                <a:gd name="csY1" fmla="*/ 1934945 h 3577714"/>
                <a:gd name="csX2" fmla="*/ 1791487 w 4017921"/>
                <a:gd name="csY2" fmla="*/ 327870 h 3577714"/>
                <a:gd name="csX3" fmla="*/ 3908598 w 4017921"/>
                <a:gd name="csY3" fmla="*/ 36349 h 3577714"/>
                <a:gd name="csX4" fmla="*/ 3591964 w 4017921"/>
                <a:gd name="csY4" fmla="*/ 1933781 h 3577714"/>
                <a:gd name="csX5" fmla="*/ 1906115 w 4017921"/>
                <a:gd name="csY5" fmla="*/ 2373434 h 3577714"/>
                <a:gd name="csX6" fmla="*/ 1130 w 4017921"/>
                <a:gd name="csY6" fmla="*/ 3573908 h 3577714"/>
                <a:gd name="csX0" fmla="*/ 434 w 4017225"/>
                <a:gd name="csY0" fmla="*/ 3573908 h 3574428"/>
                <a:gd name="csX1" fmla="*/ 1629072 w 4017225"/>
                <a:gd name="csY1" fmla="*/ 1934945 h 3574428"/>
                <a:gd name="csX2" fmla="*/ 1790791 w 4017225"/>
                <a:gd name="csY2" fmla="*/ 327870 h 3574428"/>
                <a:gd name="csX3" fmla="*/ 3907902 w 4017225"/>
                <a:gd name="csY3" fmla="*/ 36349 h 3574428"/>
                <a:gd name="csX4" fmla="*/ 3591268 w 4017225"/>
                <a:gd name="csY4" fmla="*/ 1933781 h 3574428"/>
                <a:gd name="csX5" fmla="*/ 1798394 w 4017225"/>
                <a:gd name="csY5" fmla="*/ 2110926 h 3574428"/>
                <a:gd name="csX6" fmla="*/ 434 w 4017225"/>
                <a:gd name="csY6" fmla="*/ 3573908 h 3574428"/>
                <a:gd name="csX0" fmla="*/ 434 w 4017225"/>
                <a:gd name="csY0" fmla="*/ 3573908 h 3574310"/>
                <a:gd name="csX1" fmla="*/ 1629072 w 4017225"/>
                <a:gd name="csY1" fmla="*/ 1934945 h 3574310"/>
                <a:gd name="csX2" fmla="*/ 1790791 w 4017225"/>
                <a:gd name="csY2" fmla="*/ 327870 h 3574310"/>
                <a:gd name="csX3" fmla="*/ 3907902 w 4017225"/>
                <a:gd name="csY3" fmla="*/ 36349 h 3574310"/>
                <a:gd name="csX4" fmla="*/ 3591268 w 4017225"/>
                <a:gd name="csY4" fmla="*/ 1933781 h 3574310"/>
                <a:gd name="csX5" fmla="*/ 1798394 w 4017225"/>
                <a:gd name="csY5" fmla="*/ 2110926 h 3574310"/>
                <a:gd name="csX6" fmla="*/ 434 w 4017225"/>
                <a:gd name="csY6" fmla="*/ 3573908 h 3574310"/>
                <a:gd name="csX0" fmla="*/ 434 w 4017225"/>
                <a:gd name="csY0" fmla="*/ 3573908 h 3576627"/>
                <a:gd name="csX1" fmla="*/ 1629072 w 4017225"/>
                <a:gd name="csY1" fmla="*/ 1934945 h 3576627"/>
                <a:gd name="csX2" fmla="*/ 1790791 w 4017225"/>
                <a:gd name="csY2" fmla="*/ 327870 h 3576627"/>
                <a:gd name="csX3" fmla="*/ 3907902 w 4017225"/>
                <a:gd name="csY3" fmla="*/ 36349 h 3576627"/>
                <a:gd name="csX4" fmla="*/ 3591268 w 4017225"/>
                <a:gd name="csY4" fmla="*/ 1933781 h 3576627"/>
                <a:gd name="csX5" fmla="*/ 1798395 w 4017225"/>
                <a:gd name="csY5" fmla="*/ 2365482 h 3576627"/>
                <a:gd name="csX6" fmla="*/ 434 w 4017225"/>
                <a:gd name="csY6" fmla="*/ 3573908 h 3576627"/>
                <a:gd name="csX0" fmla="*/ 434 w 4017225"/>
                <a:gd name="csY0" fmla="*/ 3573908 h 3576355"/>
                <a:gd name="csX1" fmla="*/ 1629072 w 4017225"/>
                <a:gd name="csY1" fmla="*/ 1934945 h 3576355"/>
                <a:gd name="csX2" fmla="*/ 1790791 w 4017225"/>
                <a:gd name="csY2" fmla="*/ 327870 h 3576355"/>
                <a:gd name="csX3" fmla="*/ 3907902 w 4017225"/>
                <a:gd name="csY3" fmla="*/ 36349 h 3576355"/>
                <a:gd name="csX4" fmla="*/ 3591268 w 4017225"/>
                <a:gd name="csY4" fmla="*/ 1933781 h 3576355"/>
                <a:gd name="csX5" fmla="*/ 1798395 w 4017225"/>
                <a:gd name="csY5" fmla="*/ 2365482 h 3576355"/>
                <a:gd name="csX6" fmla="*/ 434 w 4017225"/>
                <a:gd name="csY6" fmla="*/ 3573908 h 3576355"/>
                <a:gd name="csX0" fmla="*/ 434 w 4017225"/>
                <a:gd name="csY0" fmla="*/ 3573908 h 3583502"/>
                <a:gd name="csX1" fmla="*/ 1629072 w 4017225"/>
                <a:gd name="csY1" fmla="*/ 1934945 h 3583502"/>
                <a:gd name="csX2" fmla="*/ 1790791 w 4017225"/>
                <a:gd name="csY2" fmla="*/ 327870 h 3583502"/>
                <a:gd name="csX3" fmla="*/ 3907902 w 4017225"/>
                <a:gd name="csY3" fmla="*/ 36349 h 3583502"/>
                <a:gd name="csX4" fmla="*/ 3591268 w 4017225"/>
                <a:gd name="csY4" fmla="*/ 1933781 h 3583502"/>
                <a:gd name="csX5" fmla="*/ 1798396 w 4017225"/>
                <a:gd name="csY5" fmla="*/ 2715497 h 3583502"/>
                <a:gd name="csX6" fmla="*/ 434 w 4017225"/>
                <a:gd name="csY6" fmla="*/ 3573908 h 3583502"/>
                <a:gd name="csX0" fmla="*/ 20204 w 4036995"/>
                <a:gd name="csY0" fmla="*/ 3574326 h 3583563"/>
                <a:gd name="csX1" fmla="*/ 908564 w 4036995"/>
                <a:gd name="csY1" fmla="*/ 1951275 h 3583563"/>
                <a:gd name="csX2" fmla="*/ 1810561 w 4036995"/>
                <a:gd name="csY2" fmla="*/ 328288 h 3583563"/>
                <a:gd name="csX3" fmla="*/ 3927672 w 4036995"/>
                <a:gd name="csY3" fmla="*/ 36767 h 3583563"/>
                <a:gd name="csX4" fmla="*/ 3611038 w 4036995"/>
                <a:gd name="csY4" fmla="*/ 1934199 h 3583563"/>
                <a:gd name="csX5" fmla="*/ 1818166 w 4036995"/>
                <a:gd name="csY5" fmla="*/ 2715915 h 3583563"/>
                <a:gd name="csX6" fmla="*/ 20204 w 4036995"/>
                <a:gd name="csY6" fmla="*/ 3574326 h 3583563"/>
                <a:gd name="csX0" fmla="*/ 12549 w 4029340"/>
                <a:gd name="csY0" fmla="*/ 3574326 h 3583563"/>
                <a:gd name="csX1" fmla="*/ 900909 w 4029340"/>
                <a:gd name="csY1" fmla="*/ 1951275 h 3583563"/>
                <a:gd name="csX2" fmla="*/ 1802906 w 4029340"/>
                <a:gd name="csY2" fmla="*/ 328288 h 3583563"/>
                <a:gd name="csX3" fmla="*/ 3920017 w 4029340"/>
                <a:gd name="csY3" fmla="*/ 36767 h 3583563"/>
                <a:gd name="csX4" fmla="*/ 3603383 w 4029340"/>
                <a:gd name="csY4" fmla="*/ 1934199 h 3583563"/>
                <a:gd name="csX5" fmla="*/ 1810511 w 4029340"/>
                <a:gd name="csY5" fmla="*/ 2715915 h 3583563"/>
                <a:gd name="csX6" fmla="*/ 12549 w 4029340"/>
                <a:gd name="csY6" fmla="*/ 3574326 h 3583563"/>
                <a:gd name="csX0" fmla="*/ 2018 w 4018809"/>
                <a:gd name="csY0" fmla="*/ 3573908 h 3583502"/>
                <a:gd name="csX1" fmla="*/ 1389840 w 4018809"/>
                <a:gd name="csY1" fmla="*/ 1934947 h 3583502"/>
                <a:gd name="csX2" fmla="*/ 1792375 w 4018809"/>
                <a:gd name="csY2" fmla="*/ 327870 h 3583502"/>
                <a:gd name="csX3" fmla="*/ 3909486 w 4018809"/>
                <a:gd name="csY3" fmla="*/ 36349 h 3583502"/>
                <a:gd name="csX4" fmla="*/ 3592852 w 4018809"/>
                <a:gd name="csY4" fmla="*/ 1933781 h 3583502"/>
                <a:gd name="csX5" fmla="*/ 1799980 w 4018809"/>
                <a:gd name="csY5" fmla="*/ 2715497 h 3583502"/>
                <a:gd name="csX6" fmla="*/ 2018 w 4018809"/>
                <a:gd name="csY6" fmla="*/ 3573908 h 3583502"/>
                <a:gd name="csX0" fmla="*/ 2018 w 4018809"/>
                <a:gd name="csY0" fmla="*/ 3573908 h 3575401"/>
                <a:gd name="csX1" fmla="*/ 1389840 w 4018809"/>
                <a:gd name="csY1" fmla="*/ 1934947 h 3575401"/>
                <a:gd name="csX2" fmla="*/ 1792375 w 4018809"/>
                <a:gd name="csY2" fmla="*/ 327870 h 3575401"/>
                <a:gd name="csX3" fmla="*/ 3909486 w 4018809"/>
                <a:gd name="csY3" fmla="*/ 36349 h 3575401"/>
                <a:gd name="csX4" fmla="*/ 3592852 w 4018809"/>
                <a:gd name="csY4" fmla="*/ 1933781 h 3575401"/>
                <a:gd name="csX5" fmla="*/ 1799983 w 4018809"/>
                <a:gd name="csY5" fmla="*/ 2277981 h 3575401"/>
                <a:gd name="csX6" fmla="*/ 2018 w 4018809"/>
                <a:gd name="csY6" fmla="*/ 3573908 h 3575401"/>
                <a:gd name="csX0" fmla="*/ 2279 w 4019070"/>
                <a:gd name="csY0" fmla="*/ 3573908 h 3576883"/>
                <a:gd name="csX1" fmla="*/ 1390101 w 4019070"/>
                <a:gd name="csY1" fmla="*/ 1934947 h 3576883"/>
                <a:gd name="csX2" fmla="*/ 1792636 w 4019070"/>
                <a:gd name="csY2" fmla="*/ 327870 h 3576883"/>
                <a:gd name="csX3" fmla="*/ 3909747 w 4019070"/>
                <a:gd name="csY3" fmla="*/ 36349 h 3576883"/>
                <a:gd name="csX4" fmla="*/ 3593113 w 4019070"/>
                <a:gd name="csY4" fmla="*/ 1933781 h 3576883"/>
                <a:gd name="csX5" fmla="*/ 1827004 w 4019070"/>
                <a:gd name="csY5" fmla="*/ 2405261 h 3576883"/>
                <a:gd name="csX6" fmla="*/ 2279 w 4019070"/>
                <a:gd name="csY6" fmla="*/ 3573908 h 3576883"/>
                <a:gd name="csX0" fmla="*/ 3304 w 4020095"/>
                <a:gd name="csY0" fmla="*/ 3573700 h 3576772"/>
                <a:gd name="csX1" fmla="*/ 1310858 w 4020095"/>
                <a:gd name="csY1" fmla="*/ 1926786 h 3576772"/>
                <a:gd name="csX2" fmla="*/ 1793661 w 4020095"/>
                <a:gd name="csY2" fmla="*/ 327662 h 3576772"/>
                <a:gd name="csX3" fmla="*/ 3910772 w 4020095"/>
                <a:gd name="csY3" fmla="*/ 36141 h 3576772"/>
                <a:gd name="csX4" fmla="*/ 3594138 w 4020095"/>
                <a:gd name="csY4" fmla="*/ 1933573 h 3576772"/>
                <a:gd name="csX5" fmla="*/ 1828029 w 4020095"/>
                <a:gd name="csY5" fmla="*/ 2405053 h 3576772"/>
                <a:gd name="csX6" fmla="*/ 3304 w 4020095"/>
                <a:gd name="csY6" fmla="*/ 3573700 h 3576772"/>
                <a:gd name="csX0" fmla="*/ 3254 w 4020045"/>
                <a:gd name="csY0" fmla="*/ 3573700 h 3576772"/>
                <a:gd name="csX1" fmla="*/ 1310808 w 4020045"/>
                <a:gd name="csY1" fmla="*/ 1926786 h 3576772"/>
                <a:gd name="csX2" fmla="*/ 1793611 w 4020045"/>
                <a:gd name="csY2" fmla="*/ 327662 h 3576772"/>
                <a:gd name="csX3" fmla="*/ 3910722 w 4020045"/>
                <a:gd name="csY3" fmla="*/ 36141 h 3576772"/>
                <a:gd name="csX4" fmla="*/ 3594088 w 4020045"/>
                <a:gd name="csY4" fmla="*/ 1933573 h 3576772"/>
                <a:gd name="csX5" fmla="*/ 1827979 w 4020045"/>
                <a:gd name="csY5" fmla="*/ 2405053 h 3576772"/>
                <a:gd name="csX6" fmla="*/ 3254 w 4020045"/>
                <a:gd name="csY6" fmla="*/ 3573700 h 35767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020045" h="3576772">
                  <a:moveTo>
                    <a:pt x="3254" y="3573700"/>
                  </a:moveTo>
                  <a:cubicBezTo>
                    <a:pt x="-82941" y="3493989"/>
                    <a:pt x="1574310" y="2340515"/>
                    <a:pt x="1310808" y="1926786"/>
                  </a:cubicBezTo>
                  <a:cubicBezTo>
                    <a:pt x="1047306" y="1513057"/>
                    <a:pt x="1360292" y="642769"/>
                    <a:pt x="1793611" y="327662"/>
                  </a:cubicBezTo>
                  <a:cubicBezTo>
                    <a:pt x="2226930" y="12555"/>
                    <a:pt x="3750548" y="-52136"/>
                    <a:pt x="3910722" y="36141"/>
                  </a:cubicBezTo>
                  <a:cubicBezTo>
                    <a:pt x="4070896" y="124418"/>
                    <a:pt x="4120351" y="1358027"/>
                    <a:pt x="3594088" y="1933573"/>
                  </a:cubicBezTo>
                  <a:cubicBezTo>
                    <a:pt x="3171099" y="2391895"/>
                    <a:pt x="2301583" y="2656718"/>
                    <a:pt x="1827979" y="2405053"/>
                  </a:cubicBezTo>
                  <a:cubicBezTo>
                    <a:pt x="1354375" y="2153388"/>
                    <a:pt x="89449" y="3653411"/>
                    <a:pt x="3254" y="3573700"/>
                  </a:cubicBezTo>
                  <a:close/>
                </a:path>
              </a:pathLst>
            </a:custGeom>
            <a:noFill/>
            <a:ln>
              <a:solidFill>
                <a:srgbClr val="0C26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4" name="Freeform 1033">
              <a:extLst>
                <a:ext uri="{FF2B5EF4-FFF2-40B4-BE49-F238E27FC236}">
                  <a16:creationId xmlns:a16="http://schemas.microsoft.com/office/drawing/2014/main" id="{8050ABE7-3518-3C74-31BC-943ED78315B3}"/>
                </a:ext>
              </a:extLst>
            </p:cNvPr>
            <p:cNvSpPr/>
            <p:nvPr userDrawn="1"/>
          </p:nvSpPr>
          <p:spPr>
            <a:xfrm rot="16200000">
              <a:off x="7385691" y="2437141"/>
              <a:ext cx="2615867" cy="2682267"/>
            </a:xfrm>
            <a:custGeom>
              <a:avLst/>
              <a:gdLst>
                <a:gd name="csX0" fmla="*/ 1893 w 3484511"/>
                <a:gd name="csY0" fmla="*/ 3509215 h 3511799"/>
                <a:gd name="csX1" fmla="*/ 1514170 w 3484511"/>
                <a:gd name="csY1" fmla="*/ 1703861 h 3511799"/>
                <a:gd name="csX2" fmla="*/ 2029985 w 3484511"/>
                <a:gd name="csY2" fmla="*/ 226753 h 3511799"/>
                <a:gd name="csX3" fmla="*/ 3378139 w 3484511"/>
                <a:gd name="csY3" fmla="*/ 144692 h 3511799"/>
                <a:gd name="csX4" fmla="*/ 3225739 w 3484511"/>
                <a:gd name="csY4" fmla="*/ 1586630 h 3511799"/>
                <a:gd name="csX5" fmla="*/ 1854139 w 3484511"/>
                <a:gd name="csY5" fmla="*/ 2090723 h 3511799"/>
                <a:gd name="csX6" fmla="*/ 1893 w 3484511"/>
                <a:gd name="csY6" fmla="*/ 3509215 h 3511799"/>
                <a:gd name="csX0" fmla="*/ 1352 w 4094215"/>
                <a:gd name="csY0" fmla="*/ 4103738 h 4105568"/>
                <a:gd name="csX1" fmla="*/ 2123874 w 4094215"/>
                <a:gd name="csY1" fmla="*/ 1703861 h 4105568"/>
                <a:gd name="csX2" fmla="*/ 2639689 w 4094215"/>
                <a:gd name="csY2" fmla="*/ 226753 h 4105568"/>
                <a:gd name="csX3" fmla="*/ 3987843 w 4094215"/>
                <a:gd name="csY3" fmla="*/ 144692 h 4105568"/>
                <a:gd name="csX4" fmla="*/ 3835443 w 4094215"/>
                <a:gd name="csY4" fmla="*/ 1586630 h 4105568"/>
                <a:gd name="csX5" fmla="*/ 2463843 w 4094215"/>
                <a:gd name="csY5" fmla="*/ 2090723 h 4105568"/>
                <a:gd name="csX6" fmla="*/ 1352 w 4094215"/>
                <a:gd name="csY6" fmla="*/ 4103738 h 4105568"/>
                <a:gd name="csX0" fmla="*/ 1978 w 4094841"/>
                <a:gd name="csY0" fmla="*/ 4101966 h 4104114"/>
                <a:gd name="csX1" fmla="*/ 2058783 w 4094841"/>
                <a:gd name="csY1" fmla="*/ 1668597 h 4104114"/>
                <a:gd name="csX2" fmla="*/ 2640315 w 4094841"/>
                <a:gd name="csY2" fmla="*/ 224981 h 4104114"/>
                <a:gd name="csX3" fmla="*/ 3988469 w 4094841"/>
                <a:gd name="csY3" fmla="*/ 142920 h 4104114"/>
                <a:gd name="csX4" fmla="*/ 3836069 w 4094841"/>
                <a:gd name="csY4" fmla="*/ 1584858 h 4104114"/>
                <a:gd name="csX5" fmla="*/ 2464469 w 4094841"/>
                <a:gd name="csY5" fmla="*/ 2088951 h 4104114"/>
                <a:gd name="csX6" fmla="*/ 1978 w 4094841"/>
                <a:gd name="csY6" fmla="*/ 4101966 h 4104114"/>
                <a:gd name="csX0" fmla="*/ 1943 w 4132359"/>
                <a:gd name="csY0" fmla="*/ 3750277 h 3752868"/>
                <a:gd name="csX1" fmla="*/ 2096301 w 4132359"/>
                <a:gd name="csY1" fmla="*/ 1668597 h 3752868"/>
                <a:gd name="csX2" fmla="*/ 2677833 w 4132359"/>
                <a:gd name="csY2" fmla="*/ 224981 h 3752868"/>
                <a:gd name="csX3" fmla="*/ 4025987 w 4132359"/>
                <a:gd name="csY3" fmla="*/ 142920 h 3752868"/>
                <a:gd name="csX4" fmla="*/ 3873587 w 4132359"/>
                <a:gd name="csY4" fmla="*/ 1584858 h 3752868"/>
                <a:gd name="csX5" fmla="*/ 2501987 w 4132359"/>
                <a:gd name="csY5" fmla="*/ 2088951 h 3752868"/>
                <a:gd name="csX6" fmla="*/ 1943 w 4132359"/>
                <a:gd name="csY6" fmla="*/ 3750277 h 3752868"/>
                <a:gd name="csX0" fmla="*/ 7123 w 4137539"/>
                <a:gd name="csY0" fmla="*/ 3776554 h 3776601"/>
                <a:gd name="csX1" fmla="*/ 1782278 w 4137539"/>
                <a:gd name="csY1" fmla="*/ 2163796 h 3776601"/>
                <a:gd name="csX2" fmla="*/ 2683013 w 4137539"/>
                <a:gd name="csY2" fmla="*/ 251258 h 3776601"/>
                <a:gd name="csX3" fmla="*/ 4031167 w 4137539"/>
                <a:gd name="csY3" fmla="*/ 169197 h 3776601"/>
                <a:gd name="csX4" fmla="*/ 3878767 w 4137539"/>
                <a:gd name="csY4" fmla="*/ 1611135 h 3776601"/>
                <a:gd name="csX5" fmla="*/ 2507167 w 4137539"/>
                <a:gd name="csY5" fmla="*/ 2115228 h 3776601"/>
                <a:gd name="csX6" fmla="*/ 7123 w 4137539"/>
                <a:gd name="csY6" fmla="*/ 3776554 h 3776601"/>
                <a:gd name="csX0" fmla="*/ 25 w 4130441"/>
                <a:gd name="csY0" fmla="*/ 3776554 h 3776586"/>
                <a:gd name="csX1" fmla="*/ 1775180 w 4130441"/>
                <a:gd name="csY1" fmla="*/ 2163796 h 3776586"/>
                <a:gd name="csX2" fmla="*/ 2675915 w 4130441"/>
                <a:gd name="csY2" fmla="*/ 251258 h 3776586"/>
                <a:gd name="csX3" fmla="*/ 4024069 w 4130441"/>
                <a:gd name="csY3" fmla="*/ 169197 h 3776586"/>
                <a:gd name="csX4" fmla="*/ 3871669 w 4130441"/>
                <a:gd name="csY4" fmla="*/ 1611135 h 3776586"/>
                <a:gd name="csX5" fmla="*/ 1814719 w 4130441"/>
                <a:gd name="csY5" fmla="*/ 2207339 h 3776586"/>
                <a:gd name="csX6" fmla="*/ 25 w 4130441"/>
                <a:gd name="csY6" fmla="*/ 3776554 h 3776586"/>
                <a:gd name="csX0" fmla="*/ 25 w 4130441"/>
                <a:gd name="csY0" fmla="*/ 3776554 h 3776589"/>
                <a:gd name="csX1" fmla="*/ 1775180 w 4130441"/>
                <a:gd name="csY1" fmla="*/ 2163796 h 3776589"/>
                <a:gd name="csX2" fmla="*/ 2675915 w 4130441"/>
                <a:gd name="csY2" fmla="*/ 251258 h 3776589"/>
                <a:gd name="csX3" fmla="*/ 4024069 w 4130441"/>
                <a:gd name="csY3" fmla="*/ 169197 h 3776589"/>
                <a:gd name="csX4" fmla="*/ 3871669 w 4130441"/>
                <a:gd name="csY4" fmla="*/ 1611135 h 3776589"/>
                <a:gd name="csX5" fmla="*/ 1814719 w 4130441"/>
                <a:gd name="csY5" fmla="*/ 2207339 h 3776589"/>
                <a:gd name="csX6" fmla="*/ 25 w 4130441"/>
                <a:gd name="csY6" fmla="*/ 3776554 h 3776589"/>
                <a:gd name="csX0" fmla="*/ 25 w 3957457"/>
                <a:gd name="csY0" fmla="*/ 3611866 h 3611901"/>
                <a:gd name="csX1" fmla="*/ 1775180 w 3957457"/>
                <a:gd name="csY1" fmla="*/ 1999108 h 3611901"/>
                <a:gd name="csX2" fmla="*/ 2675915 w 3957457"/>
                <a:gd name="csY2" fmla="*/ 86570 h 3611901"/>
                <a:gd name="csX3" fmla="*/ 3554650 w 3957457"/>
                <a:gd name="csY3" fmla="*/ 439934 h 3611901"/>
                <a:gd name="csX4" fmla="*/ 3871669 w 3957457"/>
                <a:gd name="csY4" fmla="*/ 1446447 h 3611901"/>
                <a:gd name="csX5" fmla="*/ 1814719 w 3957457"/>
                <a:gd name="csY5" fmla="*/ 2042651 h 3611901"/>
                <a:gd name="csX6" fmla="*/ 25 w 3957457"/>
                <a:gd name="csY6" fmla="*/ 3611866 h 3611901"/>
                <a:gd name="csX0" fmla="*/ 25 w 3957253"/>
                <a:gd name="csY0" fmla="*/ 3368639 h 3368674"/>
                <a:gd name="csX1" fmla="*/ 1775180 w 3957253"/>
                <a:gd name="csY1" fmla="*/ 1755881 h 3368674"/>
                <a:gd name="csX2" fmla="*/ 2685304 w 3957253"/>
                <a:gd name="csY2" fmla="*/ 144791 h 3368674"/>
                <a:gd name="csX3" fmla="*/ 3554650 w 3957253"/>
                <a:gd name="csY3" fmla="*/ 196707 h 3368674"/>
                <a:gd name="csX4" fmla="*/ 3871669 w 3957253"/>
                <a:gd name="csY4" fmla="*/ 1203220 h 3368674"/>
                <a:gd name="csX5" fmla="*/ 1814719 w 3957253"/>
                <a:gd name="csY5" fmla="*/ 1799424 h 3368674"/>
                <a:gd name="csX6" fmla="*/ 25 w 3957253"/>
                <a:gd name="csY6" fmla="*/ 3368639 h 3368674"/>
                <a:gd name="csX0" fmla="*/ 25 w 3705517"/>
                <a:gd name="csY0" fmla="*/ 3358570 h 3358603"/>
                <a:gd name="csX1" fmla="*/ 1775180 w 3705517"/>
                <a:gd name="csY1" fmla="*/ 1745812 h 3358603"/>
                <a:gd name="csX2" fmla="*/ 2685304 w 3705517"/>
                <a:gd name="csY2" fmla="*/ 134722 h 3358603"/>
                <a:gd name="csX3" fmla="*/ 3554650 w 3705517"/>
                <a:gd name="csY3" fmla="*/ 186638 h 3358603"/>
                <a:gd name="csX4" fmla="*/ 3552464 w 3705517"/>
                <a:gd name="csY4" fmla="*/ 975438 h 3358603"/>
                <a:gd name="csX5" fmla="*/ 1814719 w 3705517"/>
                <a:gd name="csY5" fmla="*/ 1789355 h 3358603"/>
                <a:gd name="csX6" fmla="*/ 25 w 3705517"/>
                <a:gd name="csY6" fmla="*/ 3358570 h 3358603"/>
                <a:gd name="csX0" fmla="*/ 2290 w 3707782"/>
                <a:gd name="csY0" fmla="*/ 3305196 h 3314287"/>
                <a:gd name="csX1" fmla="*/ 2199921 w 3707782"/>
                <a:gd name="csY1" fmla="*/ 955568 h 3314287"/>
                <a:gd name="csX2" fmla="*/ 2687569 w 3707782"/>
                <a:gd name="csY2" fmla="*/ 81348 h 3314287"/>
                <a:gd name="csX3" fmla="*/ 3556915 w 3707782"/>
                <a:gd name="csY3" fmla="*/ 133264 h 3314287"/>
                <a:gd name="csX4" fmla="*/ 3554729 w 3707782"/>
                <a:gd name="csY4" fmla="*/ 922064 h 3314287"/>
                <a:gd name="csX5" fmla="*/ 1816984 w 3707782"/>
                <a:gd name="csY5" fmla="*/ 1735981 h 3314287"/>
                <a:gd name="csX6" fmla="*/ 2290 w 3707782"/>
                <a:gd name="csY6" fmla="*/ 3305196 h 3314287"/>
                <a:gd name="csX0" fmla="*/ 377 w 3705869"/>
                <a:gd name="csY0" fmla="*/ 3305196 h 3313168"/>
                <a:gd name="csX1" fmla="*/ 2198008 w 3705869"/>
                <a:gd name="csY1" fmla="*/ 955568 h 3313168"/>
                <a:gd name="csX2" fmla="*/ 2685656 w 3705869"/>
                <a:gd name="csY2" fmla="*/ 81348 h 3313168"/>
                <a:gd name="csX3" fmla="*/ 3555002 w 3705869"/>
                <a:gd name="csY3" fmla="*/ 133264 h 3313168"/>
                <a:gd name="csX4" fmla="*/ 3552816 w 3705869"/>
                <a:gd name="csY4" fmla="*/ 922064 h 3313168"/>
                <a:gd name="csX5" fmla="*/ 2378375 w 3705869"/>
                <a:gd name="csY5" fmla="*/ 1694113 h 3313168"/>
                <a:gd name="csX6" fmla="*/ 377 w 3705869"/>
                <a:gd name="csY6" fmla="*/ 3305196 h 3313168"/>
                <a:gd name="csX0" fmla="*/ 377 w 3705869"/>
                <a:gd name="csY0" fmla="*/ 3305196 h 3311216"/>
                <a:gd name="csX1" fmla="*/ 2198008 w 3705869"/>
                <a:gd name="csY1" fmla="*/ 955568 h 3311216"/>
                <a:gd name="csX2" fmla="*/ 2685656 w 3705869"/>
                <a:gd name="csY2" fmla="*/ 81348 h 3311216"/>
                <a:gd name="csX3" fmla="*/ 3555002 w 3705869"/>
                <a:gd name="csY3" fmla="*/ 133264 h 3311216"/>
                <a:gd name="csX4" fmla="*/ 3552816 w 3705869"/>
                <a:gd name="csY4" fmla="*/ 922064 h 3311216"/>
                <a:gd name="csX5" fmla="*/ 2378375 w 3705869"/>
                <a:gd name="csY5" fmla="*/ 1694113 h 3311216"/>
                <a:gd name="csX6" fmla="*/ 377 w 3705869"/>
                <a:gd name="csY6" fmla="*/ 3305196 h 3311216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31250"/>
                <a:gd name="csY0" fmla="*/ 3306034 h 3313991"/>
                <a:gd name="csX1" fmla="*/ 2198008 w 4431250"/>
                <a:gd name="csY1" fmla="*/ 956406 h 3313991"/>
                <a:gd name="csX2" fmla="*/ 2685656 w 4431250"/>
                <a:gd name="csY2" fmla="*/ 82186 h 3313991"/>
                <a:gd name="csX3" fmla="*/ 3555002 w 4431250"/>
                <a:gd name="csY3" fmla="*/ 134102 h 3313991"/>
                <a:gd name="csX4" fmla="*/ 4425936 w 4431250"/>
                <a:gd name="csY4" fmla="*/ 939649 h 3313991"/>
                <a:gd name="csX5" fmla="*/ 2378375 w 4431250"/>
                <a:gd name="csY5" fmla="*/ 1694951 h 3313991"/>
                <a:gd name="csX6" fmla="*/ 377 w 4431250"/>
                <a:gd name="csY6" fmla="*/ 3306034 h 3313991"/>
                <a:gd name="csX0" fmla="*/ 377 w 4425936"/>
                <a:gd name="csY0" fmla="*/ 3306034 h 3313991"/>
                <a:gd name="csX1" fmla="*/ 2198008 w 4425936"/>
                <a:gd name="csY1" fmla="*/ 956406 h 3313991"/>
                <a:gd name="csX2" fmla="*/ 2685656 w 4425936"/>
                <a:gd name="csY2" fmla="*/ 82186 h 3313991"/>
                <a:gd name="csX3" fmla="*/ 3555002 w 4425936"/>
                <a:gd name="csY3" fmla="*/ 134102 h 3313991"/>
                <a:gd name="csX4" fmla="*/ 4425936 w 4425936"/>
                <a:gd name="csY4" fmla="*/ 939649 h 3313991"/>
                <a:gd name="csX5" fmla="*/ 2378375 w 4425936"/>
                <a:gd name="csY5" fmla="*/ 1694951 h 3313991"/>
                <a:gd name="csX6" fmla="*/ 377 w 4425936"/>
                <a:gd name="csY6" fmla="*/ 3306034 h 3313991"/>
                <a:gd name="csX0" fmla="*/ 377 w 4472878"/>
                <a:gd name="csY0" fmla="*/ 3303952 h 3311947"/>
                <a:gd name="csX1" fmla="*/ 2198008 w 4472878"/>
                <a:gd name="csY1" fmla="*/ 954324 h 3311947"/>
                <a:gd name="csX2" fmla="*/ 2685656 w 4472878"/>
                <a:gd name="csY2" fmla="*/ 80104 h 3311947"/>
                <a:gd name="csX3" fmla="*/ 3555002 w 4472878"/>
                <a:gd name="csY3" fmla="*/ 132020 h 3311947"/>
                <a:gd name="csX4" fmla="*/ 4472878 w 4472878"/>
                <a:gd name="csY4" fmla="*/ 895700 h 3311947"/>
                <a:gd name="csX5" fmla="*/ 2378375 w 4472878"/>
                <a:gd name="csY5" fmla="*/ 1692869 h 3311947"/>
                <a:gd name="csX6" fmla="*/ 377 w 4472878"/>
                <a:gd name="csY6" fmla="*/ 3303952 h 3311947"/>
                <a:gd name="csX0" fmla="*/ 377 w 4472878"/>
                <a:gd name="csY0" fmla="*/ 3489034 h 3497029"/>
                <a:gd name="csX1" fmla="*/ 2198008 w 4472878"/>
                <a:gd name="csY1" fmla="*/ 1139406 h 3497029"/>
                <a:gd name="csX2" fmla="*/ 2685656 w 4472878"/>
                <a:gd name="csY2" fmla="*/ 265186 h 3497029"/>
                <a:gd name="csX3" fmla="*/ 3742770 w 4472878"/>
                <a:gd name="csY3" fmla="*/ 49148 h 3497029"/>
                <a:gd name="csX4" fmla="*/ 4472878 w 4472878"/>
                <a:gd name="csY4" fmla="*/ 1080782 h 3497029"/>
                <a:gd name="csX5" fmla="*/ 2378375 w 4472878"/>
                <a:gd name="csY5" fmla="*/ 1877951 h 3497029"/>
                <a:gd name="csX6" fmla="*/ 377 w 4472878"/>
                <a:gd name="csY6" fmla="*/ 3489034 h 3497029"/>
                <a:gd name="csX0" fmla="*/ 377 w 4482266"/>
                <a:gd name="csY0" fmla="*/ 3489034 h 3497029"/>
                <a:gd name="csX1" fmla="*/ 2198008 w 4482266"/>
                <a:gd name="csY1" fmla="*/ 1139406 h 3497029"/>
                <a:gd name="csX2" fmla="*/ 2685656 w 4482266"/>
                <a:gd name="csY2" fmla="*/ 265186 h 3497029"/>
                <a:gd name="csX3" fmla="*/ 3742770 w 4482266"/>
                <a:gd name="csY3" fmla="*/ 49148 h 3497029"/>
                <a:gd name="csX4" fmla="*/ 4482266 w 4482266"/>
                <a:gd name="csY4" fmla="*/ 1080782 h 3497029"/>
                <a:gd name="csX5" fmla="*/ 2378375 w 4482266"/>
                <a:gd name="csY5" fmla="*/ 1877951 h 3497029"/>
                <a:gd name="csX6" fmla="*/ 377 w 4482266"/>
                <a:gd name="csY6" fmla="*/ 3489034 h 3497029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10188 w 4492077"/>
                <a:gd name="csY0" fmla="*/ 3488052 h 3497366"/>
                <a:gd name="csX1" fmla="*/ 1804118 w 4492077"/>
                <a:gd name="csY1" fmla="*/ 1096559 h 3497366"/>
                <a:gd name="csX2" fmla="*/ 2695467 w 4492077"/>
                <a:gd name="csY2" fmla="*/ 264204 h 3497366"/>
                <a:gd name="csX3" fmla="*/ 3752581 w 4492077"/>
                <a:gd name="csY3" fmla="*/ 48166 h 3497366"/>
                <a:gd name="csX4" fmla="*/ 4492077 w 4492077"/>
                <a:gd name="csY4" fmla="*/ 1079800 h 3497366"/>
                <a:gd name="csX5" fmla="*/ 2688616 w 4492077"/>
                <a:gd name="csY5" fmla="*/ 1893718 h 3497366"/>
                <a:gd name="csX6" fmla="*/ 10188 w 4492077"/>
                <a:gd name="csY6" fmla="*/ 3488052 h 3497366"/>
                <a:gd name="csX0" fmla="*/ 10188 w 4492077"/>
                <a:gd name="csY0" fmla="*/ 3488052 h 3500595"/>
                <a:gd name="csX1" fmla="*/ 1804118 w 4492077"/>
                <a:gd name="csY1" fmla="*/ 1096559 h 3500595"/>
                <a:gd name="csX2" fmla="*/ 2695467 w 4492077"/>
                <a:gd name="csY2" fmla="*/ 264204 h 3500595"/>
                <a:gd name="csX3" fmla="*/ 3752581 w 4492077"/>
                <a:gd name="csY3" fmla="*/ 48166 h 3500595"/>
                <a:gd name="csX4" fmla="*/ 4492077 w 4492077"/>
                <a:gd name="csY4" fmla="*/ 1079800 h 3500595"/>
                <a:gd name="csX5" fmla="*/ 2688616 w 4492077"/>
                <a:gd name="csY5" fmla="*/ 1893718 h 3500595"/>
                <a:gd name="csX6" fmla="*/ 10188 w 4492077"/>
                <a:gd name="csY6" fmla="*/ 3488052 h 3500595"/>
                <a:gd name="csX0" fmla="*/ 10188 w 4492077"/>
                <a:gd name="csY0" fmla="*/ 3488052 h 3500888"/>
                <a:gd name="csX1" fmla="*/ 1804118 w 4492077"/>
                <a:gd name="csY1" fmla="*/ 1096559 h 3500888"/>
                <a:gd name="csX2" fmla="*/ 2695467 w 4492077"/>
                <a:gd name="csY2" fmla="*/ 264204 h 3500888"/>
                <a:gd name="csX3" fmla="*/ 3752581 w 4492077"/>
                <a:gd name="csY3" fmla="*/ 48166 h 3500888"/>
                <a:gd name="csX4" fmla="*/ 4492077 w 4492077"/>
                <a:gd name="csY4" fmla="*/ 1079800 h 3500888"/>
                <a:gd name="csX5" fmla="*/ 2688616 w 4492077"/>
                <a:gd name="csY5" fmla="*/ 1893718 h 3500888"/>
                <a:gd name="csX6" fmla="*/ 10188 w 4492077"/>
                <a:gd name="csY6" fmla="*/ 3488052 h 3500888"/>
                <a:gd name="csX0" fmla="*/ 27731 w 3289130"/>
                <a:gd name="csY0" fmla="*/ 2449732 h 2473361"/>
                <a:gd name="csX1" fmla="*/ 601171 w 3289130"/>
                <a:gd name="csY1" fmla="*/ 1096559 h 2473361"/>
                <a:gd name="csX2" fmla="*/ 1492520 w 3289130"/>
                <a:gd name="csY2" fmla="*/ 264204 h 2473361"/>
                <a:gd name="csX3" fmla="*/ 2549634 w 3289130"/>
                <a:gd name="csY3" fmla="*/ 48166 h 2473361"/>
                <a:gd name="csX4" fmla="*/ 3289130 w 3289130"/>
                <a:gd name="csY4" fmla="*/ 1079800 h 2473361"/>
                <a:gd name="csX5" fmla="*/ 1485669 w 3289130"/>
                <a:gd name="csY5" fmla="*/ 1893718 h 2473361"/>
                <a:gd name="csX6" fmla="*/ 27731 w 3289130"/>
                <a:gd name="csY6" fmla="*/ 2449732 h 2473361"/>
                <a:gd name="csX0" fmla="*/ 367 w 3261766"/>
                <a:gd name="csY0" fmla="*/ 2449732 h 2449966"/>
                <a:gd name="csX1" fmla="*/ 573807 w 3261766"/>
                <a:gd name="csY1" fmla="*/ 1096559 h 2449966"/>
                <a:gd name="csX2" fmla="*/ 1465156 w 3261766"/>
                <a:gd name="csY2" fmla="*/ 264204 h 2449966"/>
                <a:gd name="csX3" fmla="*/ 2522270 w 3261766"/>
                <a:gd name="csY3" fmla="*/ 48166 h 2449966"/>
                <a:gd name="csX4" fmla="*/ 3261766 w 3261766"/>
                <a:gd name="csY4" fmla="*/ 1079800 h 2449966"/>
                <a:gd name="csX5" fmla="*/ 1458305 w 3261766"/>
                <a:gd name="csY5" fmla="*/ 1893718 h 2449966"/>
                <a:gd name="csX6" fmla="*/ 367 w 3261766"/>
                <a:gd name="csY6" fmla="*/ 2449732 h 2449966"/>
                <a:gd name="csX0" fmla="*/ 62959 w 3324358"/>
                <a:gd name="csY0" fmla="*/ 2449732 h 2487147"/>
                <a:gd name="csX1" fmla="*/ 636399 w 3324358"/>
                <a:gd name="csY1" fmla="*/ 1096559 h 2487147"/>
                <a:gd name="csX2" fmla="*/ 1527748 w 3324358"/>
                <a:gd name="csY2" fmla="*/ 264204 h 2487147"/>
                <a:gd name="csX3" fmla="*/ 2584862 w 3324358"/>
                <a:gd name="csY3" fmla="*/ 48166 h 2487147"/>
                <a:gd name="csX4" fmla="*/ 3324358 w 3324358"/>
                <a:gd name="csY4" fmla="*/ 1079800 h 2487147"/>
                <a:gd name="csX5" fmla="*/ 1520897 w 3324358"/>
                <a:gd name="csY5" fmla="*/ 1893718 h 2487147"/>
                <a:gd name="csX6" fmla="*/ 62959 w 3324358"/>
                <a:gd name="csY6" fmla="*/ 2449732 h 2487147"/>
                <a:gd name="csX0" fmla="*/ 38478 w 4482813"/>
                <a:gd name="csY0" fmla="*/ 3496425 h 3519813"/>
                <a:gd name="csX1" fmla="*/ 1794854 w 4482813"/>
                <a:gd name="csY1" fmla="*/ 1096559 h 3519813"/>
                <a:gd name="csX2" fmla="*/ 2686203 w 4482813"/>
                <a:gd name="csY2" fmla="*/ 264204 h 3519813"/>
                <a:gd name="csX3" fmla="*/ 3743317 w 4482813"/>
                <a:gd name="csY3" fmla="*/ 48166 h 3519813"/>
                <a:gd name="csX4" fmla="*/ 4482813 w 4482813"/>
                <a:gd name="csY4" fmla="*/ 1079800 h 3519813"/>
                <a:gd name="csX5" fmla="*/ 2679352 w 4482813"/>
                <a:gd name="csY5" fmla="*/ 1893718 h 3519813"/>
                <a:gd name="csX6" fmla="*/ 38478 w 4482813"/>
                <a:gd name="csY6" fmla="*/ 3496425 h 3519813"/>
                <a:gd name="csX0" fmla="*/ 9071 w 4453406"/>
                <a:gd name="csY0" fmla="*/ 3496425 h 3510301"/>
                <a:gd name="csX1" fmla="*/ 1765447 w 4453406"/>
                <a:gd name="csY1" fmla="*/ 1096559 h 3510301"/>
                <a:gd name="csX2" fmla="*/ 2656796 w 4453406"/>
                <a:gd name="csY2" fmla="*/ 264204 h 3510301"/>
                <a:gd name="csX3" fmla="*/ 3713910 w 4453406"/>
                <a:gd name="csY3" fmla="*/ 48166 h 3510301"/>
                <a:gd name="csX4" fmla="*/ 4453406 w 4453406"/>
                <a:gd name="csY4" fmla="*/ 1079800 h 3510301"/>
                <a:gd name="csX5" fmla="*/ 2649945 w 4453406"/>
                <a:gd name="csY5" fmla="*/ 1893718 h 3510301"/>
                <a:gd name="csX6" fmla="*/ 9071 w 4453406"/>
                <a:gd name="csY6" fmla="*/ 3496425 h 3510301"/>
                <a:gd name="csX0" fmla="*/ 9071 w 4453406"/>
                <a:gd name="csY0" fmla="*/ 3496425 h 3512169"/>
                <a:gd name="csX1" fmla="*/ 1765447 w 4453406"/>
                <a:gd name="csY1" fmla="*/ 1096559 h 3512169"/>
                <a:gd name="csX2" fmla="*/ 2656796 w 4453406"/>
                <a:gd name="csY2" fmla="*/ 264204 h 3512169"/>
                <a:gd name="csX3" fmla="*/ 3713910 w 4453406"/>
                <a:gd name="csY3" fmla="*/ 48166 h 3512169"/>
                <a:gd name="csX4" fmla="*/ 4453406 w 4453406"/>
                <a:gd name="csY4" fmla="*/ 1079800 h 3512169"/>
                <a:gd name="csX5" fmla="*/ 2649945 w 4453406"/>
                <a:gd name="csY5" fmla="*/ 1893718 h 3512169"/>
                <a:gd name="csX6" fmla="*/ 9071 w 4453406"/>
                <a:gd name="csY6" fmla="*/ 3496425 h 3512169"/>
                <a:gd name="csX0" fmla="*/ 9640 w 4453975"/>
                <a:gd name="csY0" fmla="*/ 3496425 h 3512169"/>
                <a:gd name="csX1" fmla="*/ 1766016 w 4453975"/>
                <a:gd name="csY1" fmla="*/ 1096559 h 3512169"/>
                <a:gd name="csX2" fmla="*/ 2657365 w 4453975"/>
                <a:gd name="csY2" fmla="*/ 264204 h 3512169"/>
                <a:gd name="csX3" fmla="*/ 3714479 w 4453975"/>
                <a:gd name="csY3" fmla="*/ 48166 h 3512169"/>
                <a:gd name="csX4" fmla="*/ 4453975 w 4453975"/>
                <a:gd name="csY4" fmla="*/ 1079800 h 3512169"/>
                <a:gd name="csX5" fmla="*/ 2650514 w 4453975"/>
                <a:gd name="csY5" fmla="*/ 1893718 h 3512169"/>
                <a:gd name="csX6" fmla="*/ 9640 w 4453975"/>
                <a:gd name="csY6" fmla="*/ 3496425 h 3512169"/>
                <a:gd name="csX0" fmla="*/ 9640 w 4453975"/>
                <a:gd name="csY0" fmla="*/ 3993467 h 4008123"/>
                <a:gd name="csX1" fmla="*/ 1766016 w 4453975"/>
                <a:gd name="csY1" fmla="*/ 1593601 h 4008123"/>
                <a:gd name="csX2" fmla="*/ 2601034 w 4453975"/>
                <a:gd name="csY2" fmla="*/ 41122 h 4008123"/>
                <a:gd name="csX3" fmla="*/ 3714479 w 4453975"/>
                <a:gd name="csY3" fmla="*/ 545208 h 4008123"/>
                <a:gd name="csX4" fmla="*/ 4453975 w 4453975"/>
                <a:gd name="csY4" fmla="*/ 1576842 h 4008123"/>
                <a:gd name="csX5" fmla="*/ 2650514 w 4453975"/>
                <a:gd name="csY5" fmla="*/ 2390760 h 4008123"/>
                <a:gd name="csX6" fmla="*/ 9640 w 4453975"/>
                <a:gd name="csY6" fmla="*/ 3993467 h 4008123"/>
                <a:gd name="csX0" fmla="*/ 9640 w 4453975"/>
                <a:gd name="csY0" fmla="*/ 3952894 h 3967550"/>
                <a:gd name="csX1" fmla="*/ 1766016 w 4453975"/>
                <a:gd name="csY1" fmla="*/ 1553028 h 3967550"/>
                <a:gd name="csX2" fmla="*/ 2601034 w 4453975"/>
                <a:gd name="csY2" fmla="*/ 549 h 3967550"/>
                <a:gd name="csX3" fmla="*/ 3714479 w 4453975"/>
                <a:gd name="csY3" fmla="*/ 504635 h 3967550"/>
                <a:gd name="csX4" fmla="*/ 4453975 w 4453975"/>
                <a:gd name="csY4" fmla="*/ 1536269 h 3967550"/>
                <a:gd name="csX5" fmla="*/ 2650514 w 4453975"/>
                <a:gd name="csY5" fmla="*/ 2350187 h 3967550"/>
                <a:gd name="csX6" fmla="*/ 9640 w 4453975"/>
                <a:gd name="csY6" fmla="*/ 3952894 h 3967550"/>
                <a:gd name="csX0" fmla="*/ 9640 w 4453975"/>
                <a:gd name="csY0" fmla="*/ 3952971 h 3968477"/>
                <a:gd name="csX1" fmla="*/ 1766016 w 4453975"/>
                <a:gd name="csY1" fmla="*/ 1553105 h 3968477"/>
                <a:gd name="csX2" fmla="*/ 2601034 w 4453975"/>
                <a:gd name="csY2" fmla="*/ 626 h 3968477"/>
                <a:gd name="csX3" fmla="*/ 3714479 w 4453975"/>
                <a:gd name="csY3" fmla="*/ 504712 h 3968477"/>
                <a:gd name="csX4" fmla="*/ 4453975 w 4453975"/>
                <a:gd name="csY4" fmla="*/ 1536346 h 3968477"/>
                <a:gd name="csX5" fmla="*/ 2650514 w 4453975"/>
                <a:gd name="csY5" fmla="*/ 2350264 h 3968477"/>
                <a:gd name="csX6" fmla="*/ 9640 w 4453975"/>
                <a:gd name="csY6" fmla="*/ 3952971 h 3968477"/>
                <a:gd name="csX0" fmla="*/ 9640 w 4517542"/>
                <a:gd name="csY0" fmla="*/ 4153948 h 4169453"/>
                <a:gd name="csX1" fmla="*/ 1766016 w 4517542"/>
                <a:gd name="csY1" fmla="*/ 1754082 h 4169453"/>
                <a:gd name="csX2" fmla="*/ 2601034 w 4517542"/>
                <a:gd name="csY2" fmla="*/ 201603 h 4169453"/>
                <a:gd name="csX3" fmla="*/ 4390442 w 4517542"/>
                <a:gd name="csY3" fmla="*/ 186529 h 4169453"/>
                <a:gd name="csX4" fmla="*/ 4453975 w 4517542"/>
                <a:gd name="csY4" fmla="*/ 1737323 h 4169453"/>
                <a:gd name="csX5" fmla="*/ 2650514 w 4517542"/>
                <a:gd name="csY5" fmla="*/ 2551241 h 4169453"/>
                <a:gd name="csX6" fmla="*/ 9640 w 4517542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719798"/>
                <a:gd name="csY0" fmla="*/ 4153948 h 4169453"/>
                <a:gd name="csX1" fmla="*/ 1766016 w 4719798"/>
                <a:gd name="csY1" fmla="*/ 1754082 h 4169453"/>
                <a:gd name="csX2" fmla="*/ 2601034 w 4719798"/>
                <a:gd name="csY2" fmla="*/ 201603 h 4169453"/>
                <a:gd name="csX3" fmla="*/ 4390442 w 4719798"/>
                <a:gd name="csY3" fmla="*/ 186529 h 4169453"/>
                <a:gd name="csX4" fmla="*/ 4453975 w 4719798"/>
                <a:gd name="csY4" fmla="*/ 1737323 h 4169453"/>
                <a:gd name="csX5" fmla="*/ 2650514 w 4719798"/>
                <a:gd name="csY5" fmla="*/ 2551241 h 4169453"/>
                <a:gd name="csX6" fmla="*/ 9640 w 4719798"/>
                <a:gd name="csY6" fmla="*/ 4153948 h 4169453"/>
                <a:gd name="csX0" fmla="*/ 9640 w 4684091"/>
                <a:gd name="csY0" fmla="*/ 4153948 h 4169453"/>
                <a:gd name="csX1" fmla="*/ 1766016 w 4684091"/>
                <a:gd name="csY1" fmla="*/ 1754082 h 4169453"/>
                <a:gd name="csX2" fmla="*/ 2601034 w 4684091"/>
                <a:gd name="csY2" fmla="*/ 201603 h 4169453"/>
                <a:gd name="csX3" fmla="*/ 4390442 w 4684091"/>
                <a:gd name="csY3" fmla="*/ 186529 h 4169453"/>
                <a:gd name="csX4" fmla="*/ 4453975 w 4684091"/>
                <a:gd name="csY4" fmla="*/ 1737323 h 4169453"/>
                <a:gd name="csX5" fmla="*/ 2650514 w 4684091"/>
                <a:gd name="csY5" fmla="*/ 2551241 h 4169453"/>
                <a:gd name="csX6" fmla="*/ 9640 w 4684091"/>
                <a:gd name="csY6" fmla="*/ 4153948 h 4169453"/>
                <a:gd name="csX0" fmla="*/ 9640 w 4747938"/>
                <a:gd name="csY0" fmla="*/ 4153948 h 4169453"/>
                <a:gd name="csX1" fmla="*/ 1766016 w 4747938"/>
                <a:gd name="csY1" fmla="*/ 1754082 h 4169453"/>
                <a:gd name="csX2" fmla="*/ 2601034 w 4747938"/>
                <a:gd name="csY2" fmla="*/ 201603 h 4169453"/>
                <a:gd name="csX3" fmla="*/ 4390442 w 4747938"/>
                <a:gd name="csY3" fmla="*/ 186529 h 4169453"/>
                <a:gd name="csX4" fmla="*/ 4453975 w 4747938"/>
                <a:gd name="csY4" fmla="*/ 1737323 h 4169453"/>
                <a:gd name="csX5" fmla="*/ 2650514 w 4747938"/>
                <a:gd name="csY5" fmla="*/ 2551241 h 4169453"/>
                <a:gd name="csX6" fmla="*/ 9640 w 4747938"/>
                <a:gd name="csY6" fmla="*/ 4153948 h 4169453"/>
                <a:gd name="csX0" fmla="*/ 9640 w 4747938"/>
                <a:gd name="csY0" fmla="*/ 4205765 h 4221270"/>
                <a:gd name="csX1" fmla="*/ 1766016 w 4747938"/>
                <a:gd name="csY1" fmla="*/ 1805899 h 4221270"/>
                <a:gd name="csX2" fmla="*/ 2601034 w 4747938"/>
                <a:gd name="csY2" fmla="*/ 253420 h 4221270"/>
                <a:gd name="csX3" fmla="*/ 4390442 w 4747938"/>
                <a:gd name="csY3" fmla="*/ 238346 h 4221270"/>
                <a:gd name="csX4" fmla="*/ 4453975 w 4747938"/>
                <a:gd name="csY4" fmla="*/ 1789140 h 4221270"/>
                <a:gd name="csX5" fmla="*/ 2650514 w 4747938"/>
                <a:gd name="csY5" fmla="*/ 2603058 h 4221270"/>
                <a:gd name="csX6" fmla="*/ 9640 w 4747938"/>
                <a:gd name="csY6" fmla="*/ 4205765 h 4221270"/>
                <a:gd name="csX0" fmla="*/ 9640 w 4769359"/>
                <a:gd name="csY0" fmla="*/ 4189897 h 4205402"/>
                <a:gd name="csX1" fmla="*/ 1766016 w 4769359"/>
                <a:gd name="csY1" fmla="*/ 1790031 h 4205402"/>
                <a:gd name="csX2" fmla="*/ 2601034 w 4769359"/>
                <a:gd name="csY2" fmla="*/ 237552 h 4205402"/>
                <a:gd name="csX3" fmla="*/ 4446772 w 4769359"/>
                <a:gd name="csY3" fmla="*/ 163863 h 4205402"/>
                <a:gd name="csX4" fmla="*/ 4453975 w 4769359"/>
                <a:gd name="csY4" fmla="*/ 1773272 h 4205402"/>
                <a:gd name="csX5" fmla="*/ 2650514 w 4769359"/>
                <a:gd name="csY5" fmla="*/ 2587190 h 4205402"/>
                <a:gd name="csX6" fmla="*/ 9640 w 4769359"/>
                <a:gd name="csY6" fmla="*/ 4189897 h 4205402"/>
                <a:gd name="csX0" fmla="*/ 9640 w 4747938"/>
                <a:gd name="csY0" fmla="*/ 4212142 h 4227647"/>
                <a:gd name="csX1" fmla="*/ 1766016 w 4747938"/>
                <a:gd name="csY1" fmla="*/ 1812276 h 4227647"/>
                <a:gd name="csX2" fmla="*/ 2601034 w 4747938"/>
                <a:gd name="csY2" fmla="*/ 259797 h 4227647"/>
                <a:gd name="csX3" fmla="*/ 4390441 w 4747938"/>
                <a:gd name="csY3" fmla="*/ 152614 h 4227647"/>
                <a:gd name="csX4" fmla="*/ 4453975 w 4747938"/>
                <a:gd name="csY4" fmla="*/ 1795517 h 4227647"/>
                <a:gd name="csX5" fmla="*/ 2650514 w 4747938"/>
                <a:gd name="csY5" fmla="*/ 2609435 h 4227647"/>
                <a:gd name="csX6" fmla="*/ 9640 w 4747938"/>
                <a:gd name="csY6" fmla="*/ 4212142 h 4227647"/>
                <a:gd name="csX0" fmla="*/ 8567 w 4746865"/>
                <a:gd name="csY0" fmla="*/ 4212143 h 4219435"/>
                <a:gd name="csX1" fmla="*/ 1745271 w 4746865"/>
                <a:gd name="csY1" fmla="*/ 1812279 h 4219435"/>
                <a:gd name="csX2" fmla="*/ 2599961 w 4746865"/>
                <a:gd name="csY2" fmla="*/ 259798 h 4219435"/>
                <a:gd name="csX3" fmla="*/ 4389368 w 4746865"/>
                <a:gd name="csY3" fmla="*/ 152615 h 4219435"/>
                <a:gd name="csX4" fmla="*/ 4452902 w 4746865"/>
                <a:gd name="csY4" fmla="*/ 1795518 h 4219435"/>
                <a:gd name="csX5" fmla="*/ 2649441 w 4746865"/>
                <a:gd name="csY5" fmla="*/ 2609436 h 4219435"/>
                <a:gd name="csX6" fmla="*/ 8567 w 4746865"/>
                <a:gd name="csY6" fmla="*/ 4212143 h 4219435"/>
                <a:gd name="csX0" fmla="*/ 8451 w 4746749"/>
                <a:gd name="csY0" fmla="*/ 4212143 h 4219813"/>
                <a:gd name="csX1" fmla="*/ 1745155 w 4746749"/>
                <a:gd name="csY1" fmla="*/ 1812279 h 4219813"/>
                <a:gd name="csX2" fmla="*/ 2599845 w 4746749"/>
                <a:gd name="csY2" fmla="*/ 259798 h 4219813"/>
                <a:gd name="csX3" fmla="*/ 4389252 w 4746749"/>
                <a:gd name="csY3" fmla="*/ 152615 h 4219813"/>
                <a:gd name="csX4" fmla="*/ 4452786 w 4746749"/>
                <a:gd name="csY4" fmla="*/ 1795518 h 4219813"/>
                <a:gd name="csX5" fmla="*/ 2642769 w 4746749"/>
                <a:gd name="csY5" fmla="*/ 2626986 h 4219813"/>
                <a:gd name="csX6" fmla="*/ 8451 w 4746749"/>
                <a:gd name="csY6" fmla="*/ 4212143 h 4219813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594 w 4746892"/>
                <a:gd name="csY0" fmla="*/ 4213311 h 4220527"/>
                <a:gd name="csX1" fmla="*/ 1738740 w 4746892"/>
                <a:gd name="csY1" fmla="*/ 1836843 h 4220527"/>
                <a:gd name="csX2" fmla="*/ 2599988 w 4746892"/>
                <a:gd name="csY2" fmla="*/ 260966 h 4220527"/>
                <a:gd name="csX3" fmla="*/ 4389395 w 4746892"/>
                <a:gd name="csY3" fmla="*/ 153783 h 4220527"/>
                <a:gd name="csX4" fmla="*/ 4452929 w 4746892"/>
                <a:gd name="csY4" fmla="*/ 1796686 h 4220527"/>
                <a:gd name="csX5" fmla="*/ 2642912 w 4746892"/>
                <a:gd name="csY5" fmla="*/ 2628154 h 4220527"/>
                <a:gd name="csX6" fmla="*/ 8594 w 4746892"/>
                <a:gd name="csY6" fmla="*/ 4213311 h 4220527"/>
                <a:gd name="csX0" fmla="*/ 8594 w 4693867"/>
                <a:gd name="csY0" fmla="*/ 4136922 h 4144138"/>
                <a:gd name="csX1" fmla="*/ 1738740 w 4693867"/>
                <a:gd name="csY1" fmla="*/ 1760454 h 4144138"/>
                <a:gd name="csX2" fmla="*/ 2599988 w 4693867"/>
                <a:gd name="csY2" fmla="*/ 184577 h 4144138"/>
                <a:gd name="csX3" fmla="*/ 4389395 w 4693867"/>
                <a:gd name="csY3" fmla="*/ 77394 h 4144138"/>
                <a:gd name="csX4" fmla="*/ 4452929 w 4693867"/>
                <a:gd name="csY4" fmla="*/ 1720297 h 4144138"/>
                <a:gd name="csX5" fmla="*/ 2642912 w 4693867"/>
                <a:gd name="csY5" fmla="*/ 2551765 h 4144138"/>
                <a:gd name="csX6" fmla="*/ 8594 w 4693867"/>
                <a:gd name="csY6" fmla="*/ 4136922 h 4144138"/>
                <a:gd name="csX0" fmla="*/ 8594 w 4699247"/>
                <a:gd name="csY0" fmla="*/ 4098901 h 4106117"/>
                <a:gd name="csX1" fmla="*/ 1738740 w 4699247"/>
                <a:gd name="csY1" fmla="*/ 1722433 h 4106117"/>
                <a:gd name="csX2" fmla="*/ 2599988 w 4699247"/>
                <a:gd name="csY2" fmla="*/ 146556 h 4106117"/>
                <a:gd name="csX3" fmla="*/ 4409070 w 4699247"/>
                <a:gd name="csY3" fmla="*/ 115412 h 4106117"/>
                <a:gd name="csX4" fmla="*/ 4452929 w 4699247"/>
                <a:gd name="csY4" fmla="*/ 1682276 h 4106117"/>
                <a:gd name="csX5" fmla="*/ 2642912 w 4699247"/>
                <a:gd name="csY5" fmla="*/ 2513744 h 4106117"/>
                <a:gd name="csX6" fmla="*/ 8594 w 4699247"/>
                <a:gd name="csY6" fmla="*/ 4098901 h 4106117"/>
                <a:gd name="csX0" fmla="*/ 8594 w 4703971"/>
                <a:gd name="csY0" fmla="*/ 4107920 h 4115136"/>
                <a:gd name="csX1" fmla="*/ 1738740 w 4703971"/>
                <a:gd name="csY1" fmla="*/ 1731452 h 4115136"/>
                <a:gd name="csX2" fmla="*/ 2599988 w 4703971"/>
                <a:gd name="csY2" fmla="*/ 155575 h 4115136"/>
                <a:gd name="csX3" fmla="*/ 4409070 w 4703971"/>
                <a:gd name="csY3" fmla="*/ 124431 h 4115136"/>
                <a:gd name="csX4" fmla="*/ 4452929 w 4703971"/>
                <a:gd name="csY4" fmla="*/ 1691295 h 4115136"/>
                <a:gd name="csX5" fmla="*/ 2642912 w 4703971"/>
                <a:gd name="csY5" fmla="*/ 2522763 h 4115136"/>
                <a:gd name="csX6" fmla="*/ 8594 w 4703971"/>
                <a:gd name="csY6" fmla="*/ 4107920 h 4115136"/>
                <a:gd name="csX0" fmla="*/ 8594 w 4703971"/>
                <a:gd name="csY0" fmla="*/ 4195888 h 4203104"/>
                <a:gd name="csX1" fmla="*/ 1738740 w 4703971"/>
                <a:gd name="csY1" fmla="*/ 1819420 h 4203104"/>
                <a:gd name="csX2" fmla="*/ 2599988 w 4703971"/>
                <a:gd name="csY2" fmla="*/ 243543 h 4203104"/>
                <a:gd name="csX3" fmla="*/ 4409070 w 4703971"/>
                <a:gd name="csY3" fmla="*/ 212399 h 4203104"/>
                <a:gd name="csX4" fmla="*/ 4452929 w 4703971"/>
                <a:gd name="csY4" fmla="*/ 1779263 h 4203104"/>
                <a:gd name="csX5" fmla="*/ 2642912 w 4703971"/>
                <a:gd name="csY5" fmla="*/ 2610731 h 4203104"/>
                <a:gd name="csX6" fmla="*/ 8594 w 4703971"/>
                <a:gd name="csY6" fmla="*/ 4195888 h 4203104"/>
                <a:gd name="csX0" fmla="*/ 8594 w 4703971"/>
                <a:gd name="csY0" fmla="*/ 4213778 h 4220994"/>
                <a:gd name="csX1" fmla="*/ 1738740 w 4703971"/>
                <a:gd name="csY1" fmla="*/ 1837310 h 4220994"/>
                <a:gd name="csX2" fmla="*/ 2599988 w 4703971"/>
                <a:gd name="csY2" fmla="*/ 261433 h 4220994"/>
                <a:gd name="csX3" fmla="*/ 4409070 w 4703971"/>
                <a:gd name="csY3" fmla="*/ 230289 h 4220994"/>
                <a:gd name="csX4" fmla="*/ 4452929 w 4703971"/>
                <a:gd name="csY4" fmla="*/ 1797153 h 4220994"/>
                <a:gd name="csX5" fmla="*/ 2642912 w 4703971"/>
                <a:gd name="csY5" fmla="*/ 2628621 h 4220994"/>
                <a:gd name="csX6" fmla="*/ 8594 w 4703971"/>
                <a:gd name="csY6" fmla="*/ 4213778 h 4220994"/>
                <a:gd name="csX0" fmla="*/ 8594 w 4855548"/>
                <a:gd name="csY0" fmla="*/ 4390510 h 4397726"/>
                <a:gd name="csX1" fmla="*/ 1738740 w 4855548"/>
                <a:gd name="csY1" fmla="*/ 2014042 h 4397726"/>
                <a:gd name="csX2" fmla="*/ 2599988 w 4855548"/>
                <a:gd name="csY2" fmla="*/ 438165 h 4397726"/>
                <a:gd name="csX3" fmla="*/ 4756647 w 4855548"/>
                <a:gd name="csY3" fmla="*/ 26825 h 4397726"/>
                <a:gd name="csX4" fmla="*/ 4452929 w 4855548"/>
                <a:gd name="csY4" fmla="*/ 1973885 h 4397726"/>
                <a:gd name="csX5" fmla="*/ 2642912 w 4855548"/>
                <a:gd name="csY5" fmla="*/ 2805353 h 4397726"/>
                <a:gd name="csX6" fmla="*/ 8594 w 4855548"/>
                <a:gd name="csY6" fmla="*/ 4390510 h 4397726"/>
                <a:gd name="csX0" fmla="*/ 8594 w 5018748"/>
                <a:gd name="csY0" fmla="*/ 4545598 h 4552814"/>
                <a:gd name="csX1" fmla="*/ 1738740 w 5018748"/>
                <a:gd name="csY1" fmla="*/ 2169130 h 4552814"/>
                <a:gd name="csX2" fmla="*/ 2599988 w 5018748"/>
                <a:gd name="csY2" fmla="*/ 593253 h 4552814"/>
                <a:gd name="csX3" fmla="*/ 4973062 w 5018748"/>
                <a:gd name="csY3" fmla="*/ 18136 h 4552814"/>
                <a:gd name="csX4" fmla="*/ 4452929 w 5018748"/>
                <a:gd name="csY4" fmla="*/ 2128973 h 4552814"/>
                <a:gd name="csX5" fmla="*/ 2642912 w 5018748"/>
                <a:gd name="csY5" fmla="*/ 2960441 h 4552814"/>
                <a:gd name="csX6" fmla="*/ 8594 w 5018748"/>
                <a:gd name="csY6" fmla="*/ 4545598 h 4552814"/>
                <a:gd name="csX0" fmla="*/ 8594 w 5002691"/>
                <a:gd name="csY0" fmla="*/ 4537753 h 4544969"/>
                <a:gd name="csX1" fmla="*/ 1738740 w 5002691"/>
                <a:gd name="csY1" fmla="*/ 2161285 h 4544969"/>
                <a:gd name="csX2" fmla="*/ 2599988 w 5002691"/>
                <a:gd name="csY2" fmla="*/ 585408 h 4544969"/>
                <a:gd name="csX3" fmla="*/ 4973062 w 5002691"/>
                <a:gd name="csY3" fmla="*/ 10291 h 4544969"/>
                <a:gd name="csX4" fmla="*/ 4452929 w 5002691"/>
                <a:gd name="csY4" fmla="*/ 2121128 h 4544969"/>
                <a:gd name="csX5" fmla="*/ 2642912 w 5002691"/>
                <a:gd name="csY5" fmla="*/ 2952596 h 4544969"/>
                <a:gd name="csX6" fmla="*/ 8594 w 5002691"/>
                <a:gd name="csY6" fmla="*/ 4537753 h 4544969"/>
                <a:gd name="csX0" fmla="*/ 8594 w 4705059"/>
                <a:gd name="csY0" fmla="*/ 4122711 h 4129927"/>
                <a:gd name="csX1" fmla="*/ 1738740 w 4705059"/>
                <a:gd name="csY1" fmla="*/ 1746243 h 4129927"/>
                <a:gd name="csX2" fmla="*/ 2599988 w 4705059"/>
                <a:gd name="csY2" fmla="*/ 170366 h 4129927"/>
                <a:gd name="csX3" fmla="*/ 4446032 w 4705059"/>
                <a:gd name="csY3" fmla="*/ 89415 h 4129927"/>
                <a:gd name="csX4" fmla="*/ 4452929 w 4705059"/>
                <a:gd name="csY4" fmla="*/ 1706086 h 4129927"/>
                <a:gd name="csX5" fmla="*/ 2642912 w 4705059"/>
                <a:gd name="csY5" fmla="*/ 2537554 h 4129927"/>
                <a:gd name="csX6" fmla="*/ 8594 w 4705059"/>
                <a:gd name="csY6" fmla="*/ 4122711 h 4129927"/>
                <a:gd name="csX0" fmla="*/ 8594 w 4596663"/>
                <a:gd name="csY0" fmla="*/ 4215533 h 4224499"/>
                <a:gd name="csX1" fmla="*/ 1738740 w 4596663"/>
                <a:gd name="csY1" fmla="*/ 1839065 h 4224499"/>
                <a:gd name="csX2" fmla="*/ 2599988 w 4596663"/>
                <a:gd name="csY2" fmla="*/ 263188 h 4224499"/>
                <a:gd name="csX3" fmla="*/ 4446032 w 4596663"/>
                <a:gd name="csY3" fmla="*/ 182237 h 4224499"/>
                <a:gd name="csX4" fmla="*/ 4129398 w 4596663"/>
                <a:gd name="csY4" fmla="*/ 2079669 h 4224499"/>
                <a:gd name="csX5" fmla="*/ 2642912 w 4596663"/>
                <a:gd name="csY5" fmla="*/ 2630376 h 4224499"/>
                <a:gd name="csX6" fmla="*/ 8594 w 4596663"/>
                <a:gd name="csY6" fmla="*/ 4215533 h 4224499"/>
                <a:gd name="csX0" fmla="*/ 10635 w 4618520"/>
                <a:gd name="csY0" fmla="*/ 4140860 h 4149826"/>
                <a:gd name="csX1" fmla="*/ 1740781 w 4618520"/>
                <a:gd name="csY1" fmla="*/ 1764392 h 4149826"/>
                <a:gd name="csX2" fmla="*/ 2330962 w 4618520"/>
                <a:gd name="csY2" fmla="*/ 399085 h 4149826"/>
                <a:gd name="csX3" fmla="*/ 4448073 w 4618520"/>
                <a:gd name="csY3" fmla="*/ 107564 h 4149826"/>
                <a:gd name="csX4" fmla="*/ 4131439 w 4618520"/>
                <a:gd name="csY4" fmla="*/ 2004996 h 4149826"/>
                <a:gd name="csX5" fmla="*/ 2644953 w 4618520"/>
                <a:gd name="csY5" fmla="*/ 2555703 h 4149826"/>
                <a:gd name="csX6" fmla="*/ 10635 w 4618520"/>
                <a:gd name="csY6" fmla="*/ 4140860 h 4149826"/>
                <a:gd name="csX0" fmla="*/ 2473 w 4610358"/>
                <a:gd name="csY0" fmla="*/ 4148168 h 4152706"/>
                <a:gd name="csX1" fmla="*/ 2161081 w 4610358"/>
                <a:gd name="csY1" fmla="*/ 2013468 h 4152706"/>
                <a:gd name="csX2" fmla="*/ 2322800 w 4610358"/>
                <a:gd name="csY2" fmla="*/ 406393 h 4152706"/>
                <a:gd name="csX3" fmla="*/ 4439911 w 4610358"/>
                <a:gd name="csY3" fmla="*/ 114872 h 4152706"/>
                <a:gd name="csX4" fmla="*/ 4123277 w 4610358"/>
                <a:gd name="csY4" fmla="*/ 2012304 h 4152706"/>
                <a:gd name="csX5" fmla="*/ 2636791 w 4610358"/>
                <a:gd name="csY5" fmla="*/ 2563011 h 4152706"/>
                <a:gd name="csX6" fmla="*/ 2473 w 4610358"/>
                <a:gd name="csY6" fmla="*/ 4148168 h 4152706"/>
                <a:gd name="csX0" fmla="*/ 400 w 4608285"/>
                <a:gd name="csY0" fmla="*/ 4148168 h 4148397"/>
                <a:gd name="csX1" fmla="*/ 2159008 w 4608285"/>
                <a:gd name="csY1" fmla="*/ 2013468 h 4148397"/>
                <a:gd name="csX2" fmla="*/ 2320727 w 4608285"/>
                <a:gd name="csY2" fmla="*/ 406393 h 4148397"/>
                <a:gd name="csX3" fmla="*/ 4437838 w 4608285"/>
                <a:gd name="csY3" fmla="*/ 114872 h 4148397"/>
                <a:gd name="csX4" fmla="*/ 4121204 w 4608285"/>
                <a:gd name="csY4" fmla="*/ 2012304 h 4148397"/>
                <a:gd name="csX5" fmla="*/ 2346163 w 4608285"/>
                <a:gd name="csY5" fmla="*/ 2149669 h 4148397"/>
                <a:gd name="csX6" fmla="*/ 400 w 4608285"/>
                <a:gd name="csY6" fmla="*/ 4148168 h 4148397"/>
                <a:gd name="csX0" fmla="*/ 400 w 4547161"/>
                <a:gd name="csY0" fmla="*/ 4069645 h 4069874"/>
                <a:gd name="csX1" fmla="*/ 2159008 w 4547161"/>
                <a:gd name="csY1" fmla="*/ 1934945 h 4069874"/>
                <a:gd name="csX2" fmla="*/ 2320727 w 4547161"/>
                <a:gd name="csY2" fmla="*/ 327870 h 4069874"/>
                <a:gd name="csX3" fmla="*/ 4437838 w 4547161"/>
                <a:gd name="csY3" fmla="*/ 36349 h 4069874"/>
                <a:gd name="csX4" fmla="*/ 4121204 w 4547161"/>
                <a:gd name="csY4" fmla="*/ 1933781 h 4069874"/>
                <a:gd name="csX5" fmla="*/ 2346163 w 4547161"/>
                <a:gd name="csY5" fmla="*/ 2071146 h 4069874"/>
                <a:gd name="csX6" fmla="*/ 400 w 4547161"/>
                <a:gd name="csY6" fmla="*/ 4069645 h 4069874"/>
                <a:gd name="csX0" fmla="*/ 536 w 3991476"/>
                <a:gd name="csY0" fmla="*/ 3539321 h 3539632"/>
                <a:gd name="csX1" fmla="*/ 1603323 w 3991476"/>
                <a:gd name="csY1" fmla="*/ 1934945 h 3539632"/>
                <a:gd name="csX2" fmla="*/ 1765042 w 3991476"/>
                <a:gd name="csY2" fmla="*/ 327870 h 3539632"/>
                <a:gd name="csX3" fmla="*/ 3882153 w 3991476"/>
                <a:gd name="csY3" fmla="*/ 36349 h 3539632"/>
                <a:gd name="csX4" fmla="*/ 3565519 w 3991476"/>
                <a:gd name="csY4" fmla="*/ 1933781 h 3539632"/>
                <a:gd name="csX5" fmla="*/ 1790478 w 3991476"/>
                <a:gd name="csY5" fmla="*/ 2071146 h 3539632"/>
                <a:gd name="csX6" fmla="*/ 536 w 3991476"/>
                <a:gd name="csY6" fmla="*/ 3539321 h 3539632"/>
                <a:gd name="csX0" fmla="*/ 527 w 4017318"/>
                <a:gd name="csY0" fmla="*/ 3573908 h 3574212"/>
                <a:gd name="csX1" fmla="*/ 1629165 w 4017318"/>
                <a:gd name="csY1" fmla="*/ 1934945 h 3574212"/>
                <a:gd name="csX2" fmla="*/ 1790884 w 4017318"/>
                <a:gd name="csY2" fmla="*/ 327870 h 3574212"/>
                <a:gd name="csX3" fmla="*/ 3907995 w 4017318"/>
                <a:gd name="csY3" fmla="*/ 36349 h 3574212"/>
                <a:gd name="csX4" fmla="*/ 3591361 w 4017318"/>
                <a:gd name="csY4" fmla="*/ 1933781 h 3574212"/>
                <a:gd name="csX5" fmla="*/ 1816320 w 4017318"/>
                <a:gd name="csY5" fmla="*/ 2071146 h 3574212"/>
                <a:gd name="csX6" fmla="*/ 527 w 4017318"/>
                <a:gd name="csY6" fmla="*/ 3573908 h 3574212"/>
                <a:gd name="csX0" fmla="*/ 3641 w 4020432"/>
                <a:gd name="csY0" fmla="*/ 3573908 h 3577567"/>
                <a:gd name="csX1" fmla="*/ 1632279 w 4020432"/>
                <a:gd name="csY1" fmla="*/ 1934945 h 3577567"/>
                <a:gd name="csX2" fmla="*/ 1793998 w 4020432"/>
                <a:gd name="csY2" fmla="*/ 327870 h 3577567"/>
                <a:gd name="csX3" fmla="*/ 3911109 w 4020432"/>
                <a:gd name="csY3" fmla="*/ 36349 h 3577567"/>
                <a:gd name="csX4" fmla="*/ 3594475 w 4020432"/>
                <a:gd name="csY4" fmla="*/ 1933781 h 3577567"/>
                <a:gd name="csX5" fmla="*/ 1819434 w 4020432"/>
                <a:gd name="csY5" fmla="*/ 2071146 h 3577567"/>
                <a:gd name="csX6" fmla="*/ 3641 w 4020432"/>
                <a:gd name="csY6" fmla="*/ 3573908 h 3577567"/>
                <a:gd name="csX0" fmla="*/ 11923 w 4028714"/>
                <a:gd name="csY0" fmla="*/ 3573908 h 3583559"/>
                <a:gd name="csX1" fmla="*/ 1640561 w 4028714"/>
                <a:gd name="csY1" fmla="*/ 1934945 h 3583559"/>
                <a:gd name="csX2" fmla="*/ 1802280 w 4028714"/>
                <a:gd name="csY2" fmla="*/ 327870 h 3583559"/>
                <a:gd name="csX3" fmla="*/ 3919391 w 4028714"/>
                <a:gd name="csY3" fmla="*/ 36349 h 3583559"/>
                <a:gd name="csX4" fmla="*/ 3602757 w 4028714"/>
                <a:gd name="csY4" fmla="*/ 1933781 h 3583559"/>
                <a:gd name="csX5" fmla="*/ 1827716 w 4028714"/>
                <a:gd name="csY5" fmla="*/ 2071146 h 3583559"/>
                <a:gd name="csX6" fmla="*/ 11923 w 4028714"/>
                <a:gd name="csY6" fmla="*/ 3573908 h 3583559"/>
                <a:gd name="csX0" fmla="*/ 1130 w 4017921"/>
                <a:gd name="csY0" fmla="*/ 3573908 h 3577714"/>
                <a:gd name="csX1" fmla="*/ 1629768 w 4017921"/>
                <a:gd name="csY1" fmla="*/ 1934945 h 3577714"/>
                <a:gd name="csX2" fmla="*/ 1791487 w 4017921"/>
                <a:gd name="csY2" fmla="*/ 327870 h 3577714"/>
                <a:gd name="csX3" fmla="*/ 3908598 w 4017921"/>
                <a:gd name="csY3" fmla="*/ 36349 h 3577714"/>
                <a:gd name="csX4" fmla="*/ 3591964 w 4017921"/>
                <a:gd name="csY4" fmla="*/ 1933781 h 3577714"/>
                <a:gd name="csX5" fmla="*/ 1906115 w 4017921"/>
                <a:gd name="csY5" fmla="*/ 2373434 h 3577714"/>
                <a:gd name="csX6" fmla="*/ 1130 w 4017921"/>
                <a:gd name="csY6" fmla="*/ 3573908 h 3577714"/>
                <a:gd name="csX0" fmla="*/ 434 w 4017225"/>
                <a:gd name="csY0" fmla="*/ 3573908 h 3574428"/>
                <a:gd name="csX1" fmla="*/ 1629072 w 4017225"/>
                <a:gd name="csY1" fmla="*/ 1934945 h 3574428"/>
                <a:gd name="csX2" fmla="*/ 1790791 w 4017225"/>
                <a:gd name="csY2" fmla="*/ 327870 h 3574428"/>
                <a:gd name="csX3" fmla="*/ 3907902 w 4017225"/>
                <a:gd name="csY3" fmla="*/ 36349 h 3574428"/>
                <a:gd name="csX4" fmla="*/ 3591268 w 4017225"/>
                <a:gd name="csY4" fmla="*/ 1933781 h 3574428"/>
                <a:gd name="csX5" fmla="*/ 1798394 w 4017225"/>
                <a:gd name="csY5" fmla="*/ 2110926 h 3574428"/>
                <a:gd name="csX6" fmla="*/ 434 w 4017225"/>
                <a:gd name="csY6" fmla="*/ 3573908 h 3574428"/>
                <a:gd name="csX0" fmla="*/ 434 w 4017225"/>
                <a:gd name="csY0" fmla="*/ 3573908 h 3574310"/>
                <a:gd name="csX1" fmla="*/ 1629072 w 4017225"/>
                <a:gd name="csY1" fmla="*/ 1934945 h 3574310"/>
                <a:gd name="csX2" fmla="*/ 1790791 w 4017225"/>
                <a:gd name="csY2" fmla="*/ 327870 h 3574310"/>
                <a:gd name="csX3" fmla="*/ 3907902 w 4017225"/>
                <a:gd name="csY3" fmla="*/ 36349 h 3574310"/>
                <a:gd name="csX4" fmla="*/ 3591268 w 4017225"/>
                <a:gd name="csY4" fmla="*/ 1933781 h 3574310"/>
                <a:gd name="csX5" fmla="*/ 1798394 w 4017225"/>
                <a:gd name="csY5" fmla="*/ 2110926 h 3574310"/>
                <a:gd name="csX6" fmla="*/ 434 w 4017225"/>
                <a:gd name="csY6" fmla="*/ 3573908 h 3574310"/>
                <a:gd name="csX0" fmla="*/ 434 w 4017225"/>
                <a:gd name="csY0" fmla="*/ 3573908 h 3576627"/>
                <a:gd name="csX1" fmla="*/ 1629072 w 4017225"/>
                <a:gd name="csY1" fmla="*/ 1934945 h 3576627"/>
                <a:gd name="csX2" fmla="*/ 1790791 w 4017225"/>
                <a:gd name="csY2" fmla="*/ 327870 h 3576627"/>
                <a:gd name="csX3" fmla="*/ 3907902 w 4017225"/>
                <a:gd name="csY3" fmla="*/ 36349 h 3576627"/>
                <a:gd name="csX4" fmla="*/ 3591268 w 4017225"/>
                <a:gd name="csY4" fmla="*/ 1933781 h 3576627"/>
                <a:gd name="csX5" fmla="*/ 1798395 w 4017225"/>
                <a:gd name="csY5" fmla="*/ 2365482 h 3576627"/>
                <a:gd name="csX6" fmla="*/ 434 w 4017225"/>
                <a:gd name="csY6" fmla="*/ 3573908 h 3576627"/>
                <a:gd name="csX0" fmla="*/ 434 w 4017225"/>
                <a:gd name="csY0" fmla="*/ 3573908 h 3576355"/>
                <a:gd name="csX1" fmla="*/ 1629072 w 4017225"/>
                <a:gd name="csY1" fmla="*/ 1934945 h 3576355"/>
                <a:gd name="csX2" fmla="*/ 1790791 w 4017225"/>
                <a:gd name="csY2" fmla="*/ 327870 h 3576355"/>
                <a:gd name="csX3" fmla="*/ 3907902 w 4017225"/>
                <a:gd name="csY3" fmla="*/ 36349 h 3576355"/>
                <a:gd name="csX4" fmla="*/ 3591268 w 4017225"/>
                <a:gd name="csY4" fmla="*/ 1933781 h 3576355"/>
                <a:gd name="csX5" fmla="*/ 1798395 w 4017225"/>
                <a:gd name="csY5" fmla="*/ 2365482 h 3576355"/>
                <a:gd name="csX6" fmla="*/ 434 w 4017225"/>
                <a:gd name="csY6" fmla="*/ 3573908 h 3576355"/>
                <a:gd name="csX0" fmla="*/ 434 w 4017225"/>
                <a:gd name="csY0" fmla="*/ 3573908 h 3583502"/>
                <a:gd name="csX1" fmla="*/ 1629072 w 4017225"/>
                <a:gd name="csY1" fmla="*/ 1934945 h 3583502"/>
                <a:gd name="csX2" fmla="*/ 1790791 w 4017225"/>
                <a:gd name="csY2" fmla="*/ 327870 h 3583502"/>
                <a:gd name="csX3" fmla="*/ 3907902 w 4017225"/>
                <a:gd name="csY3" fmla="*/ 36349 h 3583502"/>
                <a:gd name="csX4" fmla="*/ 3591268 w 4017225"/>
                <a:gd name="csY4" fmla="*/ 1933781 h 3583502"/>
                <a:gd name="csX5" fmla="*/ 1798396 w 4017225"/>
                <a:gd name="csY5" fmla="*/ 2715497 h 3583502"/>
                <a:gd name="csX6" fmla="*/ 434 w 4017225"/>
                <a:gd name="csY6" fmla="*/ 3573908 h 3583502"/>
                <a:gd name="csX0" fmla="*/ 20204 w 4036995"/>
                <a:gd name="csY0" fmla="*/ 3574326 h 3583563"/>
                <a:gd name="csX1" fmla="*/ 908564 w 4036995"/>
                <a:gd name="csY1" fmla="*/ 1951275 h 3583563"/>
                <a:gd name="csX2" fmla="*/ 1810561 w 4036995"/>
                <a:gd name="csY2" fmla="*/ 328288 h 3583563"/>
                <a:gd name="csX3" fmla="*/ 3927672 w 4036995"/>
                <a:gd name="csY3" fmla="*/ 36767 h 3583563"/>
                <a:gd name="csX4" fmla="*/ 3611038 w 4036995"/>
                <a:gd name="csY4" fmla="*/ 1934199 h 3583563"/>
                <a:gd name="csX5" fmla="*/ 1818166 w 4036995"/>
                <a:gd name="csY5" fmla="*/ 2715915 h 3583563"/>
                <a:gd name="csX6" fmla="*/ 20204 w 4036995"/>
                <a:gd name="csY6" fmla="*/ 3574326 h 3583563"/>
                <a:gd name="csX0" fmla="*/ 12549 w 4029340"/>
                <a:gd name="csY0" fmla="*/ 3574326 h 3583563"/>
                <a:gd name="csX1" fmla="*/ 900909 w 4029340"/>
                <a:gd name="csY1" fmla="*/ 1951275 h 3583563"/>
                <a:gd name="csX2" fmla="*/ 1802906 w 4029340"/>
                <a:gd name="csY2" fmla="*/ 328288 h 3583563"/>
                <a:gd name="csX3" fmla="*/ 3920017 w 4029340"/>
                <a:gd name="csY3" fmla="*/ 36767 h 3583563"/>
                <a:gd name="csX4" fmla="*/ 3603383 w 4029340"/>
                <a:gd name="csY4" fmla="*/ 1934199 h 3583563"/>
                <a:gd name="csX5" fmla="*/ 1810511 w 4029340"/>
                <a:gd name="csY5" fmla="*/ 2715915 h 3583563"/>
                <a:gd name="csX6" fmla="*/ 12549 w 4029340"/>
                <a:gd name="csY6" fmla="*/ 3574326 h 3583563"/>
                <a:gd name="csX0" fmla="*/ 2018 w 4018809"/>
                <a:gd name="csY0" fmla="*/ 3573908 h 3583502"/>
                <a:gd name="csX1" fmla="*/ 1389840 w 4018809"/>
                <a:gd name="csY1" fmla="*/ 1934947 h 3583502"/>
                <a:gd name="csX2" fmla="*/ 1792375 w 4018809"/>
                <a:gd name="csY2" fmla="*/ 327870 h 3583502"/>
                <a:gd name="csX3" fmla="*/ 3909486 w 4018809"/>
                <a:gd name="csY3" fmla="*/ 36349 h 3583502"/>
                <a:gd name="csX4" fmla="*/ 3592852 w 4018809"/>
                <a:gd name="csY4" fmla="*/ 1933781 h 3583502"/>
                <a:gd name="csX5" fmla="*/ 1799980 w 4018809"/>
                <a:gd name="csY5" fmla="*/ 2715497 h 3583502"/>
                <a:gd name="csX6" fmla="*/ 2018 w 4018809"/>
                <a:gd name="csY6" fmla="*/ 3573908 h 3583502"/>
                <a:gd name="csX0" fmla="*/ 2018 w 4018809"/>
                <a:gd name="csY0" fmla="*/ 3573908 h 3575401"/>
                <a:gd name="csX1" fmla="*/ 1389840 w 4018809"/>
                <a:gd name="csY1" fmla="*/ 1934947 h 3575401"/>
                <a:gd name="csX2" fmla="*/ 1792375 w 4018809"/>
                <a:gd name="csY2" fmla="*/ 327870 h 3575401"/>
                <a:gd name="csX3" fmla="*/ 3909486 w 4018809"/>
                <a:gd name="csY3" fmla="*/ 36349 h 3575401"/>
                <a:gd name="csX4" fmla="*/ 3592852 w 4018809"/>
                <a:gd name="csY4" fmla="*/ 1933781 h 3575401"/>
                <a:gd name="csX5" fmla="*/ 1799983 w 4018809"/>
                <a:gd name="csY5" fmla="*/ 2277981 h 3575401"/>
                <a:gd name="csX6" fmla="*/ 2018 w 4018809"/>
                <a:gd name="csY6" fmla="*/ 3573908 h 3575401"/>
                <a:gd name="csX0" fmla="*/ 2279 w 4019070"/>
                <a:gd name="csY0" fmla="*/ 3573908 h 3576883"/>
                <a:gd name="csX1" fmla="*/ 1390101 w 4019070"/>
                <a:gd name="csY1" fmla="*/ 1934947 h 3576883"/>
                <a:gd name="csX2" fmla="*/ 1792636 w 4019070"/>
                <a:gd name="csY2" fmla="*/ 327870 h 3576883"/>
                <a:gd name="csX3" fmla="*/ 3909747 w 4019070"/>
                <a:gd name="csY3" fmla="*/ 36349 h 3576883"/>
                <a:gd name="csX4" fmla="*/ 3593113 w 4019070"/>
                <a:gd name="csY4" fmla="*/ 1933781 h 3576883"/>
                <a:gd name="csX5" fmla="*/ 1827004 w 4019070"/>
                <a:gd name="csY5" fmla="*/ 2405261 h 3576883"/>
                <a:gd name="csX6" fmla="*/ 2279 w 4019070"/>
                <a:gd name="csY6" fmla="*/ 3573908 h 3576883"/>
                <a:gd name="csX0" fmla="*/ 3304 w 4020095"/>
                <a:gd name="csY0" fmla="*/ 3573700 h 3576772"/>
                <a:gd name="csX1" fmla="*/ 1310858 w 4020095"/>
                <a:gd name="csY1" fmla="*/ 1926786 h 3576772"/>
                <a:gd name="csX2" fmla="*/ 1793661 w 4020095"/>
                <a:gd name="csY2" fmla="*/ 327662 h 3576772"/>
                <a:gd name="csX3" fmla="*/ 3910772 w 4020095"/>
                <a:gd name="csY3" fmla="*/ 36141 h 3576772"/>
                <a:gd name="csX4" fmla="*/ 3594138 w 4020095"/>
                <a:gd name="csY4" fmla="*/ 1933573 h 3576772"/>
                <a:gd name="csX5" fmla="*/ 1828029 w 4020095"/>
                <a:gd name="csY5" fmla="*/ 2405053 h 3576772"/>
                <a:gd name="csX6" fmla="*/ 3304 w 4020095"/>
                <a:gd name="csY6" fmla="*/ 3573700 h 3576772"/>
                <a:gd name="csX0" fmla="*/ 3254 w 4020045"/>
                <a:gd name="csY0" fmla="*/ 3573700 h 3576772"/>
                <a:gd name="csX1" fmla="*/ 1310808 w 4020045"/>
                <a:gd name="csY1" fmla="*/ 1926786 h 3576772"/>
                <a:gd name="csX2" fmla="*/ 1793611 w 4020045"/>
                <a:gd name="csY2" fmla="*/ 327662 h 3576772"/>
                <a:gd name="csX3" fmla="*/ 3910722 w 4020045"/>
                <a:gd name="csY3" fmla="*/ 36141 h 3576772"/>
                <a:gd name="csX4" fmla="*/ 3594088 w 4020045"/>
                <a:gd name="csY4" fmla="*/ 1933573 h 3576772"/>
                <a:gd name="csX5" fmla="*/ 1827979 w 4020045"/>
                <a:gd name="csY5" fmla="*/ 2405053 h 3576772"/>
                <a:gd name="csX6" fmla="*/ 3254 w 4020045"/>
                <a:gd name="csY6" fmla="*/ 3573700 h 35767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020045" h="3576772">
                  <a:moveTo>
                    <a:pt x="3254" y="3573700"/>
                  </a:moveTo>
                  <a:cubicBezTo>
                    <a:pt x="-82941" y="3493989"/>
                    <a:pt x="1574310" y="2340515"/>
                    <a:pt x="1310808" y="1926786"/>
                  </a:cubicBezTo>
                  <a:cubicBezTo>
                    <a:pt x="1047306" y="1513057"/>
                    <a:pt x="1360292" y="642769"/>
                    <a:pt x="1793611" y="327662"/>
                  </a:cubicBezTo>
                  <a:cubicBezTo>
                    <a:pt x="2226930" y="12555"/>
                    <a:pt x="3750548" y="-52136"/>
                    <a:pt x="3910722" y="36141"/>
                  </a:cubicBezTo>
                  <a:cubicBezTo>
                    <a:pt x="4070896" y="124418"/>
                    <a:pt x="4120351" y="1358027"/>
                    <a:pt x="3594088" y="1933573"/>
                  </a:cubicBezTo>
                  <a:cubicBezTo>
                    <a:pt x="3171099" y="2391895"/>
                    <a:pt x="2301583" y="2656718"/>
                    <a:pt x="1827979" y="2405053"/>
                  </a:cubicBezTo>
                  <a:cubicBezTo>
                    <a:pt x="1354375" y="2153388"/>
                    <a:pt x="89449" y="3653411"/>
                    <a:pt x="3254" y="3573700"/>
                  </a:cubicBezTo>
                  <a:close/>
                </a:path>
              </a:pathLst>
            </a:custGeom>
            <a:noFill/>
            <a:ln>
              <a:solidFill>
                <a:srgbClr val="0C26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5" name="Freeform 1034">
              <a:extLst>
                <a:ext uri="{FF2B5EF4-FFF2-40B4-BE49-F238E27FC236}">
                  <a16:creationId xmlns:a16="http://schemas.microsoft.com/office/drawing/2014/main" id="{9D2328F0-082B-C56D-BA5C-712A35771AA5}"/>
                </a:ext>
              </a:extLst>
            </p:cNvPr>
            <p:cNvSpPr/>
            <p:nvPr userDrawn="1"/>
          </p:nvSpPr>
          <p:spPr>
            <a:xfrm rot="16200000">
              <a:off x="7470392" y="2522403"/>
              <a:ext cx="2615867" cy="2682267"/>
            </a:xfrm>
            <a:custGeom>
              <a:avLst/>
              <a:gdLst>
                <a:gd name="csX0" fmla="*/ 1893 w 3484511"/>
                <a:gd name="csY0" fmla="*/ 3509215 h 3511799"/>
                <a:gd name="csX1" fmla="*/ 1514170 w 3484511"/>
                <a:gd name="csY1" fmla="*/ 1703861 h 3511799"/>
                <a:gd name="csX2" fmla="*/ 2029985 w 3484511"/>
                <a:gd name="csY2" fmla="*/ 226753 h 3511799"/>
                <a:gd name="csX3" fmla="*/ 3378139 w 3484511"/>
                <a:gd name="csY3" fmla="*/ 144692 h 3511799"/>
                <a:gd name="csX4" fmla="*/ 3225739 w 3484511"/>
                <a:gd name="csY4" fmla="*/ 1586630 h 3511799"/>
                <a:gd name="csX5" fmla="*/ 1854139 w 3484511"/>
                <a:gd name="csY5" fmla="*/ 2090723 h 3511799"/>
                <a:gd name="csX6" fmla="*/ 1893 w 3484511"/>
                <a:gd name="csY6" fmla="*/ 3509215 h 3511799"/>
                <a:gd name="csX0" fmla="*/ 1352 w 4094215"/>
                <a:gd name="csY0" fmla="*/ 4103738 h 4105568"/>
                <a:gd name="csX1" fmla="*/ 2123874 w 4094215"/>
                <a:gd name="csY1" fmla="*/ 1703861 h 4105568"/>
                <a:gd name="csX2" fmla="*/ 2639689 w 4094215"/>
                <a:gd name="csY2" fmla="*/ 226753 h 4105568"/>
                <a:gd name="csX3" fmla="*/ 3987843 w 4094215"/>
                <a:gd name="csY3" fmla="*/ 144692 h 4105568"/>
                <a:gd name="csX4" fmla="*/ 3835443 w 4094215"/>
                <a:gd name="csY4" fmla="*/ 1586630 h 4105568"/>
                <a:gd name="csX5" fmla="*/ 2463843 w 4094215"/>
                <a:gd name="csY5" fmla="*/ 2090723 h 4105568"/>
                <a:gd name="csX6" fmla="*/ 1352 w 4094215"/>
                <a:gd name="csY6" fmla="*/ 4103738 h 4105568"/>
                <a:gd name="csX0" fmla="*/ 1978 w 4094841"/>
                <a:gd name="csY0" fmla="*/ 4101966 h 4104114"/>
                <a:gd name="csX1" fmla="*/ 2058783 w 4094841"/>
                <a:gd name="csY1" fmla="*/ 1668597 h 4104114"/>
                <a:gd name="csX2" fmla="*/ 2640315 w 4094841"/>
                <a:gd name="csY2" fmla="*/ 224981 h 4104114"/>
                <a:gd name="csX3" fmla="*/ 3988469 w 4094841"/>
                <a:gd name="csY3" fmla="*/ 142920 h 4104114"/>
                <a:gd name="csX4" fmla="*/ 3836069 w 4094841"/>
                <a:gd name="csY4" fmla="*/ 1584858 h 4104114"/>
                <a:gd name="csX5" fmla="*/ 2464469 w 4094841"/>
                <a:gd name="csY5" fmla="*/ 2088951 h 4104114"/>
                <a:gd name="csX6" fmla="*/ 1978 w 4094841"/>
                <a:gd name="csY6" fmla="*/ 4101966 h 4104114"/>
                <a:gd name="csX0" fmla="*/ 1943 w 4132359"/>
                <a:gd name="csY0" fmla="*/ 3750277 h 3752868"/>
                <a:gd name="csX1" fmla="*/ 2096301 w 4132359"/>
                <a:gd name="csY1" fmla="*/ 1668597 h 3752868"/>
                <a:gd name="csX2" fmla="*/ 2677833 w 4132359"/>
                <a:gd name="csY2" fmla="*/ 224981 h 3752868"/>
                <a:gd name="csX3" fmla="*/ 4025987 w 4132359"/>
                <a:gd name="csY3" fmla="*/ 142920 h 3752868"/>
                <a:gd name="csX4" fmla="*/ 3873587 w 4132359"/>
                <a:gd name="csY4" fmla="*/ 1584858 h 3752868"/>
                <a:gd name="csX5" fmla="*/ 2501987 w 4132359"/>
                <a:gd name="csY5" fmla="*/ 2088951 h 3752868"/>
                <a:gd name="csX6" fmla="*/ 1943 w 4132359"/>
                <a:gd name="csY6" fmla="*/ 3750277 h 3752868"/>
                <a:gd name="csX0" fmla="*/ 7123 w 4137539"/>
                <a:gd name="csY0" fmla="*/ 3776554 h 3776601"/>
                <a:gd name="csX1" fmla="*/ 1782278 w 4137539"/>
                <a:gd name="csY1" fmla="*/ 2163796 h 3776601"/>
                <a:gd name="csX2" fmla="*/ 2683013 w 4137539"/>
                <a:gd name="csY2" fmla="*/ 251258 h 3776601"/>
                <a:gd name="csX3" fmla="*/ 4031167 w 4137539"/>
                <a:gd name="csY3" fmla="*/ 169197 h 3776601"/>
                <a:gd name="csX4" fmla="*/ 3878767 w 4137539"/>
                <a:gd name="csY4" fmla="*/ 1611135 h 3776601"/>
                <a:gd name="csX5" fmla="*/ 2507167 w 4137539"/>
                <a:gd name="csY5" fmla="*/ 2115228 h 3776601"/>
                <a:gd name="csX6" fmla="*/ 7123 w 4137539"/>
                <a:gd name="csY6" fmla="*/ 3776554 h 3776601"/>
                <a:gd name="csX0" fmla="*/ 25 w 4130441"/>
                <a:gd name="csY0" fmla="*/ 3776554 h 3776586"/>
                <a:gd name="csX1" fmla="*/ 1775180 w 4130441"/>
                <a:gd name="csY1" fmla="*/ 2163796 h 3776586"/>
                <a:gd name="csX2" fmla="*/ 2675915 w 4130441"/>
                <a:gd name="csY2" fmla="*/ 251258 h 3776586"/>
                <a:gd name="csX3" fmla="*/ 4024069 w 4130441"/>
                <a:gd name="csY3" fmla="*/ 169197 h 3776586"/>
                <a:gd name="csX4" fmla="*/ 3871669 w 4130441"/>
                <a:gd name="csY4" fmla="*/ 1611135 h 3776586"/>
                <a:gd name="csX5" fmla="*/ 1814719 w 4130441"/>
                <a:gd name="csY5" fmla="*/ 2207339 h 3776586"/>
                <a:gd name="csX6" fmla="*/ 25 w 4130441"/>
                <a:gd name="csY6" fmla="*/ 3776554 h 3776586"/>
                <a:gd name="csX0" fmla="*/ 25 w 4130441"/>
                <a:gd name="csY0" fmla="*/ 3776554 h 3776589"/>
                <a:gd name="csX1" fmla="*/ 1775180 w 4130441"/>
                <a:gd name="csY1" fmla="*/ 2163796 h 3776589"/>
                <a:gd name="csX2" fmla="*/ 2675915 w 4130441"/>
                <a:gd name="csY2" fmla="*/ 251258 h 3776589"/>
                <a:gd name="csX3" fmla="*/ 4024069 w 4130441"/>
                <a:gd name="csY3" fmla="*/ 169197 h 3776589"/>
                <a:gd name="csX4" fmla="*/ 3871669 w 4130441"/>
                <a:gd name="csY4" fmla="*/ 1611135 h 3776589"/>
                <a:gd name="csX5" fmla="*/ 1814719 w 4130441"/>
                <a:gd name="csY5" fmla="*/ 2207339 h 3776589"/>
                <a:gd name="csX6" fmla="*/ 25 w 4130441"/>
                <a:gd name="csY6" fmla="*/ 3776554 h 3776589"/>
                <a:gd name="csX0" fmla="*/ 25 w 3957457"/>
                <a:gd name="csY0" fmla="*/ 3611866 h 3611901"/>
                <a:gd name="csX1" fmla="*/ 1775180 w 3957457"/>
                <a:gd name="csY1" fmla="*/ 1999108 h 3611901"/>
                <a:gd name="csX2" fmla="*/ 2675915 w 3957457"/>
                <a:gd name="csY2" fmla="*/ 86570 h 3611901"/>
                <a:gd name="csX3" fmla="*/ 3554650 w 3957457"/>
                <a:gd name="csY3" fmla="*/ 439934 h 3611901"/>
                <a:gd name="csX4" fmla="*/ 3871669 w 3957457"/>
                <a:gd name="csY4" fmla="*/ 1446447 h 3611901"/>
                <a:gd name="csX5" fmla="*/ 1814719 w 3957457"/>
                <a:gd name="csY5" fmla="*/ 2042651 h 3611901"/>
                <a:gd name="csX6" fmla="*/ 25 w 3957457"/>
                <a:gd name="csY6" fmla="*/ 3611866 h 3611901"/>
                <a:gd name="csX0" fmla="*/ 25 w 3957253"/>
                <a:gd name="csY0" fmla="*/ 3368639 h 3368674"/>
                <a:gd name="csX1" fmla="*/ 1775180 w 3957253"/>
                <a:gd name="csY1" fmla="*/ 1755881 h 3368674"/>
                <a:gd name="csX2" fmla="*/ 2685304 w 3957253"/>
                <a:gd name="csY2" fmla="*/ 144791 h 3368674"/>
                <a:gd name="csX3" fmla="*/ 3554650 w 3957253"/>
                <a:gd name="csY3" fmla="*/ 196707 h 3368674"/>
                <a:gd name="csX4" fmla="*/ 3871669 w 3957253"/>
                <a:gd name="csY4" fmla="*/ 1203220 h 3368674"/>
                <a:gd name="csX5" fmla="*/ 1814719 w 3957253"/>
                <a:gd name="csY5" fmla="*/ 1799424 h 3368674"/>
                <a:gd name="csX6" fmla="*/ 25 w 3957253"/>
                <a:gd name="csY6" fmla="*/ 3368639 h 3368674"/>
                <a:gd name="csX0" fmla="*/ 25 w 3705517"/>
                <a:gd name="csY0" fmla="*/ 3358570 h 3358603"/>
                <a:gd name="csX1" fmla="*/ 1775180 w 3705517"/>
                <a:gd name="csY1" fmla="*/ 1745812 h 3358603"/>
                <a:gd name="csX2" fmla="*/ 2685304 w 3705517"/>
                <a:gd name="csY2" fmla="*/ 134722 h 3358603"/>
                <a:gd name="csX3" fmla="*/ 3554650 w 3705517"/>
                <a:gd name="csY3" fmla="*/ 186638 h 3358603"/>
                <a:gd name="csX4" fmla="*/ 3552464 w 3705517"/>
                <a:gd name="csY4" fmla="*/ 975438 h 3358603"/>
                <a:gd name="csX5" fmla="*/ 1814719 w 3705517"/>
                <a:gd name="csY5" fmla="*/ 1789355 h 3358603"/>
                <a:gd name="csX6" fmla="*/ 25 w 3705517"/>
                <a:gd name="csY6" fmla="*/ 3358570 h 3358603"/>
                <a:gd name="csX0" fmla="*/ 2290 w 3707782"/>
                <a:gd name="csY0" fmla="*/ 3305196 h 3314287"/>
                <a:gd name="csX1" fmla="*/ 2199921 w 3707782"/>
                <a:gd name="csY1" fmla="*/ 955568 h 3314287"/>
                <a:gd name="csX2" fmla="*/ 2687569 w 3707782"/>
                <a:gd name="csY2" fmla="*/ 81348 h 3314287"/>
                <a:gd name="csX3" fmla="*/ 3556915 w 3707782"/>
                <a:gd name="csY3" fmla="*/ 133264 h 3314287"/>
                <a:gd name="csX4" fmla="*/ 3554729 w 3707782"/>
                <a:gd name="csY4" fmla="*/ 922064 h 3314287"/>
                <a:gd name="csX5" fmla="*/ 1816984 w 3707782"/>
                <a:gd name="csY5" fmla="*/ 1735981 h 3314287"/>
                <a:gd name="csX6" fmla="*/ 2290 w 3707782"/>
                <a:gd name="csY6" fmla="*/ 3305196 h 3314287"/>
                <a:gd name="csX0" fmla="*/ 377 w 3705869"/>
                <a:gd name="csY0" fmla="*/ 3305196 h 3313168"/>
                <a:gd name="csX1" fmla="*/ 2198008 w 3705869"/>
                <a:gd name="csY1" fmla="*/ 955568 h 3313168"/>
                <a:gd name="csX2" fmla="*/ 2685656 w 3705869"/>
                <a:gd name="csY2" fmla="*/ 81348 h 3313168"/>
                <a:gd name="csX3" fmla="*/ 3555002 w 3705869"/>
                <a:gd name="csY3" fmla="*/ 133264 h 3313168"/>
                <a:gd name="csX4" fmla="*/ 3552816 w 3705869"/>
                <a:gd name="csY4" fmla="*/ 922064 h 3313168"/>
                <a:gd name="csX5" fmla="*/ 2378375 w 3705869"/>
                <a:gd name="csY5" fmla="*/ 1694113 h 3313168"/>
                <a:gd name="csX6" fmla="*/ 377 w 3705869"/>
                <a:gd name="csY6" fmla="*/ 3305196 h 3313168"/>
                <a:gd name="csX0" fmla="*/ 377 w 3705869"/>
                <a:gd name="csY0" fmla="*/ 3305196 h 3311216"/>
                <a:gd name="csX1" fmla="*/ 2198008 w 3705869"/>
                <a:gd name="csY1" fmla="*/ 955568 h 3311216"/>
                <a:gd name="csX2" fmla="*/ 2685656 w 3705869"/>
                <a:gd name="csY2" fmla="*/ 81348 h 3311216"/>
                <a:gd name="csX3" fmla="*/ 3555002 w 3705869"/>
                <a:gd name="csY3" fmla="*/ 133264 h 3311216"/>
                <a:gd name="csX4" fmla="*/ 3552816 w 3705869"/>
                <a:gd name="csY4" fmla="*/ 922064 h 3311216"/>
                <a:gd name="csX5" fmla="*/ 2378375 w 3705869"/>
                <a:gd name="csY5" fmla="*/ 1694113 h 3311216"/>
                <a:gd name="csX6" fmla="*/ 377 w 3705869"/>
                <a:gd name="csY6" fmla="*/ 3305196 h 3311216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31250"/>
                <a:gd name="csY0" fmla="*/ 3306034 h 3313991"/>
                <a:gd name="csX1" fmla="*/ 2198008 w 4431250"/>
                <a:gd name="csY1" fmla="*/ 956406 h 3313991"/>
                <a:gd name="csX2" fmla="*/ 2685656 w 4431250"/>
                <a:gd name="csY2" fmla="*/ 82186 h 3313991"/>
                <a:gd name="csX3" fmla="*/ 3555002 w 4431250"/>
                <a:gd name="csY3" fmla="*/ 134102 h 3313991"/>
                <a:gd name="csX4" fmla="*/ 4425936 w 4431250"/>
                <a:gd name="csY4" fmla="*/ 939649 h 3313991"/>
                <a:gd name="csX5" fmla="*/ 2378375 w 4431250"/>
                <a:gd name="csY5" fmla="*/ 1694951 h 3313991"/>
                <a:gd name="csX6" fmla="*/ 377 w 4431250"/>
                <a:gd name="csY6" fmla="*/ 3306034 h 3313991"/>
                <a:gd name="csX0" fmla="*/ 377 w 4425936"/>
                <a:gd name="csY0" fmla="*/ 3306034 h 3313991"/>
                <a:gd name="csX1" fmla="*/ 2198008 w 4425936"/>
                <a:gd name="csY1" fmla="*/ 956406 h 3313991"/>
                <a:gd name="csX2" fmla="*/ 2685656 w 4425936"/>
                <a:gd name="csY2" fmla="*/ 82186 h 3313991"/>
                <a:gd name="csX3" fmla="*/ 3555002 w 4425936"/>
                <a:gd name="csY3" fmla="*/ 134102 h 3313991"/>
                <a:gd name="csX4" fmla="*/ 4425936 w 4425936"/>
                <a:gd name="csY4" fmla="*/ 939649 h 3313991"/>
                <a:gd name="csX5" fmla="*/ 2378375 w 4425936"/>
                <a:gd name="csY5" fmla="*/ 1694951 h 3313991"/>
                <a:gd name="csX6" fmla="*/ 377 w 4425936"/>
                <a:gd name="csY6" fmla="*/ 3306034 h 3313991"/>
                <a:gd name="csX0" fmla="*/ 377 w 4472878"/>
                <a:gd name="csY0" fmla="*/ 3303952 h 3311947"/>
                <a:gd name="csX1" fmla="*/ 2198008 w 4472878"/>
                <a:gd name="csY1" fmla="*/ 954324 h 3311947"/>
                <a:gd name="csX2" fmla="*/ 2685656 w 4472878"/>
                <a:gd name="csY2" fmla="*/ 80104 h 3311947"/>
                <a:gd name="csX3" fmla="*/ 3555002 w 4472878"/>
                <a:gd name="csY3" fmla="*/ 132020 h 3311947"/>
                <a:gd name="csX4" fmla="*/ 4472878 w 4472878"/>
                <a:gd name="csY4" fmla="*/ 895700 h 3311947"/>
                <a:gd name="csX5" fmla="*/ 2378375 w 4472878"/>
                <a:gd name="csY5" fmla="*/ 1692869 h 3311947"/>
                <a:gd name="csX6" fmla="*/ 377 w 4472878"/>
                <a:gd name="csY6" fmla="*/ 3303952 h 3311947"/>
                <a:gd name="csX0" fmla="*/ 377 w 4472878"/>
                <a:gd name="csY0" fmla="*/ 3489034 h 3497029"/>
                <a:gd name="csX1" fmla="*/ 2198008 w 4472878"/>
                <a:gd name="csY1" fmla="*/ 1139406 h 3497029"/>
                <a:gd name="csX2" fmla="*/ 2685656 w 4472878"/>
                <a:gd name="csY2" fmla="*/ 265186 h 3497029"/>
                <a:gd name="csX3" fmla="*/ 3742770 w 4472878"/>
                <a:gd name="csY3" fmla="*/ 49148 h 3497029"/>
                <a:gd name="csX4" fmla="*/ 4472878 w 4472878"/>
                <a:gd name="csY4" fmla="*/ 1080782 h 3497029"/>
                <a:gd name="csX5" fmla="*/ 2378375 w 4472878"/>
                <a:gd name="csY5" fmla="*/ 1877951 h 3497029"/>
                <a:gd name="csX6" fmla="*/ 377 w 4472878"/>
                <a:gd name="csY6" fmla="*/ 3489034 h 3497029"/>
                <a:gd name="csX0" fmla="*/ 377 w 4482266"/>
                <a:gd name="csY0" fmla="*/ 3489034 h 3497029"/>
                <a:gd name="csX1" fmla="*/ 2198008 w 4482266"/>
                <a:gd name="csY1" fmla="*/ 1139406 h 3497029"/>
                <a:gd name="csX2" fmla="*/ 2685656 w 4482266"/>
                <a:gd name="csY2" fmla="*/ 265186 h 3497029"/>
                <a:gd name="csX3" fmla="*/ 3742770 w 4482266"/>
                <a:gd name="csY3" fmla="*/ 49148 h 3497029"/>
                <a:gd name="csX4" fmla="*/ 4482266 w 4482266"/>
                <a:gd name="csY4" fmla="*/ 1080782 h 3497029"/>
                <a:gd name="csX5" fmla="*/ 2378375 w 4482266"/>
                <a:gd name="csY5" fmla="*/ 1877951 h 3497029"/>
                <a:gd name="csX6" fmla="*/ 377 w 4482266"/>
                <a:gd name="csY6" fmla="*/ 3489034 h 3497029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10188 w 4492077"/>
                <a:gd name="csY0" fmla="*/ 3488052 h 3497366"/>
                <a:gd name="csX1" fmla="*/ 1804118 w 4492077"/>
                <a:gd name="csY1" fmla="*/ 1096559 h 3497366"/>
                <a:gd name="csX2" fmla="*/ 2695467 w 4492077"/>
                <a:gd name="csY2" fmla="*/ 264204 h 3497366"/>
                <a:gd name="csX3" fmla="*/ 3752581 w 4492077"/>
                <a:gd name="csY3" fmla="*/ 48166 h 3497366"/>
                <a:gd name="csX4" fmla="*/ 4492077 w 4492077"/>
                <a:gd name="csY4" fmla="*/ 1079800 h 3497366"/>
                <a:gd name="csX5" fmla="*/ 2688616 w 4492077"/>
                <a:gd name="csY5" fmla="*/ 1893718 h 3497366"/>
                <a:gd name="csX6" fmla="*/ 10188 w 4492077"/>
                <a:gd name="csY6" fmla="*/ 3488052 h 3497366"/>
                <a:gd name="csX0" fmla="*/ 10188 w 4492077"/>
                <a:gd name="csY0" fmla="*/ 3488052 h 3500595"/>
                <a:gd name="csX1" fmla="*/ 1804118 w 4492077"/>
                <a:gd name="csY1" fmla="*/ 1096559 h 3500595"/>
                <a:gd name="csX2" fmla="*/ 2695467 w 4492077"/>
                <a:gd name="csY2" fmla="*/ 264204 h 3500595"/>
                <a:gd name="csX3" fmla="*/ 3752581 w 4492077"/>
                <a:gd name="csY3" fmla="*/ 48166 h 3500595"/>
                <a:gd name="csX4" fmla="*/ 4492077 w 4492077"/>
                <a:gd name="csY4" fmla="*/ 1079800 h 3500595"/>
                <a:gd name="csX5" fmla="*/ 2688616 w 4492077"/>
                <a:gd name="csY5" fmla="*/ 1893718 h 3500595"/>
                <a:gd name="csX6" fmla="*/ 10188 w 4492077"/>
                <a:gd name="csY6" fmla="*/ 3488052 h 3500595"/>
                <a:gd name="csX0" fmla="*/ 10188 w 4492077"/>
                <a:gd name="csY0" fmla="*/ 3488052 h 3500888"/>
                <a:gd name="csX1" fmla="*/ 1804118 w 4492077"/>
                <a:gd name="csY1" fmla="*/ 1096559 h 3500888"/>
                <a:gd name="csX2" fmla="*/ 2695467 w 4492077"/>
                <a:gd name="csY2" fmla="*/ 264204 h 3500888"/>
                <a:gd name="csX3" fmla="*/ 3752581 w 4492077"/>
                <a:gd name="csY3" fmla="*/ 48166 h 3500888"/>
                <a:gd name="csX4" fmla="*/ 4492077 w 4492077"/>
                <a:gd name="csY4" fmla="*/ 1079800 h 3500888"/>
                <a:gd name="csX5" fmla="*/ 2688616 w 4492077"/>
                <a:gd name="csY5" fmla="*/ 1893718 h 3500888"/>
                <a:gd name="csX6" fmla="*/ 10188 w 4492077"/>
                <a:gd name="csY6" fmla="*/ 3488052 h 3500888"/>
                <a:gd name="csX0" fmla="*/ 27731 w 3289130"/>
                <a:gd name="csY0" fmla="*/ 2449732 h 2473361"/>
                <a:gd name="csX1" fmla="*/ 601171 w 3289130"/>
                <a:gd name="csY1" fmla="*/ 1096559 h 2473361"/>
                <a:gd name="csX2" fmla="*/ 1492520 w 3289130"/>
                <a:gd name="csY2" fmla="*/ 264204 h 2473361"/>
                <a:gd name="csX3" fmla="*/ 2549634 w 3289130"/>
                <a:gd name="csY3" fmla="*/ 48166 h 2473361"/>
                <a:gd name="csX4" fmla="*/ 3289130 w 3289130"/>
                <a:gd name="csY4" fmla="*/ 1079800 h 2473361"/>
                <a:gd name="csX5" fmla="*/ 1485669 w 3289130"/>
                <a:gd name="csY5" fmla="*/ 1893718 h 2473361"/>
                <a:gd name="csX6" fmla="*/ 27731 w 3289130"/>
                <a:gd name="csY6" fmla="*/ 2449732 h 2473361"/>
                <a:gd name="csX0" fmla="*/ 367 w 3261766"/>
                <a:gd name="csY0" fmla="*/ 2449732 h 2449966"/>
                <a:gd name="csX1" fmla="*/ 573807 w 3261766"/>
                <a:gd name="csY1" fmla="*/ 1096559 h 2449966"/>
                <a:gd name="csX2" fmla="*/ 1465156 w 3261766"/>
                <a:gd name="csY2" fmla="*/ 264204 h 2449966"/>
                <a:gd name="csX3" fmla="*/ 2522270 w 3261766"/>
                <a:gd name="csY3" fmla="*/ 48166 h 2449966"/>
                <a:gd name="csX4" fmla="*/ 3261766 w 3261766"/>
                <a:gd name="csY4" fmla="*/ 1079800 h 2449966"/>
                <a:gd name="csX5" fmla="*/ 1458305 w 3261766"/>
                <a:gd name="csY5" fmla="*/ 1893718 h 2449966"/>
                <a:gd name="csX6" fmla="*/ 367 w 3261766"/>
                <a:gd name="csY6" fmla="*/ 2449732 h 2449966"/>
                <a:gd name="csX0" fmla="*/ 62959 w 3324358"/>
                <a:gd name="csY0" fmla="*/ 2449732 h 2487147"/>
                <a:gd name="csX1" fmla="*/ 636399 w 3324358"/>
                <a:gd name="csY1" fmla="*/ 1096559 h 2487147"/>
                <a:gd name="csX2" fmla="*/ 1527748 w 3324358"/>
                <a:gd name="csY2" fmla="*/ 264204 h 2487147"/>
                <a:gd name="csX3" fmla="*/ 2584862 w 3324358"/>
                <a:gd name="csY3" fmla="*/ 48166 h 2487147"/>
                <a:gd name="csX4" fmla="*/ 3324358 w 3324358"/>
                <a:gd name="csY4" fmla="*/ 1079800 h 2487147"/>
                <a:gd name="csX5" fmla="*/ 1520897 w 3324358"/>
                <a:gd name="csY5" fmla="*/ 1893718 h 2487147"/>
                <a:gd name="csX6" fmla="*/ 62959 w 3324358"/>
                <a:gd name="csY6" fmla="*/ 2449732 h 2487147"/>
                <a:gd name="csX0" fmla="*/ 38478 w 4482813"/>
                <a:gd name="csY0" fmla="*/ 3496425 h 3519813"/>
                <a:gd name="csX1" fmla="*/ 1794854 w 4482813"/>
                <a:gd name="csY1" fmla="*/ 1096559 h 3519813"/>
                <a:gd name="csX2" fmla="*/ 2686203 w 4482813"/>
                <a:gd name="csY2" fmla="*/ 264204 h 3519813"/>
                <a:gd name="csX3" fmla="*/ 3743317 w 4482813"/>
                <a:gd name="csY3" fmla="*/ 48166 h 3519813"/>
                <a:gd name="csX4" fmla="*/ 4482813 w 4482813"/>
                <a:gd name="csY4" fmla="*/ 1079800 h 3519813"/>
                <a:gd name="csX5" fmla="*/ 2679352 w 4482813"/>
                <a:gd name="csY5" fmla="*/ 1893718 h 3519813"/>
                <a:gd name="csX6" fmla="*/ 38478 w 4482813"/>
                <a:gd name="csY6" fmla="*/ 3496425 h 3519813"/>
                <a:gd name="csX0" fmla="*/ 9071 w 4453406"/>
                <a:gd name="csY0" fmla="*/ 3496425 h 3510301"/>
                <a:gd name="csX1" fmla="*/ 1765447 w 4453406"/>
                <a:gd name="csY1" fmla="*/ 1096559 h 3510301"/>
                <a:gd name="csX2" fmla="*/ 2656796 w 4453406"/>
                <a:gd name="csY2" fmla="*/ 264204 h 3510301"/>
                <a:gd name="csX3" fmla="*/ 3713910 w 4453406"/>
                <a:gd name="csY3" fmla="*/ 48166 h 3510301"/>
                <a:gd name="csX4" fmla="*/ 4453406 w 4453406"/>
                <a:gd name="csY4" fmla="*/ 1079800 h 3510301"/>
                <a:gd name="csX5" fmla="*/ 2649945 w 4453406"/>
                <a:gd name="csY5" fmla="*/ 1893718 h 3510301"/>
                <a:gd name="csX6" fmla="*/ 9071 w 4453406"/>
                <a:gd name="csY6" fmla="*/ 3496425 h 3510301"/>
                <a:gd name="csX0" fmla="*/ 9071 w 4453406"/>
                <a:gd name="csY0" fmla="*/ 3496425 h 3512169"/>
                <a:gd name="csX1" fmla="*/ 1765447 w 4453406"/>
                <a:gd name="csY1" fmla="*/ 1096559 h 3512169"/>
                <a:gd name="csX2" fmla="*/ 2656796 w 4453406"/>
                <a:gd name="csY2" fmla="*/ 264204 h 3512169"/>
                <a:gd name="csX3" fmla="*/ 3713910 w 4453406"/>
                <a:gd name="csY3" fmla="*/ 48166 h 3512169"/>
                <a:gd name="csX4" fmla="*/ 4453406 w 4453406"/>
                <a:gd name="csY4" fmla="*/ 1079800 h 3512169"/>
                <a:gd name="csX5" fmla="*/ 2649945 w 4453406"/>
                <a:gd name="csY5" fmla="*/ 1893718 h 3512169"/>
                <a:gd name="csX6" fmla="*/ 9071 w 4453406"/>
                <a:gd name="csY6" fmla="*/ 3496425 h 3512169"/>
                <a:gd name="csX0" fmla="*/ 9640 w 4453975"/>
                <a:gd name="csY0" fmla="*/ 3496425 h 3512169"/>
                <a:gd name="csX1" fmla="*/ 1766016 w 4453975"/>
                <a:gd name="csY1" fmla="*/ 1096559 h 3512169"/>
                <a:gd name="csX2" fmla="*/ 2657365 w 4453975"/>
                <a:gd name="csY2" fmla="*/ 264204 h 3512169"/>
                <a:gd name="csX3" fmla="*/ 3714479 w 4453975"/>
                <a:gd name="csY3" fmla="*/ 48166 h 3512169"/>
                <a:gd name="csX4" fmla="*/ 4453975 w 4453975"/>
                <a:gd name="csY4" fmla="*/ 1079800 h 3512169"/>
                <a:gd name="csX5" fmla="*/ 2650514 w 4453975"/>
                <a:gd name="csY5" fmla="*/ 1893718 h 3512169"/>
                <a:gd name="csX6" fmla="*/ 9640 w 4453975"/>
                <a:gd name="csY6" fmla="*/ 3496425 h 3512169"/>
                <a:gd name="csX0" fmla="*/ 9640 w 4453975"/>
                <a:gd name="csY0" fmla="*/ 3993467 h 4008123"/>
                <a:gd name="csX1" fmla="*/ 1766016 w 4453975"/>
                <a:gd name="csY1" fmla="*/ 1593601 h 4008123"/>
                <a:gd name="csX2" fmla="*/ 2601034 w 4453975"/>
                <a:gd name="csY2" fmla="*/ 41122 h 4008123"/>
                <a:gd name="csX3" fmla="*/ 3714479 w 4453975"/>
                <a:gd name="csY3" fmla="*/ 545208 h 4008123"/>
                <a:gd name="csX4" fmla="*/ 4453975 w 4453975"/>
                <a:gd name="csY4" fmla="*/ 1576842 h 4008123"/>
                <a:gd name="csX5" fmla="*/ 2650514 w 4453975"/>
                <a:gd name="csY5" fmla="*/ 2390760 h 4008123"/>
                <a:gd name="csX6" fmla="*/ 9640 w 4453975"/>
                <a:gd name="csY6" fmla="*/ 3993467 h 4008123"/>
                <a:gd name="csX0" fmla="*/ 9640 w 4453975"/>
                <a:gd name="csY0" fmla="*/ 3952894 h 3967550"/>
                <a:gd name="csX1" fmla="*/ 1766016 w 4453975"/>
                <a:gd name="csY1" fmla="*/ 1553028 h 3967550"/>
                <a:gd name="csX2" fmla="*/ 2601034 w 4453975"/>
                <a:gd name="csY2" fmla="*/ 549 h 3967550"/>
                <a:gd name="csX3" fmla="*/ 3714479 w 4453975"/>
                <a:gd name="csY3" fmla="*/ 504635 h 3967550"/>
                <a:gd name="csX4" fmla="*/ 4453975 w 4453975"/>
                <a:gd name="csY4" fmla="*/ 1536269 h 3967550"/>
                <a:gd name="csX5" fmla="*/ 2650514 w 4453975"/>
                <a:gd name="csY5" fmla="*/ 2350187 h 3967550"/>
                <a:gd name="csX6" fmla="*/ 9640 w 4453975"/>
                <a:gd name="csY6" fmla="*/ 3952894 h 3967550"/>
                <a:gd name="csX0" fmla="*/ 9640 w 4453975"/>
                <a:gd name="csY0" fmla="*/ 3952971 h 3968477"/>
                <a:gd name="csX1" fmla="*/ 1766016 w 4453975"/>
                <a:gd name="csY1" fmla="*/ 1553105 h 3968477"/>
                <a:gd name="csX2" fmla="*/ 2601034 w 4453975"/>
                <a:gd name="csY2" fmla="*/ 626 h 3968477"/>
                <a:gd name="csX3" fmla="*/ 3714479 w 4453975"/>
                <a:gd name="csY3" fmla="*/ 504712 h 3968477"/>
                <a:gd name="csX4" fmla="*/ 4453975 w 4453975"/>
                <a:gd name="csY4" fmla="*/ 1536346 h 3968477"/>
                <a:gd name="csX5" fmla="*/ 2650514 w 4453975"/>
                <a:gd name="csY5" fmla="*/ 2350264 h 3968477"/>
                <a:gd name="csX6" fmla="*/ 9640 w 4453975"/>
                <a:gd name="csY6" fmla="*/ 3952971 h 3968477"/>
                <a:gd name="csX0" fmla="*/ 9640 w 4517542"/>
                <a:gd name="csY0" fmla="*/ 4153948 h 4169453"/>
                <a:gd name="csX1" fmla="*/ 1766016 w 4517542"/>
                <a:gd name="csY1" fmla="*/ 1754082 h 4169453"/>
                <a:gd name="csX2" fmla="*/ 2601034 w 4517542"/>
                <a:gd name="csY2" fmla="*/ 201603 h 4169453"/>
                <a:gd name="csX3" fmla="*/ 4390442 w 4517542"/>
                <a:gd name="csY3" fmla="*/ 186529 h 4169453"/>
                <a:gd name="csX4" fmla="*/ 4453975 w 4517542"/>
                <a:gd name="csY4" fmla="*/ 1737323 h 4169453"/>
                <a:gd name="csX5" fmla="*/ 2650514 w 4517542"/>
                <a:gd name="csY5" fmla="*/ 2551241 h 4169453"/>
                <a:gd name="csX6" fmla="*/ 9640 w 4517542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719798"/>
                <a:gd name="csY0" fmla="*/ 4153948 h 4169453"/>
                <a:gd name="csX1" fmla="*/ 1766016 w 4719798"/>
                <a:gd name="csY1" fmla="*/ 1754082 h 4169453"/>
                <a:gd name="csX2" fmla="*/ 2601034 w 4719798"/>
                <a:gd name="csY2" fmla="*/ 201603 h 4169453"/>
                <a:gd name="csX3" fmla="*/ 4390442 w 4719798"/>
                <a:gd name="csY3" fmla="*/ 186529 h 4169453"/>
                <a:gd name="csX4" fmla="*/ 4453975 w 4719798"/>
                <a:gd name="csY4" fmla="*/ 1737323 h 4169453"/>
                <a:gd name="csX5" fmla="*/ 2650514 w 4719798"/>
                <a:gd name="csY5" fmla="*/ 2551241 h 4169453"/>
                <a:gd name="csX6" fmla="*/ 9640 w 4719798"/>
                <a:gd name="csY6" fmla="*/ 4153948 h 4169453"/>
                <a:gd name="csX0" fmla="*/ 9640 w 4684091"/>
                <a:gd name="csY0" fmla="*/ 4153948 h 4169453"/>
                <a:gd name="csX1" fmla="*/ 1766016 w 4684091"/>
                <a:gd name="csY1" fmla="*/ 1754082 h 4169453"/>
                <a:gd name="csX2" fmla="*/ 2601034 w 4684091"/>
                <a:gd name="csY2" fmla="*/ 201603 h 4169453"/>
                <a:gd name="csX3" fmla="*/ 4390442 w 4684091"/>
                <a:gd name="csY3" fmla="*/ 186529 h 4169453"/>
                <a:gd name="csX4" fmla="*/ 4453975 w 4684091"/>
                <a:gd name="csY4" fmla="*/ 1737323 h 4169453"/>
                <a:gd name="csX5" fmla="*/ 2650514 w 4684091"/>
                <a:gd name="csY5" fmla="*/ 2551241 h 4169453"/>
                <a:gd name="csX6" fmla="*/ 9640 w 4684091"/>
                <a:gd name="csY6" fmla="*/ 4153948 h 4169453"/>
                <a:gd name="csX0" fmla="*/ 9640 w 4747938"/>
                <a:gd name="csY0" fmla="*/ 4153948 h 4169453"/>
                <a:gd name="csX1" fmla="*/ 1766016 w 4747938"/>
                <a:gd name="csY1" fmla="*/ 1754082 h 4169453"/>
                <a:gd name="csX2" fmla="*/ 2601034 w 4747938"/>
                <a:gd name="csY2" fmla="*/ 201603 h 4169453"/>
                <a:gd name="csX3" fmla="*/ 4390442 w 4747938"/>
                <a:gd name="csY3" fmla="*/ 186529 h 4169453"/>
                <a:gd name="csX4" fmla="*/ 4453975 w 4747938"/>
                <a:gd name="csY4" fmla="*/ 1737323 h 4169453"/>
                <a:gd name="csX5" fmla="*/ 2650514 w 4747938"/>
                <a:gd name="csY5" fmla="*/ 2551241 h 4169453"/>
                <a:gd name="csX6" fmla="*/ 9640 w 4747938"/>
                <a:gd name="csY6" fmla="*/ 4153948 h 4169453"/>
                <a:gd name="csX0" fmla="*/ 9640 w 4747938"/>
                <a:gd name="csY0" fmla="*/ 4205765 h 4221270"/>
                <a:gd name="csX1" fmla="*/ 1766016 w 4747938"/>
                <a:gd name="csY1" fmla="*/ 1805899 h 4221270"/>
                <a:gd name="csX2" fmla="*/ 2601034 w 4747938"/>
                <a:gd name="csY2" fmla="*/ 253420 h 4221270"/>
                <a:gd name="csX3" fmla="*/ 4390442 w 4747938"/>
                <a:gd name="csY3" fmla="*/ 238346 h 4221270"/>
                <a:gd name="csX4" fmla="*/ 4453975 w 4747938"/>
                <a:gd name="csY4" fmla="*/ 1789140 h 4221270"/>
                <a:gd name="csX5" fmla="*/ 2650514 w 4747938"/>
                <a:gd name="csY5" fmla="*/ 2603058 h 4221270"/>
                <a:gd name="csX6" fmla="*/ 9640 w 4747938"/>
                <a:gd name="csY6" fmla="*/ 4205765 h 4221270"/>
                <a:gd name="csX0" fmla="*/ 9640 w 4769359"/>
                <a:gd name="csY0" fmla="*/ 4189897 h 4205402"/>
                <a:gd name="csX1" fmla="*/ 1766016 w 4769359"/>
                <a:gd name="csY1" fmla="*/ 1790031 h 4205402"/>
                <a:gd name="csX2" fmla="*/ 2601034 w 4769359"/>
                <a:gd name="csY2" fmla="*/ 237552 h 4205402"/>
                <a:gd name="csX3" fmla="*/ 4446772 w 4769359"/>
                <a:gd name="csY3" fmla="*/ 163863 h 4205402"/>
                <a:gd name="csX4" fmla="*/ 4453975 w 4769359"/>
                <a:gd name="csY4" fmla="*/ 1773272 h 4205402"/>
                <a:gd name="csX5" fmla="*/ 2650514 w 4769359"/>
                <a:gd name="csY5" fmla="*/ 2587190 h 4205402"/>
                <a:gd name="csX6" fmla="*/ 9640 w 4769359"/>
                <a:gd name="csY6" fmla="*/ 4189897 h 4205402"/>
                <a:gd name="csX0" fmla="*/ 9640 w 4747938"/>
                <a:gd name="csY0" fmla="*/ 4212142 h 4227647"/>
                <a:gd name="csX1" fmla="*/ 1766016 w 4747938"/>
                <a:gd name="csY1" fmla="*/ 1812276 h 4227647"/>
                <a:gd name="csX2" fmla="*/ 2601034 w 4747938"/>
                <a:gd name="csY2" fmla="*/ 259797 h 4227647"/>
                <a:gd name="csX3" fmla="*/ 4390441 w 4747938"/>
                <a:gd name="csY3" fmla="*/ 152614 h 4227647"/>
                <a:gd name="csX4" fmla="*/ 4453975 w 4747938"/>
                <a:gd name="csY4" fmla="*/ 1795517 h 4227647"/>
                <a:gd name="csX5" fmla="*/ 2650514 w 4747938"/>
                <a:gd name="csY5" fmla="*/ 2609435 h 4227647"/>
                <a:gd name="csX6" fmla="*/ 9640 w 4747938"/>
                <a:gd name="csY6" fmla="*/ 4212142 h 4227647"/>
                <a:gd name="csX0" fmla="*/ 8567 w 4746865"/>
                <a:gd name="csY0" fmla="*/ 4212143 h 4219435"/>
                <a:gd name="csX1" fmla="*/ 1745271 w 4746865"/>
                <a:gd name="csY1" fmla="*/ 1812279 h 4219435"/>
                <a:gd name="csX2" fmla="*/ 2599961 w 4746865"/>
                <a:gd name="csY2" fmla="*/ 259798 h 4219435"/>
                <a:gd name="csX3" fmla="*/ 4389368 w 4746865"/>
                <a:gd name="csY3" fmla="*/ 152615 h 4219435"/>
                <a:gd name="csX4" fmla="*/ 4452902 w 4746865"/>
                <a:gd name="csY4" fmla="*/ 1795518 h 4219435"/>
                <a:gd name="csX5" fmla="*/ 2649441 w 4746865"/>
                <a:gd name="csY5" fmla="*/ 2609436 h 4219435"/>
                <a:gd name="csX6" fmla="*/ 8567 w 4746865"/>
                <a:gd name="csY6" fmla="*/ 4212143 h 4219435"/>
                <a:gd name="csX0" fmla="*/ 8451 w 4746749"/>
                <a:gd name="csY0" fmla="*/ 4212143 h 4219813"/>
                <a:gd name="csX1" fmla="*/ 1745155 w 4746749"/>
                <a:gd name="csY1" fmla="*/ 1812279 h 4219813"/>
                <a:gd name="csX2" fmla="*/ 2599845 w 4746749"/>
                <a:gd name="csY2" fmla="*/ 259798 h 4219813"/>
                <a:gd name="csX3" fmla="*/ 4389252 w 4746749"/>
                <a:gd name="csY3" fmla="*/ 152615 h 4219813"/>
                <a:gd name="csX4" fmla="*/ 4452786 w 4746749"/>
                <a:gd name="csY4" fmla="*/ 1795518 h 4219813"/>
                <a:gd name="csX5" fmla="*/ 2642769 w 4746749"/>
                <a:gd name="csY5" fmla="*/ 2626986 h 4219813"/>
                <a:gd name="csX6" fmla="*/ 8451 w 4746749"/>
                <a:gd name="csY6" fmla="*/ 4212143 h 4219813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594 w 4746892"/>
                <a:gd name="csY0" fmla="*/ 4213311 h 4220527"/>
                <a:gd name="csX1" fmla="*/ 1738740 w 4746892"/>
                <a:gd name="csY1" fmla="*/ 1836843 h 4220527"/>
                <a:gd name="csX2" fmla="*/ 2599988 w 4746892"/>
                <a:gd name="csY2" fmla="*/ 260966 h 4220527"/>
                <a:gd name="csX3" fmla="*/ 4389395 w 4746892"/>
                <a:gd name="csY3" fmla="*/ 153783 h 4220527"/>
                <a:gd name="csX4" fmla="*/ 4452929 w 4746892"/>
                <a:gd name="csY4" fmla="*/ 1796686 h 4220527"/>
                <a:gd name="csX5" fmla="*/ 2642912 w 4746892"/>
                <a:gd name="csY5" fmla="*/ 2628154 h 4220527"/>
                <a:gd name="csX6" fmla="*/ 8594 w 4746892"/>
                <a:gd name="csY6" fmla="*/ 4213311 h 4220527"/>
                <a:gd name="csX0" fmla="*/ 8594 w 4693867"/>
                <a:gd name="csY0" fmla="*/ 4136922 h 4144138"/>
                <a:gd name="csX1" fmla="*/ 1738740 w 4693867"/>
                <a:gd name="csY1" fmla="*/ 1760454 h 4144138"/>
                <a:gd name="csX2" fmla="*/ 2599988 w 4693867"/>
                <a:gd name="csY2" fmla="*/ 184577 h 4144138"/>
                <a:gd name="csX3" fmla="*/ 4389395 w 4693867"/>
                <a:gd name="csY3" fmla="*/ 77394 h 4144138"/>
                <a:gd name="csX4" fmla="*/ 4452929 w 4693867"/>
                <a:gd name="csY4" fmla="*/ 1720297 h 4144138"/>
                <a:gd name="csX5" fmla="*/ 2642912 w 4693867"/>
                <a:gd name="csY5" fmla="*/ 2551765 h 4144138"/>
                <a:gd name="csX6" fmla="*/ 8594 w 4693867"/>
                <a:gd name="csY6" fmla="*/ 4136922 h 4144138"/>
                <a:gd name="csX0" fmla="*/ 8594 w 4699247"/>
                <a:gd name="csY0" fmla="*/ 4098901 h 4106117"/>
                <a:gd name="csX1" fmla="*/ 1738740 w 4699247"/>
                <a:gd name="csY1" fmla="*/ 1722433 h 4106117"/>
                <a:gd name="csX2" fmla="*/ 2599988 w 4699247"/>
                <a:gd name="csY2" fmla="*/ 146556 h 4106117"/>
                <a:gd name="csX3" fmla="*/ 4409070 w 4699247"/>
                <a:gd name="csY3" fmla="*/ 115412 h 4106117"/>
                <a:gd name="csX4" fmla="*/ 4452929 w 4699247"/>
                <a:gd name="csY4" fmla="*/ 1682276 h 4106117"/>
                <a:gd name="csX5" fmla="*/ 2642912 w 4699247"/>
                <a:gd name="csY5" fmla="*/ 2513744 h 4106117"/>
                <a:gd name="csX6" fmla="*/ 8594 w 4699247"/>
                <a:gd name="csY6" fmla="*/ 4098901 h 4106117"/>
                <a:gd name="csX0" fmla="*/ 8594 w 4703971"/>
                <a:gd name="csY0" fmla="*/ 4107920 h 4115136"/>
                <a:gd name="csX1" fmla="*/ 1738740 w 4703971"/>
                <a:gd name="csY1" fmla="*/ 1731452 h 4115136"/>
                <a:gd name="csX2" fmla="*/ 2599988 w 4703971"/>
                <a:gd name="csY2" fmla="*/ 155575 h 4115136"/>
                <a:gd name="csX3" fmla="*/ 4409070 w 4703971"/>
                <a:gd name="csY3" fmla="*/ 124431 h 4115136"/>
                <a:gd name="csX4" fmla="*/ 4452929 w 4703971"/>
                <a:gd name="csY4" fmla="*/ 1691295 h 4115136"/>
                <a:gd name="csX5" fmla="*/ 2642912 w 4703971"/>
                <a:gd name="csY5" fmla="*/ 2522763 h 4115136"/>
                <a:gd name="csX6" fmla="*/ 8594 w 4703971"/>
                <a:gd name="csY6" fmla="*/ 4107920 h 4115136"/>
                <a:gd name="csX0" fmla="*/ 8594 w 4703971"/>
                <a:gd name="csY0" fmla="*/ 4195888 h 4203104"/>
                <a:gd name="csX1" fmla="*/ 1738740 w 4703971"/>
                <a:gd name="csY1" fmla="*/ 1819420 h 4203104"/>
                <a:gd name="csX2" fmla="*/ 2599988 w 4703971"/>
                <a:gd name="csY2" fmla="*/ 243543 h 4203104"/>
                <a:gd name="csX3" fmla="*/ 4409070 w 4703971"/>
                <a:gd name="csY3" fmla="*/ 212399 h 4203104"/>
                <a:gd name="csX4" fmla="*/ 4452929 w 4703971"/>
                <a:gd name="csY4" fmla="*/ 1779263 h 4203104"/>
                <a:gd name="csX5" fmla="*/ 2642912 w 4703971"/>
                <a:gd name="csY5" fmla="*/ 2610731 h 4203104"/>
                <a:gd name="csX6" fmla="*/ 8594 w 4703971"/>
                <a:gd name="csY6" fmla="*/ 4195888 h 4203104"/>
                <a:gd name="csX0" fmla="*/ 8594 w 4703971"/>
                <a:gd name="csY0" fmla="*/ 4213778 h 4220994"/>
                <a:gd name="csX1" fmla="*/ 1738740 w 4703971"/>
                <a:gd name="csY1" fmla="*/ 1837310 h 4220994"/>
                <a:gd name="csX2" fmla="*/ 2599988 w 4703971"/>
                <a:gd name="csY2" fmla="*/ 261433 h 4220994"/>
                <a:gd name="csX3" fmla="*/ 4409070 w 4703971"/>
                <a:gd name="csY3" fmla="*/ 230289 h 4220994"/>
                <a:gd name="csX4" fmla="*/ 4452929 w 4703971"/>
                <a:gd name="csY4" fmla="*/ 1797153 h 4220994"/>
                <a:gd name="csX5" fmla="*/ 2642912 w 4703971"/>
                <a:gd name="csY5" fmla="*/ 2628621 h 4220994"/>
                <a:gd name="csX6" fmla="*/ 8594 w 4703971"/>
                <a:gd name="csY6" fmla="*/ 4213778 h 4220994"/>
                <a:gd name="csX0" fmla="*/ 8594 w 4855548"/>
                <a:gd name="csY0" fmla="*/ 4390510 h 4397726"/>
                <a:gd name="csX1" fmla="*/ 1738740 w 4855548"/>
                <a:gd name="csY1" fmla="*/ 2014042 h 4397726"/>
                <a:gd name="csX2" fmla="*/ 2599988 w 4855548"/>
                <a:gd name="csY2" fmla="*/ 438165 h 4397726"/>
                <a:gd name="csX3" fmla="*/ 4756647 w 4855548"/>
                <a:gd name="csY3" fmla="*/ 26825 h 4397726"/>
                <a:gd name="csX4" fmla="*/ 4452929 w 4855548"/>
                <a:gd name="csY4" fmla="*/ 1973885 h 4397726"/>
                <a:gd name="csX5" fmla="*/ 2642912 w 4855548"/>
                <a:gd name="csY5" fmla="*/ 2805353 h 4397726"/>
                <a:gd name="csX6" fmla="*/ 8594 w 4855548"/>
                <a:gd name="csY6" fmla="*/ 4390510 h 4397726"/>
                <a:gd name="csX0" fmla="*/ 8594 w 5018748"/>
                <a:gd name="csY0" fmla="*/ 4545598 h 4552814"/>
                <a:gd name="csX1" fmla="*/ 1738740 w 5018748"/>
                <a:gd name="csY1" fmla="*/ 2169130 h 4552814"/>
                <a:gd name="csX2" fmla="*/ 2599988 w 5018748"/>
                <a:gd name="csY2" fmla="*/ 593253 h 4552814"/>
                <a:gd name="csX3" fmla="*/ 4973062 w 5018748"/>
                <a:gd name="csY3" fmla="*/ 18136 h 4552814"/>
                <a:gd name="csX4" fmla="*/ 4452929 w 5018748"/>
                <a:gd name="csY4" fmla="*/ 2128973 h 4552814"/>
                <a:gd name="csX5" fmla="*/ 2642912 w 5018748"/>
                <a:gd name="csY5" fmla="*/ 2960441 h 4552814"/>
                <a:gd name="csX6" fmla="*/ 8594 w 5018748"/>
                <a:gd name="csY6" fmla="*/ 4545598 h 4552814"/>
                <a:gd name="csX0" fmla="*/ 8594 w 5002691"/>
                <a:gd name="csY0" fmla="*/ 4537753 h 4544969"/>
                <a:gd name="csX1" fmla="*/ 1738740 w 5002691"/>
                <a:gd name="csY1" fmla="*/ 2161285 h 4544969"/>
                <a:gd name="csX2" fmla="*/ 2599988 w 5002691"/>
                <a:gd name="csY2" fmla="*/ 585408 h 4544969"/>
                <a:gd name="csX3" fmla="*/ 4973062 w 5002691"/>
                <a:gd name="csY3" fmla="*/ 10291 h 4544969"/>
                <a:gd name="csX4" fmla="*/ 4452929 w 5002691"/>
                <a:gd name="csY4" fmla="*/ 2121128 h 4544969"/>
                <a:gd name="csX5" fmla="*/ 2642912 w 5002691"/>
                <a:gd name="csY5" fmla="*/ 2952596 h 4544969"/>
                <a:gd name="csX6" fmla="*/ 8594 w 5002691"/>
                <a:gd name="csY6" fmla="*/ 4537753 h 4544969"/>
                <a:gd name="csX0" fmla="*/ 8594 w 4705059"/>
                <a:gd name="csY0" fmla="*/ 4122711 h 4129927"/>
                <a:gd name="csX1" fmla="*/ 1738740 w 4705059"/>
                <a:gd name="csY1" fmla="*/ 1746243 h 4129927"/>
                <a:gd name="csX2" fmla="*/ 2599988 w 4705059"/>
                <a:gd name="csY2" fmla="*/ 170366 h 4129927"/>
                <a:gd name="csX3" fmla="*/ 4446032 w 4705059"/>
                <a:gd name="csY3" fmla="*/ 89415 h 4129927"/>
                <a:gd name="csX4" fmla="*/ 4452929 w 4705059"/>
                <a:gd name="csY4" fmla="*/ 1706086 h 4129927"/>
                <a:gd name="csX5" fmla="*/ 2642912 w 4705059"/>
                <a:gd name="csY5" fmla="*/ 2537554 h 4129927"/>
                <a:gd name="csX6" fmla="*/ 8594 w 4705059"/>
                <a:gd name="csY6" fmla="*/ 4122711 h 4129927"/>
                <a:gd name="csX0" fmla="*/ 8594 w 4596663"/>
                <a:gd name="csY0" fmla="*/ 4215533 h 4224499"/>
                <a:gd name="csX1" fmla="*/ 1738740 w 4596663"/>
                <a:gd name="csY1" fmla="*/ 1839065 h 4224499"/>
                <a:gd name="csX2" fmla="*/ 2599988 w 4596663"/>
                <a:gd name="csY2" fmla="*/ 263188 h 4224499"/>
                <a:gd name="csX3" fmla="*/ 4446032 w 4596663"/>
                <a:gd name="csY3" fmla="*/ 182237 h 4224499"/>
                <a:gd name="csX4" fmla="*/ 4129398 w 4596663"/>
                <a:gd name="csY4" fmla="*/ 2079669 h 4224499"/>
                <a:gd name="csX5" fmla="*/ 2642912 w 4596663"/>
                <a:gd name="csY5" fmla="*/ 2630376 h 4224499"/>
                <a:gd name="csX6" fmla="*/ 8594 w 4596663"/>
                <a:gd name="csY6" fmla="*/ 4215533 h 4224499"/>
                <a:gd name="csX0" fmla="*/ 10635 w 4618520"/>
                <a:gd name="csY0" fmla="*/ 4140860 h 4149826"/>
                <a:gd name="csX1" fmla="*/ 1740781 w 4618520"/>
                <a:gd name="csY1" fmla="*/ 1764392 h 4149826"/>
                <a:gd name="csX2" fmla="*/ 2330962 w 4618520"/>
                <a:gd name="csY2" fmla="*/ 399085 h 4149826"/>
                <a:gd name="csX3" fmla="*/ 4448073 w 4618520"/>
                <a:gd name="csY3" fmla="*/ 107564 h 4149826"/>
                <a:gd name="csX4" fmla="*/ 4131439 w 4618520"/>
                <a:gd name="csY4" fmla="*/ 2004996 h 4149826"/>
                <a:gd name="csX5" fmla="*/ 2644953 w 4618520"/>
                <a:gd name="csY5" fmla="*/ 2555703 h 4149826"/>
                <a:gd name="csX6" fmla="*/ 10635 w 4618520"/>
                <a:gd name="csY6" fmla="*/ 4140860 h 4149826"/>
                <a:gd name="csX0" fmla="*/ 2473 w 4610358"/>
                <a:gd name="csY0" fmla="*/ 4148168 h 4152706"/>
                <a:gd name="csX1" fmla="*/ 2161081 w 4610358"/>
                <a:gd name="csY1" fmla="*/ 2013468 h 4152706"/>
                <a:gd name="csX2" fmla="*/ 2322800 w 4610358"/>
                <a:gd name="csY2" fmla="*/ 406393 h 4152706"/>
                <a:gd name="csX3" fmla="*/ 4439911 w 4610358"/>
                <a:gd name="csY3" fmla="*/ 114872 h 4152706"/>
                <a:gd name="csX4" fmla="*/ 4123277 w 4610358"/>
                <a:gd name="csY4" fmla="*/ 2012304 h 4152706"/>
                <a:gd name="csX5" fmla="*/ 2636791 w 4610358"/>
                <a:gd name="csY5" fmla="*/ 2563011 h 4152706"/>
                <a:gd name="csX6" fmla="*/ 2473 w 4610358"/>
                <a:gd name="csY6" fmla="*/ 4148168 h 4152706"/>
                <a:gd name="csX0" fmla="*/ 400 w 4608285"/>
                <a:gd name="csY0" fmla="*/ 4148168 h 4148397"/>
                <a:gd name="csX1" fmla="*/ 2159008 w 4608285"/>
                <a:gd name="csY1" fmla="*/ 2013468 h 4148397"/>
                <a:gd name="csX2" fmla="*/ 2320727 w 4608285"/>
                <a:gd name="csY2" fmla="*/ 406393 h 4148397"/>
                <a:gd name="csX3" fmla="*/ 4437838 w 4608285"/>
                <a:gd name="csY3" fmla="*/ 114872 h 4148397"/>
                <a:gd name="csX4" fmla="*/ 4121204 w 4608285"/>
                <a:gd name="csY4" fmla="*/ 2012304 h 4148397"/>
                <a:gd name="csX5" fmla="*/ 2346163 w 4608285"/>
                <a:gd name="csY5" fmla="*/ 2149669 h 4148397"/>
                <a:gd name="csX6" fmla="*/ 400 w 4608285"/>
                <a:gd name="csY6" fmla="*/ 4148168 h 4148397"/>
                <a:gd name="csX0" fmla="*/ 400 w 4547161"/>
                <a:gd name="csY0" fmla="*/ 4069645 h 4069874"/>
                <a:gd name="csX1" fmla="*/ 2159008 w 4547161"/>
                <a:gd name="csY1" fmla="*/ 1934945 h 4069874"/>
                <a:gd name="csX2" fmla="*/ 2320727 w 4547161"/>
                <a:gd name="csY2" fmla="*/ 327870 h 4069874"/>
                <a:gd name="csX3" fmla="*/ 4437838 w 4547161"/>
                <a:gd name="csY3" fmla="*/ 36349 h 4069874"/>
                <a:gd name="csX4" fmla="*/ 4121204 w 4547161"/>
                <a:gd name="csY4" fmla="*/ 1933781 h 4069874"/>
                <a:gd name="csX5" fmla="*/ 2346163 w 4547161"/>
                <a:gd name="csY5" fmla="*/ 2071146 h 4069874"/>
                <a:gd name="csX6" fmla="*/ 400 w 4547161"/>
                <a:gd name="csY6" fmla="*/ 4069645 h 4069874"/>
                <a:gd name="csX0" fmla="*/ 536 w 3991476"/>
                <a:gd name="csY0" fmla="*/ 3539321 h 3539632"/>
                <a:gd name="csX1" fmla="*/ 1603323 w 3991476"/>
                <a:gd name="csY1" fmla="*/ 1934945 h 3539632"/>
                <a:gd name="csX2" fmla="*/ 1765042 w 3991476"/>
                <a:gd name="csY2" fmla="*/ 327870 h 3539632"/>
                <a:gd name="csX3" fmla="*/ 3882153 w 3991476"/>
                <a:gd name="csY3" fmla="*/ 36349 h 3539632"/>
                <a:gd name="csX4" fmla="*/ 3565519 w 3991476"/>
                <a:gd name="csY4" fmla="*/ 1933781 h 3539632"/>
                <a:gd name="csX5" fmla="*/ 1790478 w 3991476"/>
                <a:gd name="csY5" fmla="*/ 2071146 h 3539632"/>
                <a:gd name="csX6" fmla="*/ 536 w 3991476"/>
                <a:gd name="csY6" fmla="*/ 3539321 h 3539632"/>
                <a:gd name="csX0" fmla="*/ 527 w 4017318"/>
                <a:gd name="csY0" fmla="*/ 3573908 h 3574212"/>
                <a:gd name="csX1" fmla="*/ 1629165 w 4017318"/>
                <a:gd name="csY1" fmla="*/ 1934945 h 3574212"/>
                <a:gd name="csX2" fmla="*/ 1790884 w 4017318"/>
                <a:gd name="csY2" fmla="*/ 327870 h 3574212"/>
                <a:gd name="csX3" fmla="*/ 3907995 w 4017318"/>
                <a:gd name="csY3" fmla="*/ 36349 h 3574212"/>
                <a:gd name="csX4" fmla="*/ 3591361 w 4017318"/>
                <a:gd name="csY4" fmla="*/ 1933781 h 3574212"/>
                <a:gd name="csX5" fmla="*/ 1816320 w 4017318"/>
                <a:gd name="csY5" fmla="*/ 2071146 h 3574212"/>
                <a:gd name="csX6" fmla="*/ 527 w 4017318"/>
                <a:gd name="csY6" fmla="*/ 3573908 h 3574212"/>
                <a:gd name="csX0" fmla="*/ 3641 w 4020432"/>
                <a:gd name="csY0" fmla="*/ 3573908 h 3577567"/>
                <a:gd name="csX1" fmla="*/ 1632279 w 4020432"/>
                <a:gd name="csY1" fmla="*/ 1934945 h 3577567"/>
                <a:gd name="csX2" fmla="*/ 1793998 w 4020432"/>
                <a:gd name="csY2" fmla="*/ 327870 h 3577567"/>
                <a:gd name="csX3" fmla="*/ 3911109 w 4020432"/>
                <a:gd name="csY3" fmla="*/ 36349 h 3577567"/>
                <a:gd name="csX4" fmla="*/ 3594475 w 4020432"/>
                <a:gd name="csY4" fmla="*/ 1933781 h 3577567"/>
                <a:gd name="csX5" fmla="*/ 1819434 w 4020432"/>
                <a:gd name="csY5" fmla="*/ 2071146 h 3577567"/>
                <a:gd name="csX6" fmla="*/ 3641 w 4020432"/>
                <a:gd name="csY6" fmla="*/ 3573908 h 3577567"/>
                <a:gd name="csX0" fmla="*/ 11923 w 4028714"/>
                <a:gd name="csY0" fmla="*/ 3573908 h 3583559"/>
                <a:gd name="csX1" fmla="*/ 1640561 w 4028714"/>
                <a:gd name="csY1" fmla="*/ 1934945 h 3583559"/>
                <a:gd name="csX2" fmla="*/ 1802280 w 4028714"/>
                <a:gd name="csY2" fmla="*/ 327870 h 3583559"/>
                <a:gd name="csX3" fmla="*/ 3919391 w 4028714"/>
                <a:gd name="csY3" fmla="*/ 36349 h 3583559"/>
                <a:gd name="csX4" fmla="*/ 3602757 w 4028714"/>
                <a:gd name="csY4" fmla="*/ 1933781 h 3583559"/>
                <a:gd name="csX5" fmla="*/ 1827716 w 4028714"/>
                <a:gd name="csY5" fmla="*/ 2071146 h 3583559"/>
                <a:gd name="csX6" fmla="*/ 11923 w 4028714"/>
                <a:gd name="csY6" fmla="*/ 3573908 h 3583559"/>
                <a:gd name="csX0" fmla="*/ 1130 w 4017921"/>
                <a:gd name="csY0" fmla="*/ 3573908 h 3577714"/>
                <a:gd name="csX1" fmla="*/ 1629768 w 4017921"/>
                <a:gd name="csY1" fmla="*/ 1934945 h 3577714"/>
                <a:gd name="csX2" fmla="*/ 1791487 w 4017921"/>
                <a:gd name="csY2" fmla="*/ 327870 h 3577714"/>
                <a:gd name="csX3" fmla="*/ 3908598 w 4017921"/>
                <a:gd name="csY3" fmla="*/ 36349 h 3577714"/>
                <a:gd name="csX4" fmla="*/ 3591964 w 4017921"/>
                <a:gd name="csY4" fmla="*/ 1933781 h 3577714"/>
                <a:gd name="csX5" fmla="*/ 1906115 w 4017921"/>
                <a:gd name="csY5" fmla="*/ 2373434 h 3577714"/>
                <a:gd name="csX6" fmla="*/ 1130 w 4017921"/>
                <a:gd name="csY6" fmla="*/ 3573908 h 3577714"/>
                <a:gd name="csX0" fmla="*/ 434 w 4017225"/>
                <a:gd name="csY0" fmla="*/ 3573908 h 3574428"/>
                <a:gd name="csX1" fmla="*/ 1629072 w 4017225"/>
                <a:gd name="csY1" fmla="*/ 1934945 h 3574428"/>
                <a:gd name="csX2" fmla="*/ 1790791 w 4017225"/>
                <a:gd name="csY2" fmla="*/ 327870 h 3574428"/>
                <a:gd name="csX3" fmla="*/ 3907902 w 4017225"/>
                <a:gd name="csY3" fmla="*/ 36349 h 3574428"/>
                <a:gd name="csX4" fmla="*/ 3591268 w 4017225"/>
                <a:gd name="csY4" fmla="*/ 1933781 h 3574428"/>
                <a:gd name="csX5" fmla="*/ 1798394 w 4017225"/>
                <a:gd name="csY5" fmla="*/ 2110926 h 3574428"/>
                <a:gd name="csX6" fmla="*/ 434 w 4017225"/>
                <a:gd name="csY6" fmla="*/ 3573908 h 3574428"/>
                <a:gd name="csX0" fmla="*/ 434 w 4017225"/>
                <a:gd name="csY0" fmla="*/ 3573908 h 3574310"/>
                <a:gd name="csX1" fmla="*/ 1629072 w 4017225"/>
                <a:gd name="csY1" fmla="*/ 1934945 h 3574310"/>
                <a:gd name="csX2" fmla="*/ 1790791 w 4017225"/>
                <a:gd name="csY2" fmla="*/ 327870 h 3574310"/>
                <a:gd name="csX3" fmla="*/ 3907902 w 4017225"/>
                <a:gd name="csY3" fmla="*/ 36349 h 3574310"/>
                <a:gd name="csX4" fmla="*/ 3591268 w 4017225"/>
                <a:gd name="csY4" fmla="*/ 1933781 h 3574310"/>
                <a:gd name="csX5" fmla="*/ 1798394 w 4017225"/>
                <a:gd name="csY5" fmla="*/ 2110926 h 3574310"/>
                <a:gd name="csX6" fmla="*/ 434 w 4017225"/>
                <a:gd name="csY6" fmla="*/ 3573908 h 3574310"/>
                <a:gd name="csX0" fmla="*/ 434 w 4017225"/>
                <a:gd name="csY0" fmla="*/ 3573908 h 3576627"/>
                <a:gd name="csX1" fmla="*/ 1629072 w 4017225"/>
                <a:gd name="csY1" fmla="*/ 1934945 h 3576627"/>
                <a:gd name="csX2" fmla="*/ 1790791 w 4017225"/>
                <a:gd name="csY2" fmla="*/ 327870 h 3576627"/>
                <a:gd name="csX3" fmla="*/ 3907902 w 4017225"/>
                <a:gd name="csY3" fmla="*/ 36349 h 3576627"/>
                <a:gd name="csX4" fmla="*/ 3591268 w 4017225"/>
                <a:gd name="csY4" fmla="*/ 1933781 h 3576627"/>
                <a:gd name="csX5" fmla="*/ 1798395 w 4017225"/>
                <a:gd name="csY5" fmla="*/ 2365482 h 3576627"/>
                <a:gd name="csX6" fmla="*/ 434 w 4017225"/>
                <a:gd name="csY6" fmla="*/ 3573908 h 3576627"/>
                <a:gd name="csX0" fmla="*/ 434 w 4017225"/>
                <a:gd name="csY0" fmla="*/ 3573908 h 3576355"/>
                <a:gd name="csX1" fmla="*/ 1629072 w 4017225"/>
                <a:gd name="csY1" fmla="*/ 1934945 h 3576355"/>
                <a:gd name="csX2" fmla="*/ 1790791 w 4017225"/>
                <a:gd name="csY2" fmla="*/ 327870 h 3576355"/>
                <a:gd name="csX3" fmla="*/ 3907902 w 4017225"/>
                <a:gd name="csY3" fmla="*/ 36349 h 3576355"/>
                <a:gd name="csX4" fmla="*/ 3591268 w 4017225"/>
                <a:gd name="csY4" fmla="*/ 1933781 h 3576355"/>
                <a:gd name="csX5" fmla="*/ 1798395 w 4017225"/>
                <a:gd name="csY5" fmla="*/ 2365482 h 3576355"/>
                <a:gd name="csX6" fmla="*/ 434 w 4017225"/>
                <a:gd name="csY6" fmla="*/ 3573908 h 3576355"/>
                <a:gd name="csX0" fmla="*/ 434 w 4017225"/>
                <a:gd name="csY0" fmla="*/ 3573908 h 3583502"/>
                <a:gd name="csX1" fmla="*/ 1629072 w 4017225"/>
                <a:gd name="csY1" fmla="*/ 1934945 h 3583502"/>
                <a:gd name="csX2" fmla="*/ 1790791 w 4017225"/>
                <a:gd name="csY2" fmla="*/ 327870 h 3583502"/>
                <a:gd name="csX3" fmla="*/ 3907902 w 4017225"/>
                <a:gd name="csY3" fmla="*/ 36349 h 3583502"/>
                <a:gd name="csX4" fmla="*/ 3591268 w 4017225"/>
                <a:gd name="csY4" fmla="*/ 1933781 h 3583502"/>
                <a:gd name="csX5" fmla="*/ 1798396 w 4017225"/>
                <a:gd name="csY5" fmla="*/ 2715497 h 3583502"/>
                <a:gd name="csX6" fmla="*/ 434 w 4017225"/>
                <a:gd name="csY6" fmla="*/ 3573908 h 3583502"/>
                <a:gd name="csX0" fmla="*/ 20204 w 4036995"/>
                <a:gd name="csY0" fmla="*/ 3574326 h 3583563"/>
                <a:gd name="csX1" fmla="*/ 908564 w 4036995"/>
                <a:gd name="csY1" fmla="*/ 1951275 h 3583563"/>
                <a:gd name="csX2" fmla="*/ 1810561 w 4036995"/>
                <a:gd name="csY2" fmla="*/ 328288 h 3583563"/>
                <a:gd name="csX3" fmla="*/ 3927672 w 4036995"/>
                <a:gd name="csY3" fmla="*/ 36767 h 3583563"/>
                <a:gd name="csX4" fmla="*/ 3611038 w 4036995"/>
                <a:gd name="csY4" fmla="*/ 1934199 h 3583563"/>
                <a:gd name="csX5" fmla="*/ 1818166 w 4036995"/>
                <a:gd name="csY5" fmla="*/ 2715915 h 3583563"/>
                <a:gd name="csX6" fmla="*/ 20204 w 4036995"/>
                <a:gd name="csY6" fmla="*/ 3574326 h 3583563"/>
                <a:gd name="csX0" fmla="*/ 12549 w 4029340"/>
                <a:gd name="csY0" fmla="*/ 3574326 h 3583563"/>
                <a:gd name="csX1" fmla="*/ 900909 w 4029340"/>
                <a:gd name="csY1" fmla="*/ 1951275 h 3583563"/>
                <a:gd name="csX2" fmla="*/ 1802906 w 4029340"/>
                <a:gd name="csY2" fmla="*/ 328288 h 3583563"/>
                <a:gd name="csX3" fmla="*/ 3920017 w 4029340"/>
                <a:gd name="csY3" fmla="*/ 36767 h 3583563"/>
                <a:gd name="csX4" fmla="*/ 3603383 w 4029340"/>
                <a:gd name="csY4" fmla="*/ 1934199 h 3583563"/>
                <a:gd name="csX5" fmla="*/ 1810511 w 4029340"/>
                <a:gd name="csY5" fmla="*/ 2715915 h 3583563"/>
                <a:gd name="csX6" fmla="*/ 12549 w 4029340"/>
                <a:gd name="csY6" fmla="*/ 3574326 h 3583563"/>
                <a:gd name="csX0" fmla="*/ 2018 w 4018809"/>
                <a:gd name="csY0" fmla="*/ 3573908 h 3583502"/>
                <a:gd name="csX1" fmla="*/ 1389840 w 4018809"/>
                <a:gd name="csY1" fmla="*/ 1934947 h 3583502"/>
                <a:gd name="csX2" fmla="*/ 1792375 w 4018809"/>
                <a:gd name="csY2" fmla="*/ 327870 h 3583502"/>
                <a:gd name="csX3" fmla="*/ 3909486 w 4018809"/>
                <a:gd name="csY3" fmla="*/ 36349 h 3583502"/>
                <a:gd name="csX4" fmla="*/ 3592852 w 4018809"/>
                <a:gd name="csY4" fmla="*/ 1933781 h 3583502"/>
                <a:gd name="csX5" fmla="*/ 1799980 w 4018809"/>
                <a:gd name="csY5" fmla="*/ 2715497 h 3583502"/>
                <a:gd name="csX6" fmla="*/ 2018 w 4018809"/>
                <a:gd name="csY6" fmla="*/ 3573908 h 3583502"/>
                <a:gd name="csX0" fmla="*/ 2018 w 4018809"/>
                <a:gd name="csY0" fmla="*/ 3573908 h 3575401"/>
                <a:gd name="csX1" fmla="*/ 1389840 w 4018809"/>
                <a:gd name="csY1" fmla="*/ 1934947 h 3575401"/>
                <a:gd name="csX2" fmla="*/ 1792375 w 4018809"/>
                <a:gd name="csY2" fmla="*/ 327870 h 3575401"/>
                <a:gd name="csX3" fmla="*/ 3909486 w 4018809"/>
                <a:gd name="csY3" fmla="*/ 36349 h 3575401"/>
                <a:gd name="csX4" fmla="*/ 3592852 w 4018809"/>
                <a:gd name="csY4" fmla="*/ 1933781 h 3575401"/>
                <a:gd name="csX5" fmla="*/ 1799983 w 4018809"/>
                <a:gd name="csY5" fmla="*/ 2277981 h 3575401"/>
                <a:gd name="csX6" fmla="*/ 2018 w 4018809"/>
                <a:gd name="csY6" fmla="*/ 3573908 h 3575401"/>
                <a:gd name="csX0" fmla="*/ 2279 w 4019070"/>
                <a:gd name="csY0" fmla="*/ 3573908 h 3576883"/>
                <a:gd name="csX1" fmla="*/ 1390101 w 4019070"/>
                <a:gd name="csY1" fmla="*/ 1934947 h 3576883"/>
                <a:gd name="csX2" fmla="*/ 1792636 w 4019070"/>
                <a:gd name="csY2" fmla="*/ 327870 h 3576883"/>
                <a:gd name="csX3" fmla="*/ 3909747 w 4019070"/>
                <a:gd name="csY3" fmla="*/ 36349 h 3576883"/>
                <a:gd name="csX4" fmla="*/ 3593113 w 4019070"/>
                <a:gd name="csY4" fmla="*/ 1933781 h 3576883"/>
                <a:gd name="csX5" fmla="*/ 1827004 w 4019070"/>
                <a:gd name="csY5" fmla="*/ 2405261 h 3576883"/>
                <a:gd name="csX6" fmla="*/ 2279 w 4019070"/>
                <a:gd name="csY6" fmla="*/ 3573908 h 3576883"/>
                <a:gd name="csX0" fmla="*/ 3304 w 4020095"/>
                <a:gd name="csY0" fmla="*/ 3573700 h 3576772"/>
                <a:gd name="csX1" fmla="*/ 1310858 w 4020095"/>
                <a:gd name="csY1" fmla="*/ 1926786 h 3576772"/>
                <a:gd name="csX2" fmla="*/ 1793661 w 4020095"/>
                <a:gd name="csY2" fmla="*/ 327662 h 3576772"/>
                <a:gd name="csX3" fmla="*/ 3910772 w 4020095"/>
                <a:gd name="csY3" fmla="*/ 36141 h 3576772"/>
                <a:gd name="csX4" fmla="*/ 3594138 w 4020095"/>
                <a:gd name="csY4" fmla="*/ 1933573 h 3576772"/>
                <a:gd name="csX5" fmla="*/ 1828029 w 4020095"/>
                <a:gd name="csY5" fmla="*/ 2405053 h 3576772"/>
                <a:gd name="csX6" fmla="*/ 3304 w 4020095"/>
                <a:gd name="csY6" fmla="*/ 3573700 h 3576772"/>
                <a:gd name="csX0" fmla="*/ 3254 w 4020045"/>
                <a:gd name="csY0" fmla="*/ 3573700 h 3576772"/>
                <a:gd name="csX1" fmla="*/ 1310808 w 4020045"/>
                <a:gd name="csY1" fmla="*/ 1926786 h 3576772"/>
                <a:gd name="csX2" fmla="*/ 1793611 w 4020045"/>
                <a:gd name="csY2" fmla="*/ 327662 h 3576772"/>
                <a:gd name="csX3" fmla="*/ 3910722 w 4020045"/>
                <a:gd name="csY3" fmla="*/ 36141 h 3576772"/>
                <a:gd name="csX4" fmla="*/ 3594088 w 4020045"/>
                <a:gd name="csY4" fmla="*/ 1933573 h 3576772"/>
                <a:gd name="csX5" fmla="*/ 1827979 w 4020045"/>
                <a:gd name="csY5" fmla="*/ 2405053 h 3576772"/>
                <a:gd name="csX6" fmla="*/ 3254 w 4020045"/>
                <a:gd name="csY6" fmla="*/ 3573700 h 35767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020045" h="3576772">
                  <a:moveTo>
                    <a:pt x="3254" y="3573700"/>
                  </a:moveTo>
                  <a:cubicBezTo>
                    <a:pt x="-82941" y="3493989"/>
                    <a:pt x="1574310" y="2340515"/>
                    <a:pt x="1310808" y="1926786"/>
                  </a:cubicBezTo>
                  <a:cubicBezTo>
                    <a:pt x="1047306" y="1513057"/>
                    <a:pt x="1360292" y="642769"/>
                    <a:pt x="1793611" y="327662"/>
                  </a:cubicBezTo>
                  <a:cubicBezTo>
                    <a:pt x="2226930" y="12555"/>
                    <a:pt x="3750548" y="-52136"/>
                    <a:pt x="3910722" y="36141"/>
                  </a:cubicBezTo>
                  <a:cubicBezTo>
                    <a:pt x="4070896" y="124418"/>
                    <a:pt x="4120351" y="1358027"/>
                    <a:pt x="3594088" y="1933573"/>
                  </a:cubicBezTo>
                  <a:cubicBezTo>
                    <a:pt x="3171099" y="2391895"/>
                    <a:pt x="2301583" y="2656718"/>
                    <a:pt x="1827979" y="2405053"/>
                  </a:cubicBezTo>
                  <a:cubicBezTo>
                    <a:pt x="1354375" y="2153388"/>
                    <a:pt x="89449" y="3653411"/>
                    <a:pt x="3254" y="3573700"/>
                  </a:cubicBezTo>
                  <a:close/>
                </a:path>
              </a:pathLst>
            </a:custGeom>
            <a:noFill/>
            <a:ln>
              <a:solidFill>
                <a:srgbClr val="0C26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6" name="Freeform 1035">
              <a:extLst>
                <a:ext uri="{FF2B5EF4-FFF2-40B4-BE49-F238E27FC236}">
                  <a16:creationId xmlns:a16="http://schemas.microsoft.com/office/drawing/2014/main" id="{C39C4067-C960-C536-888E-AFEB902F6EE6}"/>
                </a:ext>
              </a:extLst>
            </p:cNvPr>
            <p:cNvSpPr/>
            <p:nvPr userDrawn="1"/>
          </p:nvSpPr>
          <p:spPr>
            <a:xfrm rot="16200000">
              <a:off x="7555093" y="2607665"/>
              <a:ext cx="2615867" cy="2682267"/>
            </a:xfrm>
            <a:custGeom>
              <a:avLst/>
              <a:gdLst>
                <a:gd name="csX0" fmla="*/ 1893 w 3484511"/>
                <a:gd name="csY0" fmla="*/ 3509215 h 3511799"/>
                <a:gd name="csX1" fmla="*/ 1514170 w 3484511"/>
                <a:gd name="csY1" fmla="*/ 1703861 h 3511799"/>
                <a:gd name="csX2" fmla="*/ 2029985 w 3484511"/>
                <a:gd name="csY2" fmla="*/ 226753 h 3511799"/>
                <a:gd name="csX3" fmla="*/ 3378139 w 3484511"/>
                <a:gd name="csY3" fmla="*/ 144692 h 3511799"/>
                <a:gd name="csX4" fmla="*/ 3225739 w 3484511"/>
                <a:gd name="csY4" fmla="*/ 1586630 h 3511799"/>
                <a:gd name="csX5" fmla="*/ 1854139 w 3484511"/>
                <a:gd name="csY5" fmla="*/ 2090723 h 3511799"/>
                <a:gd name="csX6" fmla="*/ 1893 w 3484511"/>
                <a:gd name="csY6" fmla="*/ 3509215 h 3511799"/>
                <a:gd name="csX0" fmla="*/ 1352 w 4094215"/>
                <a:gd name="csY0" fmla="*/ 4103738 h 4105568"/>
                <a:gd name="csX1" fmla="*/ 2123874 w 4094215"/>
                <a:gd name="csY1" fmla="*/ 1703861 h 4105568"/>
                <a:gd name="csX2" fmla="*/ 2639689 w 4094215"/>
                <a:gd name="csY2" fmla="*/ 226753 h 4105568"/>
                <a:gd name="csX3" fmla="*/ 3987843 w 4094215"/>
                <a:gd name="csY3" fmla="*/ 144692 h 4105568"/>
                <a:gd name="csX4" fmla="*/ 3835443 w 4094215"/>
                <a:gd name="csY4" fmla="*/ 1586630 h 4105568"/>
                <a:gd name="csX5" fmla="*/ 2463843 w 4094215"/>
                <a:gd name="csY5" fmla="*/ 2090723 h 4105568"/>
                <a:gd name="csX6" fmla="*/ 1352 w 4094215"/>
                <a:gd name="csY6" fmla="*/ 4103738 h 4105568"/>
                <a:gd name="csX0" fmla="*/ 1978 w 4094841"/>
                <a:gd name="csY0" fmla="*/ 4101966 h 4104114"/>
                <a:gd name="csX1" fmla="*/ 2058783 w 4094841"/>
                <a:gd name="csY1" fmla="*/ 1668597 h 4104114"/>
                <a:gd name="csX2" fmla="*/ 2640315 w 4094841"/>
                <a:gd name="csY2" fmla="*/ 224981 h 4104114"/>
                <a:gd name="csX3" fmla="*/ 3988469 w 4094841"/>
                <a:gd name="csY3" fmla="*/ 142920 h 4104114"/>
                <a:gd name="csX4" fmla="*/ 3836069 w 4094841"/>
                <a:gd name="csY4" fmla="*/ 1584858 h 4104114"/>
                <a:gd name="csX5" fmla="*/ 2464469 w 4094841"/>
                <a:gd name="csY5" fmla="*/ 2088951 h 4104114"/>
                <a:gd name="csX6" fmla="*/ 1978 w 4094841"/>
                <a:gd name="csY6" fmla="*/ 4101966 h 4104114"/>
                <a:gd name="csX0" fmla="*/ 1943 w 4132359"/>
                <a:gd name="csY0" fmla="*/ 3750277 h 3752868"/>
                <a:gd name="csX1" fmla="*/ 2096301 w 4132359"/>
                <a:gd name="csY1" fmla="*/ 1668597 h 3752868"/>
                <a:gd name="csX2" fmla="*/ 2677833 w 4132359"/>
                <a:gd name="csY2" fmla="*/ 224981 h 3752868"/>
                <a:gd name="csX3" fmla="*/ 4025987 w 4132359"/>
                <a:gd name="csY3" fmla="*/ 142920 h 3752868"/>
                <a:gd name="csX4" fmla="*/ 3873587 w 4132359"/>
                <a:gd name="csY4" fmla="*/ 1584858 h 3752868"/>
                <a:gd name="csX5" fmla="*/ 2501987 w 4132359"/>
                <a:gd name="csY5" fmla="*/ 2088951 h 3752868"/>
                <a:gd name="csX6" fmla="*/ 1943 w 4132359"/>
                <a:gd name="csY6" fmla="*/ 3750277 h 3752868"/>
                <a:gd name="csX0" fmla="*/ 7123 w 4137539"/>
                <a:gd name="csY0" fmla="*/ 3776554 h 3776601"/>
                <a:gd name="csX1" fmla="*/ 1782278 w 4137539"/>
                <a:gd name="csY1" fmla="*/ 2163796 h 3776601"/>
                <a:gd name="csX2" fmla="*/ 2683013 w 4137539"/>
                <a:gd name="csY2" fmla="*/ 251258 h 3776601"/>
                <a:gd name="csX3" fmla="*/ 4031167 w 4137539"/>
                <a:gd name="csY3" fmla="*/ 169197 h 3776601"/>
                <a:gd name="csX4" fmla="*/ 3878767 w 4137539"/>
                <a:gd name="csY4" fmla="*/ 1611135 h 3776601"/>
                <a:gd name="csX5" fmla="*/ 2507167 w 4137539"/>
                <a:gd name="csY5" fmla="*/ 2115228 h 3776601"/>
                <a:gd name="csX6" fmla="*/ 7123 w 4137539"/>
                <a:gd name="csY6" fmla="*/ 3776554 h 3776601"/>
                <a:gd name="csX0" fmla="*/ 25 w 4130441"/>
                <a:gd name="csY0" fmla="*/ 3776554 h 3776586"/>
                <a:gd name="csX1" fmla="*/ 1775180 w 4130441"/>
                <a:gd name="csY1" fmla="*/ 2163796 h 3776586"/>
                <a:gd name="csX2" fmla="*/ 2675915 w 4130441"/>
                <a:gd name="csY2" fmla="*/ 251258 h 3776586"/>
                <a:gd name="csX3" fmla="*/ 4024069 w 4130441"/>
                <a:gd name="csY3" fmla="*/ 169197 h 3776586"/>
                <a:gd name="csX4" fmla="*/ 3871669 w 4130441"/>
                <a:gd name="csY4" fmla="*/ 1611135 h 3776586"/>
                <a:gd name="csX5" fmla="*/ 1814719 w 4130441"/>
                <a:gd name="csY5" fmla="*/ 2207339 h 3776586"/>
                <a:gd name="csX6" fmla="*/ 25 w 4130441"/>
                <a:gd name="csY6" fmla="*/ 3776554 h 3776586"/>
                <a:gd name="csX0" fmla="*/ 25 w 4130441"/>
                <a:gd name="csY0" fmla="*/ 3776554 h 3776589"/>
                <a:gd name="csX1" fmla="*/ 1775180 w 4130441"/>
                <a:gd name="csY1" fmla="*/ 2163796 h 3776589"/>
                <a:gd name="csX2" fmla="*/ 2675915 w 4130441"/>
                <a:gd name="csY2" fmla="*/ 251258 h 3776589"/>
                <a:gd name="csX3" fmla="*/ 4024069 w 4130441"/>
                <a:gd name="csY3" fmla="*/ 169197 h 3776589"/>
                <a:gd name="csX4" fmla="*/ 3871669 w 4130441"/>
                <a:gd name="csY4" fmla="*/ 1611135 h 3776589"/>
                <a:gd name="csX5" fmla="*/ 1814719 w 4130441"/>
                <a:gd name="csY5" fmla="*/ 2207339 h 3776589"/>
                <a:gd name="csX6" fmla="*/ 25 w 4130441"/>
                <a:gd name="csY6" fmla="*/ 3776554 h 3776589"/>
                <a:gd name="csX0" fmla="*/ 25 w 3957457"/>
                <a:gd name="csY0" fmla="*/ 3611866 h 3611901"/>
                <a:gd name="csX1" fmla="*/ 1775180 w 3957457"/>
                <a:gd name="csY1" fmla="*/ 1999108 h 3611901"/>
                <a:gd name="csX2" fmla="*/ 2675915 w 3957457"/>
                <a:gd name="csY2" fmla="*/ 86570 h 3611901"/>
                <a:gd name="csX3" fmla="*/ 3554650 w 3957457"/>
                <a:gd name="csY3" fmla="*/ 439934 h 3611901"/>
                <a:gd name="csX4" fmla="*/ 3871669 w 3957457"/>
                <a:gd name="csY4" fmla="*/ 1446447 h 3611901"/>
                <a:gd name="csX5" fmla="*/ 1814719 w 3957457"/>
                <a:gd name="csY5" fmla="*/ 2042651 h 3611901"/>
                <a:gd name="csX6" fmla="*/ 25 w 3957457"/>
                <a:gd name="csY6" fmla="*/ 3611866 h 3611901"/>
                <a:gd name="csX0" fmla="*/ 25 w 3957253"/>
                <a:gd name="csY0" fmla="*/ 3368639 h 3368674"/>
                <a:gd name="csX1" fmla="*/ 1775180 w 3957253"/>
                <a:gd name="csY1" fmla="*/ 1755881 h 3368674"/>
                <a:gd name="csX2" fmla="*/ 2685304 w 3957253"/>
                <a:gd name="csY2" fmla="*/ 144791 h 3368674"/>
                <a:gd name="csX3" fmla="*/ 3554650 w 3957253"/>
                <a:gd name="csY3" fmla="*/ 196707 h 3368674"/>
                <a:gd name="csX4" fmla="*/ 3871669 w 3957253"/>
                <a:gd name="csY4" fmla="*/ 1203220 h 3368674"/>
                <a:gd name="csX5" fmla="*/ 1814719 w 3957253"/>
                <a:gd name="csY5" fmla="*/ 1799424 h 3368674"/>
                <a:gd name="csX6" fmla="*/ 25 w 3957253"/>
                <a:gd name="csY6" fmla="*/ 3368639 h 3368674"/>
                <a:gd name="csX0" fmla="*/ 25 w 3705517"/>
                <a:gd name="csY0" fmla="*/ 3358570 h 3358603"/>
                <a:gd name="csX1" fmla="*/ 1775180 w 3705517"/>
                <a:gd name="csY1" fmla="*/ 1745812 h 3358603"/>
                <a:gd name="csX2" fmla="*/ 2685304 w 3705517"/>
                <a:gd name="csY2" fmla="*/ 134722 h 3358603"/>
                <a:gd name="csX3" fmla="*/ 3554650 w 3705517"/>
                <a:gd name="csY3" fmla="*/ 186638 h 3358603"/>
                <a:gd name="csX4" fmla="*/ 3552464 w 3705517"/>
                <a:gd name="csY4" fmla="*/ 975438 h 3358603"/>
                <a:gd name="csX5" fmla="*/ 1814719 w 3705517"/>
                <a:gd name="csY5" fmla="*/ 1789355 h 3358603"/>
                <a:gd name="csX6" fmla="*/ 25 w 3705517"/>
                <a:gd name="csY6" fmla="*/ 3358570 h 3358603"/>
                <a:gd name="csX0" fmla="*/ 2290 w 3707782"/>
                <a:gd name="csY0" fmla="*/ 3305196 h 3314287"/>
                <a:gd name="csX1" fmla="*/ 2199921 w 3707782"/>
                <a:gd name="csY1" fmla="*/ 955568 h 3314287"/>
                <a:gd name="csX2" fmla="*/ 2687569 w 3707782"/>
                <a:gd name="csY2" fmla="*/ 81348 h 3314287"/>
                <a:gd name="csX3" fmla="*/ 3556915 w 3707782"/>
                <a:gd name="csY3" fmla="*/ 133264 h 3314287"/>
                <a:gd name="csX4" fmla="*/ 3554729 w 3707782"/>
                <a:gd name="csY4" fmla="*/ 922064 h 3314287"/>
                <a:gd name="csX5" fmla="*/ 1816984 w 3707782"/>
                <a:gd name="csY5" fmla="*/ 1735981 h 3314287"/>
                <a:gd name="csX6" fmla="*/ 2290 w 3707782"/>
                <a:gd name="csY6" fmla="*/ 3305196 h 3314287"/>
                <a:gd name="csX0" fmla="*/ 377 w 3705869"/>
                <a:gd name="csY0" fmla="*/ 3305196 h 3313168"/>
                <a:gd name="csX1" fmla="*/ 2198008 w 3705869"/>
                <a:gd name="csY1" fmla="*/ 955568 h 3313168"/>
                <a:gd name="csX2" fmla="*/ 2685656 w 3705869"/>
                <a:gd name="csY2" fmla="*/ 81348 h 3313168"/>
                <a:gd name="csX3" fmla="*/ 3555002 w 3705869"/>
                <a:gd name="csY3" fmla="*/ 133264 h 3313168"/>
                <a:gd name="csX4" fmla="*/ 3552816 w 3705869"/>
                <a:gd name="csY4" fmla="*/ 922064 h 3313168"/>
                <a:gd name="csX5" fmla="*/ 2378375 w 3705869"/>
                <a:gd name="csY5" fmla="*/ 1694113 h 3313168"/>
                <a:gd name="csX6" fmla="*/ 377 w 3705869"/>
                <a:gd name="csY6" fmla="*/ 3305196 h 3313168"/>
                <a:gd name="csX0" fmla="*/ 377 w 3705869"/>
                <a:gd name="csY0" fmla="*/ 3305196 h 3311216"/>
                <a:gd name="csX1" fmla="*/ 2198008 w 3705869"/>
                <a:gd name="csY1" fmla="*/ 955568 h 3311216"/>
                <a:gd name="csX2" fmla="*/ 2685656 w 3705869"/>
                <a:gd name="csY2" fmla="*/ 81348 h 3311216"/>
                <a:gd name="csX3" fmla="*/ 3555002 w 3705869"/>
                <a:gd name="csY3" fmla="*/ 133264 h 3311216"/>
                <a:gd name="csX4" fmla="*/ 3552816 w 3705869"/>
                <a:gd name="csY4" fmla="*/ 922064 h 3311216"/>
                <a:gd name="csX5" fmla="*/ 2378375 w 3705869"/>
                <a:gd name="csY5" fmla="*/ 1694113 h 3311216"/>
                <a:gd name="csX6" fmla="*/ 377 w 3705869"/>
                <a:gd name="csY6" fmla="*/ 3305196 h 3311216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31250"/>
                <a:gd name="csY0" fmla="*/ 3306034 h 3313991"/>
                <a:gd name="csX1" fmla="*/ 2198008 w 4431250"/>
                <a:gd name="csY1" fmla="*/ 956406 h 3313991"/>
                <a:gd name="csX2" fmla="*/ 2685656 w 4431250"/>
                <a:gd name="csY2" fmla="*/ 82186 h 3313991"/>
                <a:gd name="csX3" fmla="*/ 3555002 w 4431250"/>
                <a:gd name="csY3" fmla="*/ 134102 h 3313991"/>
                <a:gd name="csX4" fmla="*/ 4425936 w 4431250"/>
                <a:gd name="csY4" fmla="*/ 939649 h 3313991"/>
                <a:gd name="csX5" fmla="*/ 2378375 w 4431250"/>
                <a:gd name="csY5" fmla="*/ 1694951 h 3313991"/>
                <a:gd name="csX6" fmla="*/ 377 w 4431250"/>
                <a:gd name="csY6" fmla="*/ 3306034 h 3313991"/>
                <a:gd name="csX0" fmla="*/ 377 w 4425936"/>
                <a:gd name="csY0" fmla="*/ 3306034 h 3313991"/>
                <a:gd name="csX1" fmla="*/ 2198008 w 4425936"/>
                <a:gd name="csY1" fmla="*/ 956406 h 3313991"/>
                <a:gd name="csX2" fmla="*/ 2685656 w 4425936"/>
                <a:gd name="csY2" fmla="*/ 82186 h 3313991"/>
                <a:gd name="csX3" fmla="*/ 3555002 w 4425936"/>
                <a:gd name="csY3" fmla="*/ 134102 h 3313991"/>
                <a:gd name="csX4" fmla="*/ 4425936 w 4425936"/>
                <a:gd name="csY4" fmla="*/ 939649 h 3313991"/>
                <a:gd name="csX5" fmla="*/ 2378375 w 4425936"/>
                <a:gd name="csY5" fmla="*/ 1694951 h 3313991"/>
                <a:gd name="csX6" fmla="*/ 377 w 4425936"/>
                <a:gd name="csY6" fmla="*/ 3306034 h 3313991"/>
                <a:gd name="csX0" fmla="*/ 377 w 4472878"/>
                <a:gd name="csY0" fmla="*/ 3303952 h 3311947"/>
                <a:gd name="csX1" fmla="*/ 2198008 w 4472878"/>
                <a:gd name="csY1" fmla="*/ 954324 h 3311947"/>
                <a:gd name="csX2" fmla="*/ 2685656 w 4472878"/>
                <a:gd name="csY2" fmla="*/ 80104 h 3311947"/>
                <a:gd name="csX3" fmla="*/ 3555002 w 4472878"/>
                <a:gd name="csY3" fmla="*/ 132020 h 3311947"/>
                <a:gd name="csX4" fmla="*/ 4472878 w 4472878"/>
                <a:gd name="csY4" fmla="*/ 895700 h 3311947"/>
                <a:gd name="csX5" fmla="*/ 2378375 w 4472878"/>
                <a:gd name="csY5" fmla="*/ 1692869 h 3311947"/>
                <a:gd name="csX6" fmla="*/ 377 w 4472878"/>
                <a:gd name="csY6" fmla="*/ 3303952 h 3311947"/>
                <a:gd name="csX0" fmla="*/ 377 w 4472878"/>
                <a:gd name="csY0" fmla="*/ 3489034 h 3497029"/>
                <a:gd name="csX1" fmla="*/ 2198008 w 4472878"/>
                <a:gd name="csY1" fmla="*/ 1139406 h 3497029"/>
                <a:gd name="csX2" fmla="*/ 2685656 w 4472878"/>
                <a:gd name="csY2" fmla="*/ 265186 h 3497029"/>
                <a:gd name="csX3" fmla="*/ 3742770 w 4472878"/>
                <a:gd name="csY3" fmla="*/ 49148 h 3497029"/>
                <a:gd name="csX4" fmla="*/ 4472878 w 4472878"/>
                <a:gd name="csY4" fmla="*/ 1080782 h 3497029"/>
                <a:gd name="csX5" fmla="*/ 2378375 w 4472878"/>
                <a:gd name="csY5" fmla="*/ 1877951 h 3497029"/>
                <a:gd name="csX6" fmla="*/ 377 w 4472878"/>
                <a:gd name="csY6" fmla="*/ 3489034 h 3497029"/>
                <a:gd name="csX0" fmla="*/ 377 w 4482266"/>
                <a:gd name="csY0" fmla="*/ 3489034 h 3497029"/>
                <a:gd name="csX1" fmla="*/ 2198008 w 4482266"/>
                <a:gd name="csY1" fmla="*/ 1139406 h 3497029"/>
                <a:gd name="csX2" fmla="*/ 2685656 w 4482266"/>
                <a:gd name="csY2" fmla="*/ 265186 h 3497029"/>
                <a:gd name="csX3" fmla="*/ 3742770 w 4482266"/>
                <a:gd name="csY3" fmla="*/ 49148 h 3497029"/>
                <a:gd name="csX4" fmla="*/ 4482266 w 4482266"/>
                <a:gd name="csY4" fmla="*/ 1080782 h 3497029"/>
                <a:gd name="csX5" fmla="*/ 2378375 w 4482266"/>
                <a:gd name="csY5" fmla="*/ 1877951 h 3497029"/>
                <a:gd name="csX6" fmla="*/ 377 w 4482266"/>
                <a:gd name="csY6" fmla="*/ 3489034 h 3497029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10188 w 4492077"/>
                <a:gd name="csY0" fmla="*/ 3488052 h 3497366"/>
                <a:gd name="csX1" fmla="*/ 1804118 w 4492077"/>
                <a:gd name="csY1" fmla="*/ 1096559 h 3497366"/>
                <a:gd name="csX2" fmla="*/ 2695467 w 4492077"/>
                <a:gd name="csY2" fmla="*/ 264204 h 3497366"/>
                <a:gd name="csX3" fmla="*/ 3752581 w 4492077"/>
                <a:gd name="csY3" fmla="*/ 48166 h 3497366"/>
                <a:gd name="csX4" fmla="*/ 4492077 w 4492077"/>
                <a:gd name="csY4" fmla="*/ 1079800 h 3497366"/>
                <a:gd name="csX5" fmla="*/ 2688616 w 4492077"/>
                <a:gd name="csY5" fmla="*/ 1893718 h 3497366"/>
                <a:gd name="csX6" fmla="*/ 10188 w 4492077"/>
                <a:gd name="csY6" fmla="*/ 3488052 h 3497366"/>
                <a:gd name="csX0" fmla="*/ 10188 w 4492077"/>
                <a:gd name="csY0" fmla="*/ 3488052 h 3500595"/>
                <a:gd name="csX1" fmla="*/ 1804118 w 4492077"/>
                <a:gd name="csY1" fmla="*/ 1096559 h 3500595"/>
                <a:gd name="csX2" fmla="*/ 2695467 w 4492077"/>
                <a:gd name="csY2" fmla="*/ 264204 h 3500595"/>
                <a:gd name="csX3" fmla="*/ 3752581 w 4492077"/>
                <a:gd name="csY3" fmla="*/ 48166 h 3500595"/>
                <a:gd name="csX4" fmla="*/ 4492077 w 4492077"/>
                <a:gd name="csY4" fmla="*/ 1079800 h 3500595"/>
                <a:gd name="csX5" fmla="*/ 2688616 w 4492077"/>
                <a:gd name="csY5" fmla="*/ 1893718 h 3500595"/>
                <a:gd name="csX6" fmla="*/ 10188 w 4492077"/>
                <a:gd name="csY6" fmla="*/ 3488052 h 3500595"/>
                <a:gd name="csX0" fmla="*/ 10188 w 4492077"/>
                <a:gd name="csY0" fmla="*/ 3488052 h 3500888"/>
                <a:gd name="csX1" fmla="*/ 1804118 w 4492077"/>
                <a:gd name="csY1" fmla="*/ 1096559 h 3500888"/>
                <a:gd name="csX2" fmla="*/ 2695467 w 4492077"/>
                <a:gd name="csY2" fmla="*/ 264204 h 3500888"/>
                <a:gd name="csX3" fmla="*/ 3752581 w 4492077"/>
                <a:gd name="csY3" fmla="*/ 48166 h 3500888"/>
                <a:gd name="csX4" fmla="*/ 4492077 w 4492077"/>
                <a:gd name="csY4" fmla="*/ 1079800 h 3500888"/>
                <a:gd name="csX5" fmla="*/ 2688616 w 4492077"/>
                <a:gd name="csY5" fmla="*/ 1893718 h 3500888"/>
                <a:gd name="csX6" fmla="*/ 10188 w 4492077"/>
                <a:gd name="csY6" fmla="*/ 3488052 h 3500888"/>
                <a:gd name="csX0" fmla="*/ 27731 w 3289130"/>
                <a:gd name="csY0" fmla="*/ 2449732 h 2473361"/>
                <a:gd name="csX1" fmla="*/ 601171 w 3289130"/>
                <a:gd name="csY1" fmla="*/ 1096559 h 2473361"/>
                <a:gd name="csX2" fmla="*/ 1492520 w 3289130"/>
                <a:gd name="csY2" fmla="*/ 264204 h 2473361"/>
                <a:gd name="csX3" fmla="*/ 2549634 w 3289130"/>
                <a:gd name="csY3" fmla="*/ 48166 h 2473361"/>
                <a:gd name="csX4" fmla="*/ 3289130 w 3289130"/>
                <a:gd name="csY4" fmla="*/ 1079800 h 2473361"/>
                <a:gd name="csX5" fmla="*/ 1485669 w 3289130"/>
                <a:gd name="csY5" fmla="*/ 1893718 h 2473361"/>
                <a:gd name="csX6" fmla="*/ 27731 w 3289130"/>
                <a:gd name="csY6" fmla="*/ 2449732 h 2473361"/>
                <a:gd name="csX0" fmla="*/ 367 w 3261766"/>
                <a:gd name="csY0" fmla="*/ 2449732 h 2449966"/>
                <a:gd name="csX1" fmla="*/ 573807 w 3261766"/>
                <a:gd name="csY1" fmla="*/ 1096559 h 2449966"/>
                <a:gd name="csX2" fmla="*/ 1465156 w 3261766"/>
                <a:gd name="csY2" fmla="*/ 264204 h 2449966"/>
                <a:gd name="csX3" fmla="*/ 2522270 w 3261766"/>
                <a:gd name="csY3" fmla="*/ 48166 h 2449966"/>
                <a:gd name="csX4" fmla="*/ 3261766 w 3261766"/>
                <a:gd name="csY4" fmla="*/ 1079800 h 2449966"/>
                <a:gd name="csX5" fmla="*/ 1458305 w 3261766"/>
                <a:gd name="csY5" fmla="*/ 1893718 h 2449966"/>
                <a:gd name="csX6" fmla="*/ 367 w 3261766"/>
                <a:gd name="csY6" fmla="*/ 2449732 h 2449966"/>
                <a:gd name="csX0" fmla="*/ 62959 w 3324358"/>
                <a:gd name="csY0" fmla="*/ 2449732 h 2487147"/>
                <a:gd name="csX1" fmla="*/ 636399 w 3324358"/>
                <a:gd name="csY1" fmla="*/ 1096559 h 2487147"/>
                <a:gd name="csX2" fmla="*/ 1527748 w 3324358"/>
                <a:gd name="csY2" fmla="*/ 264204 h 2487147"/>
                <a:gd name="csX3" fmla="*/ 2584862 w 3324358"/>
                <a:gd name="csY3" fmla="*/ 48166 h 2487147"/>
                <a:gd name="csX4" fmla="*/ 3324358 w 3324358"/>
                <a:gd name="csY4" fmla="*/ 1079800 h 2487147"/>
                <a:gd name="csX5" fmla="*/ 1520897 w 3324358"/>
                <a:gd name="csY5" fmla="*/ 1893718 h 2487147"/>
                <a:gd name="csX6" fmla="*/ 62959 w 3324358"/>
                <a:gd name="csY6" fmla="*/ 2449732 h 2487147"/>
                <a:gd name="csX0" fmla="*/ 38478 w 4482813"/>
                <a:gd name="csY0" fmla="*/ 3496425 h 3519813"/>
                <a:gd name="csX1" fmla="*/ 1794854 w 4482813"/>
                <a:gd name="csY1" fmla="*/ 1096559 h 3519813"/>
                <a:gd name="csX2" fmla="*/ 2686203 w 4482813"/>
                <a:gd name="csY2" fmla="*/ 264204 h 3519813"/>
                <a:gd name="csX3" fmla="*/ 3743317 w 4482813"/>
                <a:gd name="csY3" fmla="*/ 48166 h 3519813"/>
                <a:gd name="csX4" fmla="*/ 4482813 w 4482813"/>
                <a:gd name="csY4" fmla="*/ 1079800 h 3519813"/>
                <a:gd name="csX5" fmla="*/ 2679352 w 4482813"/>
                <a:gd name="csY5" fmla="*/ 1893718 h 3519813"/>
                <a:gd name="csX6" fmla="*/ 38478 w 4482813"/>
                <a:gd name="csY6" fmla="*/ 3496425 h 3519813"/>
                <a:gd name="csX0" fmla="*/ 9071 w 4453406"/>
                <a:gd name="csY0" fmla="*/ 3496425 h 3510301"/>
                <a:gd name="csX1" fmla="*/ 1765447 w 4453406"/>
                <a:gd name="csY1" fmla="*/ 1096559 h 3510301"/>
                <a:gd name="csX2" fmla="*/ 2656796 w 4453406"/>
                <a:gd name="csY2" fmla="*/ 264204 h 3510301"/>
                <a:gd name="csX3" fmla="*/ 3713910 w 4453406"/>
                <a:gd name="csY3" fmla="*/ 48166 h 3510301"/>
                <a:gd name="csX4" fmla="*/ 4453406 w 4453406"/>
                <a:gd name="csY4" fmla="*/ 1079800 h 3510301"/>
                <a:gd name="csX5" fmla="*/ 2649945 w 4453406"/>
                <a:gd name="csY5" fmla="*/ 1893718 h 3510301"/>
                <a:gd name="csX6" fmla="*/ 9071 w 4453406"/>
                <a:gd name="csY6" fmla="*/ 3496425 h 3510301"/>
                <a:gd name="csX0" fmla="*/ 9071 w 4453406"/>
                <a:gd name="csY0" fmla="*/ 3496425 h 3512169"/>
                <a:gd name="csX1" fmla="*/ 1765447 w 4453406"/>
                <a:gd name="csY1" fmla="*/ 1096559 h 3512169"/>
                <a:gd name="csX2" fmla="*/ 2656796 w 4453406"/>
                <a:gd name="csY2" fmla="*/ 264204 h 3512169"/>
                <a:gd name="csX3" fmla="*/ 3713910 w 4453406"/>
                <a:gd name="csY3" fmla="*/ 48166 h 3512169"/>
                <a:gd name="csX4" fmla="*/ 4453406 w 4453406"/>
                <a:gd name="csY4" fmla="*/ 1079800 h 3512169"/>
                <a:gd name="csX5" fmla="*/ 2649945 w 4453406"/>
                <a:gd name="csY5" fmla="*/ 1893718 h 3512169"/>
                <a:gd name="csX6" fmla="*/ 9071 w 4453406"/>
                <a:gd name="csY6" fmla="*/ 3496425 h 3512169"/>
                <a:gd name="csX0" fmla="*/ 9640 w 4453975"/>
                <a:gd name="csY0" fmla="*/ 3496425 h 3512169"/>
                <a:gd name="csX1" fmla="*/ 1766016 w 4453975"/>
                <a:gd name="csY1" fmla="*/ 1096559 h 3512169"/>
                <a:gd name="csX2" fmla="*/ 2657365 w 4453975"/>
                <a:gd name="csY2" fmla="*/ 264204 h 3512169"/>
                <a:gd name="csX3" fmla="*/ 3714479 w 4453975"/>
                <a:gd name="csY3" fmla="*/ 48166 h 3512169"/>
                <a:gd name="csX4" fmla="*/ 4453975 w 4453975"/>
                <a:gd name="csY4" fmla="*/ 1079800 h 3512169"/>
                <a:gd name="csX5" fmla="*/ 2650514 w 4453975"/>
                <a:gd name="csY5" fmla="*/ 1893718 h 3512169"/>
                <a:gd name="csX6" fmla="*/ 9640 w 4453975"/>
                <a:gd name="csY6" fmla="*/ 3496425 h 3512169"/>
                <a:gd name="csX0" fmla="*/ 9640 w 4453975"/>
                <a:gd name="csY0" fmla="*/ 3993467 h 4008123"/>
                <a:gd name="csX1" fmla="*/ 1766016 w 4453975"/>
                <a:gd name="csY1" fmla="*/ 1593601 h 4008123"/>
                <a:gd name="csX2" fmla="*/ 2601034 w 4453975"/>
                <a:gd name="csY2" fmla="*/ 41122 h 4008123"/>
                <a:gd name="csX3" fmla="*/ 3714479 w 4453975"/>
                <a:gd name="csY3" fmla="*/ 545208 h 4008123"/>
                <a:gd name="csX4" fmla="*/ 4453975 w 4453975"/>
                <a:gd name="csY4" fmla="*/ 1576842 h 4008123"/>
                <a:gd name="csX5" fmla="*/ 2650514 w 4453975"/>
                <a:gd name="csY5" fmla="*/ 2390760 h 4008123"/>
                <a:gd name="csX6" fmla="*/ 9640 w 4453975"/>
                <a:gd name="csY6" fmla="*/ 3993467 h 4008123"/>
                <a:gd name="csX0" fmla="*/ 9640 w 4453975"/>
                <a:gd name="csY0" fmla="*/ 3952894 h 3967550"/>
                <a:gd name="csX1" fmla="*/ 1766016 w 4453975"/>
                <a:gd name="csY1" fmla="*/ 1553028 h 3967550"/>
                <a:gd name="csX2" fmla="*/ 2601034 w 4453975"/>
                <a:gd name="csY2" fmla="*/ 549 h 3967550"/>
                <a:gd name="csX3" fmla="*/ 3714479 w 4453975"/>
                <a:gd name="csY3" fmla="*/ 504635 h 3967550"/>
                <a:gd name="csX4" fmla="*/ 4453975 w 4453975"/>
                <a:gd name="csY4" fmla="*/ 1536269 h 3967550"/>
                <a:gd name="csX5" fmla="*/ 2650514 w 4453975"/>
                <a:gd name="csY5" fmla="*/ 2350187 h 3967550"/>
                <a:gd name="csX6" fmla="*/ 9640 w 4453975"/>
                <a:gd name="csY6" fmla="*/ 3952894 h 3967550"/>
                <a:gd name="csX0" fmla="*/ 9640 w 4453975"/>
                <a:gd name="csY0" fmla="*/ 3952971 h 3968477"/>
                <a:gd name="csX1" fmla="*/ 1766016 w 4453975"/>
                <a:gd name="csY1" fmla="*/ 1553105 h 3968477"/>
                <a:gd name="csX2" fmla="*/ 2601034 w 4453975"/>
                <a:gd name="csY2" fmla="*/ 626 h 3968477"/>
                <a:gd name="csX3" fmla="*/ 3714479 w 4453975"/>
                <a:gd name="csY3" fmla="*/ 504712 h 3968477"/>
                <a:gd name="csX4" fmla="*/ 4453975 w 4453975"/>
                <a:gd name="csY4" fmla="*/ 1536346 h 3968477"/>
                <a:gd name="csX5" fmla="*/ 2650514 w 4453975"/>
                <a:gd name="csY5" fmla="*/ 2350264 h 3968477"/>
                <a:gd name="csX6" fmla="*/ 9640 w 4453975"/>
                <a:gd name="csY6" fmla="*/ 3952971 h 3968477"/>
                <a:gd name="csX0" fmla="*/ 9640 w 4517542"/>
                <a:gd name="csY0" fmla="*/ 4153948 h 4169453"/>
                <a:gd name="csX1" fmla="*/ 1766016 w 4517542"/>
                <a:gd name="csY1" fmla="*/ 1754082 h 4169453"/>
                <a:gd name="csX2" fmla="*/ 2601034 w 4517542"/>
                <a:gd name="csY2" fmla="*/ 201603 h 4169453"/>
                <a:gd name="csX3" fmla="*/ 4390442 w 4517542"/>
                <a:gd name="csY3" fmla="*/ 186529 h 4169453"/>
                <a:gd name="csX4" fmla="*/ 4453975 w 4517542"/>
                <a:gd name="csY4" fmla="*/ 1737323 h 4169453"/>
                <a:gd name="csX5" fmla="*/ 2650514 w 4517542"/>
                <a:gd name="csY5" fmla="*/ 2551241 h 4169453"/>
                <a:gd name="csX6" fmla="*/ 9640 w 4517542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719798"/>
                <a:gd name="csY0" fmla="*/ 4153948 h 4169453"/>
                <a:gd name="csX1" fmla="*/ 1766016 w 4719798"/>
                <a:gd name="csY1" fmla="*/ 1754082 h 4169453"/>
                <a:gd name="csX2" fmla="*/ 2601034 w 4719798"/>
                <a:gd name="csY2" fmla="*/ 201603 h 4169453"/>
                <a:gd name="csX3" fmla="*/ 4390442 w 4719798"/>
                <a:gd name="csY3" fmla="*/ 186529 h 4169453"/>
                <a:gd name="csX4" fmla="*/ 4453975 w 4719798"/>
                <a:gd name="csY4" fmla="*/ 1737323 h 4169453"/>
                <a:gd name="csX5" fmla="*/ 2650514 w 4719798"/>
                <a:gd name="csY5" fmla="*/ 2551241 h 4169453"/>
                <a:gd name="csX6" fmla="*/ 9640 w 4719798"/>
                <a:gd name="csY6" fmla="*/ 4153948 h 4169453"/>
                <a:gd name="csX0" fmla="*/ 9640 w 4684091"/>
                <a:gd name="csY0" fmla="*/ 4153948 h 4169453"/>
                <a:gd name="csX1" fmla="*/ 1766016 w 4684091"/>
                <a:gd name="csY1" fmla="*/ 1754082 h 4169453"/>
                <a:gd name="csX2" fmla="*/ 2601034 w 4684091"/>
                <a:gd name="csY2" fmla="*/ 201603 h 4169453"/>
                <a:gd name="csX3" fmla="*/ 4390442 w 4684091"/>
                <a:gd name="csY3" fmla="*/ 186529 h 4169453"/>
                <a:gd name="csX4" fmla="*/ 4453975 w 4684091"/>
                <a:gd name="csY4" fmla="*/ 1737323 h 4169453"/>
                <a:gd name="csX5" fmla="*/ 2650514 w 4684091"/>
                <a:gd name="csY5" fmla="*/ 2551241 h 4169453"/>
                <a:gd name="csX6" fmla="*/ 9640 w 4684091"/>
                <a:gd name="csY6" fmla="*/ 4153948 h 4169453"/>
                <a:gd name="csX0" fmla="*/ 9640 w 4747938"/>
                <a:gd name="csY0" fmla="*/ 4153948 h 4169453"/>
                <a:gd name="csX1" fmla="*/ 1766016 w 4747938"/>
                <a:gd name="csY1" fmla="*/ 1754082 h 4169453"/>
                <a:gd name="csX2" fmla="*/ 2601034 w 4747938"/>
                <a:gd name="csY2" fmla="*/ 201603 h 4169453"/>
                <a:gd name="csX3" fmla="*/ 4390442 w 4747938"/>
                <a:gd name="csY3" fmla="*/ 186529 h 4169453"/>
                <a:gd name="csX4" fmla="*/ 4453975 w 4747938"/>
                <a:gd name="csY4" fmla="*/ 1737323 h 4169453"/>
                <a:gd name="csX5" fmla="*/ 2650514 w 4747938"/>
                <a:gd name="csY5" fmla="*/ 2551241 h 4169453"/>
                <a:gd name="csX6" fmla="*/ 9640 w 4747938"/>
                <a:gd name="csY6" fmla="*/ 4153948 h 4169453"/>
                <a:gd name="csX0" fmla="*/ 9640 w 4747938"/>
                <a:gd name="csY0" fmla="*/ 4205765 h 4221270"/>
                <a:gd name="csX1" fmla="*/ 1766016 w 4747938"/>
                <a:gd name="csY1" fmla="*/ 1805899 h 4221270"/>
                <a:gd name="csX2" fmla="*/ 2601034 w 4747938"/>
                <a:gd name="csY2" fmla="*/ 253420 h 4221270"/>
                <a:gd name="csX3" fmla="*/ 4390442 w 4747938"/>
                <a:gd name="csY3" fmla="*/ 238346 h 4221270"/>
                <a:gd name="csX4" fmla="*/ 4453975 w 4747938"/>
                <a:gd name="csY4" fmla="*/ 1789140 h 4221270"/>
                <a:gd name="csX5" fmla="*/ 2650514 w 4747938"/>
                <a:gd name="csY5" fmla="*/ 2603058 h 4221270"/>
                <a:gd name="csX6" fmla="*/ 9640 w 4747938"/>
                <a:gd name="csY6" fmla="*/ 4205765 h 4221270"/>
                <a:gd name="csX0" fmla="*/ 9640 w 4769359"/>
                <a:gd name="csY0" fmla="*/ 4189897 h 4205402"/>
                <a:gd name="csX1" fmla="*/ 1766016 w 4769359"/>
                <a:gd name="csY1" fmla="*/ 1790031 h 4205402"/>
                <a:gd name="csX2" fmla="*/ 2601034 w 4769359"/>
                <a:gd name="csY2" fmla="*/ 237552 h 4205402"/>
                <a:gd name="csX3" fmla="*/ 4446772 w 4769359"/>
                <a:gd name="csY3" fmla="*/ 163863 h 4205402"/>
                <a:gd name="csX4" fmla="*/ 4453975 w 4769359"/>
                <a:gd name="csY4" fmla="*/ 1773272 h 4205402"/>
                <a:gd name="csX5" fmla="*/ 2650514 w 4769359"/>
                <a:gd name="csY5" fmla="*/ 2587190 h 4205402"/>
                <a:gd name="csX6" fmla="*/ 9640 w 4769359"/>
                <a:gd name="csY6" fmla="*/ 4189897 h 4205402"/>
                <a:gd name="csX0" fmla="*/ 9640 w 4747938"/>
                <a:gd name="csY0" fmla="*/ 4212142 h 4227647"/>
                <a:gd name="csX1" fmla="*/ 1766016 w 4747938"/>
                <a:gd name="csY1" fmla="*/ 1812276 h 4227647"/>
                <a:gd name="csX2" fmla="*/ 2601034 w 4747938"/>
                <a:gd name="csY2" fmla="*/ 259797 h 4227647"/>
                <a:gd name="csX3" fmla="*/ 4390441 w 4747938"/>
                <a:gd name="csY3" fmla="*/ 152614 h 4227647"/>
                <a:gd name="csX4" fmla="*/ 4453975 w 4747938"/>
                <a:gd name="csY4" fmla="*/ 1795517 h 4227647"/>
                <a:gd name="csX5" fmla="*/ 2650514 w 4747938"/>
                <a:gd name="csY5" fmla="*/ 2609435 h 4227647"/>
                <a:gd name="csX6" fmla="*/ 9640 w 4747938"/>
                <a:gd name="csY6" fmla="*/ 4212142 h 4227647"/>
                <a:gd name="csX0" fmla="*/ 8567 w 4746865"/>
                <a:gd name="csY0" fmla="*/ 4212143 h 4219435"/>
                <a:gd name="csX1" fmla="*/ 1745271 w 4746865"/>
                <a:gd name="csY1" fmla="*/ 1812279 h 4219435"/>
                <a:gd name="csX2" fmla="*/ 2599961 w 4746865"/>
                <a:gd name="csY2" fmla="*/ 259798 h 4219435"/>
                <a:gd name="csX3" fmla="*/ 4389368 w 4746865"/>
                <a:gd name="csY3" fmla="*/ 152615 h 4219435"/>
                <a:gd name="csX4" fmla="*/ 4452902 w 4746865"/>
                <a:gd name="csY4" fmla="*/ 1795518 h 4219435"/>
                <a:gd name="csX5" fmla="*/ 2649441 w 4746865"/>
                <a:gd name="csY5" fmla="*/ 2609436 h 4219435"/>
                <a:gd name="csX6" fmla="*/ 8567 w 4746865"/>
                <a:gd name="csY6" fmla="*/ 4212143 h 4219435"/>
                <a:gd name="csX0" fmla="*/ 8451 w 4746749"/>
                <a:gd name="csY0" fmla="*/ 4212143 h 4219813"/>
                <a:gd name="csX1" fmla="*/ 1745155 w 4746749"/>
                <a:gd name="csY1" fmla="*/ 1812279 h 4219813"/>
                <a:gd name="csX2" fmla="*/ 2599845 w 4746749"/>
                <a:gd name="csY2" fmla="*/ 259798 h 4219813"/>
                <a:gd name="csX3" fmla="*/ 4389252 w 4746749"/>
                <a:gd name="csY3" fmla="*/ 152615 h 4219813"/>
                <a:gd name="csX4" fmla="*/ 4452786 w 4746749"/>
                <a:gd name="csY4" fmla="*/ 1795518 h 4219813"/>
                <a:gd name="csX5" fmla="*/ 2642769 w 4746749"/>
                <a:gd name="csY5" fmla="*/ 2626986 h 4219813"/>
                <a:gd name="csX6" fmla="*/ 8451 w 4746749"/>
                <a:gd name="csY6" fmla="*/ 4212143 h 4219813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594 w 4746892"/>
                <a:gd name="csY0" fmla="*/ 4213311 h 4220527"/>
                <a:gd name="csX1" fmla="*/ 1738740 w 4746892"/>
                <a:gd name="csY1" fmla="*/ 1836843 h 4220527"/>
                <a:gd name="csX2" fmla="*/ 2599988 w 4746892"/>
                <a:gd name="csY2" fmla="*/ 260966 h 4220527"/>
                <a:gd name="csX3" fmla="*/ 4389395 w 4746892"/>
                <a:gd name="csY3" fmla="*/ 153783 h 4220527"/>
                <a:gd name="csX4" fmla="*/ 4452929 w 4746892"/>
                <a:gd name="csY4" fmla="*/ 1796686 h 4220527"/>
                <a:gd name="csX5" fmla="*/ 2642912 w 4746892"/>
                <a:gd name="csY5" fmla="*/ 2628154 h 4220527"/>
                <a:gd name="csX6" fmla="*/ 8594 w 4746892"/>
                <a:gd name="csY6" fmla="*/ 4213311 h 4220527"/>
                <a:gd name="csX0" fmla="*/ 8594 w 4693867"/>
                <a:gd name="csY0" fmla="*/ 4136922 h 4144138"/>
                <a:gd name="csX1" fmla="*/ 1738740 w 4693867"/>
                <a:gd name="csY1" fmla="*/ 1760454 h 4144138"/>
                <a:gd name="csX2" fmla="*/ 2599988 w 4693867"/>
                <a:gd name="csY2" fmla="*/ 184577 h 4144138"/>
                <a:gd name="csX3" fmla="*/ 4389395 w 4693867"/>
                <a:gd name="csY3" fmla="*/ 77394 h 4144138"/>
                <a:gd name="csX4" fmla="*/ 4452929 w 4693867"/>
                <a:gd name="csY4" fmla="*/ 1720297 h 4144138"/>
                <a:gd name="csX5" fmla="*/ 2642912 w 4693867"/>
                <a:gd name="csY5" fmla="*/ 2551765 h 4144138"/>
                <a:gd name="csX6" fmla="*/ 8594 w 4693867"/>
                <a:gd name="csY6" fmla="*/ 4136922 h 4144138"/>
                <a:gd name="csX0" fmla="*/ 8594 w 4699247"/>
                <a:gd name="csY0" fmla="*/ 4098901 h 4106117"/>
                <a:gd name="csX1" fmla="*/ 1738740 w 4699247"/>
                <a:gd name="csY1" fmla="*/ 1722433 h 4106117"/>
                <a:gd name="csX2" fmla="*/ 2599988 w 4699247"/>
                <a:gd name="csY2" fmla="*/ 146556 h 4106117"/>
                <a:gd name="csX3" fmla="*/ 4409070 w 4699247"/>
                <a:gd name="csY3" fmla="*/ 115412 h 4106117"/>
                <a:gd name="csX4" fmla="*/ 4452929 w 4699247"/>
                <a:gd name="csY4" fmla="*/ 1682276 h 4106117"/>
                <a:gd name="csX5" fmla="*/ 2642912 w 4699247"/>
                <a:gd name="csY5" fmla="*/ 2513744 h 4106117"/>
                <a:gd name="csX6" fmla="*/ 8594 w 4699247"/>
                <a:gd name="csY6" fmla="*/ 4098901 h 4106117"/>
                <a:gd name="csX0" fmla="*/ 8594 w 4703971"/>
                <a:gd name="csY0" fmla="*/ 4107920 h 4115136"/>
                <a:gd name="csX1" fmla="*/ 1738740 w 4703971"/>
                <a:gd name="csY1" fmla="*/ 1731452 h 4115136"/>
                <a:gd name="csX2" fmla="*/ 2599988 w 4703971"/>
                <a:gd name="csY2" fmla="*/ 155575 h 4115136"/>
                <a:gd name="csX3" fmla="*/ 4409070 w 4703971"/>
                <a:gd name="csY3" fmla="*/ 124431 h 4115136"/>
                <a:gd name="csX4" fmla="*/ 4452929 w 4703971"/>
                <a:gd name="csY4" fmla="*/ 1691295 h 4115136"/>
                <a:gd name="csX5" fmla="*/ 2642912 w 4703971"/>
                <a:gd name="csY5" fmla="*/ 2522763 h 4115136"/>
                <a:gd name="csX6" fmla="*/ 8594 w 4703971"/>
                <a:gd name="csY6" fmla="*/ 4107920 h 4115136"/>
                <a:gd name="csX0" fmla="*/ 8594 w 4703971"/>
                <a:gd name="csY0" fmla="*/ 4195888 h 4203104"/>
                <a:gd name="csX1" fmla="*/ 1738740 w 4703971"/>
                <a:gd name="csY1" fmla="*/ 1819420 h 4203104"/>
                <a:gd name="csX2" fmla="*/ 2599988 w 4703971"/>
                <a:gd name="csY2" fmla="*/ 243543 h 4203104"/>
                <a:gd name="csX3" fmla="*/ 4409070 w 4703971"/>
                <a:gd name="csY3" fmla="*/ 212399 h 4203104"/>
                <a:gd name="csX4" fmla="*/ 4452929 w 4703971"/>
                <a:gd name="csY4" fmla="*/ 1779263 h 4203104"/>
                <a:gd name="csX5" fmla="*/ 2642912 w 4703971"/>
                <a:gd name="csY5" fmla="*/ 2610731 h 4203104"/>
                <a:gd name="csX6" fmla="*/ 8594 w 4703971"/>
                <a:gd name="csY6" fmla="*/ 4195888 h 4203104"/>
                <a:gd name="csX0" fmla="*/ 8594 w 4703971"/>
                <a:gd name="csY0" fmla="*/ 4213778 h 4220994"/>
                <a:gd name="csX1" fmla="*/ 1738740 w 4703971"/>
                <a:gd name="csY1" fmla="*/ 1837310 h 4220994"/>
                <a:gd name="csX2" fmla="*/ 2599988 w 4703971"/>
                <a:gd name="csY2" fmla="*/ 261433 h 4220994"/>
                <a:gd name="csX3" fmla="*/ 4409070 w 4703971"/>
                <a:gd name="csY3" fmla="*/ 230289 h 4220994"/>
                <a:gd name="csX4" fmla="*/ 4452929 w 4703971"/>
                <a:gd name="csY4" fmla="*/ 1797153 h 4220994"/>
                <a:gd name="csX5" fmla="*/ 2642912 w 4703971"/>
                <a:gd name="csY5" fmla="*/ 2628621 h 4220994"/>
                <a:gd name="csX6" fmla="*/ 8594 w 4703971"/>
                <a:gd name="csY6" fmla="*/ 4213778 h 4220994"/>
                <a:gd name="csX0" fmla="*/ 8594 w 4855548"/>
                <a:gd name="csY0" fmla="*/ 4390510 h 4397726"/>
                <a:gd name="csX1" fmla="*/ 1738740 w 4855548"/>
                <a:gd name="csY1" fmla="*/ 2014042 h 4397726"/>
                <a:gd name="csX2" fmla="*/ 2599988 w 4855548"/>
                <a:gd name="csY2" fmla="*/ 438165 h 4397726"/>
                <a:gd name="csX3" fmla="*/ 4756647 w 4855548"/>
                <a:gd name="csY3" fmla="*/ 26825 h 4397726"/>
                <a:gd name="csX4" fmla="*/ 4452929 w 4855548"/>
                <a:gd name="csY4" fmla="*/ 1973885 h 4397726"/>
                <a:gd name="csX5" fmla="*/ 2642912 w 4855548"/>
                <a:gd name="csY5" fmla="*/ 2805353 h 4397726"/>
                <a:gd name="csX6" fmla="*/ 8594 w 4855548"/>
                <a:gd name="csY6" fmla="*/ 4390510 h 4397726"/>
                <a:gd name="csX0" fmla="*/ 8594 w 5018748"/>
                <a:gd name="csY0" fmla="*/ 4545598 h 4552814"/>
                <a:gd name="csX1" fmla="*/ 1738740 w 5018748"/>
                <a:gd name="csY1" fmla="*/ 2169130 h 4552814"/>
                <a:gd name="csX2" fmla="*/ 2599988 w 5018748"/>
                <a:gd name="csY2" fmla="*/ 593253 h 4552814"/>
                <a:gd name="csX3" fmla="*/ 4973062 w 5018748"/>
                <a:gd name="csY3" fmla="*/ 18136 h 4552814"/>
                <a:gd name="csX4" fmla="*/ 4452929 w 5018748"/>
                <a:gd name="csY4" fmla="*/ 2128973 h 4552814"/>
                <a:gd name="csX5" fmla="*/ 2642912 w 5018748"/>
                <a:gd name="csY5" fmla="*/ 2960441 h 4552814"/>
                <a:gd name="csX6" fmla="*/ 8594 w 5018748"/>
                <a:gd name="csY6" fmla="*/ 4545598 h 4552814"/>
                <a:gd name="csX0" fmla="*/ 8594 w 5002691"/>
                <a:gd name="csY0" fmla="*/ 4537753 h 4544969"/>
                <a:gd name="csX1" fmla="*/ 1738740 w 5002691"/>
                <a:gd name="csY1" fmla="*/ 2161285 h 4544969"/>
                <a:gd name="csX2" fmla="*/ 2599988 w 5002691"/>
                <a:gd name="csY2" fmla="*/ 585408 h 4544969"/>
                <a:gd name="csX3" fmla="*/ 4973062 w 5002691"/>
                <a:gd name="csY3" fmla="*/ 10291 h 4544969"/>
                <a:gd name="csX4" fmla="*/ 4452929 w 5002691"/>
                <a:gd name="csY4" fmla="*/ 2121128 h 4544969"/>
                <a:gd name="csX5" fmla="*/ 2642912 w 5002691"/>
                <a:gd name="csY5" fmla="*/ 2952596 h 4544969"/>
                <a:gd name="csX6" fmla="*/ 8594 w 5002691"/>
                <a:gd name="csY6" fmla="*/ 4537753 h 4544969"/>
                <a:gd name="csX0" fmla="*/ 8594 w 4705059"/>
                <a:gd name="csY0" fmla="*/ 4122711 h 4129927"/>
                <a:gd name="csX1" fmla="*/ 1738740 w 4705059"/>
                <a:gd name="csY1" fmla="*/ 1746243 h 4129927"/>
                <a:gd name="csX2" fmla="*/ 2599988 w 4705059"/>
                <a:gd name="csY2" fmla="*/ 170366 h 4129927"/>
                <a:gd name="csX3" fmla="*/ 4446032 w 4705059"/>
                <a:gd name="csY3" fmla="*/ 89415 h 4129927"/>
                <a:gd name="csX4" fmla="*/ 4452929 w 4705059"/>
                <a:gd name="csY4" fmla="*/ 1706086 h 4129927"/>
                <a:gd name="csX5" fmla="*/ 2642912 w 4705059"/>
                <a:gd name="csY5" fmla="*/ 2537554 h 4129927"/>
                <a:gd name="csX6" fmla="*/ 8594 w 4705059"/>
                <a:gd name="csY6" fmla="*/ 4122711 h 4129927"/>
                <a:gd name="csX0" fmla="*/ 8594 w 4596663"/>
                <a:gd name="csY0" fmla="*/ 4215533 h 4224499"/>
                <a:gd name="csX1" fmla="*/ 1738740 w 4596663"/>
                <a:gd name="csY1" fmla="*/ 1839065 h 4224499"/>
                <a:gd name="csX2" fmla="*/ 2599988 w 4596663"/>
                <a:gd name="csY2" fmla="*/ 263188 h 4224499"/>
                <a:gd name="csX3" fmla="*/ 4446032 w 4596663"/>
                <a:gd name="csY3" fmla="*/ 182237 h 4224499"/>
                <a:gd name="csX4" fmla="*/ 4129398 w 4596663"/>
                <a:gd name="csY4" fmla="*/ 2079669 h 4224499"/>
                <a:gd name="csX5" fmla="*/ 2642912 w 4596663"/>
                <a:gd name="csY5" fmla="*/ 2630376 h 4224499"/>
                <a:gd name="csX6" fmla="*/ 8594 w 4596663"/>
                <a:gd name="csY6" fmla="*/ 4215533 h 4224499"/>
                <a:gd name="csX0" fmla="*/ 10635 w 4618520"/>
                <a:gd name="csY0" fmla="*/ 4140860 h 4149826"/>
                <a:gd name="csX1" fmla="*/ 1740781 w 4618520"/>
                <a:gd name="csY1" fmla="*/ 1764392 h 4149826"/>
                <a:gd name="csX2" fmla="*/ 2330962 w 4618520"/>
                <a:gd name="csY2" fmla="*/ 399085 h 4149826"/>
                <a:gd name="csX3" fmla="*/ 4448073 w 4618520"/>
                <a:gd name="csY3" fmla="*/ 107564 h 4149826"/>
                <a:gd name="csX4" fmla="*/ 4131439 w 4618520"/>
                <a:gd name="csY4" fmla="*/ 2004996 h 4149826"/>
                <a:gd name="csX5" fmla="*/ 2644953 w 4618520"/>
                <a:gd name="csY5" fmla="*/ 2555703 h 4149826"/>
                <a:gd name="csX6" fmla="*/ 10635 w 4618520"/>
                <a:gd name="csY6" fmla="*/ 4140860 h 4149826"/>
                <a:gd name="csX0" fmla="*/ 2473 w 4610358"/>
                <a:gd name="csY0" fmla="*/ 4148168 h 4152706"/>
                <a:gd name="csX1" fmla="*/ 2161081 w 4610358"/>
                <a:gd name="csY1" fmla="*/ 2013468 h 4152706"/>
                <a:gd name="csX2" fmla="*/ 2322800 w 4610358"/>
                <a:gd name="csY2" fmla="*/ 406393 h 4152706"/>
                <a:gd name="csX3" fmla="*/ 4439911 w 4610358"/>
                <a:gd name="csY3" fmla="*/ 114872 h 4152706"/>
                <a:gd name="csX4" fmla="*/ 4123277 w 4610358"/>
                <a:gd name="csY4" fmla="*/ 2012304 h 4152706"/>
                <a:gd name="csX5" fmla="*/ 2636791 w 4610358"/>
                <a:gd name="csY5" fmla="*/ 2563011 h 4152706"/>
                <a:gd name="csX6" fmla="*/ 2473 w 4610358"/>
                <a:gd name="csY6" fmla="*/ 4148168 h 4152706"/>
                <a:gd name="csX0" fmla="*/ 400 w 4608285"/>
                <a:gd name="csY0" fmla="*/ 4148168 h 4148397"/>
                <a:gd name="csX1" fmla="*/ 2159008 w 4608285"/>
                <a:gd name="csY1" fmla="*/ 2013468 h 4148397"/>
                <a:gd name="csX2" fmla="*/ 2320727 w 4608285"/>
                <a:gd name="csY2" fmla="*/ 406393 h 4148397"/>
                <a:gd name="csX3" fmla="*/ 4437838 w 4608285"/>
                <a:gd name="csY3" fmla="*/ 114872 h 4148397"/>
                <a:gd name="csX4" fmla="*/ 4121204 w 4608285"/>
                <a:gd name="csY4" fmla="*/ 2012304 h 4148397"/>
                <a:gd name="csX5" fmla="*/ 2346163 w 4608285"/>
                <a:gd name="csY5" fmla="*/ 2149669 h 4148397"/>
                <a:gd name="csX6" fmla="*/ 400 w 4608285"/>
                <a:gd name="csY6" fmla="*/ 4148168 h 4148397"/>
                <a:gd name="csX0" fmla="*/ 400 w 4547161"/>
                <a:gd name="csY0" fmla="*/ 4069645 h 4069874"/>
                <a:gd name="csX1" fmla="*/ 2159008 w 4547161"/>
                <a:gd name="csY1" fmla="*/ 1934945 h 4069874"/>
                <a:gd name="csX2" fmla="*/ 2320727 w 4547161"/>
                <a:gd name="csY2" fmla="*/ 327870 h 4069874"/>
                <a:gd name="csX3" fmla="*/ 4437838 w 4547161"/>
                <a:gd name="csY3" fmla="*/ 36349 h 4069874"/>
                <a:gd name="csX4" fmla="*/ 4121204 w 4547161"/>
                <a:gd name="csY4" fmla="*/ 1933781 h 4069874"/>
                <a:gd name="csX5" fmla="*/ 2346163 w 4547161"/>
                <a:gd name="csY5" fmla="*/ 2071146 h 4069874"/>
                <a:gd name="csX6" fmla="*/ 400 w 4547161"/>
                <a:gd name="csY6" fmla="*/ 4069645 h 4069874"/>
                <a:gd name="csX0" fmla="*/ 536 w 3991476"/>
                <a:gd name="csY0" fmla="*/ 3539321 h 3539632"/>
                <a:gd name="csX1" fmla="*/ 1603323 w 3991476"/>
                <a:gd name="csY1" fmla="*/ 1934945 h 3539632"/>
                <a:gd name="csX2" fmla="*/ 1765042 w 3991476"/>
                <a:gd name="csY2" fmla="*/ 327870 h 3539632"/>
                <a:gd name="csX3" fmla="*/ 3882153 w 3991476"/>
                <a:gd name="csY3" fmla="*/ 36349 h 3539632"/>
                <a:gd name="csX4" fmla="*/ 3565519 w 3991476"/>
                <a:gd name="csY4" fmla="*/ 1933781 h 3539632"/>
                <a:gd name="csX5" fmla="*/ 1790478 w 3991476"/>
                <a:gd name="csY5" fmla="*/ 2071146 h 3539632"/>
                <a:gd name="csX6" fmla="*/ 536 w 3991476"/>
                <a:gd name="csY6" fmla="*/ 3539321 h 3539632"/>
                <a:gd name="csX0" fmla="*/ 527 w 4017318"/>
                <a:gd name="csY0" fmla="*/ 3573908 h 3574212"/>
                <a:gd name="csX1" fmla="*/ 1629165 w 4017318"/>
                <a:gd name="csY1" fmla="*/ 1934945 h 3574212"/>
                <a:gd name="csX2" fmla="*/ 1790884 w 4017318"/>
                <a:gd name="csY2" fmla="*/ 327870 h 3574212"/>
                <a:gd name="csX3" fmla="*/ 3907995 w 4017318"/>
                <a:gd name="csY3" fmla="*/ 36349 h 3574212"/>
                <a:gd name="csX4" fmla="*/ 3591361 w 4017318"/>
                <a:gd name="csY4" fmla="*/ 1933781 h 3574212"/>
                <a:gd name="csX5" fmla="*/ 1816320 w 4017318"/>
                <a:gd name="csY5" fmla="*/ 2071146 h 3574212"/>
                <a:gd name="csX6" fmla="*/ 527 w 4017318"/>
                <a:gd name="csY6" fmla="*/ 3573908 h 3574212"/>
                <a:gd name="csX0" fmla="*/ 3641 w 4020432"/>
                <a:gd name="csY0" fmla="*/ 3573908 h 3577567"/>
                <a:gd name="csX1" fmla="*/ 1632279 w 4020432"/>
                <a:gd name="csY1" fmla="*/ 1934945 h 3577567"/>
                <a:gd name="csX2" fmla="*/ 1793998 w 4020432"/>
                <a:gd name="csY2" fmla="*/ 327870 h 3577567"/>
                <a:gd name="csX3" fmla="*/ 3911109 w 4020432"/>
                <a:gd name="csY3" fmla="*/ 36349 h 3577567"/>
                <a:gd name="csX4" fmla="*/ 3594475 w 4020432"/>
                <a:gd name="csY4" fmla="*/ 1933781 h 3577567"/>
                <a:gd name="csX5" fmla="*/ 1819434 w 4020432"/>
                <a:gd name="csY5" fmla="*/ 2071146 h 3577567"/>
                <a:gd name="csX6" fmla="*/ 3641 w 4020432"/>
                <a:gd name="csY6" fmla="*/ 3573908 h 3577567"/>
                <a:gd name="csX0" fmla="*/ 11923 w 4028714"/>
                <a:gd name="csY0" fmla="*/ 3573908 h 3583559"/>
                <a:gd name="csX1" fmla="*/ 1640561 w 4028714"/>
                <a:gd name="csY1" fmla="*/ 1934945 h 3583559"/>
                <a:gd name="csX2" fmla="*/ 1802280 w 4028714"/>
                <a:gd name="csY2" fmla="*/ 327870 h 3583559"/>
                <a:gd name="csX3" fmla="*/ 3919391 w 4028714"/>
                <a:gd name="csY3" fmla="*/ 36349 h 3583559"/>
                <a:gd name="csX4" fmla="*/ 3602757 w 4028714"/>
                <a:gd name="csY4" fmla="*/ 1933781 h 3583559"/>
                <a:gd name="csX5" fmla="*/ 1827716 w 4028714"/>
                <a:gd name="csY5" fmla="*/ 2071146 h 3583559"/>
                <a:gd name="csX6" fmla="*/ 11923 w 4028714"/>
                <a:gd name="csY6" fmla="*/ 3573908 h 3583559"/>
                <a:gd name="csX0" fmla="*/ 1130 w 4017921"/>
                <a:gd name="csY0" fmla="*/ 3573908 h 3577714"/>
                <a:gd name="csX1" fmla="*/ 1629768 w 4017921"/>
                <a:gd name="csY1" fmla="*/ 1934945 h 3577714"/>
                <a:gd name="csX2" fmla="*/ 1791487 w 4017921"/>
                <a:gd name="csY2" fmla="*/ 327870 h 3577714"/>
                <a:gd name="csX3" fmla="*/ 3908598 w 4017921"/>
                <a:gd name="csY3" fmla="*/ 36349 h 3577714"/>
                <a:gd name="csX4" fmla="*/ 3591964 w 4017921"/>
                <a:gd name="csY4" fmla="*/ 1933781 h 3577714"/>
                <a:gd name="csX5" fmla="*/ 1906115 w 4017921"/>
                <a:gd name="csY5" fmla="*/ 2373434 h 3577714"/>
                <a:gd name="csX6" fmla="*/ 1130 w 4017921"/>
                <a:gd name="csY6" fmla="*/ 3573908 h 3577714"/>
                <a:gd name="csX0" fmla="*/ 434 w 4017225"/>
                <a:gd name="csY0" fmla="*/ 3573908 h 3574428"/>
                <a:gd name="csX1" fmla="*/ 1629072 w 4017225"/>
                <a:gd name="csY1" fmla="*/ 1934945 h 3574428"/>
                <a:gd name="csX2" fmla="*/ 1790791 w 4017225"/>
                <a:gd name="csY2" fmla="*/ 327870 h 3574428"/>
                <a:gd name="csX3" fmla="*/ 3907902 w 4017225"/>
                <a:gd name="csY3" fmla="*/ 36349 h 3574428"/>
                <a:gd name="csX4" fmla="*/ 3591268 w 4017225"/>
                <a:gd name="csY4" fmla="*/ 1933781 h 3574428"/>
                <a:gd name="csX5" fmla="*/ 1798394 w 4017225"/>
                <a:gd name="csY5" fmla="*/ 2110926 h 3574428"/>
                <a:gd name="csX6" fmla="*/ 434 w 4017225"/>
                <a:gd name="csY6" fmla="*/ 3573908 h 3574428"/>
                <a:gd name="csX0" fmla="*/ 434 w 4017225"/>
                <a:gd name="csY0" fmla="*/ 3573908 h 3574310"/>
                <a:gd name="csX1" fmla="*/ 1629072 w 4017225"/>
                <a:gd name="csY1" fmla="*/ 1934945 h 3574310"/>
                <a:gd name="csX2" fmla="*/ 1790791 w 4017225"/>
                <a:gd name="csY2" fmla="*/ 327870 h 3574310"/>
                <a:gd name="csX3" fmla="*/ 3907902 w 4017225"/>
                <a:gd name="csY3" fmla="*/ 36349 h 3574310"/>
                <a:gd name="csX4" fmla="*/ 3591268 w 4017225"/>
                <a:gd name="csY4" fmla="*/ 1933781 h 3574310"/>
                <a:gd name="csX5" fmla="*/ 1798394 w 4017225"/>
                <a:gd name="csY5" fmla="*/ 2110926 h 3574310"/>
                <a:gd name="csX6" fmla="*/ 434 w 4017225"/>
                <a:gd name="csY6" fmla="*/ 3573908 h 3574310"/>
                <a:gd name="csX0" fmla="*/ 434 w 4017225"/>
                <a:gd name="csY0" fmla="*/ 3573908 h 3576627"/>
                <a:gd name="csX1" fmla="*/ 1629072 w 4017225"/>
                <a:gd name="csY1" fmla="*/ 1934945 h 3576627"/>
                <a:gd name="csX2" fmla="*/ 1790791 w 4017225"/>
                <a:gd name="csY2" fmla="*/ 327870 h 3576627"/>
                <a:gd name="csX3" fmla="*/ 3907902 w 4017225"/>
                <a:gd name="csY3" fmla="*/ 36349 h 3576627"/>
                <a:gd name="csX4" fmla="*/ 3591268 w 4017225"/>
                <a:gd name="csY4" fmla="*/ 1933781 h 3576627"/>
                <a:gd name="csX5" fmla="*/ 1798395 w 4017225"/>
                <a:gd name="csY5" fmla="*/ 2365482 h 3576627"/>
                <a:gd name="csX6" fmla="*/ 434 w 4017225"/>
                <a:gd name="csY6" fmla="*/ 3573908 h 3576627"/>
                <a:gd name="csX0" fmla="*/ 434 w 4017225"/>
                <a:gd name="csY0" fmla="*/ 3573908 h 3576355"/>
                <a:gd name="csX1" fmla="*/ 1629072 w 4017225"/>
                <a:gd name="csY1" fmla="*/ 1934945 h 3576355"/>
                <a:gd name="csX2" fmla="*/ 1790791 w 4017225"/>
                <a:gd name="csY2" fmla="*/ 327870 h 3576355"/>
                <a:gd name="csX3" fmla="*/ 3907902 w 4017225"/>
                <a:gd name="csY3" fmla="*/ 36349 h 3576355"/>
                <a:gd name="csX4" fmla="*/ 3591268 w 4017225"/>
                <a:gd name="csY4" fmla="*/ 1933781 h 3576355"/>
                <a:gd name="csX5" fmla="*/ 1798395 w 4017225"/>
                <a:gd name="csY5" fmla="*/ 2365482 h 3576355"/>
                <a:gd name="csX6" fmla="*/ 434 w 4017225"/>
                <a:gd name="csY6" fmla="*/ 3573908 h 3576355"/>
                <a:gd name="csX0" fmla="*/ 434 w 4017225"/>
                <a:gd name="csY0" fmla="*/ 3573908 h 3583502"/>
                <a:gd name="csX1" fmla="*/ 1629072 w 4017225"/>
                <a:gd name="csY1" fmla="*/ 1934945 h 3583502"/>
                <a:gd name="csX2" fmla="*/ 1790791 w 4017225"/>
                <a:gd name="csY2" fmla="*/ 327870 h 3583502"/>
                <a:gd name="csX3" fmla="*/ 3907902 w 4017225"/>
                <a:gd name="csY3" fmla="*/ 36349 h 3583502"/>
                <a:gd name="csX4" fmla="*/ 3591268 w 4017225"/>
                <a:gd name="csY4" fmla="*/ 1933781 h 3583502"/>
                <a:gd name="csX5" fmla="*/ 1798396 w 4017225"/>
                <a:gd name="csY5" fmla="*/ 2715497 h 3583502"/>
                <a:gd name="csX6" fmla="*/ 434 w 4017225"/>
                <a:gd name="csY6" fmla="*/ 3573908 h 3583502"/>
                <a:gd name="csX0" fmla="*/ 20204 w 4036995"/>
                <a:gd name="csY0" fmla="*/ 3574326 h 3583563"/>
                <a:gd name="csX1" fmla="*/ 908564 w 4036995"/>
                <a:gd name="csY1" fmla="*/ 1951275 h 3583563"/>
                <a:gd name="csX2" fmla="*/ 1810561 w 4036995"/>
                <a:gd name="csY2" fmla="*/ 328288 h 3583563"/>
                <a:gd name="csX3" fmla="*/ 3927672 w 4036995"/>
                <a:gd name="csY3" fmla="*/ 36767 h 3583563"/>
                <a:gd name="csX4" fmla="*/ 3611038 w 4036995"/>
                <a:gd name="csY4" fmla="*/ 1934199 h 3583563"/>
                <a:gd name="csX5" fmla="*/ 1818166 w 4036995"/>
                <a:gd name="csY5" fmla="*/ 2715915 h 3583563"/>
                <a:gd name="csX6" fmla="*/ 20204 w 4036995"/>
                <a:gd name="csY6" fmla="*/ 3574326 h 3583563"/>
                <a:gd name="csX0" fmla="*/ 12549 w 4029340"/>
                <a:gd name="csY0" fmla="*/ 3574326 h 3583563"/>
                <a:gd name="csX1" fmla="*/ 900909 w 4029340"/>
                <a:gd name="csY1" fmla="*/ 1951275 h 3583563"/>
                <a:gd name="csX2" fmla="*/ 1802906 w 4029340"/>
                <a:gd name="csY2" fmla="*/ 328288 h 3583563"/>
                <a:gd name="csX3" fmla="*/ 3920017 w 4029340"/>
                <a:gd name="csY3" fmla="*/ 36767 h 3583563"/>
                <a:gd name="csX4" fmla="*/ 3603383 w 4029340"/>
                <a:gd name="csY4" fmla="*/ 1934199 h 3583563"/>
                <a:gd name="csX5" fmla="*/ 1810511 w 4029340"/>
                <a:gd name="csY5" fmla="*/ 2715915 h 3583563"/>
                <a:gd name="csX6" fmla="*/ 12549 w 4029340"/>
                <a:gd name="csY6" fmla="*/ 3574326 h 3583563"/>
                <a:gd name="csX0" fmla="*/ 2018 w 4018809"/>
                <a:gd name="csY0" fmla="*/ 3573908 h 3583502"/>
                <a:gd name="csX1" fmla="*/ 1389840 w 4018809"/>
                <a:gd name="csY1" fmla="*/ 1934947 h 3583502"/>
                <a:gd name="csX2" fmla="*/ 1792375 w 4018809"/>
                <a:gd name="csY2" fmla="*/ 327870 h 3583502"/>
                <a:gd name="csX3" fmla="*/ 3909486 w 4018809"/>
                <a:gd name="csY3" fmla="*/ 36349 h 3583502"/>
                <a:gd name="csX4" fmla="*/ 3592852 w 4018809"/>
                <a:gd name="csY4" fmla="*/ 1933781 h 3583502"/>
                <a:gd name="csX5" fmla="*/ 1799980 w 4018809"/>
                <a:gd name="csY5" fmla="*/ 2715497 h 3583502"/>
                <a:gd name="csX6" fmla="*/ 2018 w 4018809"/>
                <a:gd name="csY6" fmla="*/ 3573908 h 3583502"/>
                <a:gd name="csX0" fmla="*/ 2018 w 4018809"/>
                <a:gd name="csY0" fmla="*/ 3573908 h 3575401"/>
                <a:gd name="csX1" fmla="*/ 1389840 w 4018809"/>
                <a:gd name="csY1" fmla="*/ 1934947 h 3575401"/>
                <a:gd name="csX2" fmla="*/ 1792375 w 4018809"/>
                <a:gd name="csY2" fmla="*/ 327870 h 3575401"/>
                <a:gd name="csX3" fmla="*/ 3909486 w 4018809"/>
                <a:gd name="csY3" fmla="*/ 36349 h 3575401"/>
                <a:gd name="csX4" fmla="*/ 3592852 w 4018809"/>
                <a:gd name="csY4" fmla="*/ 1933781 h 3575401"/>
                <a:gd name="csX5" fmla="*/ 1799983 w 4018809"/>
                <a:gd name="csY5" fmla="*/ 2277981 h 3575401"/>
                <a:gd name="csX6" fmla="*/ 2018 w 4018809"/>
                <a:gd name="csY6" fmla="*/ 3573908 h 3575401"/>
                <a:gd name="csX0" fmla="*/ 2279 w 4019070"/>
                <a:gd name="csY0" fmla="*/ 3573908 h 3576883"/>
                <a:gd name="csX1" fmla="*/ 1390101 w 4019070"/>
                <a:gd name="csY1" fmla="*/ 1934947 h 3576883"/>
                <a:gd name="csX2" fmla="*/ 1792636 w 4019070"/>
                <a:gd name="csY2" fmla="*/ 327870 h 3576883"/>
                <a:gd name="csX3" fmla="*/ 3909747 w 4019070"/>
                <a:gd name="csY3" fmla="*/ 36349 h 3576883"/>
                <a:gd name="csX4" fmla="*/ 3593113 w 4019070"/>
                <a:gd name="csY4" fmla="*/ 1933781 h 3576883"/>
                <a:gd name="csX5" fmla="*/ 1827004 w 4019070"/>
                <a:gd name="csY5" fmla="*/ 2405261 h 3576883"/>
                <a:gd name="csX6" fmla="*/ 2279 w 4019070"/>
                <a:gd name="csY6" fmla="*/ 3573908 h 3576883"/>
                <a:gd name="csX0" fmla="*/ 3304 w 4020095"/>
                <a:gd name="csY0" fmla="*/ 3573700 h 3576772"/>
                <a:gd name="csX1" fmla="*/ 1310858 w 4020095"/>
                <a:gd name="csY1" fmla="*/ 1926786 h 3576772"/>
                <a:gd name="csX2" fmla="*/ 1793661 w 4020095"/>
                <a:gd name="csY2" fmla="*/ 327662 h 3576772"/>
                <a:gd name="csX3" fmla="*/ 3910772 w 4020095"/>
                <a:gd name="csY3" fmla="*/ 36141 h 3576772"/>
                <a:gd name="csX4" fmla="*/ 3594138 w 4020095"/>
                <a:gd name="csY4" fmla="*/ 1933573 h 3576772"/>
                <a:gd name="csX5" fmla="*/ 1828029 w 4020095"/>
                <a:gd name="csY5" fmla="*/ 2405053 h 3576772"/>
                <a:gd name="csX6" fmla="*/ 3304 w 4020095"/>
                <a:gd name="csY6" fmla="*/ 3573700 h 3576772"/>
                <a:gd name="csX0" fmla="*/ 3254 w 4020045"/>
                <a:gd name="csY0" fmla="*/ 3573700 h 3576772"/>
                <a:gd name="csX1" fmla="*/ 1310808 w 4020045"/>
                <a:gd name="csY1" fmla="*/ 1926786 h 3576772"/>
                <a:gd name="csX2" fmla="*/ 1793611 w 4020045"/>
                <a:gd name="csY2" fmla="*/ 327662 h 3576772"/>
                <a:gd name="csX3" fmla="*/ 3910722 w 4020045"/>
                <a:gd name="csY3" fmla="*/ 36141 h 3576772"/>
                <a:gd name="csX4" fmla="*/ 3594088 w 4020045"/>
                <a:gd name="csY4" fmla="*/ 1933573 h 3576772"/>
                <a:gd name="csX5" fmla="*/ 1827979 w 4020045"/>
                <a:gd name="csY5" fmla="*/ 2405053 h 3576772"/>
                <a:gd name="csX6" fmla="*/ 3254 w 4020045"/>
                <a:gd name="csY6" fmla="*/ 3573700 h 35767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020045" h="3576772">
                  <a:moveTo>
                    <a:pt x="3254" y="3573700"/>
                  </a:moveTo>
                  <a:cubicBezTo>
                    <a:pt x="-82941" y="3493989"/>
                    <a:pt x="1574310" y="2340515"/>
                    <a:pt x="1310808" y="1926786"/>
                  </a:cubicBezTo>
                  <a:cubicBezTo>
                    <a:pt x="1047306" y="1513057"/>
                    <a:pt x="1360292" y="642769"/>
                    <a:pt x="1793611" y="327662"/>
                  </a:cubicBezTo>
                  <a:cubicBezTo>
                    <a:pt x="2226930" y="12555"/>
                    <a:pt x="3750548" y="-52136"/>
                    <a:pt x="3910722" y="36141"/>
                  </a:cubicBezTo>
                  <a:cubicBezTo>
                    <a:pt x="4070896" y="124418"/>
                    <a:pt x="4120351" y="1358027"/>
                    <a:pt x="3594088" y="1933573"/>
                  </a:cubicBezTo>
                  <a:cubicBezTo>
                    <a:pt x="3171099" y="2391895"/>
                    <a:pt x="2301583" y="2656718"/>
                    <a:pt x="1827979" y="2405053"/>
                  </a:cubicBezTo>
                  <a:cubicBezTo>
                    <a:pt x="1354375" y="2153388"/>
                    <a:pt x="89449" y="3653411"/>
                    <a:pt x="3254" y="3573700"/>
                  </a:cubicBezTo>
                  <a:close/>
                </a:path>
              </a:pathLst>
            </a:custGeom>
            <a:noFill/>
            <a:ln>
              <a:solidFill>
                <a:srgbClr val="0C26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7" name="Freeform 1036">
              <a:extLst>
                <a:ext uri="{FF2B5EF4-FFF2-40B4-BE49-F238E27FC236}">
                  <a16:creationId xmlns:a16="http://schemas.microsoft.com/office/drawing/2014/main" id="{2368E43D-5C57-3FC4-E600-D63FCF9B7809}"/>
                </a:ext>
              </a:extLst>
            </p:cNvPr>
            <p:cNvSpPr/>
            <p:nvPr userDrawn="1"/>
          </p:nvSpPr>
          <p:spPr>
            <a:xfrm rot="16200000">
              <a:off x="7639795" y="2692927"/>
              <a:ext cx="2615867" cy="2682267"/>
            </a:xfrm>
            <a:custGeom>
              <a:avLst/>
              <a:gdLst>
                <a:gd name="csX0" fmla="*/ 1893 w 3484511"/>
                <a:gd name="csY0" fmla="*/ 3509215 h 3511799"/>
                <a:gd name="csX1" fmla="*/ 1514170 w 3484511"/>
                <a:gd name="csY1" fmla="*/ 1703861 h 3511799"/>
                <a:gd name="csX2" fmla="*/ 2029985 w 3484511"/>
                <a:gd name="csY2" fmla="*/ 226753 h 3511799"/>
                <a:gd name="csX3" fmla="*/ 3378139 w 3484511"/>
                <a:gd name="csY3" fmla="*/ 144692 h 3511799"/>
                <a:gd name="csX4" fmla="*/ 3225739 w 3484511"/>
                <a:gd name="csY4" fmla="*/ 1586630 h 3511799"/>
                <a:gd name="csX5" fmla="*/ 1854139 w 3484511"/>
                <a:gd name="csY5" fmla="*/ 2090723 h 3511799"/>
                <a:gd name="csX6" fmla="*/ 1893 w 3484511"/>
                <a:gd name="csY6" fmla="*/ 3509215 h 3511799"/>
                <a:gd name="csX0" fmla="*/ 1352 w 4094215"/>
                <a:gd name="csY0" fmla="*/ 4103738 h 4105568"/>
                <a:gd name="csX1" fmla="*/ 2123874 w 4094215"/>
                <a:gd name="csY1" fmla="*/ 1703861 h 4105568"/>
                <a:gd name="csX2" fmla="*/ 2639689 w 4094215"/>
                <a:gd name="csY2" fmla="*/ 226753 h 4105568"/>
                <a:gd name="csX3" fmla="*/ 3987843 w 4094215"/>
                <a:gd name="csY3" fmla="*/ 144692 h 4105568"/>
                <a:gd name="csX4" fmla="*/ 3835443 w 4094215"/>
                <a:gd name="csY4" fmla="*/ 1586630 h 4105568"/>
                <a:gd name="csX5" fmla="*/ 2463843 w 4094215"/>
                <a:gd name="csY5" fmla="*/ 2090723 h 4105568"/>
                <a:gd name="csX6" fmla="*/ 1352 w 4094215"/>
                <a:gd name="csY6" fmla="*/ 4103738 h 4105568"/>
                <a:gd name="csX0" fmla="*/ 1978 w 4094841"/>
                <a:gd name="csY0" fmla="*/ 4101966 h 4104114"/>
                <a:gd name="csX1" fmla="*/ 2058783 w 4094841"/>
                <a:gd name="csY1" fmla="*/ 1668597 h 4104114"/>
                <a:gd name="csX2" fmla="*/ 2640315 w 4094841"/>
                <a:gd name="csY2" fmla="*/ 224981 h 4104114"/>
                <a:gd name="csX3" fmla="*/ 3988469 w 4094841"/>
                <a:gd name="csY3" fmla="*/ 142920 h 4104114"/>
                <a:gd name="csX4" fmla="*/ 3836069 w 4094841"/>
                <a:gd name="csY4" fmla="*/ 1584858 h 4104114"/>
                <a:gd name="csX5" fmla="*/ 2464469 w 4094841"/>
                <a:gd name="csY5" fmla="*/ 2088951 h 4104114"/>
                <a:gd name="csX6" fmla="*/ 1978 w 4094841"/>
                <a:gd name="csY6" fmla="*/ 4101966 h 4104114"/>
                <a:gd name="csX0" fmla="*/ 1943 w 4132359"/>
                <a:gd name="csY0" fmla="*/ 3750277 h 3752868"/>
                <a:gd name="csX1" fmla="*/ 2096301 w 4132359"/>
                <a:gd name="csY1" fmla="*/ 1668597 h 3752868"/>
                <a:gd name="csX2" fmla="*/ 2677833 w 4132359"/>
                <a:gd name="csY2" fmla="*/ 224981 h 3752868"/>
                <a:gd name="csX3" fmla="*/ 4025987 w 4132359"/>
                <a:gd name="csY3" fmla="*/ 142920 h 3752868"/>
                <a:gd name="csX4" fmla="*/ 3873587 w 4132359"/>
                <a:gd name="csY4" fmla="*/ 1584858 h 3752868"/>
                <a:gd name="csX5" fmla="*/ 2501987 w 4132359"/>
                <a:gd name="csY5" fmla="*/ 2088951 h 3752868"/>
                <a:gd name="csX6" fmla="*/ 1943 w 4132359"/>
                <a:gd name="csY6" fmla="*/ 3750277 h 3752868"/>
                <a:gd name="csX0" fmla="*/ 7123 w 4137539"/>
                <a:gd name="csY0" fmla="*/ 3776554 h 3776601"/>
                <a:gd name="csX1" fmla="*/ 1782278 w 4137539"/>
                <a:gd name="csY1" fmla="*/ 2163796 h 3776601"/>
                <a:gd name="csX2" fmla="*/ 2683013 w 4137539"/>
                <a:gd name="csY2" fmla="*/ 251258 h 3776601"/>
                <a:gd name="csX3" fmla="*/ 4031167 w 4137539"/>
                <a:gd name="csY3" fmla="*/ 169197 h 3776601"/>
                <a:gd name="csX4" fmla="*/ 3878767 w 4137539"/>
                <a:gd name="csY4" fmla="*/ 1611135 h 3776601"/>
                <a:gd name="csX5" fmla="*/ 2507167 w 4137539"/>
                <a:gd name="csY5" fmla="*/ 2115228 h 3776601"/>
                <a:gd name="csX6" fmla="*/ 7123 w 4137539"/>
                <a:gd name="csY6" fmla="*/ 3776554 h 3776601"/>
                <a:gd name="csX0" fmla="*/ 25 w 4130441"/>
                <a:gd name="csY0" fmla="*/ 3776554 h 3776586"/>
                <a:gd name="csX1" fmla="*/ 1775180 w 4130441"/>
                <a:gd name="csY1" fmla="*/ 2163796 h 3776586"/>
                <a:gd name="csX2" fmla="*/ 2675915 w 4130441"/>
                <a:gd name="csY2" fmla="*/ 251258 h 3776586"/>
                <a:gd name="csX3" fmla="*/ 4024069 w 4130441"/>
                <a:gd name="csY3" fmla="*/ 169197 h 3776586"/>
                <a:gd name="csX4" fmla="*/ 3871669 w 4130441"/>
                <a:gd name="csY4" fmla="*/ 1611135 h 3776586"/>
                <a:gd name="csX5" fmla="*/ 1814719 w 4130441"/>
                <a:gd name="csY5" fmla="*/ 2207339 h 3776586"/>
                <a:gd name="csX6" fmla="*/ 25 w 4130441"/>
                <a:gd name="csY6" fmla="*/ 3776554 h 3776586"/>
                <a:gd name="csX0" fmla="*/ 25 w 4130441"/>
                <a:gd name="csY0" fmla="*/ 3776554 h 3776589"/>
                <a:gd name="csX1" fmla="*/ 1775180 w 4130441"/>
                <a:gd name="csY1" fmla="*/ 2163796 h 3776589"/>
                <a:gd name="csX2" fmla="*/ 2675915 w 4130441"/>
                <a:gd name="csY2" fmla="*/ 251258 h 3776589"/>
                <a:gd name="csX3" fmla="*/ 4024069 w 4130441"/>
                <a:gd name="csY3" fmla="*/ 169197 h 3776589"/>
                <a:gd name="csX4" fmla="*/ 3871669 w 4130441"/>
                <a:gd name="csY4" fmla="*/ 1611135 h 3776589"/>
                <a:gd name="csX5" fmla="*/ 1814719 w 4130441"/>
                <a:gd name="csY5" fmla="*/ 2207339 h 3776589"/>
                <a:gd name="csX6" fmla="*/ 25 w 4130441"/>
                <a:gd name="csY6" fmla="*/ 3776554 h 3776589"/>
                <a:gd name="csX0" fmla="*/ 25 w 3957457"/>
                <a:gd name="csY0" fmla="*/ 3611866 h 3611901"/>
                <a:gd name="csX1" fmla="*/ 1775180 w 3957457"/>
                <a:gd name="csY1" fmla="*/ 1999108 h 3611901"/>
                <a:gd name="csX2" fmla="*/ 2675915 w 3957457"/>
                <a:gd name="csY2" fmla="*/ 86570 h 3611901"/>
                <a:gd name="csX3" fmla="*/ 3554650 w 3957457"/>
                <a:gd name="csY3" fmla="*/ 439934 h 3611901"/>
                <a:gd name="csX4" fmla="*/ 3871669 w 3957457"/>
                <a:gd name="csY4" fmla="*/ 1446447 h 3611901"/>
                <a:gd name="csX5" fmla="*/ 1814719 w 3957457"/>
                <a:gd name="csY5" fmla="*/ 2042651 h 3611901"/>
                <a:gd name="csX6" fmla="*/ 25 w 3957457"/>
                <a:gd name="csY6" fmla="*/ 3611866 h 3611901"/>
                <a:gd name="csX0" fmla="*/ 25 w 3957253"/>
                <a:gd name="csY0" fmla="*/ 3368639 h 3368674"/>
                <a:gd name="csX1" fmla="*/ 1775180 w 3957253"/>
                <a:gd name="csY1" fmla="*/ 1755881 h 3368674"/>
                <a:gd name="csX2" fmla="*/ 2685304 w 3957253"/>
                <a:gd name="csY2" fmla="*/ 144791 h 3368674"/>
                <a:gd name="csX3" fmla="*/ 3554650 w 3957253"/>
                <a:gd name="csY3" fmla="*/ 196707 h 3368674"/>
                <a:gd name="csX4" fmla="*/ 3871669 w 3957253"/>
                <a:gd name="csY4" fmla="*/ 1203220 h 3368674"/>
                <a:gd name="csX5" fmla="*/ 1814719 w 3957253"/>
                <a:gd name="csY5" fmla="*/ 1799424 h 3368674"/>
                <a:gd name="csX6" fmla="*/ 25 w 3957253"/>
                <a:gd name="csY6" fmla="*/ 3368639 h 3368674"/>
                <a:gd name="csX0" fmla="*/ 25 w 3705517"/>
                <a:gd name="csY0" fmla="*/ 3358570 h 3358603"/>
                <a:gd name="csX1" fmla="*/ 1775180 w 3705517"/>
                <a:gd name="csY1" fmla="*/ 1745812 h 3358603"/>
                <a:gd name="csX2" fmla="*/ 2685304 w 3705517"/>
                <a:gd name="csY2" fmla="*/ 134722 h 3358603"/>
                <a:gd name="csX3" fmla="*/ 3554650 w 3705517"/>
                <a:gd name="csY3" fmla="*/ 186638 h 3358603"/>
                <a:gd name="csX4" fmla="*/ 3552464 w 3705517"/>
                <a:gd name="csY4" fmla="*/ 975438 h 3358603"/>
                <a:gd name="csX5" fmla="*/ 1814719 w 3705517"/>
                <a:gd name="csY5" fmla="*/ 1789355 h 3358603"/>
                <a:gd name="csX6" fmla="*/ 25 w 3705517"/>
                <a:gd name="csY6" fmla="*/ 3358570 h 3358603"/>
                <a:gd name="csX0" fmla="*/ 2290 w 3707782"/>
                <a:gd name="csY0" fmla="*/ 3305196 h 3314287"/>
                <a:gd name="csX1" fmla="*/ 2199921 w 3707782"/>
                <a:gd name="csY1" fmla="*/ 955568 h 3314287"/>
                <a:gd name="csX2" fmla="*/ 2687569 w 3707782"/>
                <a:gd name="csY2" fmla="*/ 81348 h 3314287"/>
                <a:gd name="csX3" fmla="*/ 3556915 w 3707782"/>
                <a:gd name="csY3" fmla="*/ 133264 h 3314287"/>
                <a:gd name="csX4" fmla="*/ 3554729 w 3707782"/>
                <a:gd name="csY4" fmla="*/ 922064 h 3314287"/>
                <a:gd name="csX5" fmla="*/ 1816984 w 3707782"/>
                <a:gd name="csY5" fmla="*/ 1735981 h 3314287"/>
                <a:gd name="csX6" fmla="*/ 2290 w 3707782"/>
                <a:gd name="csY6" fmla="*/ 3305196 h 3314287"/>
                <a:gd name="csX0" fmla="*/ 377 w 3705869"/>
                <a:gd name="csY0" fmla="*/ 3305196 h 3313168"/>
                <a:gd name="csX1" fmla="*/ 2198008 w 3705869"/>
                <a:gd name="csY1" fmla="*/ 955568 h 3313168"/>
                <a:gd name="csX2" fmla="*/ 2685656 w 3705869"/>
                <a:gd name="csY2" fmla="*/ 81348 h 3313168"/>
                <a:gd name="csX3" fmla="*/ 3555002 w 3705869"/>
                <a:gd name="csY3" fmla="*/ 133264 h 3313168"/>
                <a:gd name="csX4" fmla="*/ 3552816 w 3705869"/>
                <a:gd name="csY4" fmla="*/ 922064 h 3313168"/>
                <a:gd name="csX5" fmla="*/ 2378375 w 3705869"/>
                <a:gd name="csY5" fmla="*/ 1694113 h 3313168"/>
                <a:gd name="csX6" fmla="*/ 377 w 3705869"/>
                <a:gd name="csY6" fmla="*/ 3305196 h 3313168"/>
                <a:gd name="csX0" fmla="*/ 377 w 3705869"/>
                <a:gd name="csY0" fmla="*/ 3305196 h 3311216"/>
                <a:gd name="csX1" fmla="*/ 2198008 w 3705869"/>
                <a:gd name="csY1" fmla="*/ 955568 h 3311216"/>
                <a:gd name="csX2" fmla="*/ 2685656 w 3705869"/>
                <a:gd name="csY2" fmla="*/ 81348 h 3311216"/>
                <a:gd name="csX3" fmla="*/ 3555002 w 3705869"/>
                <a:gd name="csY3" fmla="*/ 133264 h 3311216"/>
                <a:gd name="csX4" fmla="*/ 3552816 w 3705869"/>
                <a:gd name="csY4" fmla="*/ 922064 h 3311216"/>
                <a:gd name="csX5" fmla="*/ 2378375 w 3705869"/>
                <a:gd name="csY5" fmla="*/ 1694113 h 3311216"/>
                <a:gd name="csX6" fmla="*/ 377 w 3705869"/>
                <a:gd name="csY6" fmla="*/ 3305196 h 3311216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31250"/>
                <a:gd name="csY0" fmla="*/ 3306034 h 3313991"/>
                <a:gd name="csX1" fmla="*/ 2198008 w 4431250"/>
                <a:gd name="csY1" fmla="*/ 956406 h 3313991"/>
                <a:gd name="csX2" fmla="*/ 2685656 w 4431250"/>
                <a:gd name="csY2" fmla="*/ 82186 h 3313991"/>
                <a:gd name="csX3" fmla="*/ 3555002 w 4431250"/>
                <a:gd name="csY3" fmla="*/ 134102 h 3313991"/>
                <a:gd name="csX4" fmla="*/ 4425936 w 4431250"/>
                <a:gd name="csY4" fmla="*/ 939649 h 3313991"/>
                <a:gd name="csX5" fmla="*/ 2378375 w 4431250"/>
                <a:gd name="csY5" fmla="*/ 1694951 h 3313991"/>
                <a:gd name="csX6" fmla="*/ 377 w 4431250"/>
                <a:gd name="csY6" fmla="*/ 3306034 h 3313991"/>
                <a:gd name="csX0" fmla="*/ 377 w 4425936"/>
                <a:gd name="csY0" fmla="*/ 3306034 h 3313991"/>
                <a:gd name="csX1" fmla="*/ 2198008 w 4425936"/>
                <a:gd name="csY1" fmla="*/ 956406 h 3313991"/>
                <a:gd name="csX2" fmla="*/ 2685656 w 4425936"/>
                <a:gd name="csY2" fmla="*/ 82186 h 3313991"/>
                <a:gd name="csX3" fmla="*/ 3555002 w 4425936"/>
                <a:gd name="csY3" fmla="*/ 134102 h 3313991"/>
                <a:gd name="csX4" fmla="*/ 4425936 w 4425936"/>
                <a:gd name="csY4" fmla="*/ 939649 h 3313991"/>
                <a:gd name="csX5" fmla="*/ 2378375 w 4425936"/>
                <a:gd name="csY5" fmla="*/ 1694951 h 3313991"/>
                <a:gd name="csX6" fmla="*/ 377 w 4425936"/>
                <a:gd name="csY6" fmla="*/ 3306034 h 3313991"/>
                <a:gd name="csX0" fmla="*/ 377 w 4472878"/>
                <a:gd name="csY0" fmla="*/ 3303952 h 3311947"/>
                <a:gd name="csX1" fmla="*/ 2198008 w 4472878"/>
                <a:gd name="csY1" fmla="*/ 954324 h 3311947"/>
                <a:gd name="csX2" fmla="*/ 2685656 w 4472878"/>
                <a:gd name="csY2" fmla="*/ 80104 h 3311947"/>
                <a:gd name="csX3" fmla="*/ 3555002 w 4472878"/>
                <a:gd name="csY3" fmla="*/ 132020 h 3311947"/>
                <a:gd name="csX4" fmla="*/ 4472878 w 4472878"/>
                <a:gd name="csY4" fmla="*/ 895700 h 3311947"/>
                <a:gd name="csX5" fmla="*/ 2378375 w 4472878"/>
                <a:gd name="csY5" fmla="*/ 1692869 h 3311947"/>
                <a:gd name="csX6" fmla="*/ 377 w 4472878"/>
                <a:gd name="csY6" fmla="*/ 3303952 h 3311947"/>
                <a:gd name="csX0" fmla="*/ 377 w 4472878"/>
                <a:gd name="csY0" fmla="*/ 3489034 h 3497029"/>
                <a:gd name="csX1" fmla="*/ 2198008 w 4472878"/>
                <a:gd name="csY1" fmla="*/ 1139406 h 3497029"/>
                <a:gd name="csX2" fmla="*/ 2685656 w 4472878"/>
                <a:gd name="csY2" fmla="*/ 265186 h 3497029"/>
                <a:gd name="csX3" fmla="*/ 3742770 w 4472878"/>
                <a:gd name="csY3" fmla="*/ 49148 h 3497029"/>
                <a:gd name="csX4" fmla="*/ 4472878 w 4472878"/>
                <a:gd name="csY4" fmla="*/ 1080782 h 3497029"/>
                <a:gd name="csX5" fmla="*/ 2378375 w 4472878"/>
                <a:gd name="csY5" fmla="*/ 1877951 h 3497029"/>
                <a:gd name="csX6" fmla="*/ 377 w 4472878"/>
                <a:gd name="csY6" fmla="*/ 3489034 h 3497029"/>
                <a:gd name="csX0" fmla="*/ 377 w 4482266"/>
                <a:gd name="csY0" fmla="*/ 3489034 h 3497029"/>
                <a:gd name="csX1" fmla="*/ 2198008 w 4482266"/>
                <a:gd name="csY1" fmla="*/ 1139406 h 3497029"/>
                <a:gd name="csX2" fmla="*/ 2685656 w 4482266"/>
                <a:gd name="csY2" fmla="*/ 265186 h 3497029"/>
                <a:gd name="csX3" fmla="*/ 3742770 w 4482266"/>
                <a:gd name="csY3" fmla="*/ 49148 h 3497029"/>
                <a:gd name="csX4" fmla="*/ 4482266 w 4482266"/>
                <a:gd name="csY4" fmla="*/ 1080782 h 3497029"/>
                <a:gd name="csX5" fmla="*/ 2378375 w 4482266"/>
                <a:gd name="csY5" fmla="*/ 1877951 h 3497029"/>
                <a:gd name="csX6" fmla="*/ 377 w 4482266"/>
                <a:gd name="csY6" fmla="*/ 3489034 h 3497029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10188 w 4492077"/>
                <a:gd name="csY0" fmla="*/ 3488052 h 3497366"/>
                <a:gd name="csX1" fmla="*/ 1804118 w 4492077"/>
                <a:gd name="csY1" fmla="*/ 1096559 h 3497366"/>
                <a:gd name="csX2" fmla="*/ 2695467 w 4492077"/>
                <a:gd name="csY2" fmla="*/ 264204 h 3497366"/>
                <a:gd name="csX3" fmla="*/ 3752581 w 4492077"/>
                <a:gd name="csY3" fmla="*/ 48166 h 3497366"/>
                <a:gd name="csX4" fmla="*/ 4492077 w 4492077"/>
                <a:gd name="csY4" fmla="*/ 1079800 h 3497366"/>
                <a:gd name="csX5" fmla="*/ 2688616 w 4492077"/>
                <a:gd name="csY5" fmla="*/ 1893718 h 3497366"/>
                <a:gd name="csX6" fmla="*/ 10188 w 4492077"/>
                <a:gd name="csY6" fmla="*/ 3488052 h 3497366"/>
                <a:gd name="csX0" fmla="*/ 10188 w 4492077"/>
                <a:gd name="csY0" fmla="*/ 3488052 h 3500595"/>
                <a:gd name="csX1" fmla="*/ 1804118 w 4492077"/>
                <a:gd name="csY1" fmla="*/ 1096559 h 3500595"/>
                <a:gd name="csX2" fmla="*/ 2695467 w 4492077"/>
                <a:gd name="csY2" fmla="*/ 264204 h 3500595"/>
                <a:gd name="csX3" fmla="*/ 3752581 w 4492077"/>
                <a:gd name="csY3" fmla="*/ 48166 h 3500595"/>
                <a:gd name="csX4" fmla="*/ 4492077 w 4492077"/>
                <a:gd name="csY4" fmla="*/ 1079800 h 3500595"/>
                <a:gd name="csX5" fmla="*/ 2688616 w 4492077"/>
                <a:gd name="csY5" fmla="*/ 1893718 h 3500595"/>
                <a:gd name="csX6" fmla="*/ 10188 w 4492077"/>
                <a:gd name="csY6" fmla="*/ 3488052 h 3500595"/>
                <a:gd name="csX0" fmla="*/ 10188 w 4492077"/>
                <a:gd name="csY0" fmla="*/ 3488052 h 3500888"/>
                <a:gd name="csX1" fmla="*/ 1804118 w 4492077"/>
                <a:gd name="csY1" fmla="*/ 1096559 h 3500888"/>
                <a:gd name="csX2" fmla="*/ 2695467 w 4492077"/>
                <a:gd name="csY2" fmla="*/ 264204 h 3500888"/>
                <a:gd name="csX3" fmla="*/ 3752581 w 4492077"/>
                <a:gd name="csY3" fmla="*/ 48166 h 3500888"/>
                <a:gd name="csX4" fmla="*/ 4492077 w 4492077"/>
                <a:gd name="csY4" fmla="*/ 1079800 h 3500888"/>
                <a:gd name="csX5" fmla="*/ 2688616 w 4492077"/>
                <a:gd name="csY5" fmla="*/ 1893718 h 3500888"/>
                <a:gd name="csX6" fmla="*/ 10188 w 4492077"/>
                <a:gd name="csY6" fmla="*/ 3488052 h 3500888"/>
                <a:gd name="csX0" fmla="*/ 27731 w 3289130"/>
                <a:gd name="csY0" fmla="*/ 2449732 h 2473361"/>
                <a:gd name="csX1" fmla="*/ 601171 w 3289130"/>
                <a:gd name="csY1" fmla="*/ 1096559 h 2473361"/>
                <a:gd name="csX2" fmla="*/ 1492520 w 3289130"/>
                <a:gd name="csY2" fmla="*/ 264204 h 2473361"/>
                <a:gd name="csX3" fmla="*/ 2549634 w 3289130"/>
                <a:gd name="csY3" fmla="*/ 48166 h 2473361"/>
                <a:gd name="csX4" fmla="*/ 3289130 w 3289130"/>
                <a:gd name="csY4" fmla="*/ 1079800 h 2473361"/>
                <a:gd name="csX5" fmla="*/ 1485669 w 3289130"/>
                <a:gd name="csY5" fmla="*/ 1893718 h 2473361"/>
                <a:gd name="csX6" fmla="*/ 27731 w 3289130"/>
                <a:gd name="csY6" fmla="*/ 2449732 h 2473361"/>
                <a:gd name="csX0" fmla="*/ 367 w 3261766"/>
                <a:gd name="csY0" fmla="*/ 2449732 h 2449966"/>
                <a:gd name="csX1" fmla="*/ 573807 w 3261766"/>
                <a:gd name="csY1" fmla="*/ 1096559 h 2449966"/>
                <a:gd name="csX2" fmla="*/ 1465156 w 3261766"/>
                <a:gd name="csY2" fmla="*/ 264204 h 2449966"/>
                <a:gd name="csX3" fmla="*/ 2522270 w 3261766"/>
                <a:gd name="csY3" fmla="*/ 48166 h 2449966"/>
                <a:gd name="csX4" fmla="*/ 3261766 w 3261766"/>
                <a:gd name="csY4" fmla="*/ 1079800 h 2449966"/>
                <a:gd name="csX5" fmla="*/ 1458305 w 3261766"/>
                <a:gd name="csY5" fmla="*/ 1893718 h 2449966"/>
                <a:gd name="csX6" fmla="*/ 367 w 3261766"/>
                <a:gd name="csY6" fmla="*/ 2449732 h 2449966"/>
                <a:gd name="csX0" fmla="*/ 62959 w 3324358"/>
                <a:gd name="csY0" fmla="*/ 2449732 h 2487147"/>
                <a:gd name="csX1" fmla="*/ 636399 w 3324358"/>
                <a:gd name="csY1" fmla="*/ 1096559 h 2487147"/>
                <a:gd name="csX2" fmla="*/ 1527748 w 3324358"/>
                <a:gd name="csY2" fmla="*/ 264204 h 2487147"/>
                <a:gd name="csX3" fmla="*/ 2584862 w 3324358"/>
                <a:gd name="csY3" fmla="*/ 48166 h 2487147"/>
                <a:gd name="csX4" fmla="*/ 3324358 w 3324358"/>
                <a:gd name="csY4" fmla="*/ 1079800 h 2487147"/>
                <a:gd name="csX5" fmla="*/ 1520897 w 3324358"/>
                <a:gd name="csY5" fmla="*/ 1893718 h 2487147"/>
                <a:gd name="csX6" fmla="*/ 62959 w 3324358"/>
                <a:gd name="csY6" fmla="*/ 2449732 h 2487147"/>
                <a:gd name="csX0" fmla="*/ 38478 w 4482813"/>
                <a:gd name="csY0" fmla="*/ 3496425 h 3519813"/>
                <a:gd name="csX1" fmla="*/ 1794854 w 4482813"/>
                <a:gd name="csY1" fmla="*/ 1096559 h 3519813"/>
                <a:gd name="csX2" fmla="*/ 2686203 w 4482813"/>
                <a:gd name="csY2" fmla="*/ 264204 h 3519813"/>
                <a:gd name="csX3" fmla="*/ 3743317 w 4482813"/>
                <a:gd name="csY3" fmla="*/ 48166 h 3519813"/>
                <a:gd name="csX4" fmla="*/ 4482813 w 4482813"/>
                <a:gd name="csY4" fmla="*/ 1079800 h 3519813"/>
                <a:gd name="csX5" fmla="*/ 2679352 w 4482813"/>
                <a:gd name="csY5" fmla="*/ 1893718 h 3519813"/>
                <a:gd name="csX6" fmla="*/ 38478 w 4482813"/>
                <a:gd name="csY6" fmla="*/ 3496425 h 3519813"/>
                <a:gd name="csX0" fmla="*/ 9071 w 4453406"/>
                <a:gd name="csY0" fmla="*/ 3496425 h 3510301"/>
                <a:gd name="csX1" fmla="*/ 1765447 w 4453406"/>
                <a:gd name="csY1" fmla="*/ 1096559 h 3510301"/>
                <a:gd name="csX2" fmla="*/ 2656796 w 4453406"/>
                <a:gd name="csY2" fmla="*/ 264204 h 3510301"/>
                <a:gd name="csX3" fmla="*/ 3713910 w 4453406"/>
                <a:gd name="csY3" fmla="*/ 48166 h 3510301"/>
                <a:gd name="csX4" fmla="*/ 4453406 w 4453406"/>
                <a:gd name="csY4" fmla="*/ 1079800 h 3510301"/>
                <a:gd name="csX5" fmla="*/ 2649945 w 4453406"/>
                <a:gd name="csY5" fmla="*/ 1893718 h 3510301"/>
                <a:gd name="csX6" fmla="*/ 9071 w 4453406"/>
                <a:gd name="csY6" fmla="*/ 3496425 h 3510301"/>
                <a:gd name="csX0" fmla="*/ 9071 w 4453406"/>
                <a:gd name="csY0" fmla="*/ 3496425 h 3512169"/>
                <a:gd name="csX1" fmla="*/ 1765447 w 4453406"/>
                <a:gd name="csY1" fmla="*/ 1096559 h 3512169"/>
                <a:gd name="csX2" fmla="*/ 2656796 w 4453406"/>
                <a:gd name="csY2" fmla="*/ 264204 h 3512169"/>
                <a:gd name="csX3" fmla="*/ 3713910 w 4453406"/>
                <a:gd name="csY3" fmla="*/ 48166 h 3512169"/>
                <a:gd name="csX4" fmla="*/ 4453406 w 4453406"/>
                <a:gd name="csY4" fmla="*/ 1079800 h 3512169"/>
                <a:gd name="csX5" fmla="*/ 2649945 w 4453406"/>
                <a:gd name="csY5" fmla="*/ 1893718 h 3512169"/>
                <a:gd name="csX6" fmla="*/ 9071 w 4453406"/>
                <a:gd name="csY6" fmla="*/ 3496425 h 3512169"/>
                <a:gd name="csX0" fmla="*/ 9640 w 4453975"/>
                <a:gd name="csY0" fmla="*/ 3496425 h 3512169"/>
                <a:gd name="csX1" fmla="*/ 1766016 w 4453975"/>
                <a:gd name="csY1" fmla="*/ 1096559 h 3512169"/>
                <a:gd name="csX2" fmla="*/ 2657365 w 4453975"/>
                <a:gd name="csY2" fmla="*/ 264204 h 3512169"/>
                <a:gd name="csX3" fmla="*/ 3714479 w 4453975"/>
                <a:gd name="csY3" fmla="*/ 48166 h 3512169"/>
                <a:gd name="csX4" fmla="*/ 4453975 w 4453975"/>
                <a:gd name="csY4" fmla="*/ 1079800 h 3512169"/>
                <a:gd name="csX5" fmla="*/ 2650514 w 4453975"/>
                <a:gd name="csY5" fmla="*/ 1893718 h 3512169"/>
                <a:gd name="csX6" fmla="*/ 9640 w 4453975"/>
                <a:gd name="csY6" fmla="*/ 3496425 h 3512169"/>
                <a:gd name="csX0" fmla="*/ 9640 w 4453975"/>
                <a:gd name="csY0" fmla="*/ 3993467 h 4008123"/>
                <a:gd name="csX1" fmla="*/ 1766016 w 4453975"/>
                <a:gd name="csY1" fmla="*/ 1593601 h 4008123"/>
                <a:gd name="csX2" fmla="*/ 2601034 w 4453975"/>
                <a:gd name="csY2" fmla="*/ 41122 h 4008123"/>
                <a:gd name="csX3" fmla="*/ 3714479 w 4453975"/>
                <a:gd name="csY3" fmla="*/ 545208 h 4008123"/>
                <a:gd name="csX4" fmla="*/ 4453975 w 4453975"/>
                <a:gd name="csY4" fmla="*/ 1576842 h 4008123"/>
                <a:gd name="csX5" fmla="*/ 2650514 w 4453975"/>
                <a:gd name="csY5" fmla="*/ 2390760 h 4008123"/>
                <a:gd name="csX6" fmla="*/ 9640 w 4453975"/>
                <a:gd name="csY6" fmla="*/ 3993467 h 4008123"/>
                <a:gd name="csX0" fmla="*/ 9640 w 4453975"/>
                <a:gd name="csY0" fmla="*/ 3952894 h 3967550"/>
                <a:gd name="csX1" fmla="*/ 1766016 w 4453975"/>
                <a:gd name="csY1" fmla="*/ 1553028 h 3967550"/>
                <a:gd name="csX2" fmla="*/ 2601034 w 4453975"/>
                <a:gd name="csY2" fmla="*/ 549 h 3967550"/>
                <a:gd name="csX3" fmla="*/ 3714479 w 4453975"/>
                <a:gd name="csY3" fmla="*/ 504635 h 3967550"/>
                <a:gd name="csX4" fmla="*/ 4453975 w 4453975"/>
                <a:gd name="csY4" fmla="*/ 1536269 h 3967550"/>
                <a:gd name="csX5" fmla="*/ 2650514 w 4453975"/>
                <a:gd name="csY5" fmla="*/ 2350187 h 3967550"/>
                <a:gd name="csX6" fmla="*/ 9640 w 4453975"/>
                <a:gd name="csY6" fmla="*/ 3952894 h 3967550"/>
                <a:gd name="csX0" fmla="*/ 9640 w 4453975"/>
                <a:gd name="csY0" fmla="*/ 3952971 h 3968477"/>
                <a:gd name="csX1" fmla="*/ 1766016 w 4453975"/>
                <a:gd name="csY1" fmla="*/ 1553105 h 3968477"/>
                <a:gd name="csX2" fmla="*/ 2601034 w 4453975"/>
                <a:gd name="csY2" fmla="*/ 626 h 3968477"/>
                <a:gd name="csX3" fmla="*/ 3714479 w 4453975"/>
                <a:gd name="csY3" fmla="*/ 504712 h 3968477"/>
                <a:gd name="csX4" fmla="*/ 4453975 w 4453975"/>
                <a:gd name="csY4" fmla="*/ 1536346 h 3968477"/>
                <a:gd name="csX5" fmla="*/ 2650514 w 4453975"/>
                <a:gd name="csY5" fmla="*/ 2350264 h 3968477"/>
                <a:gd name="csX6" fmla="*/ 9640 w 4453975"/>
                <a:gd name="csY6" fmla="*/ 3952971 h 3968477"/>
                <a:gd name="csX0" fmla="*/ 9640 w 4517542"/>
                <a:gd name="csY0" fmla="*/ 4153948 h 4169453"/>
                <a:gd name="csX1" fmla="*/ 1766016 w 4517542"/>
                <a:gd name="csY1" fmla="*/ 1754082 h 4169453"/>
                <a:gd name="csX2" fmla="*/ 2601034 w 4517542"/>
                <a:gd name="csY2" fmla="*/ 201603 h 4169453"/>
                <a:gd name="csX3" fmla="*/ 4390442 w 4517542"/>
                <a:gd name="csY3" fmla="*/ 186529 h 4169453"/>
                <a:gd name="csX4" fmla="*/ 4453975 w 4517542"/>
                <a:gd name="csY4" fmla="*/ 1737323 h 4169453"/>
                <a:gd name="csX5" fmla="*/ 2650514 w 4517542"/>
                <a:gd name="csY5" fmla="*/ 2551241 h 4169453"/>
                <a:gd name="csX6" fmla="*/ 9640 w 4517542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719798"/>
                <a:gd name="csY0" fmla="*/ 4153948 h 4169453"/>
                <a:gd name="csX1" fmla="*/ 1766016 w 4719798"/>
                <a:gd name="csY1" fmla="*/ 1754082 h 4169453"/>
                <a:gd name="csX2" fmla="*/ 2601034 w 4719798"/>
                <a:gd name="csY2" fmla="*/ 201603 h 4169453"/>
                <a:gd name="csX3" fmla="*/ 4390442 w 4719798"/>
                <a:gd name="csY3" fmla="*/ 186529 h 4169453"/>
                <a:gd name="csX4" fmla="*/ 4453975 w 4719798"/>
                <a:gd name="csY4" fmla="*/ 1737323 h 4169453"/>
                <a:gd name="csX5" fmla="*/ 2650514 w 4719798"/>
                <a:gd name="csY5" fmla="*/ 2551241 h 4169453"/>
                <a:gd name="csX6" fmla="*/ 9640 w 4719798"/>
                <a:gd name="csY6" fmla="*/ 4153948 h 4169453"/>
                <a:gd name="csX0" fmla="*/ 9640 w 4684091"/>
                <a:gd name="csY0" fmla="*/ 4153948 h 4169453"/>
                <a:gd name="csX1" fmla="*/ 1766016 w 4684091"/>
                <a:gd name="csY1" fmla="*/ 1754082 h 4169453"/>
                <a:gd name="csX2" fmla="*/ 2601034 w 4684091"/>
                <a:gd name="csY2" fmla="*/ 201603 h 4169453"/>
                <a:gd name="csX3" fmla="*/ 4390442 w 4684091"/>
                <a:gd name="csY3" fmla="*/ 186529 h 4169453"/>
                <a:gd name="csX4" fmla="*/ 4453975 w 4684091"/>
                <a:gd name="csY4" fmla="*/ 1737323 h 4169453"/>
                <a:gd name="csX5" fmla="*/ 2650514 w 4684091"/>
                <a:gd name="csY5" fmla="*/ 2551241 h 4169453"/>
                <a:gd name="csX6" fmla="*/ 9640 w 4684091"/>
                <a:gd name="csY6" fmla="*/ 4153948 h 4169453"/>
                <a:gd name="csX0" fmla="*/ 9640 w 4747938"/>
                <a:gd name="csY0" fmla="*/ 4153948 h 4169453"/>
                <a:gd name="csX1" fmla="*/ 1766016 w 4747938"/>
                <a:gd name="csY1" fmla="*/ 1754082 h 4169453"/>
                <a:gd name="csX2" fmla="*/ 2601034 w 4747938"/>
                <a:gd name="csY2" fmla="*/ 201603 h 4169453"/>
                <a:gd name="csX3" fmla="*/ 4390442 w 4747938"/>
                <a:gd name="csY3" fmla="*/ 186529 h 4169453"/>
                <a:gd name="csX4" fmla="*/ 4453975 w 4747938"/>
                <a:gd name="csY4" fmla="*/ 1737323 h 4169453"/>
                <a:gd name="csX5" fmla="*/ 2650514 w 4747938"/>
                <a:gd name="csY5" fmla="*/ 2551241 h 4169453"/>
                <a:gd name="csX6" fmla="*/ 9640 w 4747938"/>
                <a:gd name="csY6" fmla="*/ 4153948 h 4169453"/>
                <a:gd name="csX0" fmla="*/ 9640 w 4747938"/>
                <a:gd name="csY0" fmla="*/ 4205765 h 4221270"/>
                <a:gd name="csX1" fmla="*/ 1766016 w 4747938"/>
                <a:gd name="csY1" fmla="*/ 1805899 h 4221270"/>
                <a:gd name="csX2" fmla="*/ 2601034 w 4747938"/>
                <a:gd name="csY2" fmla="*/ 253420 h 4221270"/>
                <a:gd name="csX3" fmla="*/ 4390442 w 4747938"/>
                <a:gd name="csY3" fmla="*/ 238346 h 4221270"/>
                <a:gd name="csX4" fmla="*/ 4453975 w 4747938"/>
                <a:gd name="csY4" fmla="*/ 1789140 h 4221270"/>
                <a:gd name="csX5" fmla="*/ 2650514 w 4747938"/>
                <a:gd name="csY5" fmla="*/ 2603058 h 4221270"/>
                <a:gd name="csX6" fmla="*/ 9640 w 4747938"/>
                <a:gd name="csY6" fmla="*/ 4205765 h 4221270"/>
                <a:gd name="csX0" fmla="*/ 9640 w 4769359"/>
                <a:gd name="csY0" fmla="*/ 4189897 h 4205402"/>
                <a:gd name="csX1" fmla="*/ 1766016 w 4769359"/>
                <a:gd name="csY1" fmla="*/ 1790031 h 4205402"/>
                <a:gd name="csX2" fmla="*/ 2601034 w 4769359"/>
                <a:gd name="csY2" fmla="*/ 237552 h 4205402"/>
                <a:gd name="csX3" fmla="*/ 4446772 w 4769359"/>
                <a:gd name="csY3" fmla="*/ 163863 h 4205402"/>
                <a:gd name="csX4" fmla="*/ 4453975 w 4769359"/>
                <a:gd name="csY4" fmla="*/ 1773272 h 4205402"/>
                <a:gd name="csX5" fmla="*/ 2650514 w 4769359"/>
                <a:gd name="csY5" fmla="*/ 2587190 h 4205402"/>
                <a:gd name="csX6" fmla="*/ 9640 w 4769359"/>
                <a:gd name="csY6" fmla="*/ 4189897 h 4205402"/>
                <a:gd name="csX0" fmla="*/ 9640 w 4747938"/>
                <a:gd name="csY0" fmla="*/ 4212142 h 4227647"/>
                <a:gd name="csX1" fmla="*/ 1766016 w 4747938"/>
                <a:gd name="csY1" fmla="*/ 1812276 h 4227647"/>
                <a:gd name="csX2" fmla="*/ 2601034 w 4747938"/>
                <a:gd name="csY2" fmla="*/ 259797 h 4227647"/>
                <a:gd name="csX3" fmla="*/ 4390441 w 4747938"/>
                <a:gd name="csY3" fmla="*/ 152614 h 4227647"/>
                <a:gd name="csX4" fmla="*/ 4453975 w 4747938"/>
                <a:gd name="csY4" fmla="*/ 1795517 h 4227647"/>
                <a:gd name="csX5" fmla="*/ 2650514 w 4747938"/>
                <a:gd name="csY5" fmla="*/ 2609435 h 4227647"/>
                <a:gd name="csX6" fmla="*/ 9640 w 4747938"/>
                <a:gd name="csY6" fmla="*/ 4212142 h 4227647"/>
                <a:gd name="csX0" fmla="*/ 8567 w 4746865"/>
                <a:gd name="csY0" fmla="*/ 4212143 h 4219435"/>
                <a:gd name="csX1" fmla="*/ 1745271 w 4746865"/>
                <a:gd name="csY1" fmla="*/ 1812279 h 4219435"/>
                <a:gd name="csX2" fmla="*/ 2599961 w 4746865"/>
                <a:gd name="csY2" fmla="*/ 259798 h 4219435"/>
                <a:gd name="csX3" fmla="*/ 4389368 w 4746865"/>
                <a:gd name="csY3" fmla="*/ 152615 h 4219435"/>
                <a:gd name="csX4" fmla="*/ 4452902 w 4746865"/>
                <a:gd name="csY4" fmla="*/ 1795518 h 4219435"/>
                <a:gd name="csX5" fmla="*/ 2649441 w 4746865"/>
                <a:gd name="csY5" fmla="*/ 2609436 h 4219435"/>
                <a:gd name="csX6" fmla="*/ 8567 w 4746865"/>
                <a:gd name="csY6" fmla="*/ 4212143 h 4219435"/>
                <a:gd name="csX0" fmla="*/ 8451 w 4746749"/>
                <a:gd name="csY0" fmla="*/ 4212143 h 4219813"/>
                <a:gd name="csX1" fmla="*/ 1745155 w 4746749"/>
                <a:gd name="csY1" fmla="*/ 1812279 h 4219813"/>
                <a:gd name="csX2" fmla="*/ 2599845 w 4746749"/>
                <a:gd name="csY2" fmla="*/ 259798 h 4219813"/>
                <a:gd name="csX3" fmla="*/ 4389252 w 4746749"/>
                <a:gd name="csY3" fmla="*/ 152615 h 4219813"/>
                <a:gd name="csX4" fmla="*/ 4452786 w 4746749"/>
                <a:gd name="csY4" fmla="*/ 1795518 h 4219813"/>
                <a:gd name="csX5" fmla="*/ 2642769 w 4746749"/>
                <a:gd name="csY5" fmla="*/ 2626986 h 4219813"/>
                <a:gd name="csX6" fmla="*/ 8451 w 4746749"/>
                <a:gd name="csY6" fmla="*/ 4212143 h 4219813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594 w 4746892"/>
                <a:gd name="csY0" fmla="*/ 4213311 h 4220527"/>
                <a:gd name="csX1" fmla="*/ 1738740 w 4746892"/>
                <a:gd name="csY1" fmla="*/ 1836843 h 4220527"/>
                <a:gd name="csX2" fmla="*/ 2599988 w 4746892"/>
                <a:gd name="csY2" fmla="*/ 260966 h 4220527"/>
                <a:gd name="csX3" fmla="*/ 4389395 w 4746892"/>
                <a:gd name="csY3" fmla="*/ 153783 h 4220527"/>
                <a:gd name="csX4" fmla="*/ 4452929 w 4746892"/>
                <a:gd name="csY4" fmla="*/ 1796686 h 4220527"/>
                <a:gd name="csX5" fmla="*/ 2642912 w 4746892"/>
                <a:gd name="csY5" fmla="*/ 2628154 h 4220527"/>
                <a:gd name="csX6" fmla="*/ 8594 w 4746892"/>
                <a:gd name="csY6" fmla="*/ 4213311 h 4220527"/>
                <a:gd name="csX0" fmla="*/ 8594 w 4693867"/>
                <a:gd name="csY0" fmla="*/ 4136922 h 4144138"/>
                <a:gd name="csX1" fmla="*/ 1738740 w 4693867"/>
                <a:gd name="csY1" fmla="*/ 1760454 h 4144138"/>
                <a:gd name="csX2" fmla="*/ 2599988 w 4693867"/>
                <a:gd name="csY2" fmla="*/ 184577 h 4144138"/>
                <a:gd name="csX3" fmla="*/ 4389395 w 4693867"/>
                <a:gd name="csY3" fmla="*/ 77394 h 4144138"/>
                <a:gd name="csX4" fmla="*/ 4452929 w 4693867"/>
                <a:gd name="csY4" fmla="*/ 1720297 h 4144138"/>
                <a:gd name="csX5" fmla="*/ 2642912 w 4693867"/>
                <a:gd name="csY5" fmla="*/ 2551765 h 4144138"/>
                <a:gd name="csX6" fmla="*/ 8594 w 4693867"/>
                <a:gd name="csY6" fmla="*/ 4136922 h 4144138"/>
                <a:gd name="csX0" fmla="*/ 8594 w 4699247"/>
                <a:gd name="csY0" fmla="*/ 4098901 h 4106117"/>
                <a:gd name="csX1" fmla="*/ 1738740 w 4699247"/>
                <a:gd name="csY1" fmla="*/ 1722433 h 4106117"/>
                <a:gd name="csX2" fmla="*/ 2599988 w 4699247"/>
                <a:gd name="csY2" fmla="*/ 146556 h 4106117"/>
                <a:gd name="csX3" fmla="*/ 4409070 w 4699247"/>
                <a:gd name="csY3" fmla="*/ 115412 h 4106117"/>
                <a:gd name="csX4" fmla="*/ 4452929 w 4699247"/>
                <a:gd name="csY4" fmla="*/ 1682276 h 4106117"/>
                <a:gd name="csX5" fmla="*/ 2642912 w 4699247"/>
                <a:gd name="csY5" fmla="*/ 2513744 h 4106117"/>
                <a:gd name="csX6" fmla="*/ 8594 w 4699247"/>
                <a:gd name="csY6" fmla="*/ 4098901 h 4106117"/>
                <a:gd name="csX0" fmla="*/ 8594 w 4703971"/>
                <a:gd name="csY0" fmla="*/ 4107920 h 4115136"/>
                <a:gd name="csX1" fmla="*/ 1738740 w 4703971"/>
                <a:gd name="csY1" fmla="*/ 1731452 h 4115136"/>
                <a:gd name="csX2" fmla="*/ 2599988 w 4703971"/>
                <a:gd name="csY2" fmla="*/ 155575 h 4115136"/>
                <a:gd name="csX3" fmla="*/ 4409070 w 4703971"/>
                <a:gd name="csY3" fmla="*/ 124431 h 4115136"/>
                <a:gd name="csX4" fmla="*/ 4452929 w 4703971"/>
                <a:gd name="csY4" fmla="*/ 1691295 h 4115136"/>
                <a:gd name="csX5" fmla="*/ 2642912 w 4703971"/>
                <a:gd name="csY5" fmla="*/ 2522763 h 4115136"/>
                <a:gd name="csX6" fmla="*/ 8594 w 4703971"/>
                <a:gd name="csY6" fmla="*/ 4107920 h 4115136"/>
                <a:gd name="csX0" fmla="*/ 8594 w 4703971"/>
                <a:gd name="csY0" fmla="*/ 4195888 h 4203104"/>
                <a:gd name="csX1" fmla="*/ 1738740 w 4703971"/>
                <a:gd name="csY1" fmla="*/ 1819420 h 4203104"/>
                <a:gd name="csX2" fmla="*/ 2599988 w 4703971"/>
                <a:gd name="csY2" fmla="*/ 243543 h 4203104"/>
                <a:gd name="csX3" fmla="*/ 4409070 w 4703971"/>
                <a:gd name="csY3" fmla="*/ 212399 h 4203104"/>
                <a:gd name="csX4" fmla="*/ 4452929 w 4703971"/>
                <a:gd name="csY4" fmla="*/ 1779263 h 4203104"/>
                <a:gd name="csX5" fmla="*/ 2642912 w 4703971"/>
                <a:gd name="csY5" fmla="*/ 2610731 h 4203104"/>
                <a:gd name="csX6" fmla="*/ 8594 w 4703971"/>
                <a:gd name="csY6" fmla="*/ 4195888 h 4203104"/>
                <a:gd name="csX0" fmla="*/ 8594 w 4703971"/>
                <a:gd name="csY0" fmla="*/ 4213778 h 4220994"/>
                <a:gd name="csX1" fmla="*/ 1738740 w 4703971"/>
                <a:gd name="csY1" fmla="*/ 1837310 h 4220994"/>
                <a:gd name="csX2" fmla="*/ 2599988 w 4703971"/>
                <a:gd name="csY2" fmla="*/ 261433 h 4220994"/>
                <a:gd name="csX3" fmla="*/ 4409070 w 4703971"/>
                <a:gd name="csY3" fmla="*/ 230289 h 4220994"/>
                <a:gd name="csX4" fmla="*/ 4452929 w 4703971"/>
                <a:gd name="csY4" fmla="*/ 1797153 h 4220994"/>
                <a:gd name="csX5" fmla="*/ 2642912 w 4703971"/>
                <a:gd name="csY5" fmla="*/ 2628621 h 4220994"/>
                <a:gd name="csX6" fmla="*/ 8594 w 4703971"/>
                <a:gd name="csY6" fmla="*/ 4213778 h 4220994"/>
                <a:gd name="csX0" fmla="*/ 8594 w 4855548"/>
                <a:gd name="csY0" fmla="*/ 4390510 h 4397726"/>
                <a:gd name="csX1" fmla="*/ 1738740 w 4855548"/>
                <a:gd name="csY1" fmla="*/ 2014042 h 4397726"/>
                <a:gd name="csX2" fmla="*/ 2599988 w 4855548"/>
                <a:gd name="csY2" fmla="*/ 438165 h 4397726"/>
                <a:gd name="csX3" fmla="*/ 4756647 w 4855548"/>
                <a:gd name="csY3" fmla="*/ 26825 h 4397726"/>
                <a:gd name="csX4" fmla="*/ 4452929 w 4855548"/>
                <a:gd name="csY4" fmla="*/ 1973885 h 4397726"/>
                <a:gd name="csX5" fmla="*/ 2642912 w 4855548"/>
                <a:gd name="csY5" fmla="*/ 2805353 h 4397726"/>
                <a:gd name="csX6" fmla="*/ 8594 w 4855548"/>
                <a:gd name="csY6" fmla="*/ 4390510 h 4397726"/>
                <a:gd name="csX0" fmla="*/ 8594 w 5018748"/>
                <a:gd name="csY0" fmla="*/ 4545598 h 4552814"/>
                <a:gd name="csX1" fmla="*/ 1738740 w 5018748"/>
                <a:gd name="csY1" fmla="*/ 2169130 h 4552814"/>
                <a:gd name="csX2" fmla="*/ 2599988 w 5018748"/>
                <a:gd name="csY2" fmla="*/ 593253 h 4552814"/>
                <a:gd name="csX3" fmla="*/ 4973062 w 5018748"/>
                <a:gd name="csY3" fmla="*/ 18136 h 4552814"/>
                <a:gd name="csX4" fmla="*/ 4452929 w 5018748"/>
                <a:gd name="csY4" fmla="*/ 2128973 h 4552814"/>
                <a:gd name="csX5" fmla="*/ 2642912 w 5018748"/>
                <a:gd name="csY5" fmla="*/ 2960441 h 4552814"/>
                <a:gd name="csX6" fmla="*/ 8594 w 5018748"/>
                <a:gd name="csY6" fmla="*/ 4545598 h 4552814"/>
                <a:gd name="csX0" fmla="*/ 8594 w 5002691"/>
                <a:gd name="csY0" fmla="*/ 4537753 h 4544969"/>
                <a:gd name="csX1" fmla="*/ 1738740 w 5002691"/>
                <a:gd name="csY1" fmla="*/ 2161285 h 4544969"/>
                <a:gd name="csX2" fmla="*/ 2599988 w 5002691"/>
                <a:gd name="csY2" fmla="*/ 585408 h 4544969"/>
                <a:gd name="csX3" fmla="*/ 4973062 w 5002691"/>
                <a:gd name="csY3" fmla="*/ 10291 h 4544969"/>
                <a:gd name="csX4" fmla="*/ 4452929 w 5002691"/>
                <a:gd name="csY4" fmla="*/ 2121128 h 4544969"/>
                <a:gd name="csX5" fmla="*/ 2642912 w 5002691"/>
                <a:gd name="csY5" fmla="*/ 2952596 h 4544969"/>
                <a:gd name="csX6" fmla="*/ 8594 w 5002691"/>
                <a:gd name="csY6" fmla="*/ 4537753 h 4544969"/>
                <a:gd name="csX0" fmla="*/ 8594 w 4705059"/>
                <a:gd name="csY0" fmla="*/ 4122711 h 4129927"/>
                <a:gd name="csX1" fmla="*/ 1738740 w 4705059"/>
                <a:gd name="csY1" fmla="*/ 1746243 h 4129927"/>
                <a:gd name="csX2" fmla="*/ 2599988 w 4705059"/>
                <a:gd name="csY2" fmla="*/ 170366 h 4129927"/>
                <a:gd name="csX3" fmla="*/ 4446032 w 4705059"/>
                <a:gd name="csY3" fmla="*/ 89415 h 4129927"/>
                <a:gd name="csX4" fmla="*/ 4452929 w 4705059"/>
                <a:gd name="csY4" fmla="*/ 1706086 h 4129927"/>
                <a:gd name="csX5" fmla="*/ 2642912 w 4705059"/>
                <a:gd name="csY5" fmla="*/ 2537554 h 4129927"/>
                <a:gd name="csX6" fmla="*/ 8594 w 4705059"/>
                <a:gd name="csY6" fmla="*/ 4122711 h 4129927"/>
                <a:gd name="csX0" fmla="*/ 8594 w 4596663"/>
                <a:gd name="csY0" fmla="*/ 4215533 h 4224499"/>
                <a:gd name="csX1" fmla="*/ 1738740 w 4596663"/>
                <a:gd name="csY1" fmla="*/ 1839065 h 4224499"/>
                <a:gd name="csX2" fmla="*/ 2599988 w 4596663"/>
                <a:gd name="csY2" fmla="*/ 263188 h 4224499"/>
                <a:gd name="csX3" fmla="*/ 4446032 w 4596663"/>
                <a:gd name="csY3" fmla="*/ 182237 h 4224499"/>
                <a:gd name="csX4" fmla="*/ 4129398 w 4596663"/>
                <a:gd name="csY4" fmla="*/ 2079669 h 4224499"/>
                <a:gd name="csX5" fmla="*/ 2642912 w 4596663"/>
                <a:gd name="csY5" fmla="*/ 2630376 h 4224499"/>
                <a:gd name="csX6" fmla="*/ 8594 w 4596663"/>
                <a:gd name="csY6" fmla="*/ 4215533 h 4224499"/>
                <a:gd name="csX0" fmla="*/ 10635 w 4618520"/>
                <a:gd name="csY0" fmla="*/ 4140860 h 4149826"/>
                <a:gd name="csX1" fmla="*/ 1740781 w 4618520"/>
                <a:gd name="csY1" fmla="*/ 1764392 h 4149826"/>
                <a:gd name="csX2" fmla="*/ 2330962 w 4618520"/>
                <a:gd name="csY2" fmla="*/ 399085 h 4149826"/>
                <a:gd name="csX3" fmla="*/ 4448073 w 4618520"/>
                <a:gd name="csY3" fmla="*/ 107564 h 4149826"/>
                <a:gd name="csX4" fmla="*/ 4131439 w 4618520"/>
                <a:gd name="csY4" fmla="*/ 2004996 h 4149826"/>
                <a:gd name="csX5" fmla="*/ 2644953 w 4618520"/>
                <a:gd name="csY5" fmla="*/ 2555703 h 4149826"/>
                <a:gd name="csX6" fmla="*/ 10635 w 4618520"/>
                <a:gd name="csY6" fmla="*/ 4140860 h 4149826"/>
                <a:gd name="csX0" fmla="*/ 2473 w 4610358"/>
                <a:gd name="csY0" fmla="*/ 4148168 h 4152706"/>
                <a:gd name="csX1" fmla="*/ 2161081 w 4610358"/>
                <a:gd name="csY1" fmla="*/ 2013468 h 4152706"/>
                <a:gd name="csX2" fmla="*/ 2322800 w 4610358"/>
                <a:gd name="csY2" fmla="*/ 406393 h 4152706"/>
                <a:gd name="csX3" fmla="*/ 4439911 w 4610358"/>
                <a:gd name="csY3" fmla="*/ 114872 h 4152706"/>
                <a:gd name="csX4" fmla="*/ 4123277 w 4610358"/>
                <a:gd name="csY4" fmla="*/ 2012304 h 4152706"/>
                <a:gd name="csX5" fmla="*/ 2636791 w 4610358"/>
                <a:gd name="csY5" fmla="*/ 2563011 h 4152706"/>
                <a:gd name="csX6" fmla="*/ 2473 w 4610358"/>
                <a:gd name="csY6" fmla="*/ 4148168 h 4152706"/>
                <a:gd name="csX0" fmla="*/ 400 w 4608285"/>
                <a:gd name="csY0" fmla="*/ 4148168 h 4148397"/>
                <a:gd name="csX1" fmla="*/ 2159008 w 4608285"/>
                <a:gd name="csY1" fmla="*/ 2013468 h 4148397"/>
                <a:gd name="csX2" fmla="*/ 2320727 w 4608285"/>
                <a:gd name="csY2" fmla="*/ 406393 h 4148397"/>
                <a:gd name="csX3" fmla="*/ 4437838 w 4608285"/>
                <a:gd name="csY3" fmla="*/ 114872 h 4148397"/>
                <a:gd name="csX4" fmla="*/ 4121204 w 4608285"/>
                <a:gd name="csY4" fmla="*/ 2012304 h 4148397"/>
                <a:gd name="csX5" fmla="*/ 2346163 w 4608285"/>
                <a:gd name="csY5" fmla="*/ 2149669 h 4148397"/>
                <a:gd name="csX6" fmla="*/ 400 w 4608285"/>
                <a:gd name="csY6" fmla="*/ 4148168 h 4148397"/>
                <a:gd name="csX0" fmla="*/ 400 w 4547161"/>
                <a:gd name="csY0" fmla="*/ 4069645 h 4069874"/>
                <a:gd name="csX1" fmla="*/ 2159008 w 4547161"/>
                <a:gd name="csY1" fmla="*/ 1934945 h 4069874"/>
                <a:gd name="csX2" fmla="*/ 2320727 w 4547161"/>
                <a:gd name="csY2" fmla="*/ 327870 h 4069874"/>
                <a:gd name="csX3" fmla="*/ 4437838 w 4547161"/>
                <a:gd name="csY3" fmla="*/ 36349 h 4069874"/>
                <a:gd name="csX4" fmla="*/ 4121204 w 4547161"/>
                <a:gd name="csY4" fmla="*/ 1933781 h 4069874"/>
                <a:gd name="csX5" fmla="*/ 2346163 w 4547161"/>
                <a:gd name="csY5" fmla="*/ 2071146 h 4069874"/>
                <a:gd name="csX6" fmla="*/ 400 w 4547161"/>
                <a:gd name="csY6" fmla="*/ 4069645 h 4069874"/>
                <a:gd name="csX0" fmla="*/ 536 w 3991476"/>
                <a:gd name="csY0" fmla="*/ 3539321 h 3539632"/>
                <a:gd name="csX1" fmla="*/ 1603323 w 3991476"/>
                <a:gd name="csY1" fmla="*/ 1934945 h 3539632"/>
                <a:gd name="csX2" fmla="*/ 1765042 w 3991476"/>
                <a:gd name="csY2" fmla="*/ 327870 h 3539632"/>
                <a:gd name="csX3" fmla="*/ 3882153 w 3991476"/>
                <a:gd name="csY3" fmla="*/ 36349 h 3539632"/>
                <a:gd name="csX4" fmla="*/ 3565519 w 3991476"/>
                <a:gd name="csY4" fmla="*/ 1933781 h 3539632"/>
                <a:gd name="csX5" fmla="*/ 1790478 w 3991476"/>
                <a:gd name="csY5" fmla="*/ 2071146 h 3539632"/>
                <a:gd name="csX6" fmla="*/ 536 w 3991476"/>
                <a:gd name="csY6" fmla="*/ 3539321 h 3539632"/>
                <a:gd name="csX0" fmla="*/ 527 w 4017318"/>
                <a:gd name="csY0" fmla="*/ 3573908 h 3574212"/>
                <a:gd name="csX1" fmla="*/ 1629165 w 4017318"/>
                <a:gd name="csY1" fmla="*/ 1934945 h 3574212"/>
                <a:gd name="csX2" fmla="*/ 1790884 w 4017318"/>
                <a:gd name="csY2" fmla="*/ 327870 h 3574212"/>
                <a:gd name="csX3" fmla="*/ 3907995 w 4017318"/>
                <a:gd name="csY3" fmla="*/ 36349 h 3574212"/>
                <a:gd name="csX4" fmla="*/ 3591361 w 4017318"/>
                <a:gd name="csY4" fmla="*/ 1933781 h 3574212"/>
                <a:gd name="csX5" fmla="*/ 1816320 w 4017318"/>
                <a:gd name="csY5" fmla="*/ 2071146 h 3574212"/>
                <a:gd name="csX6" fmla="*/ 527 w 4017318"/>
                <a:gd name="csY6" fmla="*/ 3573908 h 3574212"/>
                <a:gd name="csX0" fmla="*/ 3641 w 4020432"/>
                <a:gd name="csY0" fmla="*/ 3573908 h 3577567"/>
                <a:gd name="csX1" fmla="*/ 1632279 w 4020432"/>
                <a:gd name="csY1" fmla="*/ 1934945 h 3577567"/>
                <a:gd name="csX2" fmla="*/ 1793998 w 4020432"/>
                <a:gd name="csY2" fmla="*/ 327870 h 3577567"/>
                <a:gd name="csX3" fmla="*/ 3911109 w 4020432"/>
                <a:gd name="csY3" fmla="*/ 36349 h 3577567"/>
                <a:gd name="csX4" fmla="*/ 3594475 w 4020432"/>
                <a:gd name="csY4" fmla="*/ 1933781 h 3577567"/>
                <a:gd name="csX5" fmla="*/ 1819434 w 4020432"/>
                <a:gd name="csY5" fmla="*/ 2071146 h 3577567"/>
                <a:gd name="csX6" fmla="*/ 3641 w 4020432"/>
                <a:gd name="csY6" fmla="*/ 3573908 h 3577567"/>
                <a:gd name="csX0" fmla="*/ 11923 w 4028714"/>
                <a:gd name="csY0" fmla="*/ 3573908 h 3583559"/>
                <a:gd name="csX1" fmla="*/ 1640561 w 4028714"/>
                <a:gd name="csY1" fmla="*/ 1934945 h 3583559"/>
                <a:gd name="csX2" fmla="*/ 1802280 w 4028714"/>
                <a:gd name="csY2" fmla="*/ 327870 h 3583559"/>
                <a:gd name="csX3" fmla="*/ 3919391 w 4028714"/>
                <a:gd name="csY3" fmla="*/ 36349 h 3583559"/>
                <a:gd name="csX4" fmla="*/ 3602757 w 4028714"/>
                <a:gd name="csY4" fmla="*/ 1933781 h 3583559"/>
                <a:gd name="csX5" fmla="*/ 1827716 w 4028714"/>
                <a:gd name="csY5" fmla="*/ 2071146 h 3583559"/>
                <a:gd name="csX6" fmla="*/ 11923 w 4028714"/>
                <a:gd name="csY6" fmla="*/ 3573908 h 3583559"/>
                <a:gd name="csX0" fmla="*/ 1130 w 4017921"/>
                <a:gd name="csY0" fmla="*/ 3573908 h 3577714"/>
                <a:gd name="csX1" fmla="*/ 1629768 w 4017921"/>
                <a:gd name="csY1" fmla="*/ 1934945 h 3577714"/>
                <a:gd name="csX2" fmla="*/ 1791487 w 4017921"/>
                <a:gd name="csY2" fmla="*/ 327870 h 3577714"/>
                <a:gd name="csX3" fmla="*/ 3908598 w 4017921"/>
                <a:gd name="csY3" fmla="*/ 36349 h 3577714"/>
                <a:gd name="csX4" fmla="*/ 3591964 w 4017921"/>
                <a:gd name="csY4" fmla="*/ 1933781 h 3577714"/>
                <a:gd name="csX5" fmla="*/ 1906115 w 4017921"/>
                <a:gd name="csY5" fmla="*/ 2373434 h 3577714"/>
                <a:gd name="csX6" fmla="*/ 1130 w 4017921"/>
                <a:gd name="csY6" fmla="*/ 3573908 h 3577714"/>
                <a:gd name="csX0" fmla="*/ 434 w 4017225"/>
                <a:gd name="csY0" fmla="*/ 3573908 h 3574428"/>
                <a:gd name="csX1" fmla="*/ 1629072 w 4017225"/>
                <a:gd name="csY1" fmla="*/ 1934945 h 3574428"/>
                <a:gd name="csX2" fmla="*/ 1790791 w 4017225"/>
                <a:gd name="csY2" fmla="*/ 327870 h 3574428"/>
                <a:gd name="csX3" fmla="*/ 3907902 w 4017225"/>
                <a:gd name="csY3" fmla="*/ 36349 h 3574428"/>
                <a:gd name="csX4" fmla="*/ 3591268 w 4017225"/>
                <a:gd name="csY4" fmla="*/ 1933781 h 3574428"/>
                <a:gd name="csX5" fmla="*/ 1798394 w 4017225"/>
                <a:gd name="csY5" fmla="*/ 2110926 h 3574428"/>
                <a:gd name="csX6" fmla="*/ 434 w 4017225"/>
                <a:gd name="csY6" fmla="*/ 3573908 h 3574428"/>
                <a:gd name="csX0" fmla="*/ 434 w 4017225"/>
                <a:gd name="csY0" fmla="*/ 3573908 h 3574310"/>
                <a:gd name="csX1" fmla="*/ 1629072 w 4017225"/>
                <a:gd name="csY1" fmla="*/ 1934945 h 3574310"/>
                <a:gd name="csX2" fmla="*/ 1790791 w 4017225"/>
                <a:gd name="csY2" fmla="*/ 327870 h 3574310"/>
                <a:gd name="csX3" fmla="*/ 3907902 w 4017225"/>
                <a:gd name="csY3" fmla="*/ 36349 h 3574310"/>
                <a:gd name="csX4" fmla="*/ 3591268 w 4017225"/>
                <a:gd name="csY4" fmla="*/ 1933781 h 3574310"/>
                <a:gd name="csX5" fmla="*/ 1798394 w 4017225"/>
                <a:gd name="csY5" fmla="*/ 2110926 h 3574310"/>
                <a:gd name="csX6" fmla="*/ 434 w 4017225"/>
                <a:gd name="csY6" fmla="*/ 3573908 h 3574310"/>
                <a:gd name="csX0" fmla="*/ 434 w 4017225"/>
                <a:gd name="csY0" fmla="*/ 3573908 h 3576627"/>
                <a:gd name="csX1" fmla="*/ 1629072 w 4017225"/>
                <a:gd name="csY1" fmla="*/ 1934945 h 3576627"/>
                <a:gd name="csX2" fmla="*/ 1790791 w 4017225"/>
                <a:gd name="csY2" fmla="*/ 327870 h 3576627"/>
                <a:gd name="csX3" fmla="*/ 3907902 w 4017225"/>
                <a:gd name="csY3" fmla="*/ 36349 h 3576627"/>
                <a:gd name="csX4" fmla="*/ 3591268 w 4017225"/>
                <a:gd name="csY4" fmla="*/ 1933781 h 3576627"/>
                <a:gd name="csX5" fmla="*/ 1798395 w 4017225"/>
                <a:gd name="csY5" fmla="*/ 2365482 h 3576627"/>
                <a:gd name="csX6" fmla="*/ 434 w 4017225"/>
                <a:gd name="csY6" fmla="*/ 3573908 h 3576627"/>
                <a:gd name="csX0" fmla="*/ 434 w 4017225"/>
                <a:gd name="csY0" fmla="*/ 3573908 h 3576355"/>
                <a:gd name="csX1" fmla="*/ 1629072 w 4017225"/>
                <a:gd name="csY1" fmla="*/ 1934945 h 3576355"/>
                <a:gd name="csX2" fmla="*/ 1790791 w 4017225"/>
                <a:gd name="csY2" fmla="*/ 327870 h 3576355"/>
                <a:gd name="csX3" fmla="*/ 3907902 w 4017225"/>
                <a:gd name="csY3" fmla="*/ 36349 h 3576355"/>
                <a:gd name="csX4" fmla="*/ 3591268 w 4017225"/>
                <a:gd name="csY4" fmla="*/ 1933781 h 3576355"/>
                <a:gd name="csX5" fmla="*/ 1798395 w 4017225"/>
                <a:gd name="csY5" fmla="*/ 2365482 h 3576355"/>
                <a:gd name="csX6" fmla="*/ 434 w 4017225"/>
                <a:gd name="csY6" fmla="*/ 3573908 h 3576355"/>
                <a:gd name="csX0" fmla="*/ 434 w 4017225"/>
                <a:gd name="csY0" fmla="*/ 3573908 h 3583502"/>
                <a:gd name="csX1" fmla="*/ 1629072 w 4017225"/>
                <a:gd name="csY1" fmla="*/ 1934945 h 3583502"/>
                <a:gd name="csX2" fmla="*/ 1790791 w 4017225"/>
                <a:gd name="csY2" fmla="*/ 327870 h 3583502"/>
                <a:gd name="csX3" fmla="*/ 3907902 w 4017225"/>
                <a:gd name="csY3" fmla="*/ 36349 h 3583502"/>
                <a:gd name="csX4" fmla="*/ 3591268 w 4017225"/>
                <a:gd name="csY4" fmla="*/ 1933781 h 3583502"/>
                <a:gd name="csX5" fmla="*/ 1798396 w 4017225"/>
                <a:gd name="csY5" fmla="*/ 2715497 h 3583502"/>
                <a:gd name="csX6" fmla="*/ 434 w 4017225"/>
                <a:gd name="csY6" fmla="*/ 3573908 h 3583502"/>
                <a:gd name="csX0" fmla="*/ 20204 w 4036995"/>
                <a:gd name="csY0" fmla="*/ 3574326 h 3583563"/>
                <a:gd name="csX1" fmla="*/ 908564 w 4036995"/>
                <a:gd name="csY1" fmla="*/ 1951275 h 3583563"/>
                <a:gd name="csX2" fmla="*/ 1810561 w 4036995"/>
                <a:gd name="csY2" fmla="*/ 328288 h 3583563"/>
                <a:gd name="csX3" fmla="*/ 3927672 w 4036995"/>
                <a:gd name="csY3" fmla="*/ 36767 h 3583563"/>
                <a:gd name="csX4" fmla="*/ 3611038 w 4036995"/>
                <a:gd name="csY4" fmla="*/ 1934199 h 3583563"/>
                <a:gd name="csX5" fmla="*/ 1818166 w 4036995"/>
                <a:gd name="csY5" fmla="*/ 2715915 h 3583563"/>
                <a:gd name="csX6" fmla="*/ 20204 w 4036995"/>
                <a:gd name="csY6" fmla="*/ 3574326 h 3583563"/>
                <a:gd name="csX0" fmla="*/ 12549 w 4029340"/>
                <a:gd name="csY0" fmla="*/ 3574326 h 3583563"/>
                <a:gd name="csX1" fmla="*/ 900909 w 4029340"/>
                <a:gd name="csY1" fmla="*/ 1951275 h 3583563"/>
                <a:gd name="csX2" fmla="*/ 1802906 w 4029340"/>
                <a:gd name="csY2" fmla="*/ 328288 h 3583563"/>
                <a:gd name="csX3" fmla="*/ 3920017 w 4029340"/>
                <a:gd name="csY3" fmla="*/ 36767 h 3583563"/>
                <a:gd name="csX4" fmla="*/ 3603383 w 4029340"/>
                <a:gd name="csY4" fmla="*/ 1934199 h 3583563"/>
                <a:gd name="csX5" fmla="*/ 1810511 w 4029340"/>
                <a:gd name="csY5" fmla="*/ 2715915 h 3583563"/>
                <a:gd name="csX6" fmla="*/ 12549 w 4029340"/>
                <a:gd name="csY6" fmla="*/ 3574326 h 3583563"/>
                <a:gd name="csX0" fmla="*/ 2018 w 4018809"/>
                <a:gd name="csY0" fmla="*/ 3573908 h 3583502"/>
                <a:gd name="csX1" fmla="*/ 1389840 w 4018809"/>
                <a:gd name="csY1" fmla="*/ 1934947 h 3583502"/>
                <a:gd name="csX2" fmla="*/ 1792375 w 4018809"/>
                <a:gd name="csY2" fmla="*/ 327870 h 3583502"/>
                <a:gd name="csX3" fmla="*/ 3909486 w 4018809"/>
                <a:gd name="csY3" fmla="*/ 36349 h 3583502"/>
                <a:gd name="csX4" fmla="*/ 3592852 w 4018809"/>
                <a:gd name="csY4" fmla="*/ 1933781 h 3583502"/>
                <a:gd name="csX5" fmla="*/ 1799980 w 4018809"/>
                <a:gd name="csY5" fmla="*/ 2715497 h 3583502"/>
                <a:gd name="csX6" fmla="*/ 2018 w 4018809"/>
                <a:gd name="csY6" fmla="*/ 3573908 h 3583502"/>
                <a:gd name="csX0" fmla="*/ 2018 w 4018809"/>
                <a:gd name="csY0" fmla="*/ 3573908 h 3575401"/>
                <a:gd name="csX1" fmla="*/ 1389840 w 4018809"/>
                <a:gd name="csY1" fmla="*/ 1934947 h 3575401"/>
                <a:gd name="csX2" fmla="*/ 1792375 w 4018809"/>
                <a:gd name="csY2" fmla="*/ 327870 h 3575401"/>
                <a:gd name="csX3" fmla="*/ 3909486 w 4018809"/>
                <a:gd name="csY3" fmla="*/ 36349 h 3575401"/>
                <a:gd name="csX4" fmla="*/ 3592852 w 4018809"/>
                <a:gd name="csY4" fmla="*/ 1933781 h 3575401"/>
                <a:gd name="csX5" fmla="*/ 1799983 w 4018809"/>
                <a:gd name="csY5" fmla="*/ 2277981 h 3575401"/>
                <a:gd name="csX6" fmla="*/ 2018 w 4018809"/>
                <a:gd name="csY6" fmla="*/ 3573908 h 3575401"/>
                <a:gd name="csX0" fmla="*/ 2279 w 4019070"/>
                <a:gd name="csY0" fmla="*/ 3573908 h 3576883"/>
                <a:gd name="csX1" fmla="*/ 1390101 w 4019070"/>
                <a:gd name="csY1" fmla="*/ 1934947 h 3576883"/>
                <a:gd name="csX2" fmla="*/ 1792636 w 4019070"/>
                <a:gd name="csY2" fmla="*/ 327870 h 3576883"/>
                <a:gd name="csX3" fmla="*/ 3909747 w 4019070"/>
                <a:gd name="csY3" fmla="*/ 36349 h 3576883"/>
                <a:gd name="csX4" fmla="*/ 3593113 w 4019070"/>
                <a:gd name="csY4" fmla="*/ 1933781 h 3576883"/>
                <a:gd name="csX5" fmla="*/ 1827004 w 4019070"/>
                <a:gd name="csY5" fmla="*/ 2405261 h 3576883"/>
                <a:gd name="csX6" fmla="*/ 2279 w 4019070"/>
                <a:gd name="csY6" fmla="*/ 3573908 h 3576883"/>
                <a:gd name="csX0" fmla="*/ 3304 w 4020095"/>
                <a:gd name="csY0" fmla="*/ 3573700 h 3576772"/>
                <a:gd name="csX1" fmla="*/ 1310858 w 4020095"/>
                <a:gd name="csY1" fmla="*/ 1926786 h 3576772"/>
                <a:gd name="csX2" fmla="*/ 1793661 w 4020095"/>
                <a:gd name="csY2" fmla="*/ 327662 h 3576772"/>
                <a:gd name="csX3" fmla="*/ 3910772 w 4020095"/>
                <a:gd name="csY3" fmla="*/ 36141 h 3576772"/>
                <a:gd name="csX4" fmla="*/ 3594138 w 4020095"/>
                <a:gd name="csY4" fmla="*/ 1933573 h 3576772"/>
                <a:gd name="csX5" fmla="*/ 1828029 w 4020095"/>
                <a:gd name="csY5" fmla="*/ 2405053 h 3576772"/>
                <a:gd name="csX6" fmla="*/ 3304 w 4020095"/>
                <a:gd name="csY6" fmla="*/ 3573700 h 3576772"/>
                <a:gd name="csX0" fmla="*/ 3254 w 4020045"/>
                <a:gd name="csY0" fmla="*/ 3573700 h 3576772"/>
                <a:gd name="csX1" fmla="*/ 1310808 w 4020045"/>
                <a:gd name="csY1" fmla="*/ 1926786 h 3576772"/>
                <a:gd name="csX2" fmla="*/ 1793611 w 4020045"/>
                <a:gd name="csY2" fmla="*/ 327662 h 3576772"/>
                <a:gd name="csX3" fmla="*/ 3910722 w 4020045"/>
                <a:gd name="csY3" fmla="*/ 36141 h 3576772"/>
                <a:gd name="csX4" fmla="*/ 3594088 w 4020045"/>
                <a:gd name="csY4" fmla="*/ 1933573 h 3576772"/>
                <a:gd name="csX5" fmla="*/ 1827979 w 4020045"/>
                <a:gd name="csY5" fmla="*/ 2405053 h 3576772"/>
                <a:gd name="csX6" fmla="*/ 3254 w 4020045"/>
                <a:gd name="csY6" fmla="*/ 3573700 h 35767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020045" h="3576772">
                  <a:moveTo>
                    <a:pt x="3254" y="3573700"/>
                  </a:moveTo>
                  <a:cubicBezTo>
                    <a:pt x="-82941" y="3493989"/>
                    <a:pt x="1574310" y="2340515"/>
                    <a:pt x="1310808" y="1926786"/>
                  </a:cubicBezTo>
                  <a:cubicBezTo>
                    <a:pt x="1047306" y="1513057"/>
                    <a:pt x="1360292" y="642769"/>
                    <a:pt x="1793611" y="327662"/>
                  </a:cubicBezTo>
                  <a:cubicBezTo>
                    <a:pt x="2226930" y="12555"/>
                    <a:pt x="3750548" y="-52136"/>
                    <a:pt x="3910722" y="36141"/>
                  </a:cubicBezTo>
                  <a:cubicBezTo>
                    <a:pt x="4070896" y="124418"/>
                    <a:pt x="4120351" y="1358027"/>
                    <a:pt x="3594088" y="1933573"/>
                  </a:cubicBezTo>
                  <a:cubicBezTo>
                    <a:pt x="3171099" y="2391895"/>
                    <a:pt x="2301583" y="2656718"/>
                    <a:pt x="1827979" y="2405053"/>
                  </a:cubicBezTo>
                  <a:cubicBezTo>
                    <a:pt x="1354375" y="2153388"/>
                    <a:pt x="89449" y="3653411"/>
                    <a:pt x="3254" y="3573700"/>
                  </a:cubicBezTo>
                  <a:close/>
                </a:path>
              </a:pathLst>
            </a:custGeom>
            <a:noFill/>
            <a:ln>
              <a:solidFill>
                <a:srgbClr val="0C26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8" name="Freeform 1037">
              <a:extLst>
                <a:ext uri="{FF2B5EF4-FFF2-40B4-BE49-F238E27FC236}">
                  <a16:creationId xmlns:a16="http://schemas.microsoft.com/office/drawing/2014/main" id="{E19F70BC-AFAE-01D7-086F-BF7F7B0F99FF}"/>
                </a:ext>
              </a:extLst>
            </p:cNvPr>
            <p:cNvSpPr/>
            <p:nvPr userDrawn="1"/>
          </p:nvSpPr>
          <p:spPr>
            <a:xfrm rot="16200000">
              <a:off x="7724494" y="2778188"/>
              <a:ext cx="2615866" cy="2682273"/>
            </a:xfrm>
            <a:custGeom>
              <a:avLst/>
              <a:gdLst>
                <a:gd name="csX0" fmla="*/ 1893 w 3484511"/>
                <a:gd name="csY0" fmla="*/ 3509215 h 3511799"/>
                <a:gd name="csX1" fmla="*/ 1514170 w 3484511"/>
                <a:gd name="csY1" fmla="*/ 1703861 h 3511799"/>
                <a:gd name="csX2" fmla="*/ 2029985 w 3484511"/>
                <a:gd name="csY2" fmla="*/ 226753 h 3511799"/>
                <a:gd name="csX3" fmla="*/ 3378139 w 3484511"/>
                <a:gd name="csY3" fmla="*/ 144692 h 3511799"/>
                <a:gd name="csX4" fmla="*/ 3225739 w 3484511"/>
                <a:gd name="csY4" fmla="*/ 1586630 h 3511799"/>
                <a:gd name="csX5" fmla="*/ 1854139 w 3484511"/>
                <a:gd name="csY5" fmla="*/ 2090723 h 3511799"/>
                <a:gd name="csX6" fmla="*/ 1893 w 3484511"/>
                <a:gd name="csY6" fmla="*/ 3509215 h 3511799"/>
                <a:gd name="csX0" fmla="*/ 1352 w 4094215"/>
                <a:gd name="csY0" fmla="*/ 4103738 h 4105568"/>
                <a:gd name="csX1" fmla="*/ 2123874 w 4094215"/>
                <a:gd name="csY1" fmla="*/ 1703861 h 4105568"/>
                <a:gd name="csX2" fmla="*/ 2639689 w 4094215"/>
                <a:gd name="csY2" fmla="*/ 226753 h 4105568"/>
                <a:gd name="csX3" fmla="*/ 3987843 w 4094215"/>
                <a:gd name="csY3" fmla="*/ 144692 h 4105568"/>
                <a:gd name="csX4" fmla="*/ 3835443 w 4094215"/>
                <a:gd name="csY4" fmla="*/ 1586630 h 4105568"/>
                <a:gd name="csX5" fmla="*/ 2463843 w 4094215"/>
                <a:gd name="csY5" fmla="*/ 2090723 h 4105568"/>
                <a:gd name="csX6" fmla="*/ 1352 w 4094215"/>
                <a:gd name="csY6" fmla="*/ 4103738 h 4105568"/>
                <a:gd name="csX0" fmla="*/ 1978 w 4094841"/>
                <a:gd name="csY0" fmla="*/ 4101966 h 4104114"/>
                <a:gd name="csX1" fmla="*/ 2058783 w 4094841"/>
                <a:gd name="csY1" fmla="*/ 1668597 h 4104114"/>
                <a:gd name="csX2" fmla="*/ 2640315 w 4094841"/>
                <a:gd name="csY2" fmla="*/ 224981 h 4104114"/>
                <a:gd name="csX3" fmla="*/ 3988469 w 4094841"/>
                <a:gd name="csY3" fmla="*/ 142920 h 4104114"/>
                <a:gd name="csX4" fmla="*/ 3836069 w 4094841"/>
                <a:gd name="csY4" fmla="*/ 1584858 h 4104114"/>
                <a:gd name="csX5" fmla="*/ 2464469 w 4094841"/>
                <a:gd name="csY5" fmla="*/ 2088951 h 4104114"/>
                <a:gd name="csX6" fmla="*/ 1978 w 4094841"/>
                <a:gd name="csY6" fmla="*/ 4101966 h 4104114"/>
                <a:gd name="csX0" fmla="*/ 1943 w 4132359"/>
                <a:gd name="csY0" fmla="*/ 3750277 h 3752868"/>
                <a:gd name="csX1" fmla="*/ 2096301 w 4132359"/>
                <a:gd name="csY1" fmla="*/ 1668597 h 3752868"/>
                <a:gd name="csX2" fmla="*/ 2677833 w 4132359"/>
                <a:gd name="csY2" fmla="*/ 224981 h 3752868"/>
                <a:gd name="csX3" fmla="*/ 4025987 w 4132359"/>
                <a:gd name="csY3" fmla="*/ 142920 h 3752868"/>
                <a:gd name="csX4" fmla="*/ 3873587 w 4132359"/>
                <a:gd name="csY4" fmla="*/ 1584858 h 3752868"/>
                <a:gd name="csX5" fmla="*/ 2501987 w 4132359"/>
                <a:gd name="csY5" fmla="*/ 2088951 h 3752868"/>
                <a:gd name="csX6" fmla="*/ 1943 w 4132359"/>
                <a:gd name="csY6" fmla="*/ 3750277 h 3752868"/>
                <a:gd name="csX0" fmla="*/ 7123 w 4137539"/>
                <a:gd name="csY0" fmla="*/ 3776554 h 3776601"/>
                <a:gd name="csX1" fmla="*/ 1782278 w 4137539"/>
                <a:gd name="csY1" fmla="*/ 2163796 h 3776601"/>
                <a:gd name="csX2" fmla="*/ 2683013 w 4137539"/>
                <a:gd name="csY2" fmla="*/ 251258 h 3776601"/>
                <a:gd name="csX3" fmla="*/ 4031167 w 4137539"/>
                <a:gd name="csY3" fmla="*/ 169197 h 3776601"/>
                <a:gd name="csX4" fmla="*/ 3878767 w 4137539"/>
                <a:gd name="csY4" fmla="*/ 1611135 h 3776601"/>
                <a:gd name="csX5" fmla="*/ 2507167 w 4137539"/>
                <a:gd name="csY5" fmla="*/ 2115228 h 3776601"/>
                <a:gd name="csX6" fmla="*/ 7123 w 4137539"/>
                <a:gd name="csY6" fmla="*/ 3776554 h 3776601"/>
                <a:gd name="csX0" fmla="*/ 25 w 4130441"/>
                <a:gd name="csY0" fmla="*/ 3776554 h 3776586"/>
                <a:gd name="csX1" fmla="*/ 1775180 w 4130441"/>
                <a:gd name="csY1" fmla="*/ 2163796 h 3776586"/>
                <a:gd name="csX2" fmla="*/ 2675915 w 4130441"/>
                <a:gd name="csY2" fmla="*/ 251258 h 3776586"/>
                <a:gd name="csX3" fmla="*/ 4024069 w 4130441"/>
                <a:gd name="csY3" fmla="*/ 169197 h 3776586"/>
                <a:gd name="csX4" fmla="*/ 3871669 w 4130441"/>
                <a:gd name="csY4" fmla="*/ 1611135 h 3776586"/>
                <a:gd name="csX5" fmla="*/ 1814719 w 4130441"/>
                <a:gd name="csY5" fmla="*/ 2207339 h 3776586"/>
                <a:gd name="csX6" fmla="*/ 25 w 4130441"/>
                <a:gd name="csY6" fmla="*/ 3776554 h 3776586"/>
                <a:gd name="csX0" fmla="*/ 25 w 4130441"/>
                <a:gd name="csY0" fmla="*/ 3776554 h 3776589"/>
                <a:gd name="csX1" fmla="*/ 1775180 w 4130441"/>
                <a:gd name="csY1" fmla="*/ 2163796 h 3776589"/>
                <a:gd name="csX2" fmla="*/ 2675915 w 4130441"/>
                <a:gd name="csY2" fmla="*/ 251258 h 3776589"/>
                <a:gd name="csX3" fmla="*/ 4024069 w 4130441"/>
                <a:gd name="csY3" fmla="*/ 169197 h 3776589"/>
                <a:gd name="csX4" fmla="*/ 3871669 w 4130441"/>
                <a:gd name="csY4" fmla="*/ 1611135 h 3776589"/>
                <a:gd name="csX5" fmla="*/ 1814719 w 4130441"/>
                <a:gd name="csY5" fmla="*/ 2207339 h 3776589"/>
                <a:gd name="csX6" fmla="*/ 25 w 4130441"/>
                <a:gd name="csY6" fmla="*/ 3776554 h 3776589"/>
                <a:gd name="csX0" fmla="*/ 25 w 3957457"/>
                <a:gd name="csY0" fmla="*/ 3611866 h 3611901"/>
                <a:gd name="csX1" fmla="*/ 1775180 w 3957457"/>
                <a:gd name="csY1" fmla="*/ 1999108 h 3611901"/>
                <a:gd name="csX2" fmla="*/ 2675915 w 3957457"/>
                <a:gd name="csY2" fmla="*/ 86570 h 3611901"/>
                <a:gd name="csX3" fmla="*/ 3554650 w 3957457"/>
                <a:gd name="csY3" fmla="*/ 439934 h 3611901"/>
                <a:gd name="csX4" fmla="*/ 3871669 w 3957457"/>
                <a:gd name="csY4" fmla="*/ 1446447 h 3611901"/>
                <a:gd name="csX5" fmla="*/ 1814719 w 3957457"/>
                <a:gd name="csY5" fmla="*/ 2042651 h 3611901"/>
                <a:gd name="csX6" fmla="*/ 25 w 3957457"/>
                <a:gd name="csY6" fmla="*/ 3611866 h 3611901"/>
                <a:gd name="csX0" fmla="*/ 25 w 3957253"/>
                <a:gd name="csY0" fmla="*/ 3368639 h 3368674"/>
                <a:gd name="csX1" fmla="*/ 1775180 w 3957253"/>
                <a:gd name="csY1" fmla="*/ 1755881 h 3368674"/>
                <a:gd name="csX2" fmla="*/ 2685304 w 3957253"/>
                <a:gd name="csY2" fmla="*/ 144791 h 3368674"/>
                <a:gd name="csX3" fmla="*/ 3554650 w 3957253"/>
                <a:gd name="csY3" fmla="*/ 196707 h 3368674"/>
                <a:gd name="csX4" fmla="*/ 3871669 w 3957253"/>
                <a:gd name="csY4" fmla="*/ 1203220 h 3368674"/>
                <a:gd name="csX5" fmla="*/ 1814719 w 3957253"/>
                <a:gd name="csY5" fmla="*/ 1799424 h 3368674"/>
                <a:gd name="csX6" fmla="*/ 25 w 3957253"/>
                <a:gd name="csY6" fmla="*/ 3368639 h 3368674"/>
                <a:gd name="csX0" fmla="*/ 25 w 3705517"/>
                <a:gd name="csY0" fmla="*/ 3358570 h 3358603"/>
                <a:gd name="csX1" fmla="*/ 1775180 w 3705517"/>
                <a:gd name="csY1" fmla="*/ 1745812 h 3358603"/>
                <a:gd name="csX2" fmla="*/ 2685304 w 3705517"/>
                <a:gd name="csY2" fmla="*/ 134722 h 3358603"/>
                <a:gd name="csX3" fmla="*/ 3554650 w 3705517"/>
                <a:gd name="csY3" fmla="*/ 186638 h 3358603"/>
                <a:gd name="csX4" fmla="*/ 3552464 w 3705517"/>
                <a:gd name="csY4" fmla="*/ 975438 h 3358603"/>
                <a:gd name="csX5" fmla="*/ 1814719 w 3705517"/>
                <a:gd name="csY5" fmla="*/ 1789355 h 3358603"/>
                <a:gd name="csX6" fmla="*/ 25 w 3705517"/>
                <a:gd name="csY6" fmla="*/ 3358570 h 3358603"/>
                <a:gd name="csX0" fmla="*/ 2290 w 3707782"/>
                <a:gd name="csY0" fmla="*/ 3305196 h 3314287"/>
                <a:gd name="csX1" fmla="*/ 2199921 w 3707782"/>
                <a:gd name="csY1" fmla="*/ 955568 h 3314287"/>
                <a:gd name="csX2" fmla="*/ 2687569 w 3707782"/>
                <a:gd name="csY2" fmla="*/ 81348 h 3314287"/>
                <a:gd name="csX3" fmla="*/ 3556915 w 3707782"/>
                <a:gd name="csY3" fmla="*/ 133264 h 3314287"/>
                <a:gd name="csX4" fmla="*/ 3554729 w 3707782"/>
                <a:gd name="csY4" fmla="*/ 922064 h 3314287"/>
                <a:gd name="csX5" fmla="*/ 1816984 w 3707782"/>
                <a:gd name="csY5" fmla="*/ 1735981 h 3314287"/>
                <a:gd name="csX6" fmla="*/ 2290 w 3707782"/>
                <a:gd name="csY6" fmla="*/ 3305196 h 3314287"/>
                <a:gd name="csX0" fmla="*/ 377 w 3705869"/>
                <a:gd name="csY0" fmla="*/ 3305196 h 3313168"/>
                <a:gd name="csX1" fmla="*/ 2198008 w 3705869"/>
                <a:gd name="csY1" fmla="*/ 955568 h 3313168"/>
                <a:gd name="csX2" fmla="*/ 2685656 w 3705869"/>
                <a:gd name="csY2" fmla="*/ 81348 h 3313168"/>
                <a:gd name="csX3" fmla="*/ 3555002 w 3705869"/>
                <a:gd name="csY3" fmla="*/ 133264 h 3313168"/>
                <a:gd name="csX4" fmla="*/ 3552816 w 3705869"/>
                <a:gd name="csY4" fmla="*/ 922064 h 3313168"/>
                <a:gd name="csX5" fmla="*/ 2378375 w 3705869"/>
                <a:gd name="csY5" fmla="*/ 1694113 h 3313168"/>
                <a:gd name="csX6" fmla="*/ 377 w 3705869"/>
                <a:gd name="csY6" fmla="*/ 3305196 h 3313168"/>
                <a:gd name="csX0" fmla="*/ 377 w 3705869"/>
                <a:gd name="csY0" fmla="*/ 3305196 h 3311216"/>
                <a:gd name="csX1" fmla="*/ 2198008 w 3705869"/>
                <a:gd name="csY1" fmla="*/ 955568 h 3311216"/>
                <a:gd name="csX2" fmla="*/ 2685656 w 3705869"/>
                <a:gd name="csY2" fmla="*/ 81348 h 3311216"/>
                <a:gd name="csX3" fmla="*/ 3555002 w 3705869"/>
                <a:gd name="csY3" fmla="*/ 133264 h 3311216"/>
                <a:gd name="csX4" fmla="*/ 3552816 w 3705869"/>
                <a:gd name="csY4" fmla="*/ 922064 h 3311216"/>
                <a:gd name="csX5" fmla="*/ 2378375 w 3705869"/>
                <a:gd name="csY5" fmla="*/ 1694113 h 3311216"/>
                <a:gd name="csX6" fmla="*/ 377 w 3705869"/>
                <a:gd name="csY6" fmla="*/ 3305196 h 3311216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73380"/>
                <a:gd name="csY0" fmla="*/ 3306034 h 3313991"/>
                <a:gd name="csX1" fmla="*/ 2198008 w 4473380"/>
                <a:gd name="csY1" fmla="*/ 956406 h 3313991"/>
                <a:gd name="csX2" fmla="*/ 2685656 w 4473380"/>
                <a:gd name="csY2" fmla="*/ 82186 h 3313991"/>
                <a:gd name="csX3" fmla="*/ 3555002 w 4473380"/>
                <a:gd name="csY3" fmla="*/ 134102 h 3313991"/>
                <a:gd name="csX4" fmla="*/ 4425936 w 4473380"/>
                <a:gd name="csY4" fmla="*/ 939649 h 3313991"/>
                <a:gd name="csX5" fmla="*/ 2378375 w 4473380"/>
                <a:gd name="csY5" fmla="*/ 1694951 h 3313991"/>
                <a:gd name="csX6" fmla="*/ 377 w 4473380"/>
                <a:gd name="csY6" fmla="*/ 3306034 h 3313991"/>
                <a:gd name="csX0" fmla="*/ 377 w 4431250"/>
                <a:gd name="csY0" fmla="*/ 3306034 h 3313991"/>
                <a:gd name="csX1" fmla="*/ 2198008 w 4431250"/>
                <a:gd name="csY1" fmla="*/ 956406 h 3313991"/>
                <a:gd name="csX2" fmla="*/ 2685656 w 4431250"/>
                <a:gd name="csY2" fmla="*/ 82186 h 3313991"/>
                <a:gd name="csX3" fmla="*/ 3555002 w 4431250"/>
                <a:gd name="csY3" fmla="*/ 134102 h 3313991"/>
                <a:gd name="csX4" fmla="*/ 4425936 w 4431250"/>
                <a:gd name="csY4" fmla="*/ 939649 h 3313991"/>
                <a:gd name="csX5" fmla="*/ 2378375 w 4431250"/>
                <a:gd name="csY5" fmla="*/ 1694951 h 3313991"/>
                <a:gd name="csX6" fmla="*/ 377 w 4431250"/>
                <a:gd name="csY6" fmla="*/ 3306034 h 3313991"/>
                <a:gd name="csX0" fmla="*/ 377 w 4425936"/>
                <a:gd name="csY0" fmla="*/ 3306034 h 3313991"/>
                <a:gd name="csX1" fmla="*/ 2198008 w 4425936"/>
                <a:gd name="csY1" fmla="*/ 956406 h 3313991"/>
                <a:gd name="csX2" fmla="*/ 2685656 w 4425936"/>
                <a:gd name="csY2" fmla="*/ 82186 h 3313991"/>
                <a:gd name="csX3" fmla="*/ 3555002 w 4425936"/>
                <a:gd name="csY3" fmla="*/ 134102 h 3313991"/>
                <a:gd name="csX4" fmla="*/ 4425936 w 4425936"/>
                <a:gd name="csY4" fmla="*/ 939649 h 3313991"/>
                <a:gd name="csX5" fmla="*/ 2378375 w 4425936"/>
                <a:gd name="csY5" fmla="*/ 1694951 h 3313991"/>
                <a:gd name="csX6" fmla="*/ 377 w 4425936"/>
                <a:gd name="csY6" fmla="*/ 3306034 h 3313991"/>
                <a:gd name="csX0" fmla="*/ 377 w 4472878"/>
                <a:gd name="csY0" fmla="*/ 3303952 h 3311947"/>
                <a:gd name="csX1" fmla="*/ 2198008 w 4472878"/>
                <a:gd name="csY1" fmla="*/ 954324 h 3311947"/>
                <a:gd name="csX2" fmla="*/ 2685656 w 4472878"/>
                <a:gd name="csY2" fmla="*/ 80104 h 3311947"/>
                <a:gd name="csX3" fmla="*/ 3555002 w 4472878"/>
                <a:gd name="csY3" fmla="*/ 132020 h 3311947"/>
                <a:gd name="csX4" fmla="*/ 4472878 w 4472878"/>
                <a:gd name="csY4" fmla="*/ 895700 h 3311947"/>
                <a:gd name="csX5" fmla="*/ 2378375 w 4472878"/>
                <a:gd name="csY5" fmla="*/ 1692869 h 3311947"/>
                <a:gd name="csX6" fmla="*/ 377 w 4472878"/>
                <a:gd name="csY6" fmla="*/ 3303952 h 3311947"/>
                <a:gd name="csX0" fmla="*/ 377 w 4472878"/>
                <a:gd name="csY0" fmla="*/ 3489034 h 3497029"/>
                <a:gd name="csX1" fmla="*/ 2198008 w 4472878"/>
                <a:gd name="csY1" fmla="*/ 1139406 h 3497029"/>
                <a:gd name="csX2" fmla="*/ 2685656 w 4472878"/>
                <a:gd name="csY2" fmla="*/ 265186 h 3497029"/>
                <a:gd name="csX3" fmla="*/ 3742770 w 4472878"/>
                <a:gd name="csY3" fmla="*/ 49148 h 3497029"/>
                <a:gd name="csX4" fmla="*/ 4472878 w 4472878"/>
                <a:gd name="csY4" fmla="*/ 1080782 h 3497029"/>
                <a:gd name="csX5" fmla="*/ 2378375 w 4472878"/>
                <a:gd name="csY5" fmla="*/ 1877951 h 3497029"/>
                <a:gd name="csX6" fmla="*/ 377 w 4472878"/>
                <a:gd name="csY6" fmla="*/ 3489034 h 3497029"/>
                <a:gd name="csX0" fmla="*/ 377 w 4482266"/>
                <a:gd name="csY0" fmla="*/ 3489034 h 3497029"/>
                <a:gd name="csX1" fmla="*/ 2198008 w 4482266"/>
                <a:gd name="csY1" fmla="*/ 1139406 h 3497029"/>
                <a:gd name="csX2" fmla="*/ 2685656 w 4482266"/>
                <a:gd name="csY2" fmla="*/ 265186 h 3497029"/>
                <a:gd name="csX3" fmla="*/ 3742770 w 4482266"/>
                <a:gd name="csY3" fmla="*/ 49148 h 3497029"/>
                <a:gd name="csX4" fmla="*/ 4482266 w 4482266"/>
                <a:gd name="csY4" fmla="*/ 1080782 h 3497029"/>
                <a:gd name="csX5" fmla="*/ 2378375 w 4482266"/>
                <a:gd name="csY5" fmla="*/ 1877951 h 3497029"/>
                <a:gd name="csX6" fmla="*/ 377 w 4482266"/>
                <a:gd name="csY6" fmla="*/ 3489034 h 3497029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2552 w 4484441"/>
                <a:gd name="csY0" fmla="*/ 3489034 h 3497466"/>
                <a:gd name="csX1" fmla="*/ 2200183 w 4484441"/>
                <a:gd name="csY1" fmla="*/ 1139406 h 3497466"/>
                <a:gd name="csX2" fmla="*/ 2687831 w 4484441"/>
                <a:gd name="csY2" fmla="*/ 265186 h 3497466"/>
                <a:gd name="csX3" fmla="*/ 3744945 w 4484441"/>
                <a:gd name="csY3" fmla="*/ 49148 h 3497466"/>
                <a:gd name="csX4" fmla="*/ 4484441 w 4484441"/>
                <a:gd name="csY4" fmla="*/ 1080782 h 3497466"/>
                <a:gd name="csX5" fmla="*/ 2680980 w 4484441"/>
                <a:gd name="csY5" fmla="*/ 1894700 h 3497466"/>
                <a:gd name="csX6" fmla="*/ 2552 w 4484441"/>
                <a:gd name="csY6" fmla="*/ 3489034 h 3497466"/>
                <a:gd name="csX0" fmla="*/ 10188 w 4492077"/>
                <a:gd name="csY0" fmla="*/ 3488052 h 3497366"/>
                <a:gd name="csX1" fmla="*/ 1804118 w 4492077"/>
                <a:gd name="csY1" fmla="*/ 1096559 h 3497366"/>
                <a:gd name="csX2" fmla="*/ 2695467 w 4492077"/>
                <a:gd name="csY2" fmla="*/ 264204 h 3497366"/>
                <a:gd name="csX3" fmla="*/ 3752581 w 4492077"/>
                <a:gd name="csY3" fmla="*/ 48166 h 3497366"/>
                <a:gd name="csX4" fmla="*/ 4492077 w 4492077"/>
                <a:gd name="csY4" fmla="*/ 1079800 h 3497366"/>
                <a:gd name="csX5" fmla="*/ 2688616 w 4492077"/>
                <a:gd name="csY5" fmla="*/ 1893718 h 3497366"/>
                <a:gd name="csX6" fmla="*/ 10188 w 4492077"/>
                <a:gd name="csY6" fmla="*/ 3488052 h 3497366"/>
                <a:gd name="csX0" fmla="*/ 10188 w 4492077"/>
                <a:gd name="csY0" fmla="*/ 3488052 h 3500595"/>
                <a:gd name="csX1" fmla="*/ 1804118 w 4492077"/>
                <a:gd name="csY1" fmla="*/ 1096559 h 3500595"/>
                <a:gd name="csX2" fmla="*/ 2695467 w 4492077"/>
                <a:gd name="csY2" fmla="*/ 264204 h 3500595"/>
                <a:gd name="csX3" fmla="*/ 3752581 w 4492077"/>
                <a:gd name="csY3" fmla="*/ 48166 h 3500595"/>
                <a:gd name="csX4" fmla="*/ 4492077 w 4492077"/>
                <a:gd name="csY4" fmla="*/ 1079800 h 3500595"/>
                <a:gd name="csX5" fmla="*/ 2688616 w 4492077"/>
                <a:gd name="csY5" fmla="*/ 1893718 h 3500595"/>
                <a:gd name="csX6" fmla="*/ 10188 w 4492077"/>
                <a:gd name="csY6" fmla="*/ 3488052 h 3500595"/>
                <a:gd name="csX0" fmla="*/ 10188 w 4492077"/>
                <a:gd name="csY0" fmla="*/ 3488052 h 3500888"/>
                <a:gd name="csX1" fmla="*/ 1804118 w 4492077"/>
                <a:gd name="csY1" fmla="*/ 1096559 h 3500888"/>
                <a:gd name="csX2" fmla="*/ 2695467 w 4492077"/>
                <a:gd name="csY2" fmla="*/ 264204 h 3500888"/>
                <a:gd name="csX3" fmla="*/ 3752581 w 4492077"/>
                <a:gd name="csY3" fmla="*/ 48166 h 3500888"/>
                <a:gd name="csX4" fmla="*/ 4492077 w 4492077"/>
                <a:gd name="csY4" fmla="*/ 1079800 h 3500888"/>
                <a:gd name="csX5" fmla="*/ 2688616 w 4492077"/>
                <a:gd name="csY5" fmla="*/ 1893718 h 3500888"/>
                <a:gd name="csX6" fmla="*/ 10188 w 4492077"/>
                <a:gd name="csY6" fmla="*/ 3488052 h 3500888"/>
                <a:gd name="csX0" fmla="*/ 27731 w 3289130"/>
                <a:gd name="csY0" fmla="*/ 2449732 h 2473361"/>
                <a:gd name="csX1" fmla="*/ 601171 w 3289130"/>
                <a:gd name="csY1" fmla="*/ 1096559 h 2473361"/>
                <a:gd name="csX2" fmla="*/ 1492520 w 3289130"/>
                <a:gd name="csY2" fmla="*/ 264204 h 2473361"/>
                <a:gd name="csX3" fmla="*/ 2549634 w 3289130"/>
                <a:gd name="csY3" fmla="*/ 48166 h 2473361"/>
                <a:gd name="csX4" fmla="*/ 3289130 w 3289130"/>
                <a:gd name="csY4" fmla="*/ 1079800 h 2473361"/>
                <a:gd name="csX5" fmla="*/ 1485669 w 3289130"/>
                <a:gd name="csY5" fmla="*/ 1893718 h 2473361"/>
                <a:gd name="csX6" fmla="*/ 27731 w 3289130"/>
                <a:gd name="csY6" fmla="*/ 2449732 h 2473361"/>
                <a:gd name="csX0" fmla="*/ 367 w 3261766"/>
                <a:gd name="csY0" fmla="*/ 2449732 h 2449966"/>
                <a:gd name="csX1" fmla="*/ 573807 w 3261766"/>
                <a:gd name="csY1" fmla="*/ 1096559 h 2449966"/>
                <a:gd name="csX2" fmla="*/ 1465156 w 3261766"/>
                <a:gd name="csY2" fmla="*/ 264204 h 2449966"/>
                <a:gd name="csX3" fmla="*/ 2522270 w 3261766"/>
                <a:gd name="csY3" fmla="*/ 48166 h 2449966"/>
                <a:gd name="csX4" fmla="*/ 3261766 w 3261766"/>
                <a:gd name="csY4" fmla="*/ 1079800 h 2449966"/>
                <a:gd name="csX5" fmla="*/ 1458305 w 3261766"/>
                <a:gd name="csY5" fmla="*/ 1893718 h 2449966"/>
                <a:gd name="csX6" fmla="*/ 367 w 3261766"/>
                <a:gd name="csY6" fmla="*/ 2449732 h 2449966"/>
                <a:gd name="csX0" fmla="*/ 62959 w 3324358"/>
                <a:gd name="csY0" fmla="*/ 2449732 h 2487147"/>
                <a:gd name="csX1" fmla="*/ 636399 w 3324358"/>
                <a:gd name="csY1" fmla="*/ 1096559 h 2487147"/>
                <a:gd name="csX2" fmla="*/ 1527748 w 3324358"/>
                <a:gd name="csY2" fmla="*/ 264204 h 2487147"/>
                <a:gd name="csX3" fmla="*/ 2584862 w 3324358"/>
                <a:gd name="csY3" fmla="*/ 48166 h 2487147"/>
                <a:gd name="csX4" fmla="*/ 3324358 w 3324358"/>
                <a:gd name="csY4" fmla="*/ 1079800 h 2487147"/>
                <a:gd name="csX5" fmla="*/ 1520897 w 3324358"/>
                <a:gd name="csY5" fmla="*/ 1893718 h 2487147"/>
                <a:gd name="csX6" fmla="*/ 62959 w 3324358"/>
                <a:gd name="csY6" fmla="*/ 2449732 h 2487147"/>
                <a:gd name="csX0" fmla="*/ 38478 w 4482813"/>
                <a:gd name="csY0" fmla="*/ 3496425 h 3519813"/>
                <a:gd name="csX1" fmla="*/ 1794854 w 4482813"/>
                <a:gd name="csY1" fmla="*/ 1096559 h 3519813"/>
                <a:gd name="csX2" fmla="*/ 2686203 w 4482813"/>
                <a:gd name="csY2" fmla="*/ 264204 h 3519813"/>
                <a:gd name="csX3" fmla="*/ 3743317 w 4482813"/>
                <a:gd name="csY3" fmla="*/ 48166 h 3519813"/>
                <a:gd name="csX4" fmla="*/ 4482813 w 4482813"/>
                <a:gd name="csY4" fmla="*/ 1079800 h 3519813"/>
                <a:gd name="csX5" fmla="*/ 2679352 w 4482813"/>
                <a:gd name="csY5" fmla="*/ 1893718 h 3519813"/>
                <a:gd name="csX6" fmla="*/ 38478 w 4482813"/>
                <a:gd name="csY6" fmla="*/ 3496425 h 3519813"/>
                <a:gd name="csX0" fmla="*/ 9071 w 4453406"/>
                <a:gd name="csY0" fmla="*/ 3496425 h 3510301"/>
                <a:gd name="csX1" fmla="*/ 1765447 w 4453406"/>
                <a:gd name="csY1" fmla="*/ 1096559 h 3510301"/>
                <a:gd name="csX2" fmla="*/ 2656796 w 4453406"/>
                <a:gd name="csY2" fmla="*/ 264204 h 3510301"/>
                <a:gd name="csX3" fmla="*/ 3713910 w 4453406"/>
                <a:gd name="csY3" fmla="*/ 48166 h 3510301"/>
                <a:gd name="csX4" fmla="*/ 4453406 w 4453406"/>
                <a:gd name="csY4" fmla="*/ 1079800 h 3510301"/>
                <a:gd name="csX5" fmla="*/ 2649945 w 4453406"/>
                <a:gd name="csY5" fmla="*/ 1893718 h 3510301"/>
                <a:gd name="csX6" fmla="*/ 9071 w 4453406"/>
                <a:gd name="csY6" fmla="*/ 3496425 h 3510301"/>
                <a:gd name="csX0" fmla="*/ 9071 w 4453406"/>
                <a:gd name="csY0" fmla="*/ 3496425 h 3512169"/>
                <a:gd name="csX1" fmla="*/ 1765447 w 4453406"/>
                <a:gd name="csY1" fmla="*/ 1096559 h 3512169"/>
                <a:gd name="csX2" fmla="*/ 2656796 w 4453406"/>
                <a:gd name="csY2" fmla="*/ 264204 h 3512169"/>
                <a:gd name="csX3" fmla="*/ 3713910 w 4453406"/>
                <a:gd name="csY3" fmla="*/ 48166 h 3512169"/>
                <a:gd name="csX4" fmla="*/ 4453406 w 4453406"/>
                <a:gd name="csY4" fmla="*/ 1079800 h 3512169"/>
                <a:gd name="csX5" fmla="*/ 2649945 w 4453406"/>
                <a:gd name="csY5" fmla="*/ 1893718 h 3512169"/>
                <a:gd name="csX6" fmla="*/ 9071 w 4453406"/>
                <a:gd name="csY6" fmla="*/ 3496425 h 3512169"/>
                <a:gd name="csX0" fmla="*/ 9640 w 4453975"/>
                <a:gd name="csY0" fmla="*/ 3496425 h 3512169"/>
                <a:gd name="csX1" fmla="*/ 1766016 w 4453975"/>
                <a:gd name="csY1" fmla="*/ 1096559 h 3512169"/>
                <a:gd name="csX2" fmla="*/ 2657365 w 4453975"/>
                <a:gd name="csY2" fmla="*/ 264204 h 3512169"/>
                <a:gd name="csX3" fmla="*/ 3714479 w 4453975"/>
                <a:gd name="csY3" fmla="*/ 48166 h 3512169"/>
                <a:gd name="csX4" fmla="*/ 4453975 w 4453975"/>
                <a:gd name="csY4" fmla="*/ 1079800 h 3512169"/>
                <a:gd name="csX5" fmla="*/ 2650514 w 4453975"/>
                <a:gd name="csY5" fmla="*/ 1893718 h 3512169"/>
                <a:gd name="csX6" fmla="*/ 9640 w 4453975"/>
                <a:gd name="csY6" fmla="*/ 3496425 h 3512169"/>
                <a:gd name="csX0" fmla="*/ 9640 w 4453975"/>
                <a:gd name="csY0" fmla="*/ 3993467 h 4008123"/>
                <a:gd name="csX1" fmla="*/ 1766016 w 4453975"/>
                <a:gd name="csY1" fmla="*/ 1593601 h 4008123"/>
                <a:gd name="csX2" fmla="*/ 2601034 w 4453975"/>
                <a:gd name="csY2" fmla="*/ 41122 h 4008123"/>
                <a:gd name="csX3" fmla="*/ 3714479 w 4453975"/>
                <a:gd name="csY3" fmla="*/ 545208 h 4008123"/>
                <a:gd name="csX4" fmla="*/ 4453975 w 4453975"/>
                <a:gd name="csY4" fmla="*/ 1576842 h 4008123"/>
                <a:gd name="csX5" fmla="*/ 2650514 w 4453975"/>
                <a:gd name="csY5" fmla="*/ 2390760 h 4008123"/>
                <a:gd name="csX6" fmla="*/ 9640 w 4453975"/>
                <a:gd name="csY6" fmla="*/ 3993467 h 4008123"/>
                <a:gd name="csX0" fmla="*/ 9640 w 4453975"/>
                <a:gd name="csY0" fmla="*/ 3952894 h 3967550"/>
                <a:gd name="csX1" fmla="*/ 1766016 w 4453975"/>
                <a:gd name="csY1" fmla="*/ 1553028 h 3967550"/>
                <a:gd name="csX2" fmla="*/ 2601034 w 4453975"/>
                <a:gd name="csY2" fmla="*/ 549 h 3967550"/>
                <a:gd name="csX3" fmla="*/ 3714479 w 4453975"/>
                <a:gd name="csY3" fmla="*/ 504635 h 3967550"/>
                <a:gd name="csX4" fmla="*/ 4453975 w 4453975"/>
                <a:gd name="csY4" fmla="*/ 1536269 h 3967550"/>
                <a:gd name="csX5" fmla="*/ 2650514 w 4453975"/>
                <a:gd name="csY5" fmla="*/ 2350187 h 3967550"/>
                <a:gd name="csX6" fmla="*/ 9640 w 4453975"/>
                <a:gd name="csY6" fmla="*/ 3952894 h 3967550"/>
                <a:gd name="csX0" fmla="*/ 9640 w 4453975"/>
                <a:gd name="csY0" fmla="*/ 3952971 h 3968477"/>
                <a:gd name="csX1" fmla="*/ 1766016 w 4453975"/>
                <a:gd name="csY1" fmla="*/ 1553105 h 3968477"/>
                <a:gd name="csX2" fmla="*/ 2601034 w 4453975"/>
                <a:gd name="csY2" fmla="*/ 626 h 3968477"/>
                <a:gd name="csX3" fmla="*/ 3714479 w 4453975"/>
                <a:gd name="csY3" fmla="*/ 504712 h 3968477"/>
                <a:gd name="csX4" fmla="*/ 4453975 w 4453975"/>
                <a:gd name="csY4" fmla="*/ 1536346 h 3968477"/>
                <a:gd name="csX5" fmla="*/ 2650514 w 4453975"/>
                <a:gd name="csY5" fmla="*/ 2350264 h 3968477"/>
                <a:gd name="csX6" fmla="*/ 9640 w 4453975"/>
                <a:gd name="csY6" fmla="*/ 3952971 h 3968477"/>
                <a:gd name="csX0" fmla="*/ 9640 w 4517542"/>
                <a:gd name="csY0" fmla="*/ 4153948 h 4169453"/>
                <a:gd name="csX1" fmla="*/ 1766016 w 4517542"/>
                <a:gd name="csY1" fmla="*/ 1754082 h 4169453"/>
                <a:gd name="csX2" fmla="*/ 2601034 w 4517542"/>
                <a:gd name="csY2" fmla="*/ 201603 h 4169453"/>
                <a:gd name="csX3" fmla="*/ 4390442 w 4517542"/>
                <a:gd name="csY3" fmla="*/ 186529 h 4169453"/>
                <a:gd name="csX4" fmla="*/ 4453975 w 4517542"/>
                <a:gd name="csY4" fmla="*/ 1737323 h 4169453"/>
                <a:gd name="csX5" fmla="*/ 2650514 w 4517542"/>
                <a:gd name="csY5" fmla="*/ 2551241 h 4169453"/>
                <a:gd name="csX6" fmla="*/ 9640 w 4517542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554498"/>
                <a:gd name="csY0" fmla="*/ 4153948 h 4169453"/>
                <a:gd name="csX1" fmla="*/ 1766016 w 4554498"/>
                <a:gd name="csY1" fmla="*/ 1754082 h 4169453"/>
                <a:gd name="csX2" fmla="*/ 2601034 w 4554498"/>
                <a:gd name="csY2" fmla="*/ 201603 h 4169453"/>
                <a:gd name="csX3" fmla="*/ 4390442 w 4554498"/>
                <a:gd name="csY3" fmla="*/ 186529 h 4169453"/>
                <a:gd name="csX4" fmla="*/ 4453975 w 4554498"/>
                <a:gd name="csY4" fmla="*/ 1737323 h 4169453"/>
                <a:gd name="csX5" fmla="*/ 2650514 w 4554498"/>
                <a:gd name="csY5" fmla="*/ 2551241 h 4169453"/>
                <a:gd name="csX6" fmla="*/ 9640 w 4554498"/>
                <a:gd name="csY6" fmla="*/ 4153948 h 4169453"/>
                <a:gd name="csX0" fmla="*/ 9640 w 4719798"/>
                <a:gd name="csY0" fmla="*/ 4153948 h 4169453"/>
                <a:gd name="csX1" fmla="*/ 1766016 w 4719798"/>
                <a:gd name="csY1" fmla="*/ 1754082 h 4169453"/>
                <a:gd name="csX2" fmla="*/ 2601034 w 4719798"/>
                <a:gd name="csY2" fmla="*/ 201603 h 4169453"/>
                <a:gd name="csX3" fmla="*/ 4390442 w 4719798"/>
                <a:gd name="csY3" fmla="*/ 186529 h 4169453"/>
                <a:gd name="csX4" fmla="*/ 4453975 w 4719798"/>
                <a:gd name="csY4" fmla="*/ 1737323 h 4169453"/>
                <a:gd name="csX5" fmla="*/ 2650514 w 4719798"/>
                <a:gd name="csY5" fmla="*/ 2551241 h 4169453"/>
                <a:gd name="csX6" fmla="*/ 9640 w 4719798"/>
                <a:gd name="csY6" fmla="*/ 4153948 h 4169453"/>
                <a:gd name="csX0" fmla="*/ 9640 w 4684091"/>
                <a:gd name="csY0" fmla="*/ 4153948 h 4169453"/>
                <a:gd name="csX1" fmla="*/ 1766016 w 4684091"/>
                <a:gd name="csY1" fmla="*/ 1754082 h 4169453"/>
                <a:gd name="csX2" fmla="*/ 2601034 w 4684091"/>
                <a:gd name="csY2" fmla="*/ 201603 h 4169453"/>
                <a:gd name="csX3" fmla="*/ 4390442 w 4684091"/>
                <a:gd name="csY3" fmla="*/ 186529 h 4169453"/>
                <a:gd name="csX4" fmla="*/ 4453975 w 4684091"/>
                <a:gd name="csY4" fmla="*/ 1737323 h 4169453"/>
                <a:gd name="csX5" fmla="*/ 2650514 w 4684091"/>
                <a:gd name="csY5" fmla="*/ 2551241 h 4169453"/>
                <a:gd name="csX6" fmla="*/ 9640 w 4684091"/>
                <a:gd name="csY6" fmla="*/ 4153948 h 4169453"/>
                <a:gd name="csX0" fmla="*/ 9640 w 4747938"/>
                <a:gd name="csY0" fmla="*/ 4153948 h 4169453"/>
                <a:gd name="csX1" fmla="*/ 1766016 w 4747938"/>
                <a:gd name="csY1" fmla="*/ 1754082 h 4169453"/>
                <a:gd name="csX2" fmla="*/ 2601034 w 4747938"/>
                <a:gd name="csY2" fmla="*/ 201603 h 4169453"/>
                <a:gd name="csX3" fmla="*/ 4390442 w 4747938"/>
                <a:gd name="csY3" fmla="*/ 186529 h 4169453"/>
                <a:gd name="csX4" fmla="*/ 4453975 w 4747938"/>
                <a:gd name="csY4" fmla="*/ 1737323 h 4169453"/>
                <a:gd name="csX5" fmla="*/ 2650514 w 4747938"/>
                <a:gd name="csY5" fmla="*/ 2551241 h 4169453"/>
                <a:gd name="csX6" fmla="*/ 9640 w 4747938"/>
                <a:gd name="csY6" fmla="*/ 4153948 h 4169453"/>
                <a:gd name="csX0" fmla="*/ 9640 w 4747938"/>
                <a:gd name="csY0" fmla="*/ 4205765 h 4221270"/>
                <a:gd name="csX1" fmla="*/ 1766016 w 4747938"/>
                <a:gd name="csY1" fmla="*/ 1805899 h 4221270"/>
                <a:gd name="csX2" fmla="*/ 2601034 w 4747938"/>
                <a:gd name="csY2" fmla="*/ 253420 h 4221270"/>
                <a:gd name="csX3" fmla="*/ 4390442 w 4747938"/>
                <a:gd name="csY3" fmla="*/ 238346 h 4221270"/>
                <a:gd name="csX4" fmla="*/ 4453975 w 4747938"/>
                <a:gd name="csY4" fmla="*/ 1789140 h 4221270"/>
                <a:gd name="csX5" fmla="*/ 2650514 w 4747938"/>
                <a:gd name="csY5" fmla="*/ 2603058 h 4221270"/>
                <a:gd name="csX6" fmla="*/ 9640 w 4747938"/>
                <a:gd name="csY6" fmla="*/ 4205765 h 4221270"/>
                <a:gd name="csX0" fmla="*/ 9640 w 4769359"/>
                <a:gd name="csY0" fmla="*/ 4189897 h 4205402"/>
                <a:gd name="csX1" fmla="*/ 1766016 w 4769359"/>
                <a:gd name="csY1" fmla="*/ 1790031 h 4205402"/>
                <a:gd name="csX2" fmla="*/ 2601034 w 4769359"/>
                <a:gd name="csY2" fmla="*/ 237552 h 4205402"/>
                <a:gd name="csX3" fmla="*/ 4446772 w 4769359"/>
                <a:gd name="csY3" fmla="*/ 163863 h 4205402"/>
                <a:gd name="csX4" fmla="*/ 4453975 w 4769359"/>
                <a:gd name="csY4" fmla="*/ 1773272 h 4205402"/>
                <a:gd name="csX5" fmla="*/ 2650514 w 4769359"/>
                <a:gd name="csY5" fmla="*/ 2587190 h 4205402"/>
                <a:gd name="csX6" fmla="*/ 9640 w 4769359"/>
                <a:gd name="csY6" fmla="*/ 4189897 h 4205402"/>
                <a:gd name="csX0" fmla="*/ 9640 w 4747938"/>
                <a:gd name="csY0" fmla="*/ 4212142 h 4227647"/>
                <a:gd name="csX1" fmla="*/ 1766016 w 4747938"/>
                <a:gd name="csY1" fmla="*/ 1812276 h 4227647"/>
                <a:gd name="csX2" fmla="*/ 2601034 w 4747938"/>
                <a:gd name="csY2" fmla="*/ 259797 h 4227647"/>
                <a:gd name="csX3" fmla="*/ 4390441 w 4747938"/>
                <a:gd name="csY3" fmla="*/ 152614 h 4227647"/>
                <a:gd name="csX4" fmla="*/ 4453975 w 4747938"/>
                <a:gd name="csY4" fmla="*/ 1795517 h 4227647"/>
                <a:gd name="csX5" fmla="*/ 2650514 w 4747938"/>
                <a:gd name="csY5" fmla="*/ 2609435 h 4227647"/>
                <a:gd name="csX6" fmla="*/ 9640 w 4747938"/>
                <a:gd name="csY6" fmla="*/ 4212142 h 4227647"/>
                <a:gd name="csX0" fmla="*/ 8567 w 4746865"/>
                <a:gd name="csY0" fmla="*/ 4212143 h 4219435"/>
                <a:gd name="csX1" fmla="*/ 1745271 w 4746865"/>
                <a:gd name="csY1" fmla="*/ 1812279 h 4219435"/>
                <a:gd name="csX2" fmla="*/ 2599961 w 4746865"/>
                <a:gd name="csY2" fmla="*/ 259798 h 4219435"/>
                <a:gd name="csX3" fmla="*/ 4389368 w 4746865"/>
                <a:gd name="csY3" fmla="*/ 152615 h 4219435"/>
                <a:gd name="csX4" fmla="*/ 4452902 w 4746865"/>
                <a:gd name="csY4" fmla="*/ 1795518 h 4219435"/>
                <a:gd name="csX5" fmla="*/ 2649441 w 4746865"/>
                <a:gd name="csY5" fmla="*/ 2609436 h 4219435"/>
                <a:gd name="csX6" fmla="*/ 8567 w 4746865"/>
                <a:gd name="csY6" fmla="*/ 4212143 h 4219435"/>
                <a:gd name="csX0" fmla="*/ 8451 w 4746749"/>
                <a:gd name="csY0" fmla="*/ 4212143 h 4219813"/>
                <a:gd name="csX1" fmla="*/ 1745155 w 4746749"/>
                <a:gd name="csY1" fmla="*/ 1812279 h 4219813"/>
                <a:gd name="csX2" fmla="*/ 2599845 w 4746749"/>
                <a:gd name="csY2" fmla="*/ 259798 h 4219813"/>
                <a:gd name="csX3" fmla="*/ 4389252 w 4746749"/>
                <a:gd name="csY3" fmla="*/ 152615 h 4219813"/>
                <a:gd name="csX4" fmla="*/ 4452786 w 4746749"/>
                <a:gd name="csY4" fmla="*/ 1795518 h 4219813"/>
                <a:gd name="csX5" fmla="*/ 2642769 w 4746749"/>
                <a:gd name="csY5" fmla="*/ 2626986 h 4219813"/>
                <a:gd name="csX6" fmla="*/ 8451 w 4746749"/>
                <a:gd name="csY6" fmla="*/ 4212143 h 4219813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451 w 4746749"/>
                <a:gd name="csY0" fmla="*/ 4212143 h 4219765"/>
                <a:gd name="csX1" fmla="*/ 1745155 w 4746749"/>
                <a:gd name="csY1" fmla="*/ 1812279 h 4219765"/>
                <a:gd name="csX2" fmla="*/ 2599845 w 4746749"/>
                <a:gd name="csY2" fmla="*/ 259798 h 4219765"/>
                <a:gd name="csX3" fmla="*/ 4389252 w 4746749"/>
                <a:gd name="csY3" fmla="*/ 152615 h 4219765"/>
                <a:gd name="csX4" fmla="*/ 4452786 w 4746749"/>
                <a:gd name="csY4" fmla="*/ 1795518 h 4219765"/>
                <a:gd name="csX5" fmla="*/ 2642769 w 4746749"/>
                <a:gd name="csY5" fmla="*/ 2626986 h 4219765"/>
                <a:gd name="csX6" fmla="*/ 8451 w 4746749"/>
                <a:gd name="csY6" fmla="*/ 4212143 h 4219765"/>
                <a:gd name="csX0" fmla="*/ 8594 w 4746892"/>
                <a:gd name="csY0" fmla="*/ 4213311 h 4220527"/>
                <a:gd name="csX1" fmla="*/ 1738740 w 4746892"/>
                <a:gd name="csY1" fmla="*/ 1836843 h 4220527"/>
                <a:gd name="csX2" fmla="*/ 2599988 w 4746892"/>
                <a:gd name="csY2" fmla="*/ 260966 h 4220527"/>
                <a:gd name="csX3" fmla="*/ 4389395 w 4746892"/>
                <a:gd name="csY3" fmla="*/ 153783 h 4220527"/>
                <a:gd name="csX4" fmla="*/ 4452929 w 4746892"/>
                <a:gd name="csY4" fmla="*/ 1796686 h 4220527"/>
                <a:gd name="csX5" fmla="*/ 2642912 w 4746892"/>
                <a:gd name="csY5" fmla="*/ 2628154 h 4220527"/>
                <a:gd name="csX6" fmla="*/ 8594 w 4746892"/>
                <a:gd name="csY6" fmla="*/ 4213311 h 4220527"/>
                <a:gd name="csX0" fmla="*/ 8594 w 4693867"/>
                <a:gd name="csY0" fmla="*/ 4136922 h 4144138"/>
                <a:gd name="csX1" fmla="*/ 1738740 w 4693867"/>
                <a:gd name="csY1" fmla="*/ 1760454 h 4144138"/>
                <a:gd name="csX2" fmla="*/ 2599988 w 4693867"/>
                <a:gd name="csY2" fmla="*/ 184577 h 4144138"/>
                <a:gd name="csX3" fmla="*/ 4389395 w 4693867"/>
                <a:gd name="csY3" fmla="*/ 77394 h 4144138"/>
                <a:gd name="csX4" fmla="*/ 4452929 w 4693867"/>
                <a:gd name="csY4" fmla="*/ 1720297 h 4144138"/>
                <a:gd name="csX5" fmla="*/ 2642912 w 4693867"/>
                <a:gd name="csY5" fmla="*/ 2551765 h 4144138"/>
                <a:gd name="csX6" fmla="*/ 8594 w 4693867"/>
                <a:gd name="csY6" fmla="*/ 4136922 h 4144138"/>
                <a:gd name="csX0" fmla="*/ 8594 w 4699247"/>
                <a:gd name="csY0" fmla="*/ 4098901 h 4106117"/>
                <a:gd name="csX1" fmla="*/ 1738740 w 4699247"/>
                <a:gd name="csY1" fmla="*/ 1722433 h 4106117"/>
                <a:gd name="csX2" fmla="*/ 2599988 w 4699247"/>
                <a:gd name="csY2" fmla="*/ 146556 h 4106117"/>
                <a:gd name="csX3" fmla="*/ 4409070 w 4699247"/>
                <a:gd name="csY3" fmla="*/ 115412 h 4106117"/>
                <a:gd name="csX4" fmla="*/ 4452929 w 4699247"/>
                <a:gd name="csY4" fmla="*/ 1682276 h 4106117"/>
                <a:gd name="csX5" fmla="*/ 2642912 w 4699247"/>
                <a:gd name="csY5" fmla="*/ 2513744 h 4106117"/>
                <a:gd name="csX6" fmla="*/ 8594 w 4699247"/>
                <a:gd name="csY6" fmla="*/ 4098901 h 4106117"/>
                <a:gd name="csX0" fmla="*/ 8594 w 4703971"/>
                <a:gd name="csY0" fmla="*/ 4107920 h 4115136"/>
                <a:gd name="csX1" fmla="*/ 1738740 w 4703971"/>
                <a:gd name="csY1" fmla="*/ 1731452 h 4115136"/>
                <a:gd name="csX2" fmla="*/ 2599988 w 4703971"/>
                <a:gd name="csY2" fmla="*/ 155575 h 4115136"/>
                <a:gd name="csX3" fmla="*/ 4409070 w 4703971"/>
                <a:gd name="csY3" fmla="*/ 124431 h 4115136"/>
                <a:gd name="csX4" fmla="*/ 4452929 w 4703971"/>
                <a:gd name="csY4" fmla="*/ 1691295 h 4115136"/>
                <a:gd name="csX5" fmla="*/ 2642912 w 4703971"/>
                <a:gd name="csY5" fmla="*/ 2522763 h 4115136"/>
                <a:gd name="csX6" fmla="*/ 8594 w 4703971"/>
                <a:gd name="csY6" fmla="*/ 4107920 h 4115136"/>
                <a:gd name="csX0" fmla="*/ 8594 w 4703971"/>
                <a:gd name="csY0" fmla="*/ 4195888 h 4203104"/>
                <a:gd name="csX1" fmla="*/ 1738740 w 4703971"/>
                <a:gd name="csY1" fmla="*/ 1819420 h 4203104"/>
                <a:gd name="csX2" fmla="*/ 2599988 w 4703971"/>
                <a:gd name="csY2" fmla="*/ 243543 h 4203104"/>
                <a:gd name="csX3" fmla="*/ 4409070 w 4703971"/>
                <a:gd name="csY3" fmla="*/ 212399 h 4203104"/>
                <a:gd name="csX4" fmla="*/ 4452929 w 4703971"/>
                <a:gd name="csY4" fmla="*/ 1779263 h 4203104"/>
                <a:gd name="csX5" fmla="*/ 2642912 w 4703971"/>
                <a:gd name="csY5" fmla="*/ 2610731 h 4203104"/>
                <a:gd name="csX6" fmla="*/ 8594 w 4703971"/>
                <a:gd name="csY6" fmla="*/ 4195888 h 4203104"/>
                <a:gd name="csX0" fmla="*/ 8594 w 4703971"/>
                <a:gd name="csY0" fmla="*/ 4213778 h 4220994"/>
                <a:gd name="csX1" fmla="*/ 1738740 w 4703971"/>
                <a:gd name="csY1" fmla="*/ 1837310 h 4220994"/>
                <a:gd name="csX2" fmla="*/ 2599988 w 4703971"/>
                <a:gd name="csY2" fmla="*/ 261433 h 4220994"/>
                <a:gd name="csX3" fmla="*/ 4409070 w 4703971"/>
                <a:gd name="csY3" fmla="*/ 230289 h 4220994"/>
                <a:gd name="csX4" fmla="*/ 4452929 w 4703971"/>
                <a:gd name="csY4" fmla="*/ 1797153 h 4220994"/>
                <a:gd name="csX5" fmla="*/ 2642912 w 4703971"/>
                <a:gd name="csY5" fmla="*/ 2628621 h 4220994"/>
                <a:gd name="csX6" fmla="*/ 8594 w 4703971"/>
                <a:gd name="csY6" fmla="*/ 4213778 h 4220994"/>
                <a:gd name="csX0" fmla="*/ 8594 w 4855548"/>
                <a:gd name="csY0" fmla="*/ 4390510 h 4397726"/>
                <a:gd name="csX1" fmla="*/ 1738740 w 4855548"/>
                <a:gd name="csY1" fmla="*/ 2014042 h 4397726"/>
                <a:gd name="csX2" fmla="*/ 2599988 w 4855548"/>
                <a:gd name="csY2" fmla="*/ 438165 h 4397726"/>
                <a:gd name="csX3" fmla="*/ 4756647 w 4855548"/>
                <a:gd name="csY3" fmla="*/ 26825 h 4397726"/>
                <a:gd name="csX4" fmla="*/ 4452929 w 4855548"/>
                <a:gd name="csY4" fmla="*/ 1973885 h 4397726"/>
                <a:gd name="csX5" fmla="*/ 2642912 w 4855548"/>
                <a:gd name="csY5" fmla="*/ 2805353 h 4397726"/>
                <a:gd name="csX6" fmla="*/ 8594 w 4855548"/>
                <a:gd name="csY6" fmla="*/ 4390510 h 4397726"/>
                <a:gd name="csX0" fmla="*/ 8594 w 5018748"/>
                <a:gd name="csY0" fmla="*/ 4545598 h 4552814"/>
                <a:gd name="csX1" fmla="*/ 1738740 w 5018748"/>
                <a:gd name="csY1" fmla="*/ 2169130 h 4552814"/>
                <a:gd name="csX2" fmla="*/ 2599988 w 5018748"/>
                <a:gd name="csY2" fmla="*/ 593253 h 4552814"/>
                <a:gd name="csX3" fmla="*/ 4973062 w 5018748"/>
                <a:gd name="csY3" fmla="*/ 18136 h 4552814"/>
                <a:gd name="csX4" fmla="*/ 4452929 w 5018748"/>
                <a:gd name="csY4" fmla="*/ 2128973 h 4552814"/>
                <a:gd name="csX5" fmla="*/ 2642912 w 5018748"/>
                <a:gd name="csY5" fmla="*/ 2960441 h 4552814"/>
                <a:gd name="csX6" fmla="*/ 8594 w 5018748"/>
                <a:gd name="csY6" fmla="*/ 4545598 h 4552814"/>
                <a:gd name="csX0" fmla="*/ 8594 w 5002691"/>
                <a:gd name="csY0" fmla="*/ 4537753 h 4544969"/>
                <a:gd name="csX1" fmla="*/ 1738740 w 5002691"/>
                <a:gd name="csY1" fmla="*/ 2161285 h 4544969"/>
                <a:gd name="csX2" fmla="*/ 2599988 w 5002691"/>
                <a:gd name="csY2" fmla="*/ 585408 h 4544969"/>
                <a:gd name="csX3" fmla="*/ 4973062 w 5002691"/>
                <a:gd name="csY3" fmla="*/ 10291 h 4544969"/>
                <a:gd name="csX4" fmla="*/ 4452929 w 5002691"/>
                <a:gd name="csY4" fmla="*/ 2121128 h 4544969"/>
                <a:gd name="csX5" fmla="*/ 2642912 w 5002691"/>
                <a:gd name="csY5" fmla="*/ 2952596 h 4544969"/>
                <a:gd name="csX6" fmla="*/ 8594 w 5002691"/>
                <a:gd name="csY6" fmla="*/ 4537753 h 4544969"/>
                <a:gd name="csX0" fmla="*/ 8594 w 4705059"/>
                <a:gd name="csY0" fmla="*/ 4122711 h 4129927"/>
                <a:gd name="csX1" fmla="*/ 1738740 w 4705059"/>
                <a:gd name="csY1" fmla="*/ 1746243 h 4129927"/>
                <a:gd name="csX2" fmla="*/ 2599988 w 4705059"/>
                <a:gd name="csY2" fmla="*/ 170366 h 4129927"/>
                <a:gd name="csX3" fmla="*/ 4446032 w 4705059"/>
                <a:gd name="csY3" fmla="*/ 89415 h 4129927"/>
                <a:gd name="csX4" fmla="*/ 4452929 w 4705059"/>
                <a:gd name="csY4" fmla="*/ 1706086 h 4129927"/>
                <a:gd name="csX5" fmla="*/ 2642912 w 4705059"/>
                <a:gd name="csY5" fmla="*/ 2537554 h 4129927"/>
                <a:gd name="csX6" fmla="*/ 8594 w 4705059"/>
                <a:gd name="csY6" fmla="*/ 4122711 h 4129927"/>
                <a:gd name="csX0" fmla="*/ 8594 w 4596663"/>
                <a:gd name="csY0" fmla="*/ 4215533 h 4224499"/>
                <a:gd name="csX1" fmla="*/ 1738740 w 4596663"/>
                <a:gd name="csY1" fmla="*/ 1839065 h 4224499"/>
                <a:gd name="csX2" fmla="*/ 2599988 w 4596663"/>
                <a:gd name="csY2" fmla="*/ 263188 h 4224499"/>
                <a:gd name="csX3" fmla="*/ 4446032 w 4596663"/>
                <a:gd name="csY3" fmla="*/ 182237 h 4224499"/>
                <a:gd name="csX4" fmla="*/ 4129398 w 4596663"/>
                <a:gd name="csY4" fmla="*/ 2079669 h 4224499"/>
                <a:gd name="csX5" fmla="*/ 2642912 w 4596663"/>
                <a:gd name="csY5" fmla="*/ 2630376 h 4224499"/>
                <a:gd name="csX6" fmla="*/ 8594 w 4596663"/>
                <a:gd name="csY6" fmla="*/ 4215533 h 4224499"/>
                <a:gd name="csX0" fmla="*/ 10635 w 4618520"/>
                <a:gd name="csY0" fmla="*/ 4140860 h 4149826"/>
                <a:gd name="csX1" fmla="*/ 1740781 w 4618520"/>
                <a:gd name="csY1" fmla="*/ 1764392 h 4149826"/>
                <a:gd name="csX2" fmla="*/ 2330962 w 4618520"/>
                <a:gd name="csY2" fmla="*/ 399085 h 4149826"/>
                <a:gd name="csX3" fmla="*/ 4448073 w 4618520"/>
                <a:gd name="csY3" fmla="*/ 107564 h 4149826"/>
                <a:gd name="csX4" fmla="*/ 4131439 w 4618520"/>
                <a:gd name="csY4" fmla="*/ 2004996 h 4149826"/>
                <a:gd name="csX5" fmla="*/ 2644953 w 4618520"/>
                <a:gd name="csY5" fmla="*/ 2555703 h 4149826"/>
                <a:gd name="csX6" fmla="*/ 10635 w 4618520"/>
                <a:gd name="csY6" fmla="*/ 4140860 h 4149826"/>
                <a:gd name="csX0" fmla="*/ 2473 w 4610358"/>
                <a:gd name="csY0" fmla="*/ 4148168 h 4152706"/>
                <a:gd name="csX1" fmla="*/ 2161081 w 4610358"/>
                <a:gd name="csY1" fmla="*/ 2013468 h 4152706"/>
                <a:gd name="csX2" fmla="*/ 2322800 w 4610358"/>
                <a:gd name="csY2" fmla="*/ 406393 h 4152706"/>
                <a:gd name="csX3" fmla="*/ 4439911 w 4610358"/>
                <a:gd name="csY3" fmla="*/ 114872 h 4152706"/>
                <a:gd name="csX4" fmla="*/ 4123277 w 4610358"/>
                <a:gd name="csY4" fmla="*/ 2012304 h 4152706"/>
                <a:gd name="csX5" fmla="*/ 2636791 w 4610358"/>
                <a:gd name="csY5" fmla="*/ 2563011 h 4152706"/>
                <a:gd name="csX6" fmla="*/ 2473 w 4610358"/>
                <a:gd name="csY6" fmla="*/ 4148168 h 4152706"/>
                <a:gd name="csX0" fmla="*/ 400 w 4608285"/>
                <a:gd name="csY0" fmla="*/ 4148168 h 4148397"/>
                <a:gd name="csX1" fmla="*/ 2159008 w 4608285"/>
                <a:gd name="csY1" fmla="*/ 2013468 h 4148397"/>
                <a:gd name="csX2" fmla="*/ 2320727 w 4608285"/>
                <a:gd name="csY2" fmla="*/ 406393 h 4148397"/>
                <a:gd name="csX3" fmla="*/ 4437838 w 4608285"/>
                <a:gd name="csY3" fmla="*/ 114872 h 4148397"/>
                <a:gd name="csX4" fmla="*/ 4121204 w 4608285"/>
                <a:gd name="csY4" fmla="*/ 2012304 h 4148397"/>
                <a:gd name="csX5" fmla="*/ 2346163 w 4608285"/>
                <a:gd name="csY5" fmla="*/ 2149669 h 4148397"/>
                <a:gd name="csX6" fmla="*/ 400 w 4608285"/>
                <a:gd name="csY6" fmla="*/ 4148168 h 4148397"/>
                <a:gd name="csX0" fmla="*/ 400 w 4547161"/>
                <a:gd name="csY0" fmla="*/ 4069645 h 4069874"/>
                <a:gd name="csX1" fmla="*/ 2159008 w 4547161"/>
                <a:gd name="csY1" fmla="*/ 1934945 h 4069874"/>
                <a:gd name="csX2" fmla="*/ 2320727 w 4547161"/>
                <a:gd name="csY2" fmla="*/ 327870 h 4069874"/>
                <a:gd name="csX3" fmla="*/ 4437838 w 4547161"/>
                <a:gd name="csY3" fmla="*/ 36349 h 4069874"/>
                <a:gd name="csX4" fmla="*/ 4121204 w 4547161"/>
                <a:gd name="csY4" fmla="*/ 1933781 h 4069874"/>
                <a:gd name="csX5" fmla="*/ 2346163 w 4547161"/>
                <a:gd name="csY5" fmla="*/ 2071146 h 4069874"/>
                <a:gd name="csX6" fmla="*/ 400 w 4547161"/>
                <a:gd name="csY6" fmla="*/ 4069645 h 4069874"/>
                <a:gd name="csX0" fmla="*/ 536 w 3991476"/>
                <a:gd name="csY0" fmla="*/ 3539321 h 3539632"/>
                <a:gd name="csX1" fmla="*/ 1603323 w 3991476"/>
                <a:gd name="csY1" fmla="*/ 1934945 h 3539632"/>
                <a:gd name="csX2" fmla="*/ 1765042 w 3991476"/>
                <a:gd name="csY2" fmla="*/ 327870 h 3539632"/>
                <a:gd name="csX3" fmla="*/ 3882153 w 3991476"/>
                <a:gd name="csY3" fmla="*/ 36349 h 3539632"/>
                <a:gd name="csX4" fmla="*/ 3565519 w 3991476"/>
                <a:gd name="csY4" fmla="*/ 1933781 h 3539632"/>
                <a:gd name="csX5" fmla="*/ 1790478 w 3991476"/>
                <a:gd name="csY5" fmla="*/ 2071146 h 3539632"/>
                <a:gd name="csX6" fmla="*/ 536 w 3991476"/>
                <a:gd name="csY6" fmla="*/ 3539321 h 3539632"/>
                <a:gd name="csX0" fmla="*/ 527 w 4017318"/>
                <a:gd name="csY0" fmla="*/ 3573908 h 3574212"/>
                <a:gd name="csX1" fmla="*/ 1629165 w 4017318"/>
                <a:gd name="csY1" fmla="*/ 1934945 h 3574212"/>
                <a:gd name="csX2" fmla="*/ 1790884 w 4017318"/>
                <a:gd name="csY2" fmla="*/ 327870 h 3574212"/>
                <a:gd name="csX3" fmla="*/ 3907995 w 4017318"/>
                <a:gd name="csY3" fmla="*/ 36349 h 3574212"/>
                <a:gd name="csX4" fmla="*/ 3591361 w 4017318"/>
                <a:gd name="csY4" fmla="*/ 1933781 h 3574212"/>
                <a:gd name="csX5" fmla="*/ 1816320 w 4017318"/>
                <a:gd name="csY5" fmla="*/ 2071146 h 3574212"/>
                <a:gd name="csX6" fmla="*/ 527 w 4017318"/>
                <a:gd name="csY6" fmla="*/ 3573908 h 3574212"/>
                <a:gd name="csX0" fmla="*/ 3641 w 4020432"/>
                <a:gd name="csY0" fmla="*/ 3573908 h 3577567"/>
                <a:gd name="csX1" fmla="*/ 1632279 w 4020432"/>
                <a:gd name="csY1" fmla="*/ 1934945 h 3577567"/>
                <a:gd name="csX2" fmla="*/ 1793998 w 4020432"/>
                <a:gd name="csY2" fmla="*/ 327870 h 3577567"/>
                <a:gd name="csX3" fmla="*/ 3911109 w 4020432"/>
                <a:gd name="csY3" fmla="*/ 36349 h 3577567"/>
                <a:gd name="csX4" fmla="*/ 3594475 w 4020432"/>
                <a:gd name="csY4" fmla="*/ 1933781 h 3577567"/>
                <a:gd name="csX5" fmla="*/ 1819434 w 4020432"/>
                <a:gd name="csY5" fmla="*/ 2071146 h 3577567"/>
                <a:gd name="csX6" fmla="*/ 3641 w 4020432"/>
                <a:gd name="csY6" fmla="*/ 3573908 h 3577567"/>
                <a:gd name="csX0" fmla="*/ 11923 w 4028714"/>
                <a:gd name="csY0" fmla="*/ 3573908 h 3583559"/>
                <a:gd name="csX1" fmla="*/ 1640561 w 4028714"/>
                <a:gd name="csY1" fmla="*/ 1934945 h 3583559"/>
                <a:gd name="csX2" fmla="*/ 1802280 w 4028714"/>
                <a:gd name="csY2" fmla="*/ 327870 h 3583559"/>
                <a:gd name="csX3" fmla="*/ 3919391 w 4028714"/>
                <a:gd name="csY3" fmla="*/ 36349 h 3583559"/>
                <a:gd name="csX4" fmla="*/ 3602757 w 4028714"/>
                <a:gd name="csY4" fmla="*/ 1933781 h 3583559"/>
                <a:gd name="csX5" fmla="*/ 1827716 w 4028714"/>
                <a:gd name="csY5" fmla="*/ 2071146 h 3583559"/>
                <a:gd name="csX6" fmla="*/ 11923 w 4028714"/>
                <a:gd name="csY6" fmla="*/ 3573908 h 3583559"/>
                <a:gd name="csX0" fmla="*/ 1130 w 4017921"/>
                <a:gd name="csY0" fmla="*/ 3573908 h 3577714"/>
                <a:gd name="csX1" fmla="*/ 1629768 w 4017921"/>
                <a:gd name="csY1" fmla="*/ 1934945 h 3577714"/>
                <a:gd name="csX2" fmla="*/ 1791487 w 4017921"/>
                <a:gd name="csY2" fmla="*/ 327870 h 3577714"/>
                <a:gd name="csX3" fmla="*/ 3908598 w 4017921"/>
                <a:gd name="csY3" fmla="*/ 36349 h 3577714"/>
                <a:gd name="csX4" fmla="*/ 3591964 w 4017921"/>
                <a:gd name="csY4" fmla="*/ 1933781 h 3577714"/>
                <a:gd name="csX5" fmla="*/ 1906115 w 4017921"/>
                <a:gd name="csY5" fmla="*/ 2373434 h 3577714"/>
                <a:gd name="csX6" fmla="*/ 1130 w 4017921"/>
                <a:gd name="csY6" fmla="*/ 3573908 h 3577714"/>
                <a:gd name="csX0" fmla="*/ 434 w 4017225"/>
                <a:gd name="csY0" fmla="*/ 3573908 h 3574428"/>
                <a:gd name="csX1" fmla="*/ 1629072 w 4017225"/>
                <a:gd name="csY1" fmla="*/ 1934945 h 3574428"/>
                <a:gd name="csX2" fmla="*/ 1790791 w 4017225"/>
                <a:gd name="csY2" fmla="*/ 327870 h 3574428"/>
                <a:gd name="csX3" fmla="*/ 3907902 w 4017225"/>
                <a:gd name="csY3" fmla="*/ 36349 h 3574428"/>
                <a:gd name="csX4" fmla="*/ 3591268 w 4017225"/>
                <a:gd name="csY4" fmla="*/ 1933781 h 3574428"/>
                <a:gd name="csX5" fmla="*/ 1798394 w 4017225"/>
                <a:gd name="csY5" fmla="*/ 2110926 h 3574428"/>
                <a:gd name="csX6" fmla="*/ 434 w 4017225"/>
                <a:gd name="csY6" fmla="*/ 3573908 h 3574428"/>
                <a:gd name="csX0" fmla="*/ 434 w 4017225"/>
                <a:gd name="csY0" fmla="*/ 3573908 h 3574310"/>
                <a:gd name="csX1" fmla="*/ 1629072 w 4017225"/>
                <a:gd name="csY1" fmla="*/ 1934945 h 3574310"/>
                <a:gd name="csX2" fmla="*/ 1790791 w 4017225"/>
                <a:gd name="csY2" fmla="*/ 327870 h 3574310"/>
                <a:gd name="csX3" fmla="*/ 3907902 w 4017225"/>
                <a:gd name="csY3" fmla="*/ 36349 h 3574310"/>
                <a:gd name="csX4" fmla="*/ 3591268 w 4017225"/>
                <a:gd name="csY4" fmla="*/ 1933781 h 3574310"/>
                <a:gd name="csX5" fmla="*/ 1798394 w 4017225"/>
                <a:gd name="csY5" fmla="*/ 2110926 h 3574310"/>
                <a:gd name="csX6" fmla="*/ 434 w 4017225"/>
                <a:gd name="csY6" fmla="*/ 3573908 h 3574310"/>
                <a:gd name="csX0" fmla="*/ 434 w 4017225"/>
                <a:gd name="csY0" fmla="*/ 3573908 h 3576627"/>
                <a:gd name="csX1" fmla="*/ 1629072 w 4017225"/>
                <a:gd name="csY1" fmla="*/ 1934945 h 3576627"/>
                <a:gd name="csX2" fmla="*/ 1790791 w 4017225"/>
                <a:gd name="csY2" fmla="*/ 327870 h 3576627"/>
                <a:gd name="csX3" fmla="*/ 3907902 w 4017225"/>
                <a:gd name="csY3" fmla="*/ 36349 h 3576627"/>
                <a:gd name="csX4" fmla="*/ 3591268 w 4017225"/>
                <a:gd name="csY4" fmla="*/ 1933781 h 3576627"/>
                <a:gd name="csX5" fmla="*/ 1798395 w 4017225"/>
                <a:gd name="csY5" fmla="*/ 2365482 h 3576627"/>
                <a:gd name="csX6" fmla="*/ 434 w 4017225"/>
                <a:gd name="csY6" fmla="*/ 3573908 h 3576627"/>
                <a:gd name="csX0" fmla="*/ 434 w 4017225"/>
                <a:gd name="csY0" fmla="*/ 3573908 h 3576355"/>
                <a:gd name="csX1" fmla="*/ 1629072 w 4017225"/>
                <a:gd name="csY1" fmla="*/ 1934945 h 3576355"/>
                <a:gd name="csX2" fmla="*/ 1790791 w 4017225"/>
                <a:gd name="csY2" fmla="*/ 327870 h 3576355"/>
                <a:gd name="csX3" fmla="*/ 3907902 w 4017225"/>
                <a:gd name="csY3" fmla="*/ 36349 h 3576355"/>
                <a:gd name="csX4" fmla="*/ 3591268 w 4017225"/>
                <a:gd name="csY4" fmla="*/ 1933781 h 3576355"/>
                <a:gd name="csX5" fmla="*/ 1798395 w 4017225"/>
                <a:gd name="csY5" fmla="*/ 2365482 h 3576355"/>
                <a:gd name="csX6" fmla="*/ 434 w 4017225"/>
                <a:gd name="csY6" fmla="*/ 3573908 h 3576355"/>
                <a:gd name="csX0" fmla="*/ 434 w 4017225"/>
                <a:gd name="csY0" fmla="*/ 3573908 h 3583502"/>
                <a:gd name="csX1" fmla="*/ 1629072 w 4017225"/>
                <a:gd name="csY1" fmla="*/ 1934945 h 3583502"/>
                <a:gd name="csX2" fmla="*/ 1790791 w 4017225"/>
                <a:gd name="csY2" fmla="*/ 327870 h 3583502"/>
                <a:gd name="csX3" fmla="*/ 3907902 w 4017225"/>
                <a:gd name="csY3" fmla="*/ 36349 h 3583502"/>
                <a:gd name="csX4" fmla="*/ 3591268 w 4017225"/>
                <a:gd name="csY4" fmla="*/ 1933781 h 3583502"/>
                <a:gd name="csX5" fmla="*/ 1798396 w 4017225"/>
                <a:gd name="csY5" fmla="*/ 2715497 h 3583502"/>
                <a:gd name="csX6" fmla="*/ 434 w 4017225"/>
                <a:gd name="csY6" fmla="*/ 3573908 h 3583502"/>
                <a:gd name="csX0" fmla="*/ 20204 w 4036995"/>
                <a:gd name="csY0" fmla="*/ 3574326 h 3583563"/>
                <a:gd name="csX1" fmla="*/ 908564 w 4036995"/>
                <a:gd name="csY1" fmla="*/ 1951275 h 3583563"/>
                <a:gd name="csX2" fmla="*/ 1810561 w 4036995"/>
                <a:gd name="csY2" fmla="*/ 328288 h 3583563"/>
                <a:gd name="csX3" fmla="*/ 3927672 w 4036995"/>
                <a:gd name="csY3" fmla="*/ 36767 h 3583563"/>
                <a:gd name="csX4" fmla="*/ 3611038 w 4036995"/>
                <a:gd name="csY4" fmla="*/ 1934199 h 3583563"/>
                <a:gd name="csX5" fmla="*/ 1818166 w 4036995"/>
                <a:gd name="csY5" fmla="*/ 2715915 h 3583563"/>
                <a:gd name="csX6" fmla="*/ 20204 w 4036995"/>
                <a:gd name="csY6" fmla="*/ 3574326 h 3583563"/>
                <a:gd name="csX0" fmla="*/ 12549 w 4029340"/>
                <a:gd name="csY0" fmla="*/ 3574326 h 3583563"/>
                <a:gd name="csX1" fmla="*/ 900909 w 4029340"/>
                <a:gd name="csY1" fmla="*/ 1951275 h 3583563"/>
                <a:gd name="csX2" fmla="*/ 1802906 w 4029340"/>
                <a:gd name="csY2" fmla="*/ 328288 h 3583563"/>
                <a:gd name="csX3" fmla="*/ 3920017 w 4029340"/>
                <a:gd name="csY3" fmla="*/ 36767 h 3583563"/>
                <a:gd name="csX4" fmla="*/ 3603383 w 4029340"/>
                <a:gd name="csY4" fmla="*/ 1934199 h 3583563"/>
                <a:gd name="csX5" fmla="*/ 1810511 w 4029340"/>
                <a:gd name="csY5" fmla="*/ 2715915 h 3583563"/>
                <a:gd name="csX6" fmla="*/ 12549 w 4029340"/>
                <a:gd name="csY6" fmla="*/ 3574326 h 3583563"/>
                <a:gd name="csX0" fmla="*/ 2018 w 4018809"/>
                <a:gd name="csY0" fmla="*/ 3573908 h 3583502"/>
                <a:gd name="csX1" fmla="*/ 1389840 w 4018809"/>
                <a:gd name="csY1" fmla="*/ 1934947 h 3583502"/>
                <a:gd name="csX2" fmla="*/ 1792375 w 4018809"/>
                <a:gd name="csY2" fmla="*/ 327870 h 3583502"/>
                <a:gd name="csX3" fmla="*/ 3909486 w 4018809"/>
                <a:gd name="csY3" fmla="*/ 36349 h 3583502"/>
                <a:gd name="csX4" fmla="*/ 3592852 w 4018809"/>
                <a:gd name="csY4" fmla="*/ 1933781 h 3583502"/>
                <a:gd name="csX5" fmla="*/ 1799980 w 4018809"/>
                <a:gd name="csY5" fmla="*/ 2715497 h 3583502"/>
                <a:gd name="csX6" fmla="*/ 2018 w 4018809"/>
                <a:gd name="csY6" fmla="*/ 3573908 h 3583502"/>
                <a:gd name="csX0" fmla="*/ 2018 w 4018809"/>
                <a:gd name="csY0" fmla="*/ 3573908 h 3575401"/>
                <a:gd name="csX1" fmla="*/ 1389840 w 4018809"/>
                <a:gd name="csY1" fmla="*/ 1934947 h 3575401"/>
                <a:gd name="csX2" fmla="*/ 1792375 w 4018809"/>
                <a:gd name="csY2" fmla="*/ 327870 h 3575401"/>
                <a:gd name="csX3" fmla="*/ 3909486 w 4018809"/>
                <a:gd name="csY3" fmla="*/ 36349 h 3575401"/>
                <a:gd name="csX4" fmla="*/ 3592852 w 4018809"/>
                <a:gd name="csY4" fmla="*/ 1933781 h 3575401"/>
                <a:gd name="csX5" fmla="*/ 1799983 w 4018809"/>
                <a:gd name="csY5" fmla="*/ 2277981 h 3575401"/>
                <a:gd name="csX6" fmla="*/ 2018 w 4018809"/>
                <a:gd name="csY6" fmla="*/ 3573908 h 3575401"/>
                <a:gd name="csX0" fmla="*/ 2279 w 4019070"/>
                <a:gd name="csY0" fmla="*/ 3573908 h 3576883"/>
                <a:gd name="csX1" fmla="*/ 1390101 w 4019070"/>
                <a:gd name="csY1" fmla="*/ 1934947 h 3576883"/>
                <a:gd name="csX2" fmla="*/ 1792636 w 4019070"/>
                <a:gd name="csY2" fmla="*/ 327870 h 3576883"/>
                <a:gd name="csX3" fmla="*/ 3909747 w 4019070"/>
                <a:gd name="csY3" fmla="*/ 36349 h 3576883"/>
                <a:gd name="csX4" fmla="*/ 3593113 w 4019070"/>
                <a:gd name="csY4" fmla="*/ 1933781 h 3576883"/>
                <a:gd name="csX5" fmla="*/ 1827004 w 4019070"/>
                <a:gd name="csY5" fmla="*/ 2405261 h 3576883"/>
                <a:gd name="csX6" fmla="*/ 2279 w 4019070"/>
                <a:gd name="csY6" fmla="*/ 3573908 h 3576883"/>
                <a:gd name="csX0" fmla="*/ 3304 w 4020095"/>
                <a:gd name="csY0" fmla="*/ 3573700 h 3576772"/>
                <a:gd name="csX1" fmla="*/ 1310858 w 4020095"/>
                <a:gd name="csY1" fmla="*/ 1926786 h 3576772"/>
                <a:gd name="csX2" fmla="*/ 1793661 w 4020095"/>
                <a:gd name="csY2" fmla="*/ 327662 h 3576772"/>
                <a:gd name="csX3" fmla="*/ 3910772 w 4020095"/>
                <a:gd name="csY3" fmla="*/ 36141 h 3576772"/>
                <a:gd name="csX4" fmla="*/ 3594138 w 4020095"/>
                <a:gd name="csY4" fmla="*/ 1933573 h 3576772"/>
                <a:gd name="csX5" fmla="*/ 1828029 w 4020095"/>
                <a:gd name="csY5" fmla="*/ 2405053 h 3576772"/>
                <a:gd name="csX6" fmla="*/ 3304 w 4020095"/>
                <a:gd name="csY6" fmla="*/ 3573700 h 3576772"/>
                <a:gd name="csX0" fmla="*/ 3254 w 4020045"/>
                <a:gd name="csY0" fmla="*/ 3573700 h 3576772"/>
                <a:gd name="csX1" fmla="*/ 1310808 w 4020045"/>
                <a:gd name="csY1" fmla="*/ 1926786 h 3576772"/>
                <a:gd name="csX2" fmla="*/ 1793611 w 4020045"/>
                <a:gd name="csY2" fmla="*/ 327662 h 3576772"/>
                <a:gd name="csX3" fmla="*/ 3910722 w 4020045"/>
                <a:gd name="csY3" fmla="*/ 36141 h 3576772"/>
                <a:gd name="csX4" fmla="*/ 3594088 w 4020045"/>
                <a:gd name="csY4" fmla="*/ 1933573 h 3576772"/>
                <a:gd name="csX5" fmla="*/ 1827979 w 4020045"/>
                <a:gd name="csY5" fmla="*/ 2405053 h 3576772"/>
                <a:gd name="csX6" fmla="*/ 3254 w 4020045"/>
                <a:gd name="csY6" fmla="*/ 3573700 h 35767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4020045" h="3576772">
                  <a:moveTo>
                    <a:pt x="3254" y="3573700"/>
                  </a:moveTo>
                  <a:cubicBezTo>
                    <a:pt x="-82941" y="3493989"/>
                    <a:pt x="1574310" y="2340515"/>
                    <a:pt x="1310808" y="1926786"/>
                  </a:cubicBezTo>
                  <a:cubicBezTo>
                    <a:pt x="1047306" y="1513057"/>
                    <a:pt x="1360292" y="642769"/>
                    <a:pt x="1793611" y="327662"/>
                  </a:cubicBezTo>
                  <a:cubicBezTo>
                    <a:pt x="2226930" y="12555"/>
                    <a:pt x="3750548" y="-52136"/>
                    <a:pt x="3910722" y="36141"/>
                  </a:cubicBezTo>
                  <a:cubicBezTo>
                    <a:pt x="4070896" y="124418"/>
                    <a:pt x="4120351" y="1358027"/>
                    <a:pt x="3594088" y="1933573"/>
                  </a:cubicBezTo>
                  <a:cubicBezTo>
                    <a:pt x="3171099" y="2391895"/>
                    <a:pt x="2301583" y="2656718"/>
                    <a:pt x="1827979" y="2405053"/>
                  </a:cubicBezTo>
                  <a:cubicBezTo>
                    <a:pt x="1354375" y="2153388"/>
                    <a:pt x="89449" y="3653411"/>
                    <a:pt x="3254" y="3573700"/>
                  </a:cubicBezTo>
                  <a:close/>
                </a:path>
              </a:pathLst>
            </a:custGeom>
            <a:noFill/>
            <a:ln>
              <a:solidFill>
                <a:srgbClr val="0C26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5B8C2E9A-5F97-A992-DBFD-4868628EF5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38503" y="304800"/>
            <a:ext cx="1769308" cy="581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50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6791E-4827-92F0-F455-96E5C0F677D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600204"/>
            <a:ext cx="10972800" cy="4267693"/>
          </a:xfrm>
        </p:spPr>
        <p:txBody>
          <a:bodyPr/>
          <a:lstStyle>
            <a:lvl1pPr>
              <a:defRPr b="0" i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>
              <a:defRPr b="0" i="0">
                <a:latin typeface="Helvetica Neue Light" panose="02000403000000020004" pitchFamily="2" charset="0"/>
                <a:ea typeface="Helvetica Neue Light" panose="02000403000000020004" pitchFamily="2" charset="0"/>
              </a:defRPr>
            </a:lvl2pPr>
            <a:lvl3pPr>
              <a:defRPr b="0" i="0">
                <a:latin typeface="Helvetica Neue Thin" panose="020B0403020202020204" pitchFamily="34" charset="0"/>
                <a:ea typeface="Helvetica Neue Thin" panose="020B0403020202020204" pitchFamily="34" charset="0"/>
              </a:defRPr>
            </a:lvl3pPr>
            <a:lvl4pPr>
              <a:defRPr b="0" i="0">
                <a:latin typeface="Helvetica Neue Thin" panose="020B0403020202020204" pitchFamily="34" charset="0"/>
                <a:ea typeface="Helvetica Neue Thin" panose="020B0403020202020204" pitchFamily="34" charset="0"/>
              </a:defRPr>
            </a:lvl4pPr>
            <a:lvl5pPr>
              <a:defRPr b="0" i="0">
                <a:latin typeface="Helvetica Neue Thin" panose="020B0403020202020204" pitchFamily="34" charset="0"/>
                <a:ea typeface="Helvetica Neue Thin" panose="020B0403020202020204" pitchFamily="34" charset="0"/>
              </a:defRPr>
            </a:lvl5pPr>
          </a:lstStyle>
          <a:p>
            <a:pPr lvl="0"/>
            <a:r>
              <a:rPr lang="en-US" dirty="0"/>
              <a:t>Text, Graphs, Images, Etc.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072881D-DCD1-E0B1-BF55-2EFA88E7D9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57200"/>
            <a:ext cx="10972800" cy="529131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 dirty="0"/>
              <a:t>Full Page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3E01E34-990E-DB6B-F3C2-68A5629793AA}"/>
              </a:ext>
            </a:extLst>
          </p:cNvPr>
          <p:cNvCxnSpPr>
            <a:cxnSpLocks/>
          </p:cNvCxnSpPr>
          <p:nvPr userDrawn="1"/>
        </p:nvCxnSpPr>
        <p:spPr>
          <a:xfrm>
            <a:off x="609600" y="989527"/>
            <a:ext cx="11582400" cy="0"/>
          </a:xfrm>
          <a:prstGeom prst="line">
            <a:avLst/>
          </a:prstGeom>
          <a:ln>
            <a:solidFill>
              <a:srgbClr val="0C2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5578E730-3C0F-AE9D-0407-B8BEC27C00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39200" y="645826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bg1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Arial" panose="020B0604020202020204" pitchFamily="34" charset="0"/>
              </a:defRPr>
            </a:lvl1pPr>
          </a:lstStyle>
          <a:p>
            <a:fld id="{48250191-BDAE-F64A-A841-E235618397AC}" type="slidenum">
              <a:rPr lang="en-US" smtClean="0"/>
              <a:pPr/>
              <a:t>‹#›</a:t>
            </a:fld>
            <a:endParaRPr lang="en-US" dirty="0">
              <a:latin typeface="Helvetica Neue Thin" panose="020B0403020202020204" pitchFamily="34" charset="0"/>
              <a:ea typeface="Helvetica Neue Thin" panose="020B0403020202020204" pitchFamily="34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C3074AF-3606-5978-C83B-C625F7C2FAB8}"/>
              </a:ext>
            </a:extLst>
          </p:cNvPr>
          <p:cNvCxnSpPr>
            <a:cxnSpLocks/>
          </p:cNvCxnSpPr>
          <p:nvPr userDrawn="1"/>
        </p:nvCxnSpPr>
        <p:spPr>
          <a:xfrm>
            <a:off x="0" y="6405306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7940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0C26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79BB2E-07E0-F414-B201-50FC9831F0F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" y="4589463"/>
            <a:ext cx="109728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Include what will be discussed in this section</a:t>
            </a:r>
          </a:p>
          <a:p>
            <a:pPr lvl="0"/>
            <a:r>
              <a:rPr lang="en-US" dirty="0"/>
              <a:t>Bold the location of this section in the footer of content slides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C8EFAB2-BDBD-E2DA-9CF3-E33105499A5F}"/>
              </a:ext>
            </a:extLst>
          </p:cNvPr>
          <p:cNvCxnSpPr>
            <a:cxnSpLocks/>
          </p:cNvCxnSpPr>
          <p:nvPr userDrawn="1"/>
        </p:nvCxnSpPr>
        <p:spPr>
          <a:xfrm>
            <a:off x="609600" y="4349115"/>
            <a:ext cx="10972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itle 10">
            <a:extLst>
              <a:ext uri="{FF2B5EF4-FFF2-40B4-BE49-F238E27FC236}">
                <a16:creationId xmlns:a16="http://schemas.microsoft.com/office/drawing/2014/main" id="{05CF6DF5-86FF-6D6A-D8BA-8FFE6D9E63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760112"/>
            <a:ext cx="11582400" cy="862013"/>
          </a:xfrm>
        </p:spPr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3718D0-18E3-269B-D4E1-B90F75D74F9A}"/>
              </a:ext>
            </a:extLst>
          </p:cNvPr>
          <p:cNvSpPr txBox="1"/>
          <p:nvPr userDrawn="1"/>
        </p:nvSpPr>
        <p:spPr>
          <a:xfrm>
            <a:off x="609600" y="6502329"/>
            <a:ext cx="27432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prstClr val="white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Hamilton Consulting Group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C5B4D16-E641-C456-8E94-EE7F57646610}"/>
              </a:ext>
            </a:extLst>
          </p:cNvPr>
          <p:cNvCxnSpPr>
            <a:cxnSpLocks/>
          </p:cNvCxnSpPr>
          <p:nvPr userDrawn="1"/>
        </p:nvCxnSpPr>
        <p:spPr>
          <a:xfrm>
            <a:off x="0" y="640530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00380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00B06-28E1-1180-3999-E29E8DFA29C0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21957" y="1600202"/>
            <a:ext cx="5245443" cy="4267697"/>
          </a:xfrm>
        </p:spPr>
        <p:txBody>
          <a:bodyPr/>
          <a:lstStyle/>
          <a:p>
            <a:pPr lvl="0"/>
            <a:r>
              <a:rPr lang="en-US" dirty="0"/>
              <a:t>Text only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9C4201-4C7D-BB8D-B4C4-B972853B742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23012" y="1600202"/>
            <a:ext cx="5245446" cy="4264654"/>
          </a:xfrm>
        </p:spPr>
        <p:txBody>
          <a:bodyPr/>
          <a:lstStyle/>
          <a:p>
            <a:pPr lvl="0"/>
            <a:r>
              <a:rPr lang="en-US" dirty="0"/>
              <a:t>Text or content, drawing support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C083BC6-C4D3-E338-DF45-EAC7CA2BB944}"/>
              </a:ext>
            </a:extLst>
          </p:cNvPr>
          <p:cNvCxnSpPr>
            <a:cxnSpLocks/>
          </p:cNvCxnSpPr>
          <p:nvPr userDrawn="1"/>
        </p:nvCxnSpPr>
        <p:spPr>
          <a:xfrm>
            <a:off x="608012" y="5899982"/>
            <a:ext cx="5259388" cy="0"/>
          </a:xfrm>
          <a:prstGeom prst="line">
            <a:avLst/>
          </a:prstGeom>
          <a:ln>
            <a:solidFill>
              <a:srgbClr val="0C2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08DCF2A-C320-D451-5409-F602F6FB94D9}"/>
              </a:ext>
            </a:extLst>
          </p:cNvPr>
          <p:cNvCxnSpPr>
            <a:cxnSpLocks/>
          </p:cNvCxnSpPr>
          <p:nvPr userDrawn="1"/>
        </p:nvCxnSpPr>
        <p:spPr>
          <a:xfrm>
            <a:off x="6323012" y="5899982"/>
            <a:ext cx="5259388" cy="0"/>
          </a:xfrm>
          <a:prstGeom prst="line">
            <a:avLst/>
          </a:prstGeom>
          <a:ln>
            <a:solidFill>
              <a:srgbClr val="0C2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itle 1">
            <a:extLst>
              <a:ext uri="{FF2B5EF4-FFF2-40B4-BE49-F238E27FC236}">
                <a16:creationId xmlns:a16="http://schemas.microsoft.com/office/drawing/2014/main" id="{1E75B336-72AE-5687-27C4-184F3BFD71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57200"/>
            <a:ext cx="10744200" cy="529131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 dirty="0"/>
              <a:t>Two Text Collums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446F511-939F-9AC5-6FB2-1607E2F81221}"/>
              </a:ext>
            </a:extLst>
          </p:cNvPr>
          <p:cNvCxnSpPr>
            <a:cxnSpLocks/>
          </p:cNvCxnSpPr>
          <p:nvPr userDrawn="1"/>
        </p:nvCxnSpPr>
        <p:spPr>
          <a:xfrm>
            <a:off x="609600" y="989527"/>
            <a:ext cx="11582400" cy="0"/>
          </a:xfrm>
          <a:prstGeom prst="line">
            <a:avLst/>
          </a:prstGeom>
          <a:ln>
            <a:solidFill>
              <a:srgbClr val="0C2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3249823A-6D2C-CCF9-7335-AE4AC3307A7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8250191-BDAE-F64A-A841-E235618397AC}" type="slidenum">
              <a:rPr lang="en-US" smtClean="0"/>
              <a:pPr/>
              <a:t>‹#›</a:t>
            </a:fld>
            <a:endParaRPr lang="en-US" dirty="0">
              <a:latin typeface="Helvetica Neue Thin" panose="020B0403020202020204" pitchFamily="34" charset="0"/>
              <a:ea typeface="Helvetica Neue Thin" panose="020B0403020202020204" pitchFamily="34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3599848-0E7F-C80D-2337-D171E1ABFCE3}"/>
              </a:ext>
            </a:extLst>
          </p:cNvPr>
          <p:cNvCxnSpPr>
            <a:cxnSpLocks/>
          </p:cNvCxnSpPr>
          <p:nvPr userDrawn="1"/>
        </p:nvCxnSpPr>
        <p:spPr>
          <a:xfrm>
            <a:off x="0" y="6405306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994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626CD-9C23-30A9-A141-7D52B105ECB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1957" y="1600200"/>
            <a:ext cx="5245443" cy="805317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8F37FFA-BBB3-EF5F-D6C8-7261F0F9BA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57200"/>
            <a:ext cx="10744200" cy="529131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 dirty="0"/>
              <a:t>Comparison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BF73028-D438-99AE-BC1C-845450D8E478}"/>
              </a:ext>
            </a:extLst>
          </p:cNvPr>
          <p:cNvCxnSpPr>
            <a:cxnSpLocks/>
          </p:cNvCxnSpPr>
          <p:nvPr userDrawn="1"/>
        </p:nvCxnSpPr>
        <p:spPr>
          <a:xfrm>
            <a:off x="609600" y="989527"/>
            <a:ext cx="11582400" cy="0"/>
          </a:xfrm>
          <a:prstGeom prst="line">
            <a:avLst/>
          </a:prstGeom>
          <a:ln>
            <a:solidFill>
              <a:srgbClr val="0C2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01899C01-6879-003F-13BB-B55093D30F62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621957" y="2514601"/>
            <a:ext cx="5245443" cy="3353298"/>
          </a:xfrm>
        </p:spPr>
        <p:txBody>
          <a:bodyPr/>
          <a:lstStyle/>
          <a:p>
            <a:pPr lvl="0"/>
            <a:r>
              <a:rPr lang="en-US" dirty="0"/>
              <a:t>Text, Images, Graphs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0CD66D4-30D7-F555-8A4E-641B2E766B94}"/>
              </a:ext>
            </a:extLst>
          </p:cNvPr>
          <p:cNvCxnSpPr>
            <a:cxnSpLocks/>
          </p:cNvCxnSpPr>
          <p:nvPr userDrawn="1"/>
        </p:nvCxnSpPr>
        <p:spPr>
          <a:xfrm>
            <a:off x="608012" y="5899982"/>
            <a:ext cx="5259388" cy="0"/>
          </a:xfrm>
          <a:prstGeom prst="line">
            <a:avLst/>
          </a:prstGeom>
          <a:ln>
            <a:solidFill>
              <a:srgbClr val="0C2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4ECE4E38-6F50-900E-89FE-30BB234AEE94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6324600" y="1600200"/>
            <a:ext cx="5245443" cy="805317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23ECC577-D8B1-7931-0029-9D7A2E819E3B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6324600" y="2514601"/>
            <a:ext cx="5245443" cy="3353298"/>
          </a:xfrm>
        </p:spPr>
        <p:txBody>
          <a:bodyPr/>
          <a:lstStyle/>
          <a:p>
            <a:pPr lvl="0"/>
            <a:r>
              <a:rPr lang="en-US" dirty="0"/>
              <a:t>Text, Images, Graphs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ED493EF-4EE8-1F6A-D018-0671D1F1F308}"/>
              </a:ext>
            </a:extLst>
          </p:cNvPr>
          <p:cNvCxnSpPr>
            <a:cxnSpLocks/>
          </p:cNvCxnSpPr>
          <p:nvPr userDrawn="1"/>
        </p:nvCxnSpPr>
        <p:spPr>
          <a:xfrm>
            <a:off x="6310655" y="5899982"/>
            <a:ext cx="5259388" cy="0"/>
          </a:xfrm>
          <a:prstGeom prst="line">
            <a:avLst/>
          </a:prstGeom>
          <a:ln>
            <a:solidFill>
              <a:srgbClr val="0C2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A5030E25-11DF-1EF4-5643-187E6A122E0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8250191-BDAE-F64A-A841-E235618397AC}" type="slidenum">
              <a:rPr lang="en-US" smtClean="0"/>
              <a:pPr/>
              <a:t>‹#›</a:t>
            </a:fld>
            <a:endParaRPr lang="en-US" dirty="0">
              <a:latin typeface="Helvetica Neue Thin" panose="020B0403020202020204" pitchFamily="34" charset="0"/>
              <a:ea typeface="Helvetica Neue Thin" panose="020B0403020202020204" pitchFamily="34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6DD9DF4-7855-BD32-824A-2CB9D05212E4}"/>
              </a:ext>
            </a:extLst>
          </p:cNvPr>
          <p:cNvCxnSpPr>
            <a:cxnSpLocks/>
          </p:cNvCxnSpPr>
          <p:nvPr userDrawn="1"/>
        </p:nvCxnSpPr>
        <p:spPr>
          <a:xfrm>
            <a:off x="0" y="6405306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5351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65DEB7A-30EC-67ED-37AF-C87429BBBB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57200"/>
            <a:ext cx="10744200" cy="529131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 dirty="0"/>
              <a:t>Title Only (i.e. question for audience)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F15EF4A-C8C4-2BB2-416B-06AF60C5AC69}"/>
              </a:ext>
            </a:extLst>
          </p:cNvPr>
          <p:cNvCxnSpPr>
            <a:cxnSpLocks/>
          </p:cNvCxnSpPr>
          <p:nvPr userDrawn="1"/>
        </p:nvCxnSpPr>
        <p:spPr>
          <a:xfrm>
            <a:off x="609600" y="989527"/>
            <a:ext cx="11582400" cy="0"/>
          </a:xfrm>
          <a:prstGeom prst="line">
            <a:avLst/>
          </a:prstGeom>
          <a:ln>
            <a:solidFill>
              <a:srgbClr val="0C2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E787DBD-00A9-D89B-13A9-31B646A4F18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8250191-BDAE-F64A-A841-E235618397AC}" type="slidenum">
              <a:rPr lang="en-US" smtClean="0"/>
              <a:pPr/>
              <a:t>‹#›</a:t>
            </a:fld>
            <a:endParaRPr lang="en-US" dirty="0">
              <a:latin typeface="Helvetica Neue Thin" panose="020B0403020202020204" pitchFamily="34" charset="0"/>
              <a:ea typeface="Helvetica Neue Thin" panose="020B0403020202020204" pitchFamily="34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DF8297D-F591-2602-33E6-CE6C39AF7438}"/>
              </a:ext>
            </a:extLst>
          </p:cNvPr>
          <p:cNvCxnSpPr>
            <a:cxnSpLocks/>
          </p:cNvCxnSpPr>
          <p:nvPr userDrawn="1"/>
        </p:nvCxnSpPr>
        <p:spPr>
          <a:xfrm>
            <a:off x="0" y="6405306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3311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5582D19-A2B2-17CA-6A5A-E1888504EF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8250191-BDAE-F64A-A841-E235618397AC}" type="slidenum">
              <a:rPr lang="en-US" smtClean="0"/>
              <a:pPr/>
              <a:t>‹#›</a:t>
            </a:fld>
            <a:endParaRPr lang="en-US" dirty="0">
              <a:latin typeface="Helvetica Neue Thin" panose="020B0403020202020204" pitchFamily="34" charset="0"/>
              <a:ea typeface="Helvetica Neue Thin" panose="020B0403020202020204" pitchFamily="34" charset="0"/>
            </a:endParaRP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214951DD-7EC6-6966-A521-A07F3A8B7530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09600" y="685800"/>
            <a:ext cx="10972800" cy="5173333"/>
          </a:xfrm>
        </p:spPr>
        <p:txBody>
          <a:bodyPr/>
          <a:lstStyle/>
          <a:p>
            <a:pPr lvl="0"/>
            <a:r>
              <a:rPr lang="en-US" dirty="0"/>
              <a:t>Empty Full Pages for content, can use multiple to support points made on prior slides, etc.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BC20ACB-B07C-8898-D19D-5BC24161F416}"/>
              </a:ext>
            </a:extLst>
          </p:cNvPr>
          <p:cNvCxnSpPr>
            <a:cxnSpLocks/>
          </p:cNvCxnSpPr>
          <p:nvPr userDrawn="1"/>
        </p:nvCxnSpPr>
        <p:spPr>
          <a:xfrm>
            <a:off x="0" y="6405306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5135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7562A1-BF40-0E66-FD97-85E21849CDF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600" y="1610054"/>
            <a:ext cx="4162425" cy="4258933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Text should draw on either talking points or point out important information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A2EE8CAF-A3B3-1D8B-09C5-C42F1BDCB82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5183188" y="1610054"/>
            <a:ext cx="6399212" cy="4249079"/>
          </a:xfrm>
        </p:spPr>
        <p:txBody>
          <a:bodyPr/>
          <a:lstStyle/>
          <a:p>
            <a:pPr lvl="0"/>
            <a:r>
              <a:rPr lang="en-US" dirty="0"/>
              <a:t>Primarily for content (text if needed)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8D1AD22-4957-0627-BAD6-71D891189A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57200"/>
            <a:ext cx="10744200" cy="529131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 dirty="0"/>
              <a:t>Text and Content (bigger)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DBDA116-469A-B8FC-52F8-AAB55AC53DAB}"/>
              </a:ext>
            </a:extLst>
          </p:cNvPr>
          <p:cNvCxnSpPr>
            <a:cxnSpLocks/>
          </p:cNvCxnSpPr>
          <p:nvPr userDrawn="1"/>
        </p:nvCxnSpPr>
        <p:spPr>
          <a:xfrm>
            <a:off x="609600" y="989527"/>
            <a:ext cx="11582400" cy="0"/>
          </a:xfrm>
          <a:prstGeom prst="line">
            <a:avLst/>
          </a:prstGeom>
          <a:ln>
            <a:solidFill>
              <a:srgbClr val="0C2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14AA71F-2A64-7F8F-4501-B38724CDE81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8250191-BDAE-F64A-A841-E235618397AC}" type="slidenum">
              <a:rPr lang="en-US" smtClean="0"/>
              <a:pPr/>
              <a:t>‹#›</a:t>
            </a:fld>
            <a:endParaRPr lang="en-US" dirty="0">
              <a:latin typeface="Helvetica Neue Thin" panose="020B0403020202020204" pitchFamily="34" charset="0"/>
              <a:ea typeface="Helvetica Neue Thin" panose="020B0403020202020204" pitchFamily="34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F1F6EBF-41E8-EF32-3B86-E764BE264727}"/>
              </a:ext>
            </a:extLst>
          </p:cNvPr>
          <p:cNvCxnSpPr>
            <a:cxnSpLocks/>
          </p:cNvCxnSpPr>
          <p:nvPr userDrawn="1"/>
        </p:nvCxnSpPr>
        <p:spPr>
          <a:xfrm>
            <a:off x="0" y="6405306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7720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03B530-BA1A-1366-7DDA-D36BE60590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600200"/>
            <a:ext cx="6399212" cy="4260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B6B3CA-8467-783E-2D2E-BA919C17ED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0" y="1600200"/>
            <a:ext cx="4162425" cy="4268787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38CF93C-B3D1-0D53-11DB-69E7A59824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57200"/>
            <a:ext cx="10744200" cy="529131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 dirty="0"/>
              <a:t>Text and Picture (Bigger)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08C80A6-1CC6-6284-06FC-6D4DF4D0AEF5}"/>
              </a:ext>
            </a:extLst>
          </p:cNvPr>
          <p:cNvCxnSpPr>
            <a:cxnSpLocks/>
          </p:cNvCxnSpPr>
          <p:nvPr userDrawn="1"/>
        </p:nvCxnSpPr>
        <p:spPr>
          <a:xfrm>
            <a:off x="609600" y="989527"/>
            <a:ext cx="11582400" cy="0"/>
          </a:xfrm>
          <a:prstGeom prst="line">
            <a:avLst/>
          </a:prstGeom>
          <a:ln>
            <a:solidFill>
              <a:srgbClr val="0C2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B61E9A7F-E0CD-2822-852E-CC9D2161A1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8250191-BDAE-F64A-A841-E235618397AC}" type="slidenum">
              <a:rPr lang="en-US" smtClean="0"/>
              <a:pPr/>
              <a:t>‹#›</a:t>
            </a:fld>
            <a:endParaRPr lang="en-US" dirty="0">
              <a:latin typeface="Helvetica Neue Thin" panose="020B0403020202020204" pitchFamily="34" charset="0"/>
              <a:ea typeface="Helvetica Neue Thin" panose="020B0403020202020204" pitchFamily="34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F785172-BE1B-0C9F-48E2-5991A6F67BAD}"/>
              </a:ext>
            </a:extLst>
          </p:cNvPr>
          <p:cNvCxnSpPr>
            <a:cxnSpLocks/>
          </p:cNvCxnSpPr>
          <p:nvPr userDrawn="1"/>
        </p:nvCxnSpPr>
        <p:spPr>
          <a:xfrm>
            <a:off x="0" y="6405306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636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4B44FC-9870-9D6D-F231-BF0B37A726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9600" y="1253330"/>
            <a:ext cx="10972800" cy="461513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45A663A-4BC2-9DFA-DA0D-4E0489F5C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57200"/>
            <a:ext cx="10744200" cy="529131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DF12D95-92D8-02EE-D070-E463DCBAC275}"/>
              </a:ext>
            </a:extLst>
          </p:cNvPr>
          <p:cNvCxnSpPr>
            <a:cxnSpLocks/>
          </p:cNvCxnSpPr>
          <p:nvPr userDrawn="1"/>
        </p:nvCxnSpPr>
        <p:spPr>
          <a:xfrm>
            <a:off x="609600" y="989527"/>
            <a:ext cx="11582400" cy="0"/>
          </a:xfrm>
          <a:prstGeom prst="line">
            <a:avLst/>
          </a:prstGeom>
          <a:ln>
            <a:solidFill>
              <a:srgbClr val="0C2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1A073A97-506A-C9F6-3487-FF9049B2BA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8250191-BDAE-F64A-A841-E235618397AC}" type="slidenum">
              <a:rPr lang="en-US" smtClean="0"/>
              <a:pPr/>
              <a:t>‹#›</a:t>
            </a:fld>
            <a:endParaRPr lang="en-US" dirty="0">
              <a:latin typeface="Helvetica Neue Thin" panose="020B0403020202020204" pitchFamily="34" charset="0"/>
              <a:ea typeface="Helvetica Neue Thin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33316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12CDC9-531E-6C29-0798-A29C71DF00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E5FC43-EF75-09A6-AFB3-861FD2D6A2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6C72B84-4669-B535-64DD-B7E142A51C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8250191-BDAE-F64A-A841-E235618397AC}" type="slidenum">
              <a:rPr lang="en-US" smtClean="0"/>
              <a:pPr/>
              <a:t>‹#›</a:t>
            </a:fld>
            <a:endParaRPr lang="en-US" dirty="0">
              <a:latin typeface="Helvetica Neue Thin" panose="020B0403020202020204" pitchFamily="34" charset="0"/>
              <a:ea typeface="Helvetica Neue Thin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3268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F342AF-67CF-86F9-8D1F-06164B047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81037"/>
            <a:ext cx="10972800" cy="91916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4FAFF9-D90B-01C8-FA01-6F8FFE91FE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825625"/>
            <a:ext cx="10972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953D5D-0FEA-0E93-4FF0-AE0EAB0B9D40}"/>
              </a:ext>
            </a:extLst>
          </p:cNvPr>
          <p:cNvSpPr/>
          <p:nvPr userDrawn="1"/>
        </p:nvSpPr>
        <p:spPr>
          <a:xfrm>
            <a:off x="0" y="6199982"/>
            <a:ext cx="12192000" cy="658018"/>
          </a:xfrm>
          <a:prstGeom prst="rect">
            <a:avLst/>
          </a:prstGeom>
          <a:solidFill>
            <a:srgbClr val="0C26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Helvetica Neue Thin" panose="020B0403020202020204" pitchFamily="34" charset="0"/>
              <a:ea typeface="Helvetica Neue Thin" panose="020B0403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E5930D-FD29-F8F9-B9C2-E83A46BE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39200" y="645826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bg1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Arial" panose="020B0604020202020204" pitchFamily="34" charset="0"/>
              </a:defRPr>
            </a:lvl1pPr>
          </a:lstStyle>
          <a:p>
            <a:fld id="{48250191-BDAE-F64A-A841-E235618397AC}" type="slidenum">
              <a:rPr lang="en-US" smtClean="0"/>
              <a:pPr/>
              <a:t>‹#›</a:t>
            </a:fld>
            <a:endParaRPr lang="en-US" dirty="0">
              <a:latin typeface="Helvetica Neue Thin" panose="020B0403020202020204" pitchFamily="34" charset="0"/>
              <a:ea typeface="Helvetica Neue Thin" panose="020B0403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53C3F9-15C4-E8C5-980C-5147583A6597}"/>
              </a:ext>
            </a:extLst>
          </p:cNvPr>
          <p:cNvSpPr txBox="1"/>
          <p:nvPr userDrawn="1"/>
        </p:nvSpPr>
        <p:spPr>
          <a:xfrm>
            <a:off x="609600" y="6502329"/>
            <a:ext cx="27432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Hamilton Consulting Group</a:t>
            </a:r>
          </a:p>
        </p:txBody>
      </p:sp>
    </p:spTree>
    <p:extLst>
      <p:ext uri="{BB962C8B-B14F-4D97-AF65-F5344CB8AC3E}">
        <p14:creationId xmlns:p14="http://schemas.microsoft.com/office/powerpoint/2010/main" val="3981932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Baskerville SemiBold" panose="02020502070401020303" pitchFamily="18" charset="0"/>
          <a:ea typeface="Baskerville SemiBold" panose="02020502070401020303" pitchFamily="18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Helvetica Neue Medium" panose="02000503000000020004" pitchFamily="2" charset="0"/>
          <a:ea typeface="Helvetica Neue Medium" panose="02000503000000020004" pitchFamily="2" charset="0"/>
          <a:cs typeface="Helvetica Neue Medium" panose="02000503000000020004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Helvetica Neue Light" panose="02000403000000020004" pitchFamily="2" charset="0"/>
          <a:ea typeface="Helvetica Neue Light" panose="02000403000000020004" pitchFamily="2" charset="0"/>
          <a:cs typeface="Helvetica Neue" panose="02000503000000020004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Helvetica Neue Light" panose="02000403000000020004" pitchFamily="2" charset="0"/>
          <a:ea typeface="Helvetica Neue Light" panose="02000403000000020004" pitchFamily="2" charset="0"/>
          <a:cs typeface="Helvetica Neue" panose="02000503000000020004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Helvetica Neue Light" panose="02000403000000020004" pitchFamily="2" charset="0"/>
          <a:ea typeface="Helvetica Neue Light" panose="02000403000000020004" pitchFamily="2" charset="0"/>
          <a:cs typeface="Helvetica Neue" panose="02000503000000020004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hyperlink" Target="https://www.graduatesfirst.com/lek-consulting-assessment-tests" TargetMode="External"/><Relationship Id="rId18" Type="http://schemas.openxmlformats.org/officeDocument/2006/relationships/image" Target="../media/image13.jpg"/><Relationship Id="rId26" Type="http://schemas.openxmlformats.org/officeDocument/2006/relationships/hyperlink" Target="https://www.citybiz.co/article/318710/the-brattle-group-expands-in-europe-with-paris-office/" TargetMode="External"/><Relationship Id="rId3" Type="http://schemas.openxmlformats.org/officeDocument/2006/relationships/hyperlink" Target="https://seeklogo.com/free-vector-logos/bain-company" TargetMode="External"/><Relationship Id="rId21" Type="http://schemas.openxmlformats.org/officeDocument/2006/relationships/hyperlink" Target="https://finxtech.com/semler-brossy-3/" TargetMode="External"/><Relationship Id="rId7" Type="http://schemas.openxmlformats.org/officeDocument/2006/relationships/hyperlink" Target="https://logos-world.net/deloitte-logo/" TargetMode="External"/><Relationship Id="rId12" Type="http://schemas.openxmlformats.org/officeDocument/2006/relationships/image" Target="../media/image10.png"/><Relationship Id="rId17" Type="http://schemas.openxmlformats.org/officeDocument/2006/relationships/hyperlink" Target="https://www.thewealthmosaic.com/vendors/kearney/" TargetMode="External"/><Relationship Id="rId25" Type="http://schemas.openxmlformats.org/officeDocument/2006/relationships/image" Target="../media/image17.png"/><Relationship Id="rId2" Type="http://schemas.openxmlformats.org/officeDocument/2006/relationships/image" Target="../media/image5.png"/><Relationship Id="rId16" Type="http://schemas.openxmlformats.org/officeDocument/2006/relationships/image" Target="../media/image12.jpg"/><Relationship Id="rId20" Type="http://schemas.openxmlformats.org/officeDocument/2006/relationships/image" Target="../media/image14.png"/><Relationship Id="rId29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11" Type="http://schemas.openxmlformats.org/officeDocument/2006/relationships/hyperlink" Target="https://jobs-us.pwc.com/experienced-general/us/en/jointalentcommunity" TargetMode="External"/><Relationship Id="rId24" Type="http://schemas.openxmlformats.org/officeDocument/2006/relationships/image" Target="../media/image16.png"/><Relationship Id="rId32" Type="http://schemas.openxmlformats.org/officeDocument/2006/relationships/hyperlink" Target="https://logos-world.net/accenture-logo/" TargetMode="External"/><Relationship Id="rId5" Type="http://schemas.openxmlformats.org/officeDocument/2006/relationships/hyperlink" Target="https://logos-world.net/bcg-logo/" TargetMode="External"/><Relationship Id="rId15" Type="http://schemas.openxmlformats.org/officeDocument/2006/relationships/hyperlink" Target="https://www.graduatesfirst.com/oliver-wyman-assessment-tests" TargetMode="External"/><Relationship Id="rId23" Type="http://schemas.openxmlformats.org/officeDocument/2006/relationships/hyperlink" Target="https://www.brandmemo.com/alvarez%20&amp;%20marsal/consulting%20firm/memos" TargetMode="External"/><Relationship Id="rId28" Type="http://schemas.openxmlformats.org/officeDocument/2006/relationships/hyperlink" Target="https://www.hatchwise.com/resources/the-history-of-the-ibm-logo" TargetMode="External"/><Relationship Id="rId10" Type="http://schemas.openxmlformats.org/officeDocument/2006/relationships/image" Target="../media/image9.png"/><Relationship Id="rId19" Type="http://schemas.openxmlformats.org/officeDocument/2006/relationships/hyperlink" Target="https://topofminds.com/simon-kucher/" TargetMode="External"/><Relationship Id="rId31" Type="http://schemas.openxmlformats.org/officeDocument/2006/relationships/image" Target="../media/image20.png"/><Relationship Id="rId4" Type="http://schemas.openxmlformats.org/officeDocument/2006/relationships/image" Target="../media/image6.jpg"/><Relationship Id="rId9" Type="http://schemas.openxmlformats.org/officeDocument/2006/relationships/hyperlink" Target="https://logos-world.net/kpmg-logo/" TargetMode="External"/><Relationship Id="rId14" Type="http://schemas.openxmlformats.org/officeDocument/2006/relationships/image" Target="../media/image11.png"/><Relationship Id="rId22" Type="http://schemas.openxmlformats.org/officeDocument/2006/relationships/image" Target="../media/image15.jpg"/><Relationship Id="rId27" Type="http://schemas.openxmlformats.org/officeDocument/2006/relationships/image" Target="../media/image18.png"/><Relationship Id="rId30" Type="http://schemas.openxmlformats.org/officeDocument/2006/relationships/hyperlink" Target="https://de.wikipedia.org/wiki/McKinsey_&amp;_Company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slideLayout" Target="../slideLayouts/slideLayout10.xml"/><Relationship Id="rId1" Type="http://schemas.openxmlformats.org/officeDocument/2006/relationships/video" Target="https://www.youtube.com/embed/hSpem_oGAf0?start=943&amp;feature=oembed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F6F9E-06DA-B24B-49B6-2677FBEFB6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What is Management Consulting?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631636-142E-2D5A-0E30-B722C403C3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dirty="0">
                <a:cs typeface="HELVETICA NEUE CONDENSED" panose="02000503000000020004" pitchFamily="2" charset="0"/>
              </a:rPr>
              <a:t>October 22</a:t>
            </a:r>
            <a:r>
              <a:rPr lang="en-US" dirty="0">
                <a:solidFill>
                  <a:schemeClr val="bg1"/>
                </a:solidFill>
                <a:latin typeface="Helvetica Neue UltraLight" panose="02000206000000020004" pitchFamily="2" charset="0"/>
                <a:ea typeface="Helvetica Neue UltraLight" panose="02000206000000020004" pitchFamily="2" charset="0"/>
                <a:cs typeface="HELVETICA NEUE CONDENSED" panose="02000503000000020004" pitchFamily="2" charset="0"/>
              </a:rPr>
              <a:t>, 2026 </a:t>
            </a:r>
          </a:p>
          <a:p>
            <a:pPr algn="l"/>
            <a:r>
              <a:rPr lang="en-US" dirty="0">
                <a:cs typeface="HELVETICA NEUE CONDENSED" panose="02000503000000020004" pitchFamily="2" charset="0"/>
              </a:rPr>
              <a:t>8:00 pm, KJ 202</a:t>
            </a:r>
            <a:endParaRPr lang="en-US" dirty="0">
              <a:solidFill>
                <a:schemeClr val="bg1"/>
              </a:solidFill>
              <a:latin typeface="Helvetica Neue UltraLight" panose="02000206000000020004" pitchFamily="2" charset="0"/>
              <a:ea typeface="Helvetica Neue UltraLight" panose="02000206000000020004" pitchFamily="2" charset="0"/>
              <a:cs typeface="HELVETICA NEUE CONDENSED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8080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B9F10392-B91D-7A7D-7DBE-1C3BA3283B0B}"/>
              </a:ext>
            </a:extLst>
          </p:cNvPr>
          <p:cNvGrpSpPr/>
          <p:nvPr/>
        </p:nvGrpSpPr>
        <p:grpSpPr>
          <a:xfrm>
            <a:off x="7415025" y="1303599"/>
            <a:ext cx="2744975" cy="2744975"/>
            <a:chOff x="6905336" y="767867"/>
            <a:chExt cx="3402013" cy="3402013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7C32837-4B01-2D72-20DD-D4E57FEBBBD3}"/>
                </a:ext>
              </a:extLst>
            </p:cNvPr>
            <p:cNvSpPr/>
            <p:nvPr/>
          </p:nvSpPr>
          <p:spPr>
            <a:xfrm>
              <a:off x="6981564" y="893280"/>
              <a:ext cx="3276600" cy="32766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7A70C8D1-153B-D106-D1F6-543C4F394A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2000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p:blipFill>
          <p:spPr>
            <a:xfrm>
              <a:off x="6905336" y="767867"/>
              <a:ext cx="3402013" cy="3402013"/>
            </a:xfrm>
            <a:prstGeom prst="ellipse">
              <a:avLst/>
            </a:prstGeom>
          </p:spPr>
        </p:pic>
      </p:grpSp>
      <p:sp>
        <p:nvSpPr>
          <p:cNvPr id="2" name="Title 2">
            <a:extLst>
              <a:ext uri="{FF2B5EF4-FFF2-40B4-BE49-F238E27FC236}">
                <a16:creationId xmlns:a16="http://schemas.microsoft.com/office/drawing/2014/main" id="{CB61B5B6-DD09-DE51-5A32-992DA00F3635}"/>
              </a:ext>
            </a:extLst>
          </p:cNvPr>
          <p:cNvSpPr txBox="1">
            <a:spLocks/>
          </p:cNvSpPr>
          <p:nvPr/>
        </p:nvSpPr>
        <p:spPr>
          <a:xfrm>
            <a:off x="7045037" y="4407662"/>
            <a:ext cx="3276600" cy="86201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tx1"/>
                </a:solidFill>
                <a:latin typeface="Baskerville SemiBold" panose="02020502070401020303" pitchFamily="18" charset="0"/>
                <a:ea typeface="Baskerville SemiBold" panose="02020502070401020303" pitchFamily="18" charset="0"/>
                <a:cs typeface="+mj-cs"/>
              </a:defRPr>
            </a:lvl1pPr>
          </a:lstStyle>
          <a:p>
            <a:pPr algn="ctr"/>
            <a:r>
              <a:rPr lang="en-US" sz="2800" dirty="0"/>
              <a:t>Devon de Vries ’27</a:t>
            </a:r>
          </a:p>
          <a:p>
            <a:pPr algn="ctr"/>
            <a:r>
              <a:rPr lang="en-US" sz="2800" dirty="0"/>
              <a:t>Partner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7E85B55B-08BD-DC43-AD48-F472A8263284}"/>
              </a:ext>
            </a:extLst>
          </p:cNvPr>
          <p:cNvSpPr txBox="1">
            <a:spLocks/>
          </p:cNvSpPr>
          <p:nvPr/>
        </p:nvSpPr>
        <p:spPr>
          <a:xfrm>
            <a:off x="1524000" y="4407661"/>
            <a:ext cx="3657600" cy="86201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tx1"/>
                </a:solidFill>
                <a:latin typeface="Baskerville SemiBold" panose="02020502070401020303" pitchFamily="18" charset="0"/>
                <a:ea typeface="Baskerville SemiBold" panose="02020502070401020303" pitchFamily="18" charset="0"/>
                <a:cs typeface="+mj-cs"/>
              </a:defRPr>
            </a:lvl1pPr>
          </a:lstStyle>
          <a:p>
            <a:pPr algn="ctr"/>
            <a:r>
              <a:rPr lang="en-US" sz="2800" dirty="0"/>
              <a:t>J. Hunter Howard ’27</a:t>
            </a:r>
          </a:p>
          <a:p>
            <a:pPr algn="ctr"/>
            <a:r>
              <a:rPr lang="en-US" sz="2800" dirty="0"/>
              <a:t>GMP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E7270A7-73D3-1188-6D23-CB87D36E67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1447614"/>
            <a:ext cx="2590800" cy="25908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862906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1720B7-9780-932F-5A53-62AEB23BA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i="1" dirty="0"/>
              <a:t>A friend says something feels wrong in their relationship and asks for help.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Your process: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Clarify the problem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Separate facts from reactions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Identify patterns and causes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Compare options, trade-offs, and risks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Your recommendations</a:t>
            </a:r>
          </a:p>
          <a:p>
            <a:pPr marL="0" indent="0">
              <a:buNone/>
            </a:pPr>
            <a:r>
              <a:rPr lang="en-US" sz="1800" dirty="0"/>
              <a:t>“Here’s what I think is happening, and here are your strongest options”</a:t>
            </a:r>
          </a:p>
          <a:p>
            <a:pPr marL="0" indent="0">
              <a:buNone/>
            </a:pPr>
            <a:endParaRPr lang="en-US" sz="1800" dirty="0"/>
          </a:p>
          <a:p>
            <a:pPr marL="0" indent="0" algn="ctr">
              <a:buNone/>
            </a:pPr>
            <a:r>
              <a:rPr lang="en-US" sz="1800" i="1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You provide an objective recommendation. They decide.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94999EE-6A3D-5224-181B-8DA8593C2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Advice without the Decision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0AB0C3-BDC0-B950-8AAA-E040AB75CF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250191-BDAE-F64A-A841-E235618397AC}" type="slidenum">
              <a:rPr lang="en-US" smtClean="0"/>
              <a:pPr/>
              <a:t>3</a:t>
            </a:fld>
            <a:endParaRPr lang="en-US" dirty="0">
              <a:latin typeface="Helvetica Neue Thin" panose="020B0403020202020204" pitchFamily="34" charset="0"/>
              <a:ea typeface="Helvetica Neue Thin" panose="020B0403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F33413-FC7B-F598-B603-669F2F521947}"/>
              </a:ext>
            </a:extLst>
          </p:cNvPr>
          <p:cNvSpPr txBox="1"/>
          <p:nvPr/>
        </p:nvSpPr>
        <p:spPr>
          <a:xfrm>
            <a:off x="609600" y="6199982"/>
            <a:ext cx="109728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INTRODUCTION</a:t>
            </a:r>
            <a:r>
              <a:rPr lang="en-US" sz="70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700" i="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– </a:t>
            </a:r>
            <a:r>
              <a:rPr lang="en-US" sz="70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IS MANAGEMENT CONSULTING </a:t>
            </a:r>
            <a:r>
              <a:rPr lang="en-US" sz="700" b="0" i="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– </a:t>
            </a:r>
            <a:r>
              <a:rPr lang="en-US" sz="700" i="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WHO THRIVES &amp; WHY HAMILTON </a:t>
            </a:r>
            <a:r>
              <a:rPr lang="en-US" sz="700" b="1" i="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– </a:t>
            </a:r>
            <a:r>
              <a:rPr lang="en-US" sz="700" b="0" i="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HOW DO YOU BREAK IN – NEXT STEPS</a:t>
            </a:r>
            <a:endParaRPr lang="en-US" sz="400" b="1" i="0" spc="300" dirty="0">
              <a:solidFill>
                <a:schemeClr val="bg1"/>
              </a:solidFill>
              <a:latin typeface="HELVETICA NEUE THIN" panose="020B0403020202020204" pitchFamily="34" charset="0"/>
              <a:ea typeface="HELVETICA NEUE THIN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1502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9E3B059-E93E-5A45-B030-EF5D054FB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The definition &amp; function of consulting, what the work looks like, what a consulting career looks like, and the industry landscape.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DC55304-5D6A-86AA-48D1-99C008BF3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Management Consulting?</a:t>
            </a:r>
          </a:p>
        </p:txBody>
      </p:sp>
    </p:spTree>
    <p:extLst>
      <p:ext uri="{BB962C8B-B14F-4D97-AF65-F5344CB8AC3E}">
        <p14:creationId xmlns:p14="http://schemas.microsoft.com/office/powerpoint/2010/main" val="915575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A3AB4A6-1480-546D-53AC-2C3D1FBA75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7793085"/>
              </p:ext>
            </p:extLst>
          </p:nvPr>
        </p:nvGraphicFramePr>
        <p:xfrm>
          <a:off x="609600" y="1600200"/>
          <a:ext cx="10972800" cy="365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6E50636B-2621-70E6-D1B1-CCFC63E82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Consulting Sells Clarity Under Uncertainty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FAFBF8-DF97-F7CE-29D6-C9CC1F30E3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250191-BDAE-F64A-A841-E235618397AC}" type="slidenum">
              <a:rPr lang="en-US" smtClean="0"/>
              <a:pPr/>
              <a:t>5</a:t>
            </a:fld>
            <a:endParaRPr lang="en-US" dirty="0">
              <a:latin typeface="Helvetica Neue Thin" panose="020B0403020202020204" pitchFamily="34" charset="0"/>
              <a:ea typeface="Helvetica Neue Thin" panose="020B0403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E6F48D-6D29-19DA-09CE-4A1BF2EC2582}"/>
              </a:ext>
            </a:extLst>
          </p:cNvPr>
          <p:cNvSpPr txBox="1"/>
          <p:nvPr/>
        </p:nvSpPr>
        <p:spPr>
          <a:xfrm>
            <a:off x="609600" y="1120101"/>
            <a:ext cx="10433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Consultants are external advisors hired to structure ambiguity and inform high-stakes decisions.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88E776-18EA-430D-091B-60125C7202B7}"/>
              </a:ext>
            </a:extLst>
          </p:cNvPr>
          <p:cNvSpPr txBox="1"/>
          <p:nvPr/>
        </p:nvSpPr>
        <p:spPr>
          <a:xfrm>
            <a:off x="3632825" y="5544225"/>
            <a:ext cx="45881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“Consultants advise. Management decides.”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6DA2B2-76A3-83D1-F0D1-C9EEF9DE408B}"/>
              </a:ext>
            </a:extLst>
          </p:cNvPr>
          <p:cNvSpPr txBox="1"/>
          <p:nvPr/>
        </p:nvSpPr>
        <p:spPr>
          <a:xfrm>
            <a:off x="609600" y="6199982"/>
            <a:ext cx="109728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INTRODUCTION </a:t>
            </a:r>
            <a:r>
              <a:rPr lang="en-US" sz="700" b="0" i="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– </a:t>
            </a:r>
            <a:r>
              <a:rPr lang="en-US" sz="700" b="1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IS MANAGEMENT CONSULTING </a:t>
            </a:r>
            <a:r>
              <a:rPr lang="en-US" sz="700" b="0" i="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– </a:t>
            </a:r>
            <a:r>
              <a:rPr lang="en-US" sz="700" i="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WHO THRIVES &amp; WHY HAMILTON </a:t>
            </a:r>
            <a:r>
              <a:rPr lang="en-US" sz="700" b="1" i="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– </a:t>
            </a:r>
            <a:r>
              <a:rPr lang="en-US" sz="700" b="0" i="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HOW DO YOU BREAK IN – NEXT STEPS</a:t>
            </a:r>
            <a:endParaRPr lang="en-US" sz="400" b="1" i="0" spc="300" dirty="0">
              <a:solidFill>
                <a:schemeClr val="bg1"/>
              </a:solidFill>
              <a:latin typeface="HELVETICA NEUE THIN" panose="020B0403020202020204" pitchFamily="34" charset="0"/>
              <a:ea typeface="HELVETICA NEUE THIN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8794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F59828A-4966-E325-458F-D32A3B925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Engagements Vary by Scope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255F36-7C86-5BF6-2AB3-1B13D77FBB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250191-BDAE-F64A-A841-E235618397AC}" type="slidenum">
              <a:rPr lang="en-US" smtClean="0"/>
              <a:pPr/>
              <a:t>6</a:t>
            </a:fld>
            <a:endParaRPr lang="en-US" dirty="0">
              <a:latin typeface="Helvetica Neue Thin" panose="020B0403020202020204" pitchFamily="34" charset="0"/>
              <a:ea typeface="Helvetica Neue Thin" panose="020B0403020202020204" pitchFamily="34" charset="0"/>
            </a:endParaRPr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7ECE9686-9F63-ECBD-37A6-584000A216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8629210"/>
              </p:ext>
            </p:extLst>
          </p:nvPr>
        </p:nvGraphicFramePr>
        <p:xfrm>
          <a:off x="6096000" y="1828800"/>
          <a:ext cx="5486400" cy="381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C4BF8C6E-6B48-D98F-8638-F87956CBDDB3}"/>
              </a:ext>
            </a:extLst>
          </p:cNvPr>
          <p:cNvSpPr txBox="1"/>
          <p:nvPr/>
        </p:nvSpPr>
        <p:spPr>
          <a:xfrm>
            <a:off x="586946" y="1131652"/>
            <a:ext cx="1097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Engagement: a time-bound client project with a clearly defined problem, workplan, and deliverables</a:t>
            </a:r>
          </a:p>
        </p:txBody>
      </p:sp>
      <p:graphicFrame>
        <p:nvGraphicFramePr>
          <p:cNvPr id="18" name="Diagram 17">
            <a:extLst>
              <a:ext uri="{FF2B5EF4-FFF2-40B4-BE49-F238E27FC236}">
                <a16:creationId xmlns:a16="http://schemas.microsoft.com/office/drawing/2014/main" id="{F2DE5A74-6F4D-F46F-5F78-556183499A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6939124"/>
              </p:ext>
            </p:extLst>
          </p:nvPr>
        </p:nvGraphicFramePr>
        <p:xfrm>
          <a:off x="632254" y="1600201"/>
          <a:ext cx="4854146" cy="41261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3653E63-378C-35F6-7875-6E1D9116035F}"/>
              </a:ext>
            </a:extLst>
          </p:cNvPr>
          <p:cNvSpPr txBox="1"/>
          <p:nvPr/>
        </p:nvSpPr>
        <p:spPr>
          <a:xfrm>
            <a:off x="609600" y="6199982"/>
            <a:ext cx="109728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INTRODUCTION </a:t>
            </a:r>
            <a:r>
              <a:rPr lang="en-US" sz="700" b="0" i="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– </a:t>
            </a:r>
            <a:r>
              <a:rPr lang="en-US" sz="700" b="1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IS MANAGEMENT CONSULTING </a:t>
            </a:r>
            <a:r>
              <a:rPr lang="en-US" sz="700" b="0" i="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– </a:t>
            </a:r>
            <a:r>
              <a:rPr lang="en-US" sz="700" i="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WHO THRIVES &amp; WHY HAMILTON </a:t>
            </a:r>
            <a:r>
              <a:rPr lang="en-US" sz="700" b="1" i="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– </a:t>
            </a:r>
            <a:r>
              <a:rPr lang="en-US" sz="700" b="0" i="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HOW DO YOU BREAK IN – NEXT STEPS</a:t>
            </a:r>
            <a:endParaRPr lang="en-US" sz="400" b="1" i="0" spc="300" dirty="0">
              <a:solidFill>
                <a:schemeClr val="bg1"/>
              </a:solidFill>
              <a:latin typeface="HELVETICA NEUE THIN" panose="020B0403020202020204" pitchFamily="34" charset="0"/>
              <a:ea typeface="HELVETICA NEUE THIN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5232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773FB83-E26C-97A7-0B57-DC0C89AB88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6550826"/>
              </p:ext>
            </p:extLst>
          </p:nvPr>
        </p:nvGraphicFramePr>
        <p:xfrm>
          <a:off x="609600" y="1856232"/>
          <a:ext cx="10972800" cy="34015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1A17E594-E0FC-FC37-B8DB-5BDD7A2A8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Work: Structured, Fast, and Collaborative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B17D9D-C4CE-15DE-5328-A83FA7DE87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250191-BDAE-F64A-A841-E235618397AC}" type="slidenum">
              <a:rPr lang="en-US" smtClean="0"/>
              <a:pPr/>
              <a:t>7</a:t>
            </a:fld>
            <a:endParaRPr lang="en-US" dirty="0">
              <a:latin typeface="Helvetica Neue Thin" panose="020B0403020202020204" pitchFamily="34" charset="0"/>
              <a:ea typeface="Helvetica Neue Thin" panose="020B0403020202020204" pitchFamily="34" charset="0"/>
            </a:endParaRP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3FD642E9-B758-BB3E-F9DD-427A7C70ADD6}"/>
              </a:ext>
            </a:extLst>
          </p:cNvPr>
          <p:cNvSpPr/>
          <p:nvPr/>
        </p:nvSpPr>
        <p:spPr>
          <a:xfrm>
            <a:off x="588380" y="1143000"/>
            <a:ext cx="10972800" cy="713232"/>
          </a:xfrm>
          <a:prstGeom prst="rightArrow">
            <a:avLst/>
          </a:prstGeom>
          <a:solidFill>
            <a:srgbClr val="0D236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Strategy (~6-12 weeks) | Operations (~3-9 months) | Transformation (~12-24 months)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6098CF-1C24-22E7-97B3-CF40166B8E51}"/>
              </a:ext>
            </a:extLst>
          </p:cNvPr>
          <p:cNvSpPr txBox="1"/>
          <p:nvPr/>
        </p:nvSpPr>
        <p:spPr>
          <a:xfrm>
            <a:off x="609600" y="6199982"/>
            <a:ext cx="109728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INTRODUCTION </a:t>
            </a:r>
            <a:r>
              <a:rPr lang="en-US" sz="700" b="0" i="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– </a:t>
            </a:r>
            <a:r>
              <a:rPr lang="en-US" sz="700" b="1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IS MANAGEMENT CONSULTING </a:t>
            </a:r>
            <a:r>
              <a:rPr lang="en-US" sz="700" b="0" i="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– </a:t>
            </a:r>
            <a:r>
              <a:rPr lang="en-US" sz="700" i="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WHO THRIVES &amp; WHY HAMILTON </a:t>
            </a:r>
            <a:r>
              <a:rPr lang="en-US" sz="700" b="1" i="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– </a:t>
            </a:r>
            <a:r>
              <a:rPr lang="en-US" sz="700" b="0" i="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HOW DO YOU BREAK IN – NEXT STEPS</a:t>
            </a:r>
            <a:endParaRPr lang="en-US" sz="400" b="1" i="0" spc="300" dirty="0">
              <a:solidFill>
                <a:schemeClr val="bg1"/>
              </a:solidFill>
              <a:latin typeface="HELVETICA NEUE THIN" panose="020B0403020202020204" pitchFamily="34" charset="0"/>
              <a:ea typeface="HELVETICA NEUE THIN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7986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55BA7-E31E-8827-BDAE-C809966B8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6CC2F27-5AB3-F498-4EEB-54680C25DB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0333750"/>
              </p:ext>
            </p:extLst>
          </p:nvPr>
        </p:nvGraphicFramePr>
        <p:xfrm>
          <a:off x="609600" y="1600200"/>
          <a:ext cx="10972800" cy="365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4C0250B8-8020-A636-0C3E-7673E8C25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Careers in Consulting Accelerate Early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7497F9-0D26-B0E7-379A-CE75665C15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250191-BDAE-F64A-A841-E235618397AC}" type="slidenum">
              <a:rPr lang="en-US" smtClean="0"/>
              <a:pPr/>
              <a:t>8</a:t>
            </a:fld>
            <a:endParaRPr lang="en-US" dirty="0">
              <a:latin typeface="Helvetica Neue Thin" panose="020B0403020202020204" pitchFamily="34" charset="0"/>
              <a:ea typeface="Helvetica Neue Thin" panose="020B0403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810D0C-6709-7E5D-FF1D-B2DE16FB4D97}"/>
              </a:ext>
            </a:extLst>
          </p:cNvPr>
          <p:cNvSpPr txBox="1"/>
          <p:nvPr/>
        </p:nvSpPr>
        <p:spPr>
          <a:xfrm>
            <a:off x="4816803" y="5561048"/>
            <a:ext cx="2558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Up or out culture is real.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D0A4AD-3AFD-8F0F-92FB-5B9B8FE597A2}"/>
              </a:ext>
            </a:extLst>
          </p:cNvPr>
          <p:cNvSpPr txBox="1"/>
          <p:nvPr/>
        </p:nvSpPr>
        <p:spPr>
          <a:xfrm>
            <a:off x="609600" y="6199982"/>
            <a:ext cx="109728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INTRODUCTION </a:t>
            </a:r>
            <a:r>
              <a:rPr lang="en-US" sz="700" b="0" i="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– </a:t>
            </a:r>
            <a:r>
              <a:rPr lang="en-US" sz="700" b="1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IS MANAGEMENT CONSULTING </a:t>
            </a:r>
            <a:r>
              <a:rPr lang="en-US" sz="700" b="0" i="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– </a:t>
            </a:r>
            <a:r>
              <a:rPr lang="en-US" sz="700" i="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WHO THRIVES &amp; WHY HAMILTON </a:t>
            </a:r>
            <a:r>
              <a:rPr lang="en-US" sz="700" b="1" i="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– </a:t>
            </a:r>
            <a:r>
              <a:rPr lang="en-US" sz="700" b="0" i="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HOW DO YOU BREAK IN – NEXT STEPS</a:t>
            </a:r>
            <a:endParaRPr lang="en-US" sz="400" b="1" i="0" spc="300" dirty="0">
              <a:solidFill>
                <a:schemeClr val="bg1"/>
              </a:solidFill>
              <a:latin typeface="HELVETICA NEUE THIN" panose="020B0403020202020204" pitchFamily="34" charset="0"/>
              <a:ea typeface="HELVETICA NEUE THIN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036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AE614-5007-A71D-25AE-6230CB68E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FA38B8B-8CC6-690A-E376-93D7DC3B4D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759542"/>
              </p:ext>
            </p:extLst>
          </p:nvPr>
        </p:nvGraphicFramePr>
        <p:xfrm>
          <a:off x="609600" y="1600200"/>
          <a:ext cx="10972800" cy="365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2F0D936C-795D-2F66-7D2F-6D1DF01FA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Lifestyle and Benefits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9C8F2E-D63A-3697-3D9D-BE33950471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250191-BDAE-F64A-A841-E235618397AC}" type="slidenum">
              <a:rPr lang="en-US" smtClean="0"/>
              <a:pPr/>
              <a:t>9</a:t>
            </a:fld>
            <a:endParaRPr lang="en-US" dirty="0">
              <a:latin typeface="Helvetica Neue Thin" panose="020B0403020202020204" pitchFamily="34" charset="0"/>
              <a:ea typeface="Helvetica Neue Thin" panose="020B0403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8EADA9-7178-80A9-758D-61DF27A48004}"/>
              </a:ext>
            </a:extLst>
          </p:cNvPr>
          <p:cNvSpPr txBox="1"/>
          <p:nvPr/>
        </p:nvSpPr>
        <p:spPr>
          <a:xfrm>
            <a:off x="4816803" y="5561048"/>
            <a:ext cx="2930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High demand, high reward.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4A108D-E89F-F36C-73AC-AF39C2CCE2A1}"/>
              </a:ext>
            </a:extLst>
          </p:cNvPr>
          <p:cNvSpPr txBox="1"/>
          <p:nvPr/>
        </p:nvSpPr>
        <p:spPr>
          <a:xfrm>
            <a:off x="609600" y="6199982"/>
            <a:ext cx="109728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INTRODUCTION </a:t>
            </a:r>
            <a:r>
              <a:rPr lang="en-US" sz="700" b="0" i="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– </a:t>
            </a:r>
            <a:r>
              <a:rPr lang="en-US" sz="700" b="1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IS MANAGEMENT CONSULTING </a:t>
            </a:r>
            <a:r>
              <a:rPr lang="en-US" sz="700" b="0" i="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– </a:t>
            </a:r>
            <a:r>
              <a:rPr lang="en-US" sz="700" i="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WHO THRIVES &amp; WHY HAMILTON </a:t>
            </a:r>
            <a:r>
              <a:rPr lang="en-US" sz="700" b="1" i="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– </a:t>
            </a:r>
            <a:r>
              <a:rPr lang="en-US" sz="700" b="0" i="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HOW DO YOU BREAK IN – NEXT STEPS</a:t>
            </a:r>
            <a:endParaRPr lang="en-US" sz="400" b="1" i="0" spc="300" dirty="0">
              <a:solidFill>
                <a:schemeClr val="bg1"/>
              </a:solidFill>
              <a:latin typeface="HELVETICA NEUE THIN" panose="020B0403020202020204" pitchFamily="34" charset="0"/>
              <a:ea typeface="HELVETICA NEUE THIN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2926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9794285-834D-CA95-0307-9943383D5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Industry, Tiers and Designations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A95770-AD5A-BCD9-9D78-ABBF7B8B0D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250191-BDAE-F64A-A841-E235618397AC}" type="slidenum">
              <a:rPr lang="en-US" smtClean="0"/>
              <a:pPr/>
              <a:t>10</a:t>
            </a:fld>
            <a:endParaRPr lang="en-US" dirty="0">
              <a:latin typeface="Helvetica Neue Thin" panose="020B0403020202020204" pitchFamily="34" charset="0"/>
              <a:ea typeface="Helvetica Neue Thin" panose="020B0403020202020204" pitchFamily="34" charset="0"/>
            </a:endParaRP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EC0F94CA-233A-6443-633F-E31570F04800}"/>
              </a:ext>
            </a:extLst>
          </p:cNvPr>
          <p:cNvGrpSpPr/>
          <p:nvPr/>
        </p:nvGrpSpPr>
        <p:grpSpPr>
          <a:xfrm>
            <a:off x="304800" y="1217022"/>
            <a:ext cx="12251331" cy="4964955"/>
            <a:chOff x="707586" y="1572734"/>
            <a:chExt cx="10972800" cy="4446820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8DEED4F0-E2C8-ECEC-3C14-C686D85DAE62}"/>
                </a:ext>
              </a:extLst>
            </p:cNvPr>
            <p:cNvGrpSpPr/>
            <p:nvPr/>
          </p:nvGrpSpPr>
          <p:grpSpPr>
            <a:xfrm>
              <a:off x="707586" y="1572734"/>
              <a:ext cx="10972800" cy="4267201"/>
              <a:chOff x="609600" y="1600199"/>
              <a:chExt cx="10972800" cy="4267201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77C434A9-9B84-3A02-DF8B-BFD70B4668B7}"/>
                  </a:ext>
                </a:extLst>
              </p:cNvPr>
              <p:cNvSpPr/>
              <p:nvPr/>
            </p:nvSpPr>
            <p:spPr>
              <a:xfrm>
                <a:off x="609600" y="1600200"/>
                <a:ext cx="10972800" cy="4267200"/>
              </a:xfrm>
              <a:prstGeom prst="rect">
                <a:avLst/>
              </a:prstGeom>
              <a:noFill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C0D820AC-2682-146C-C1E8-127C68C87C75}"/>
                  </a:ext>
                </a:extLst>
              </p:cNvPr>
              <p:cNvSpPr/>
              <p:nvPr/>
            </p:nvSpPr>
            <p:spPr>
              <a:xfrm>
                <a:off x="2438391" y="1600199"/>
                <a:ext cx="7315209" cy="3718191"/>
              </a:xfrm>
              <a:custGeom>
                <a:avLst/>
                <a:gdLst>
                  <a:gd name="csX0" fmla="*/ 0 w 7315209"/>
                  <a:gd name="csY0" fmla="*/ 1706880 h 3413760"/>
                  <a:gd name="csX1" fmla="*/ 3657605 w 7315209"/>
                  <a:gd name="csY1" fmla="*/ 0 h 3413760"/>
                  <a:gd name="csX2" fmla="*/ 7315210 w 7315209"/>
                  <a:gd name="csY2" fmla="*/ 1706880 h 3413760"/>
                  <a:gd name="csX3" fmla="*/ 3657605 w 7315209"/>
                  <a:gd name="csY3" fmla="*/ 3413760 h 3413760"/>
                  <a:gd name="csX4" fmla="*/ 0 w 7315209"/>
                  <a:gd name="csY4" fmla="*/ 1706880 h 341376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7315209" h="3413760">
                    <a:moveTo>
                      <a:pt x="0" y="1706880"/>
                    </a:moveTo>
                    <a:cubicBezTo>
                      <a:pt x="0" y="764196"/>
                      <a:pt x="1637566" y="0"/>
                      <a:pt x="3657605" y="0"/>
                    </a:cubicBezTo>
                    <a:cubicBezTo>
                      <a:pt x="5677644" y="0"/>
                      <a:pt x="7315210" y="764196"/>
                      <a:pt x="7315210" y="1706880"/>
                    </a:cubicBezTo>
                    <a:cubicBezTo>
                      <a:pt x="7315210" y="2649564"/>
                      <a:pt x="5677644" y="3413760"/>
                      <a:pt x="3657605" y="3413760"/>
                    </a:cubicBezTo>
                    <a:cubicBezTo>
                      <a:pt x="1637566" y="3413760"/>
                      <a:pt x="0" y="2649564"/>
                      <a:pt x="0" y="170688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D236A"/>
                </a:solidFill>
              </a:ln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2507288" tIns="332842" rIns="2507288" bIns="2722474" numCol="1" spcCol="1270" anchor="t" anchorCtr="0">
                <a:noAutofit/>
              </a:bodyPr>
              <a:lstStyle/>
              <a:p>
                <a:pPr marL="0" lvl="0" indent="0" algn="ctr" defTabSz="8001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1800" b="1" i="0" kern="1200" dirty="0">
                    <a:solidFill>
                      <a:srgbClr val="0D236A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Boutiques</a:t>
                </a:r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2B176BA4-B619-453F-7C35-99CBCC4F353E}"/>
                  </a:ext>
                </a:extLst>
              </p:cNvPr>
              <p:cNvSpPr/>
              <p:nvPr/>
            </p:nvSpPr>
            <p:spPr>
              <a:xfrm>
                <a:off x="3352793" y="1600200"/>
                <a:ext cx="5486407" cy="2731823"/>
              </a:xfrm>
              <a:custGeom>
                <a:avLst/>
                <a:gdLst>
                  <a:gd name="csX0" fmla="*/ 0 w 5486407"/>
                  <a:gd name="csY0" fmla="*/ 1280160 h 2560319"/>
                  <a:gd name="csX1" fmla="*/ 2743204 w 5486407"/>
                  <a:gd name="csY1" fmla="*/ 0 h 2560319"/>
                  <a:gd name="csX2" fmla="*/ 5486408 w 5486407"/>
                  <a:gd name="csY2" fmla="*/ 1280160 h 2560319"/>
                  <a:gd name="csX3" fmla="*/ 2743204 w 5486407"/>
                  <a:gd name="csY3" fmla="*/ 2560320 h 2560319"/>
                  <a:gd name="csX4" fmla="*/ 0 w 5486407"/>
                  <a:gd name="csY4" fmla="*/ 1280160 h 25603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486407" h="2560319">
                    <a:moveTo>
                      <a:pt x="0" y="1280160"/>
                    </a:moveTo>
                    <a:cubicBezTo>
                      <a:pt x="0" y="573147"/>
                      <a:pt x="1228174" y="0"/>
                      <a:pt x="2743204" y="0"/>
                    </a:cubicBezTo>
                    <a:cubicBezTo>
                      <a:pt x="4258234" y="0"/>
                      <a:pt x="5486408" y="573147"/>
                      <a:pt x="5486408" y="1280160"/>
                    </a:cubicBezTo>
                    <a:cubicBezTo>
                      <a:pt x="5486408" y="1987173"/>
                      <a:pt x="4258234" y="2560320"/>
                      <a:pt x="2743204" y="2560320"/>
                    </a:cubicBezTo>
                    <a:cubicBezTo>
                      <a:pt x="1228174" y="2560320"/>
                      <a:pt x="0" y="1987173"/>
                      <a:pt x="0" y="128016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D236A"/>
                </a:solidFill>
              </a:ln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592887" tIns="320040" rIns="1592887" bIns="1920239" numCol="1" spcCol="1270" anchor="t" anchorCtr="0">
                <a:noAutofit/>
              </a:bodyPr>
              <a:lstStyle/>
              <a:p>
                <a:pPr marL="0" lvl="0" indent="0" algn="ctr" defTabSz="8001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US" sz="1800" b="1" i="0" kern="1200" dirty="0">
                  <a:solidFill>
                    <a:srgbClr val="0D236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E3AC9C12-515C-2FD4-6A35-E86C5D14FD6B}"/>
                  </a:ext>
                </a:extLst>
              </p:cNvPr>
              <p:cNvSpPr/>
              <p:nvPr/>
            </p:nvSpPr>
            <p:spPr>
              <a:xfrm>
                <a:off x="4267198" y="1600200"/>
                <a:ext cx="3657604" cy="1706880"/>
              </a:xfrm>
              <a:custGeom>
                <a:avLst/>
                <a:gdLst>
                  <a:gd name="csX0" fmla="*/ 0 w 3657604"/>
                  <a:gd name="csY0" fmla="*/ 853440 h 1706880"/>
                  <a:gd name="csX1" fmla="*/ 1828802 w 3657604"/>
                  <a:gd name="csY1" fmla="*/ 0 h 1706880"/>
                  <a:gd name="csX2" fmla="*/ 3657604 w 3657604"/>
                  <a:gd name="csY2" fmla="*/ 853440 h 1706880"/>
                  <a:gd name="csX3" fmla="*/ 1828802 w 3657604"/>
                  <a:gd name="csY3" fmla="*/ 1706880 h 1706880"/>
                  <a:gd name="csX4" fmla="*/ 0 w 3657604"/>
                  <a:gd name="csY4" fmla="*/ 853440 h 170688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3657604" h="1706880">
                    <a:moveTo>
                      <a:pt x="0" y="853440"/>
                    </a:moveTo>
                    <a:cubicBezTo>
                      <a:pt x="0" y="382098"/>
                      <a:pt x="818783" y="0"/>
                      <a:pt x="1828802" y="0"/>
                    </a:cubicBezTo>
                    <a:cubicBezTo>
                      <a:pt x="2838821" y="0"/>
                      <a:pt x="3657604" y="382098"/>
                      <a:pt x="3657604" y="853440"/>
                    </a:cubicBezTo>
                    <a:cubicBezTo>
                      <a:pt x="3657604" y="1324782"/>
                      <a:pt x="2838821" y="1706880"/>
                      <a:pt x="1828802" y="1706880"/>
                    </a:cubicBezTo>
                    <a:cubicBezTo>
                      <a:pt x="818783" y="1706880"/>
                      <a:pt x="0" y="1324782"/>
                      <a:pt x="0" y="85344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D236A"/>
                </a:solidFill>
              </a:ln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663660" tIns="554736" rIns="663659" bIns="554736" numCol="1" spcCol="1270" anchor="t" anchorCtr="0">
                <a:noAutofit/>
              </a:bodyPr>
              <a:lstStyle/>
              <a:p>
                <a:pPr marL="0" lvl="0" indent="0" algn="ctr" defTabSz="8001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US" sz="1800" b="1" i="0" kern="1200" dirty="0">
                  <a:solidFill>
                    <a:srgbClr val="0D236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pic>
          <p:nvPicPr>
            <p:cNvPr id="20" name="Picture 19" descr="A red and white logo&#10;&#10;AI-generated content may be incorrect.">
              <a:extLst>
                <a:ext uri="{FF2B5EF4-FFF2-40B4-BE49-F238E27FC236}">
                  <a16:creationId xmlns:a16="http://schemas.microsoft.com/office/drawing/2014/main" id="{C07902FE-AAF0-31BF-9458-1B5A633C3A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rcRect t="22000" b="21999"/>
            <a:stretch>
              <a:fillRect/>
            </a:stretch>
          </p:blipFill>
          <p:spPr>
            <a:xfrm>
              <a:off x="4900488" y="2270796"/>
              <a:ext cx="991583" cy="555287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C4A250D-C80D-C659-F1A9-7CA1C52B21A4}"/>
                </a:ext>
              </a:extLst>
            </p:cNvPr>
            <p:cNvSpPr txBox="1"/>
            <p:nvPr/>
          </p:nvSpPr>
          <p:spPr>
            <a:xfrm>
              <a:off x="4140109" y="5606068"/>
              <a:ext cx="4061411" cy="4134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0D236A"/>
                  </a:solidFill>
                  <a:latin typeface="Helvetica Neue Medium" panose="02000503000000020004" pitchFamily="2" charset="0"/>
                  <a:ea typeface="Helvetica Neue Medium" panose="02000503000000020004" pitchFamily="2" charset="0"/>
                  <a:cs typeface="Helvetica Neue Medium" panose="02000503000000020004" pitchFamily="2" charset="0"/>
                </a:rPr>
                <a:t>Large Platform/Non-Business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225EF3F-6E05-6F23-4C72-4F6D47F53D37}"/>
                </a:ext>
              </a:extLst>
            </p:cNvPr>
            <p:cNvSpPr txBox="1"/>
            <p:nvPr/>
          </p:nvSpPr>
          <p:spPr>
            <a:xfrm>
              <a:off x="5056769" y="3827038"/>
              <a:ext cx="2222879" cy="4134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0D236A"/>
                  </a:solidFill>
                  <a:latin typeface="Helvetica Neue Medium" panose="02000503000000020004" pitchFamily="2" charset="0"/>
                  <a:ea typeface="Helvetica Neue Medium" panose="02000503000000020004" pitchFamily="2" charset="0"/>
                  <a:cs typeface="Helvetica Neue Medium" panose="02000503000000020004" pitchFamily="2" charset="0"/>
                </a:rPr>
                <a:t>Strategy Firms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F08C8E1-F076-3BFA-D409-88E2262AADCC}"/>
                </a:ext>
              </a:extLst>
            </p:cNvPr>
            <p:cNvSpPr txBox="1"/>
            <p:nvPr/>
          </p:nvSpPr>
          <p:spPr>
            <a:xfrm>
              <a:off x="5167388" y="4900097"/>
              <a:ext cx="1959692" cy="4134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0D236A"/>
                  </a:solidFill>
                  <a:latin typeface="Helvetica Neue Medium" panose="02000503000000020004" pitchFamily="2" charset="0"/>
                  <a:ea typeface="Helvetica Neue Medium" panose="02000503000000020004" pitchFamily="2" charset="0"/>
                  <a:cs typeface="Helvetica Neue Medium" panose="02000503000000020004" pitchFamily="2" charset="0"/>
                </a:rPr>
                <a:t>Boutiques</a:t>
              </a:r>
            </a:p>
          </p:txBody>
        </p:sp>
        <p:pic>
          <p:nvPicPr>
            <p:cNvPr id="18" name="Picture 17" descr="A green logo with white text&#10;&#10;AI-generated content may be incorrect.">
              <a:extLst>
                <a:ext uri="{FF2B5EF4-FFF2-40B4-BE49-F238E27FC236}">
                  <a16:creationId xmlns:a16="http://schemas.microsoft.com/office/drawing/2014/main" id="{1CB46F83-B45D-887C-E376-B1964652999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837473B0-CC2E-450A-ABE3-18F120FF3D39}">
                  <a1611:picAttrSrcUrl xmlns:a1611="http://schemas.microsoft.com/office/drawing/2016/11/main" r:id="rId5"/>
                </a:ext>
              </a:extLst>
            </a:blip>
            <a:srcRect t="30438" r="47059" b="30492"/>
            <a:stretch>
              <a:fillRect/>
            </a:stretch>
          </p:blipFill>
          <p:spPr>
            <a:xfrm>
              <a:off x="6427373" y="2410076"/>
              <a:ext cx="900755" cy="373925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0DC02FB-0E52-ABD0-3166-DC4AE3F134B0}"/>
                </a:ext>
              </a:extLst>
            </p:cNvPr>
            <p:cNvSpPr txBox="1"/>
            <p:nvPr/>
          </p:nvSpPr>
          <p:spPr>
            <a:xfrm>
              <a:off x="5639541" y="2802634"/>
              <a:ext cx="1015385" cy="4134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0D236A"/>
                  </a:solidFill>
                  <a:latin typeface="Helvetica Neue Medium" panose="02000503000000020004" pitchFamily="2" charset="0"/>
                  <a:ea typeface="Helvetica Neue Medium" panose="02000503000000020004" pitchFamily="2" charset="0"/>
                  <a:cs typeface="Helvetica Neue Medium" panose="02000503000000020004" pitchFamily="2" charset="0"/>
                </a:rPr>
                <a:t>MBB</a:t>
              </a:r>
            </a:p>
          </p:txBody>
        </p:sp>
        <p:pic>
          <p:nvPicPr>
            <p:cNvPr id="32" name="Picture 31" descr="A black and white sign with white text&#10;&#10;AI-generated content may be incorrect.">
              <a:extLst>
                <a:ext uri="{FF2B5EF4-FFF2-40B4-BE49-F238E27FC236}">
                  <a16:creationId xmlns:a16="http://schemas.microsoft.com/office/drawing/2014/main" id="{0F6B2697-3B84-84BD-201A-18EDF0ECE87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837473B0-CC2E-450A-ABE3-18F120FF3D39}">
                  <a1611:picAttrSrcUrl xmlns:a1611="http://schemas.microsoft.com/office/drawing/2016/11/main" r:id="rId7"/>
                </a:ext>
              </a:extLst>
            </a:blip>
            <a:stretch>
              <a:fillRect/>
            </a:stretch>
          </p:blipFill>
          <p:spPr>
            <a:xfrm>
              <a:off x="2587229" y="5224103"/>
              <a:ext cx="882992" cy="496683"/>
            </a:xfrm>
            <a:prstGeom prst="rect">
              <a:avLst/>
            </a:prstGeom>
          </p:spPr>
        </p:pic>
        <p:pic>
          <p:nvPicPr>
            <p:cNvPr id="34" name="Picture 33" descr="A blue and white logo&#10;&#10;AI-generated content may be incorrect.">
              <a:extLst>
                <a:ext uri="{FF2B5EF4-FFF2-40B4-BE49-F238E27FC236}">
                  <a16:creationId xmlns:a16="http://schemas.microsoft.com/office/drawing/2014/main" id="{0C309A53-48D0-477B-861E-6B6DD60A6FC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837473B0-CC2E-450A-ABE3-18F120FF3D39}">
                  <a1611:picAttrSrcUrl xmlns:a1611="http://schemas.microsoft.com/office/drawing/2016/11/main" r:id="rId9"/>
                </a:ext>
              </a:extLst>
            </a:blip>
            <a:stretch>
              <a:fillRect/>
            </a:stretch>
          </p:blipFill>
          <p:spPr>
            <a:xfrm>
              <a:off x="8485542" y="4989637"/>
              <a:ext cx="572163" cy="321842"/>
            </a:xfrm>
            <a:prstGeom prst="rect">
              <a:avLst/>
            </a:prstGeom>
          </p:spPr>
        </p:pic>
        <p:pic>
          <p:nvPicPr>
            <p:cNvPr id="36" name="Picture 35" descr="A black background with orange and white rectangles&#10;&#10;AI-generated content may be incorrect.">
              <a:extLst>
                <a:ext uri="{FF2B5EF4-FFF2-40B4-BE49-F238E27FC236}">
                  <a16:creationId xmlns:a16="http://schemas.microsoft.com/office/drawing/2014/main" id="{DC2D7DFA-BACD-41A1-A742-B2B26358C2D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837473B0-CC2E-450A-ABE3-18F120FF3D39}">
                  <a1611:picAttrSrcUrl xmlns:a1611="http://schemas.microsoft.com/office/drawing/2016/11/main" r:id="rId11"/>
                </a:ext>
              </a:extLst>
            </a:blip>
            <a:stretch>
              <a:fillRect/>
            </a:stretch>
          </p:blipFill>
          <p:spPr>
            <a:xfrm>
              <a:off x="1928982" y="4138956"/>
              <a:ext cx="966552" cy="814477"/>
            </a:xfrm>
            <a:prstGeom prst="rect">
              <a:avLst/>
            </a:prstGeom>
          </p:spPr>
        </p:pic>
        <p:pic>
          <p:nvPicPr>
            <p:cNvPr id="40" name="Picture 39" descr="A black background with grey letters and a green triangle&#10;&#10;AI-generated content may be incorrect.">
              <a:extLst>
                <a:ext uri="{FF2B5EF4-FFF2-40B4-BE49-F238E27FC236}">
                  <a16:creationId xmlns:a16="http://schemas.microsoft.com/office/drawing/2014/main" id="{D4061A6F-BE54-C882-532A-3EED453EA97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837473B0-CC2E-450A-ABE3-18F120FF3D39}">
                  <a1611:picAttrSrcUrl xmlns:a1611="http://schemas.microsoft.com/office/drawing/2016/11/main" r:id="rId13"/>
                </a:ext>
              </a:extLst>
            </a:blip>
            <a:stretch>
              <a:fillRect/>
            </a:stretch>
          </p:blipFill>
          <p:spPr>
            <a:xfrm>
              <a:off x="4117382" y="3103727"/>
              <a:ext cx="858895" cy="572373"/>
            </a:xfrm>
            <a:prstGeom prst="rect">
              <a:avLst/>
            </a:prstGeom>
          </p:spPr>
        </p:pic>
        <p:pic>
          <p:nvPicPr>
            <p:cNvPr id="42" name="Picture 41" descr="A blue logo on a black background&#10;&#10;AI-generated content may be incorrect.">
              <a:extLst>
                <a:ext uri="{FF2B5EF4-FFF2-40B4-BE49-F238E27FC236}">
                  <a16:creationId xmlns:a16="http://schemas.microsoft.com/office/drawing/2014/main" id="{4FC0028F-E326-EB11-5925-FF1510F42D1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837473B0-CC2E-450A-ABE3-18F120FF3D39}">
                  <a1611:picAttrSrcUrl xmlns:a1611="http://schemas.microsoft.com/office/drawing/2016/11/main" r:id="rId15"/>
                </a:ext>
              </a:extLst>
            </a:blip>
            <a:stretch>
              <a:fillRect/>
            </a:stretch>
          </p:blipFill>
          <p:spPr>
            <a:xfrm>
              <a:off x="5754679" y="3234082"/>
              <a:ext cx="1289593" cy="858889"/>
            </a:xfrm>
            <a:prstGeom prst="rect">
              <a:avLst/>
            </a:prstGeom>
          </p:spPr>
        </p:pic>
        <p:pic>
          <p:nvPicPr>
            <p:cNvPr id="46" name="Picture 45" descr="A black text on a white background&#10;&#10;AI-generated content may be incorrect.">
              <a:extLst>
                <a:ext uri="{FF2B5EF4-FFF2-40B4-BE49-F238E27FC236}">
                  <a16:creationId xmlns:a16="http://schemas.microsoft.com/office/drawing/2014/main" id="{D1C3822F-011B-1942-2BED-1534FCBD3350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837473B0-CC2E-450A-ABE3-18F120FF3D39}">
                  <a1611:picAttrSrcUrl xmlns:a1611="http://schemas.microsoft.com/office/drawing/2016/11/main" r:id="rId17"/>
                </a:ext>
              </a:extLst>
            </a:blip>
            <a:stretch>
              <a:fillRect/>
            </a:stretch>
          </p:blipFill>
          <p:spPr>
            <a:xfrm>
              <a:off x="7106460" y="3223452"/>
              <a:ext cx="1385634" cy="401279"/>
            </a:xfrm>
            <a:prstGeom prst="rect">
              <a:avLst/>
            </a:prstGeom>
          </p:spPr>
        </p:pic>
        <p:pic>
          <p:nvPicPr>
            <p:cNvPr id="58" name="Picture 57" descr="A black text on a white background&#10;&#10;AI-generated content may be incorrect.">
              <a:extLst>
                <a:ext uri="{FF2B5EF4-FFF2-40B4-BE49-F238E27FC236}">
                  <a16:creationId xmlns:a16="http://schemas.microsoft.com/office/drawing/2014/main" id="{6006F87E-2C1E-3FF5-2C2A-7E6F4DB66E79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837473B0-CC2E-450A-ABE3-18F120FF3D39}">
                  <a1611:picAttrSrcUrl xmlns:a1611="http://schemas.microsoft.com/office/drawing/2016/11/main" r:id="rId19"/>
                </a:ext>
              </a:extLst>
            </a:blip>
            <a:stretch>
              <a:fillRect/>
            </a:stretch>
          </p:blipFill>
          <p:spPr>
            <a:xfrm>
              <a:off x="7933064" y="4112797"/>
              <a:ext cx="1049626" cy="415774"/>
            </a:xfrm>
            <a:prstGeom prst="rect">
              <a:avLst/>
            </a:prstGeom>
          </p:spPr>
        </p:pic>
        <p:pic>
          <p:nvPicPr>
            <p:cNvPr id="60" name="Picture 59" descr="A black background with white text&#10;&#10;AI-generated content may be incorrect.">
              <a:extLst>
                <a:ext uri="{FF2B5EF4-FFF2-40B4-BE49-F238E27FC236}">
                  <a16:creationId xmlns:a16="http://schemas.microsoft.com/office/drawing/2014/main" id="{914C830D-1827-A77C-DCF1-645C0F30C1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837473B0-CC2E-450A-ABE3-18F120FF3D39}">
                  <a1611:picAttrSrcUrl xmlns:a1611="http://schemas.microsoft.com/office/drawing/2016/11/main" r:id="rId21"/>
                </a:ext>
              </a:extLst>
            </a:blip>
            <a:stretch>
              <a:fillRect/>
            </a:stretch>
          </p:blipFill>
          <p:spPr>
            <a:xfrm>
              <a:off x="3149221" y="3847332"/>
              <a:ext cx="1625600" cy="812800"/>
            </a:xfrm>
            <a:prstGeom prst="rect">
              <a:avLst/>
            </a:prstGeom>
          </p:spPr>
        </p:pic>
        <p:pic>
          <p:nvPicPr>
            <p:cNvPr id="64" name="Picture 63" descr="A logo of a company&#10;&#10;AI-generated content may be incorrect.">
              <a:extLst>
                <a:ext uri="{FF2B5EF4-FFF2-40B4-BE49-F238E27FC236}">
                  <a16:creationId xmlns:a16="http://schemas.microsoft.com/office/drawing/2014/main" id="{A9C83148-4B35-6BF5-B76F-A96FEE8DD2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837473B0-CC2E-450A-ABE3-18F120FF3D39}">
                  <a1611:picAttrSrcUrl xmlns:a1611="http://schemas.microsoft.com/office/drawing/2016/11/main" r:id="rId23"/>
                </a:ext>
              </a:extLst>
            </a:blip>
            <a:srcRect t="32542" b="34468"/>
            <a:stretch>
              <a:fillRect/>
            </a:stretch>
          </p:blipFill>
          <p:spPr>
            <a:xfrm>
              <a:off x="5191657" y="4522833"/>
              <a:ext cx="2087991" cy="344416"/>
            </a:xfrm>
            <a:prstGeom prst="rect">
              <a:avLst/>
            </a:prstGeom>
          </p:spPr>
        </p:pic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2B176625-D54D-2468-EAFA-0A756155DE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3861492" y="5347334"/>
              <a:ext cx="1330165" cy="184976"/>
            </a:xfrm>
            <a:prstGeom prst="rect">
              <a:avLst/>
            </a:prstGeom>
          </p:spPr>
        </p:pic>
        <p:pic>
          <p:nvPicPr>
            <p:cNvPr id="67" name="Picture 66" descr="A blue and white logo&#10;&#10;AI-generated content may be incorrect.">
              <a:extLst>
                <a:ext uri="{FF2B5EF4-FFF2-40B4-BE49-F238E27FC236}">
                  <a16:creationId xmlns:a16="http://schemas.microsoft.com/office/drawing/2014/main" id="{8EE0F0FB-BBC4-6080-3074-3ADD2653DF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837473B0-CC2E-450A-ABE3-18F120FF3D39}">
                  <a1611:picAttrSrcUrl xmlns:a1611="http://schemas.microsoft.com/office/drawing/2016/11/main" r:id="rId26"/>
                </a:ext>
              </a:extLst>
            </a:blip>
            <a:srcRect l="19873" t="33565" r="20296" b="34021"/>
            <a:stretch>
              <a:fillRect/>
            </a:stretch>
          </p:blipFill>
          <p:spPr>
            <a:xfrm>
              <a:off x="2490872" y="4909233"/>
              <a:ext cx="985801" cy="290328"/>
            </a:xfrm>
            <a:prstGeom prst="rect">
              <a:avLst/>
            </a:prstGeom>
          </p:spPr>
        </p:pic>
        <p:pic>
          <p:nvPicPr>
            <p:cNvPr id="69" name="Picture 68" descr="Blue and white letters on a black background&#10;&#10;AI-generated content may be incorrect.">
              <a:extLst>
                <a:ext uri="{FF2B5EF4-FFF2-40B4-BE49-F238E27FC236}">
                  <a16:creationId xmlns:a16="http://schemas.microsoft.com/office/drawing/2014/main" id="{49298667-2DD6-836C-CABF-68287E9093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837473B0-CC2E-450A-ABE3-18F120FF3D39}">
                  <a1611:picAttrSrcUrl xmlns:a1611="http://schemas.microsoft.com/office/drawing/2016/11/main" r:id="rId28"/>
                </a:ext>
              </a:extLst>
            </a:blip>
            <a:stretch>
              <a:fillRect/>
            </a:stretch>
          </p:blipFill>
          <p:spPr>
            <a:xfrm>
              <a:off x="9248153" y="4603258"/>
              <a:ext cx="562450" cy="316378"/>
            </a:xfrm>
            <a:prstGeom prst="rect">
              <a:avLst/>
            </a:prstGeom>
          </p:spPr>
        </p:pic>
        <p:pic>
          <p:nvPicPr>
            <p:cNvPr id="15" name="Picture 14" descr="A black and blue text&#10;&#10;AI-generated content may be incorrect.">
              <a:extLst>
                <a:ext uri="{FF2B5EF4-FFF2-40B4-BE49-F238E27FC236}">
                  <a16:creationId xmlns:a16="http://schemas.microsoft.com/office/drawing/2014/main" id="{A08EC83F-FD6F-6424-24F2-D1461196C5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837473B0-CC2E-450A-ABE3-18F120FF3D39}">
                  <a1611:picAttrSrcUrl xmlns:a1611="http://schemas.microsoft.com/office/drawing/2016/11/main" r:id="rId30"/>
                </a:ext>
              </a:extLst>
            </a:blip>
            <a:stretch>
              <a:fillRect/>
            </a:stretch>
          </p:blipFill>
          <p:spPr>
            <a:xfrm>
              <a:off x="5398795" y="1726609"/>
              <a:ext cx="1802881" cy="555287"/>
            </a:xfrm>
            <a:prstGeom prst="rect">
              <a:avLst/>
            </a:prstGeom>
          </p:spPr>
        </p:pic>
        <p:pic>
          <p:nvPicPr>
            <p:cNvPr id="72" name="Picture 71" descr="A blue arrow in a black background&#10;&#10;AI-generated content may be incorrect.">
              <a:extLst>
                <a:ext uri="{FF2B5EF4-FFF2-40B4-BE49-F238E27FC236}">
                  <a16:creationId xmlns:a16="http://schemas.microsoft.com/office/drawing/2014/main" id="{3573E8C1-713E-CE1D-3AD7-9E1D9AA272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extLst>
                <a:ext uri="{837473B0-CC2E-450A-ABE3-18F120FF3D39}">
                  <a1611:picAttrSrcUrl xmlns:a1611="http://schemas.microsoft.com/office/drawing/2016/11/main" r:id="rId32"/>
                </a:ext>
              </a:extLst>
            </a:blip>
            <a:stretch>
              <a:fillRect/>
            </a:stretch>
          </p:blipFill>
          <p:spPr>
            <a:xfrm>
              <a:off x="7494207" y="5120569"/>
              <a:ext cx="997887" cy="561311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CB78035-CBE5-2ED9-62DE-E87BC06569B5}"/>
              </a:ext>
            </a:extLst>
          </p:cNvPr>
          <p:cNvSpPr txBox="1"/>
          <p:nvPr/>
        </p:nvSpPr>
        <p:spPr>
          <a:xfrm>
            <a:off x="609600" y="6199982"/>
            <a:ext cx="109728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INTRODUCTION </a:t>
            </a:r>
            <a:r>
              <a:rPr lang="en-US" sz="700" b="0" i="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– </a:t>
            </a:r>
            <a:r>
              <a:rPr lang="en-US" sz="700" b="1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IS MANAGEMENT CONSULTING </a:t>
            </a:r>
            <a:r>
              <a:rPr lang="en-US" sz="700" b="0" i="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– </a:t>
            </a:r>
            <a:r>
              <a:rPr lang="en-US" sz="700" i="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WHO THRIVES &amp; WHY HAMILTON </a:t>
            </a:r>
            <a:r>
              <a:rPr lang="en-US" sz="700" b="1" i="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– </a:t>
            </a:r>
            <a:r>
              <a:rPr lang="en-US" sz="700" b="0" i="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HOW DO YOU BREAK IN – NEXT STEPS</a:t>
            </a:r>
            <a:endParaRPr lang="en-US" sz="400" b="1" i="0" spc="300" dirty="0">
              <a:solidFill>
                <a:schemeClr val="bg1"/>
              </a:solidFill>
              <a:latin typeface="HELVETICA NEUE THIN" panose="020B0403020202020204" pitchFamily="34" charset="0"/>
              <a:ea typeface="HELVETICA NEUE THIN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29460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41A1542-96BC-7FFC-33E6-38BD9D8731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What firms select for, the growing liberal arts edge, how Hamilton specifically positions you, and what resources there are here.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2242033-45FF-0434-46D1-54AD37A22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Thrives &amp; Why Hamilton</a:t>
            </a:r>
          </a:p>
        </p:txBody>
      </p:sp>
    </p:spTree>
    <p:extLst>
      <p:ext uri="{BB962C8B-B14F-4D97-AF65-F5344CB8AC3E}">
        <p14:creationId xmlns:p14="http://schemas.microsoft.com/office/powerpoint/2010/main" val="20433666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9B30E3C-8146-737C-9132-DB91418BF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is Structural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9E5C5D-BBBA-32DF-0346-10B2401614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250191-BDAE-F64A-A841-E235618397AC}" type="slidenum">
              <a:rPr lang="en-US" smtClean="0"/>
              <a:pPr/>
              <a:t>12</a:t>
            </a:fld>
            <a:endParaRPr lang="en-US" dirty="0">
              <a:latin typeface="Helvetica Neue Thin" panose="020B0403020202020204" pitchFamily="34" charset="0"/>
              <a:ea typeface="Helvetica Neue Thin" panose="020B0403020202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77E42DE-BE93-B8C5-BD7C-B3ACA49C66A1}"/>
              </a:ext>
            </a:extLst>
          </p:cNvPr>
          <p:cNvGrpSpPr/>
          <p:nvPr/>
        </p:nvGrpSpPr>
        <p:grpSpPr>
          <a:xfrm>
            <a:off x="838200" y="1424088"/>
            <a:ext cx="4191000" cy="4009824"/>
            <a:chOff x="990601" y="1135482"/>
            <a:chExt cx="4572000" cy="4374353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B5F8422-5241-979B-4196-6389B2012AF2}"/>
                </a:ext>
              </a:extLst>
            </p:cNvPr>
            <p:cNvSpPr/>
            <p:nvPr/>
          </p:nvSpPr>
          <p:spPr>
            <a:xfrm>
              <a:off x="1164048" y="1539455"/>
              <a:ext cx="4246153" cy="1203745"/>
            </a:xfrm>
            <a:prstGeom prst="ellipse">
              <a:avLst/>
            </a:prstGeom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alpha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alpha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sz="1200" dirty="0"/>
            </a:p>
          </p:txBody>
        </p:sp>
        <p:sp>
          <p:nvSpPr>
            <p:cNvPr id="11" name="Down Arrow 10">
              <a:extLst>
                <a:ext uri="{FF2B5EF4-FFF2-40B4-BE49-F238E27FC236}">
                  <a16:creationId xmlns:a16="http://schemas.microsoft.com/office/drawing/2014/main" id="{AF0C893E-2EC9-612F-D1EE-9B34546F5EB8}"/>
                </a:ext>
              </a:extLst>
            </p:cNvPr>
            <p:cNvSpPr/>
            <p:nvPr/>
          </p:nvSpPr>
          <p:spPr>
            <a:xfrm>
              <a:off x="2977561" y="4256876"/>
              <a:ext cx="619125" cy="710406"/>
            </a:xfrm>
            <a:prstGeom prst="downArrow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sz="120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2DDF3986-4511-8B7C-913A-CABD9633F7CB}"/>
                </a:ext>
              </a:extLst>
            </p:cNvPr>
            <p:cNvSpPr/>
            <p:nvPr/>
          </p:nvSpPr>
          <p:spPr>
            <a:xfrm>
              <a:off x="1761657" y="4766885"/>
              <a:ext cx="2971800" cy="742950"/>
            </a:xfrm>
            <a:custGeom>
              <a:avLst/>
              <a:gdLst>
                <a:gd name="csX0" fmla="*/ 0 w 2971800"/>
                <a:gd name="csY0" fmla="*/ 0 h 742950"/>
                <a:gd name="csX1" fmla="*/ 2971800 w 2971800"/>
                <a:gd name="csY1" fmla="*/ 0 h 742950"/>
                <a:gd name="csX2" fmla="*/ 2971800 w 2971800"/>
                <a:gd name="csY2" fmla="*/ 742950 h 742950"/>
                <a:gd name="csX3" fmla="*/ 0 w 2971800"/>
                <a:gd name="csY3" fmla="*/ 742950 h 742950"/>
                <a:gd name="csX4" fmla="*/ 0 w 2971800"/>
                <a:gd name="csY4" fmla="*/ 0 h 7429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971800" h="742950">
                  <a:moveTo>
                    <a:pt x="0" y="0"/>
                  </a:moveTo>
                  <a:lnTo>
                    <a:pt x="2971800" y="0"/>
                  </a:lnTo>
                  <a:lnTo>
                    <a:pt x="2971800" y="742950"/>
                  </a:lnTo>
                  <a:lnTo>
                    <a:pt x="0" y="74295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9568" tIns="99568" rIns="99568" bIns="99568" numCol="1" spcCol="1270" anchor="b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i="1" kern="1200" dirty="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Consultant</a:t>
              </a:r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429998-4E8A-277F-46B9-1655E6270513}"/>
                </a:ext>
              </a:extLst>
            </p:cNvPr>
            <p:cNvSpPr/>
            <p:nvPr/>
          </p:nvSpPr>
          <p:spPr>
            <a:xfrm>
              <a:off x="2619122" y="2953325"/>
              <a:ext cx="1190879" cy="1190879"/>
            </a:xfrm>
            <a:custGeom>
              <a:avLst/>
              <a:gdLst>
                <a:gd name="csX0" fmla="*/ 0 w 1413870"/>
                <a:gd name="csY0" fmla="*/ 706935 h 1413870"/>
                <a:gd name="csX1" fmla="*/ 706935 w 1413870"/>
                <a:gd name="csY1" fmla="*/ 0 h 1413870"/>
                <a:gd name="csX2" fmla="*/ 1413870 w 1413870"/>
                <a:gd name="csY2" fmla="*/ 706935 h 1413870"/>
                <a:gd name="csX3" fmla="*/ 706935 w 1413870"/>
                <a:gd name="csY3" fmla="*/ 1413870 h 1413870"/>
                <a:gd name="csX4" fmla="*/ 0 w 1413870"/>
                <a:gd name="csY4" fmla="*/ 706935 h 14138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13870" h="1413870">
                  <a:moveTo>
                    <a:pt x="0" y="706935"/>
                  </a:moveTo>
                  <a:cubicBezTo>
                    <a:pt x="0" y="316506"/>
                    <a:pt x="316506" y="0"/>
                    <a:pt x="706935" y="0"/>
                  </a:cubicBezTo>
                  <a:cubicBezTo>
                    <a:pt x="1097364" y="0"/>
                    <a:pt x="1413870" y="316506"/>
                    <a:pt x="1413870" y="706935"/>
                  </a:cubicBezTo>
                  <a:cubicBezTo>
                    <a:pt x="1413870" y="1097364"/>
                    <a:pt x="1097364" y="1413870"/>
                    <a:pt x="706935" y="1413870"/>
                  </a:cubicBezTo>
                  <a:cubicBezTo>
                    <a:pt x="316506" y="1413870"/>
                    <a:pt x="0" y="1097364"/>
                    <a:pt x="0" y="706935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solidFill>
                <a:srgbClr val="0C2670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21026" tIns="221026" rIns="221026" bIns="221026" numCol="1" spcCol="1270" anchor="ctr" anchorCtr="0">
              <a:noAutofit/>
            </a:bodyPr>
            <a:lstStyle/>
            <a:p>
              <a:pPr marL="0" lvl="0" indent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800" b="1" kern="1200" dirty="0">
                  <a:solidFill>
                    <a:srgbClr val="0D236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Client-Ready Teammates</a:t>
              </a:r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2363F92-82FB-D6DD-F40F-8D2352D7D416}"/>
                </a:ext>
              </a:extLst>
            </p:cNvPr>
            <p:cNvSpPr/>
            <p:nvPr/>
          </p:nvSpPr>
          <p:spPr>
            <a:xfrm>
              <a:off x="1761657" y="1750109"/>
              <a:ext cx="1512254" cy="1512254"/>
            </a:xfrm>
            <a:custGeom>
              <a:avLst/>
              <a:gdLst>
                <a:gd name="csX0" fmla="*/ 0 w 1413870"/>
                <a:gd name="csY0" fmla="*/ 706935 h 1413870"/>
                <a:gd name="csX1" fmla="*/ 706935 w 1413870"/>
                <a:gd name="csY1" fmla="*/ 0 h 1413870"/>
                <a:gd name="csX2" fmla="*/ 1413870 w 1413870"/>
                <a:gd name="csY2" fmla="*/ 706935 h 1413870"/>
                <a:gd name="csX3" fmla="*/ 706935 w 1413870"/>
                <a:gd name="csY3" fmla="*/ 1413870 h 1413870"/>
                <a:gd name="csX4" fmla="*/ 0 w 1413870"/>
                <a:gd name="csY4" fmla="*/ 706935 h 14138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13870" h="1413870">
                  <a:moveTo>
                    <a:pt x="0" y="706935"/>
                  </a:moveTo>
                  <a:cubicBezTo>
                    <a:pt x="0" y="316506"/>
                    <a:pt x="316506" y="0"/>
                    <a:pt x="706935" y="0"/>
                  </a:cubicBezTo>
                  <a:cubicBezTo>
                    <a:pt x="1097364" y="0"/>
                    <a:pt x="1413870" y="316506"/>
                    <a:pt x="1413870" y="706935"/>
                  </a:cubicBezTo>
                  <a:cubicBezTo>
                    <a:pt x="1413870" y="1097364"/>
                    <a:pt x="1097364" y="1413870"/>
                    <a:pt x="706935" y="1413870"/>
                  </a:cubicBezTo>
                  <a:cubicBezTo>
                    <a:pt x="316506" y="1413870"/>
                    <a:pt x="0" y="1097364"/>
                    <a:pt x="0" y="706935"/>
                  </a:cubicBezTo>
                  <a:close/>
                </a:path>
              </a:pathLst>
            </a:custGeom>
            <a:solidFill>
              <a:srgbClr val="D6BA8B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21026" tIns="221026" rIns="221026" bIns="221026" numCol="1" spcCol="1270" anchor="ctr" anchorCtr="0">
              <a:noAutofit/>
            </a:bodyPr>
            <a:lstStyle/>
            <a:p>
              <a:pPr marL="0" lvl="0" indent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000" b="1" kern="1200" dirty="0">
                  <a:solidFill>
                    <a:srgbClr val="0D236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Entrepreneurial Drive</a:t>
              </a:r>
            </a:p>
          </p:txBody>
        </p:sp>
        <p:sp>
          <p:nvSpPr>
            <p:cNvPr id="16" name="Shape 15">
              <a:extLst>
                <a:ext uri="{FF2B5EF4-FFF2-40B4-BE49-F238E27FC236}">
                  <a16:creationId xmlns:a16="http://schemas.microsoft.com/office/drawing/2014/main" id="{C7CCE191-B4A8-3DB8-D207-620048284BBF}"/>
                </a:ext>
              </a:extLst>
            </p:cNvPr>
            <p:cNvSpPr/>
            <p:nvPr/>
          </p:nvSpPr>
          <p:spPr>
            <a:xfrm>
              <a:off x="990601" y="1416256"/>
              <a:ext cx="4572000" cy="2985699"/>
            </a:xfrm>
            <a:prstGeom prst="funnel">
              <a:avLst/>
            </a:prstGeom>
            <a:ln>
              <a:solidFill>
                <a:srgbClr val="0C2670"/>
              </a:solidFill>
            </a:ln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sz="1200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570CFB21-481D-193C-9BB7-D43B7E12AB50}"/>
                </a:ext>
              </a:extLst>
            </p:cNvPr>
            <p:cNvSpPr/>
            <p:nvPr/>
          </p:nvSpPr>
          <p:spPr>
            <a:xfrm>
              <a:off x="3179392" y="1135482"/>
              <a:ext cx="1413870" cy="1413870"/>
            </a:xfrm>
            <a:custGeom>
              <a:avLst/>
              <a:gdLst>
                <a:gd name="csX0" fmla="*/ 0 w 1413870"/>
                <a:gd name="csY0" fmla="*/ 706935 h 1413870"/>
                <a:gd name="csX1" fmla="*/ 706935 w 1413870"/>
                <a:gd name="csY1" fmla="*/ 0 h 1413870"/>
                <a:gd name="csX2" fmla="*/ 1413870 w 1413870"/>
                <a:gd name="csY2" fmla="*/ 706935 h 1413870"/>
                <a:gd name="csX3" fmla="*/ 706935 w 1413870"/>
                <a:gd name="csY3" fmla="*/ 1413870 h 1413870"/>
                <a:gd name="csX4" fmla="*/ 0 w 1413870"/>
                <a:gd name="csY4" fmla="*/ 706935 h 14138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13870" h="1413870">
                  <a:moveTo>
                    <a:pt x="0" y="706935"/>
                  </a:moveTo>
                  <a:cubicBezTo>
                    <a:pt x="0" y="316506"/>
                    <a:pt x="316506" y="0"/>
                    <a:pt x="706935" y="0"/>
                  </a:cubicBezTo>
                  <a:cubicBezTo>
                    <a:pt x="1097364" y="0"/>
                    <a:pt x="1413870" y="316506"/>
                    <a:pt x="1413870" y="706935"/>
                  </a:cubicBezTo>
                  <a:cubicBezTo>
                    <a:pt x="1413870" y="1097364"/>
                    <a:pt x="1097364" y="1413870"/>
                    <a:pt x="706935" y="1413870"/>
                  </a:cubicBezTo>
                  <a:cubicBezTo>
                    <a:pt x="316506" y="1413870"/>
                    <a:pt x="0" y="1097364"/>
                    <a:pt x="0" y="706935"/>
                  </a:cubicBezTo>
                  <a:close/>
                </a:path>
              </a:pathLst>
            </a:custGeom>
            <a:solidFill>
              <a:srgbClr val="0D236A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21026" tIns="221026" rIns="221026" bIns="221026" numCol="1" spcCol="1270" anchor="ctr" anchorCtr="0">
              <a:noAutofit/>
            </a:bodyPr>
            <a:lstStyle/>
            <a:p>
              <a:pPr marL="0" lvl="0" indent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b="1" kern="1200" dirty="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Structured Thinkers</a:t>
              </a:r>
            </a:p>
          </p:txBody>
        </p:sp>
      </p:grpSp>
      <p:graphicFrame>
        <p:nvGraphicFramePr>
          <p:cNvPr id="17" name="Diagram 16">
            <a:extLst>
              <a:ext uri="{FF2B5EF4-FFF2-40B4-BE49-F238E27FC236}">
                <a16:creationId xmlns:a16="http://schemas.microsoft.com/office/drawing/2014/main" id="{AB782BAD-922C-2E7F-04AB-EAEF4C7F14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99217087"/>
              </p:ext>
            </p:extLst>
          </p:nvPr>
        </p:nvGraphicFramePr>
        <p:xfrm>
          <a:off x="6090531" y="1562100"/>
          <a:ext cx="5568069" cy="373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530A1B6-CDBC-8DCC-EC32-B2421F840EAB}"/>
              </a:ext>
            </a:extLst>
          </p:cNvPr>
          <p:cNvSpPr txBox="1"/>
          <p:nvPr/>
        </p:nvSpPr>
        <p:spPr>
          <a:xfrm>
            <a:off x="609600" y="6199982"/>
            <a:ext cx="109728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INTRODUCTION </a:t>
            </a:r>
            <a:r>
              <a:rPr lang="en-US" sz="700" b="0" i="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– </a:t>
            </a:r>
            <a:r>
              <a:rPr lang="en-US" sz="70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IS MANAGEMENT CONSULTING </a:t>
            </a:r>
            <a:r>
              <a:rPr lang="en-US" sz="700" b="0" i="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–</a:t>
            </a:r>
            <a:r>
              <a:rPr lang="en-US" sz="700" b="1" i="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WHO THRIVES &amp; WHY HAMILTON – </a:t>
            </a:r>
            <a:r>
              <a:rPr lang="en-US" sz="700" b="0" i="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HOW DO YOU BREAK IN – NEXT STEPS</a:t>
            </a:r>
            <a:endParaRPr lang="en-US" sz="400" b="1" i="0" spc="300" dirty="0">
              <a:solidFill>
                <a:schemeClr val="bg1"/>
              </a:solidFill>
              <a:latin typeface="HELVETICA NEUE THIN" panose="020B0403020202020204" pitchFamily="34" charset="0"/>
              <a:ea typeface="HELVETICA NEUE THIN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62509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9621F8-C094-31F4-978D-91D5A072FB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0" y="1828800"/>
            <a:ext cx="4162425" cy="4040187"/>
          </a:xfrm>
        </p:spPr>
        <p:txBody>
          <a:bodyPr/>
          <a:lstStyle/>
          <a:p>
            <a:r>
              <a:rPr lang="en-US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15:44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i="1" dirty="0"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Truly novel thinking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i="1" dirty="0"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Unique education background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i="1" dirty="0"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Creativity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7E3807-CAD4-E6BC-6F8C-D66011C13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529131"/>
          </a:xfrm>
        </p:spPr>
        <p:txBody>
          <a:bodyPr/>
          <a:lstStyle/>
          <a:p>
            <a:r>
              <a:rPr lang="en-US" dirty="0"/>
              <a:t>Bob Sternfels on Liberal Arts' Edge vs AI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996B5D-F7D8-0431-C2A6-208A7DB496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8250191-BDAE-F64A-A841-E235618397AC}" type="slidenum">
              <a:rPr lang="en-US" smtClean="0"/>
              <a:pPr/>
              <a:t>13</a:t>
            </a:fld>
            <a:endParaRPr lang="en-US" dirty="0">
              <a:latin typeface="Helvetica Neue Thin" panose="020B0403020202020204" pitchFamily="34" charset="0"/>
              <a:ea typeface="Helvetica Neue Thin" panose="020B0403020202020204" pitchFamily="34" charset="0"/>
            </a:endParaRPr>
          </a:p>
        </p:txBody>
      </p:sp>
      <p:pic>
        <p:nvPicPr>
          <p:cNvPr id="4" name="Online Media 3" descr="How McKinsey Plans to Survive AI (and Reinvent Consulting)">
            <a:hlinkClick r:id="" action="ppaction://media"/>
            <a:extLst>
              <a:ext uri="{FF2B5EF4-FFF2-40B4-BE49-F238E27FC236}">
                <a16:creationId xmlns:a16="http://schemas.microsoft.com/office/drawing/2014/main" id="{1437AC60-BEEA-4636-04EF-F45473C72303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5183188" y="1828800"/>
            <a:ext cx="6458174" cy="3648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231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8">
            <a:extLst>
              <a:ext uri="{FF2B5EF4-FFF2-40B4-BE49-F238E27FC236}">
                <a16:creationId xmlns:a16="http://schemas.microsoft.com/office/drawing/2014/main" id="{C4C961D3-D69B-3C0C-72F0-67EA54BC840A}"/>
              </a:ext>
            </a:extLst>
          </p:cNvPr>
          <p:cNvSpPr/>
          <p:nvPr/>
        </p:nvSpPr>
        <p:spPr>
          <a:xfrm>
            <a:off x="639081" y="1991546"/>
            <a:ext cx="2713713" cy="3662291"/>
          </a:xfrm>
          <a:custGeom>
            <a:avLst/>
            <a:gdLst>
              <a:gd name="csX0" fmla="*/ 0 w 1731325"/>
              <a:gd name="csY0" fmla="*/ 0 h 1700784"/>
              <a:gd name="csX1" fmla="*/ 1731325 w 1731325"/>
              <a:gd name="csY1" fmla="*/ 0 h 1700784"/>
              <a:gd name="csX2" fmla="*/ 1731325 w 1731325"/>
              <a:gd name="csY2" fmla="*/ 1700784 h 1700784"/>
              <a:gd name="csX3" fmla="*/ 0 w 1731325"/>
              <a:gd name="csY3" fmla="*/ 1700784 h 1700784"/>
              <a:gd name="csX4" fmla="*/ 0 w 1731325"/>
              <a:gd name="csY4" fmla="*/ 0 h 17007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31325" h="1700784">
                <a:moveTo>
                  <a:pt x="0" y="0"/>
                </a:moveTo>
                <a:lnTo>
                  <a:pt x="1731325" y="0"/>
                </a:lnTo>
                <a:lnTo>
                  <a:pt x="1731325" y="1700784"/>
                </a:lnTo>
                <a:lnTo>
                  <a:pt x="0" y="1700784"/>
                </a:lnTo>
                <a:lnTo>
                  <a:pt x="0" y="0"/>
                </a:lnTo>
                <a:close/>
              </a:path>
            </a:pathLst>
          </a:custGeom>
          <a:noFill/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8260" tIns="48260" rIns="48260" bIns="48260" numCol="1" spcCol="1270" anchor="b" anchorCtr="0">
            <a:noAutofit/>
          </a:bodyPr>
          <a:lstStyle/>
          <a:p>
            <a:pPr marL="114300" lvl="1" indent="-114300" algn="l" defTabSz="6667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kern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Writing-intensives, etc.</a:t>
            </a:r>
          </a:p>
          <a:p>
            <a:pPr marL="114300" lvl="1" indent="-114300" algn="l" defTabSz="6667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kern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Seminar &amp; discussions</a:t>
            </a:r>
          </a:p>
          <a:p>
            <a:pPr marL="114300" lvl="1" indent="-114300" algn="l" defTabSz="6667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kern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Collaboration through athletics, orgs, clubs</a:t>
            </a:r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55B3FAE8-C896-9BF0-6A10-63D61FAE4851}"/>
              </a:ext>
            </a:extLst>
          </p:cNvPr>
          <p:cNvSpPr/>
          <p:nvPr/>
        </p:nvSpPr>
        <p:spPr>
          <a:xfrm>
            <a:off x="8854312" y="1976509"/>
            <a:ext cx="2737755" cy="3677328"/>
          </a:xfrm>
          <a:custGeom>
            <a:avLst/>
            <a:gdLst>
              <a:gd name="csX0" fmla="*/ 0 w 1731325"/>
              <a:gd name="csY0" fmla="*/ 0 h 1700784"/>
              <a:gd name="csX1" fmla="*/ 1731325 w 1731325"/>
              <a:gd name="csY1" fmla="*/ 0 h 1700784"/>
              <a:gd name="csX2" fmla="*/ 1731325 w 1731325"/>
              <a:gd name="csY2" fmla="*/ 1700784 h 1700784"/>
              <a:gd name="csX3" fmla="*/ 0 w 1731325"/>
              <a:gd name="csY3" fmla="*/ 1700784 h 1700784"/>
              <a:gd name="csX4" fmla="*/ 0 w 1731325"/>
              <a:gd name="csY4" fmla="*/ 0 h 17007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31325" h="1700784">
                <a:moveTo>
                  <a:pt x="0" y="0"/>
                </a:moveTo>
                <a:lnTo>
                  <a:pt x="1731325" y="0"/>
                </a:lnTo>
                <a:lnTo>
                  <a:pt x="1731325" y="1700784"/>
                </a:lnTo>
                <a:lnTo>
                  <a:pt x="0" y="1700784"/>
                </a:lnTo>
                <a:lnTo>
                  <a:pt x="0" y="0"/>
                </a:lnTo>
                <a:close/>
              </a:path>
            </a:pathLst>
          </a:custGeom>
          <a:noFill/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8260" tIns="48260" rIns="48260" bIns="48260" numCol="1" spcCol="1270" anchor="b" anchorCtr="0">
            <a:noAutofit/>
          </a:bodyPr>
          <a:lstStyle/>
          <a:p>
            <a:pPr marL="114300" lvl="1" indent="-114300" defTabSz="6667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dirty="0"/>
              <a:t>Direct accountability</a:t>
            </a:r>
          </a:p>
          <a:p>
            <a:pPr marL="114300" lvl="1" indent="-114300" defTabSz="6667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dirty="0"/>
              <a:t>Independent opportunities</a:t>
            </a:r>
          </a:p>
          <a:p>
            <a:pPr marL="114300" lvl="1" indent="-114300" defTabSz="6667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dirty="0"/>
              <a:t>Leadership &amp; impact</a:t>
            </a:r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566D13E8-4ECE-E9D1-AA05-146491A02BFB}"/>
              </a:ext>
            </a:extLst>
          </p:cNvPr>
          <p:cNvSpPr/>
          <p:nvPr/>
        </p:nvSpPr>
        <p:spPr>
          <a:xfrm>
            <a:off x="4706980" y="1976509"/>
            <a:ext cx="2743212" cy="3662291"/>
          </a:xfrm>
          <a:custGeom>
            <a:avLst/>
            <a:gdLst>
              <a:gd name="csX0" fmla="*/ 0 w 1731325"/>
              <a:gd name="csY0" fmla="*/ 0 h 1700784"/>
              <a:gd name="csX1" fmla="*/ 1731325 w 1731325"/>
              <a:gd name="csY1" fmla="*/ 0 h 1700784"/>
              <a:gd name="csX2" fmla="*/ 1731325 w 1731325"/>
              <a:gd name="csY2" fmla="*/ 1700784 h 1700784"/>
              <a:gd name="csX3" fmla="*/ 0 w 1731325"/>
              <a:gd name="csY3" fmla="*/ 1700784 h 1700784"/>
              <a:gd name="csX4" fmla="*/ 0 w 1731325"/>
              <a:gd name="csY4" fmla="*/ 0 h 17007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31325" h="1700784">
                <a:moveTo>
                  <a:pt x="0" y="0"/>
                </a:moveTo>
                <a:lnTo>
                  <a:pt x="1731325" y="0"/>
                </a:lnTo>
                <a:lnTo>
                  <a:pt x="1731325" y="1700784"/>
                </a:lnTo>
                <a:lnTo>
                  <a:pt x="0" y="1700784"/>
                </a:lnTo>
                <a:lnTo>
                  <a:pt x="0" y="0"/>
                </a:lnTo>
                <a:close/>
              </a:path>
            </a:pathLst>
          </a:custGeom>
          <a:noFill/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8260" tIns="48260" rIns="48260" bIns="48260" numCol="1" spcCol="1270" anchor="b" anchorCtr="0">
            <a:noAutofit/>
          </a:bodyPr>
          <a:lstStyle/>
          <a:p>
            <a:pPr marL="114300" lvl="1" indent="-114300" defTabSz="6667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dirty="0"/>
              <a:t>Open curriculum</a:t>
            </a:r>
          </a:p>
          <a:p>
            <a:pPr marL="114300" lvl="1" indent="-114300" defTabSz="6667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dirty="0"/>
              <a:t>Quantitative and qualitative</a:t>
            </a:r>
          </a:p>
          <a:p>
            <a:pPr marL="114300" lvl="1" indent="-114300" defTabSz="6667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dirty="0"/>
              <a:t>Defending arguments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AB6EFB76-ADD6-798F-26B1-0D8B45D51AED}"/>
              </a:ext>
            </a:extLst>
          </p:cNvPr>
          <p:cNvSpPr/>
          <p:nvPr/>
        </p:nvSpPr>
        <p:spPr>
          <a:xfrm>
            <a:off x="623975" y="1976509"/>
            <a:ext cx="0" cy="3662290"/>
          </a:xfrm>
          <a:prstGeom prst="line">
            <a:avLst/>
          </a:prstGeom>
          <a:ln>
            <a:solidFill>
              <a:srgbClr val="0C2670"/>
            </a:solidFill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3E86E122-66AC-6E35-3A57-132A3AEE3C8A}"/>
              </a:ext>
            </a:extLst>
          </p:cNvPr>
          <p:cNvSpPr/>
          <p:nvPr/>
        </p:nvSpPr>
        <p:spPr>
          <a:xfrm>
            <a:off x="623975" y="1610747"/>
            <a:ext cx="2728825" cy="365761"/>
          </a:xfrm>
          <a:custGeom>
            <a:avLst/>
            <a:gdLst>
              <a:gd name="csX0" fmla="*/ 0 w 1828800"/>
              <a:gd name="csY0" fmla="*/ 0 h 365760"/>
              <a:gd name="csX1" fmla="*/ 1828800 w 1828800"/>
              <a:gd name="csY1" fmla="*/ 0 h 365760"/>
              <a:gd name="csX2" fmla="*/ 1828800 w 1828800"/>
              <a:gd name="csY2" fmla="*/ 365760 h 365760"/>
              <a:gd name="csX3" fmla="*/ 0 w 1828800"/>
              <a:gd name="csY3" fmla="*/ 365760 h 365760"/>
              <a:gd name="csX4" fmla="*/ 0 w 1828800"/>
              <a:gd name="csY4" fmla="*/ 0 h 3657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828800" h="365760">
                <a:moveTo>
                  <a:pt x="0" y="0"/>
                </a:moveTo>
                <a:lnTo>
                  <a:pt x="1828800" y="0"/>
                </a:lnTo>
                <a:lnTo>
                  <a:pt x="1828800" y="365760"/>
                </a:lnTo>
                <a:lnTo>
                  <a:pt x="0" y="365760"/>
                </a:lnTo>
                <a:lnTo>
                  <a:pt x="0" y="0"/>
                </a:lnTo>
                <a:close/>
              </a:path>
            </a:pathLst>
          </a:custGeom>
          <a:solidFill>
            <a:srgbClr val="0D236A"/>
          </a:solidFill>
          <a:ln>
            <a:solidFill>
              <a:srgbClr val="0C2670"/>
            </a:solidFill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3020" tIns="33020" rIns="33020" bIns="33020" numCol="1" spcCol="1270" anchor="ctr" anchorCtr="0">
            <a:noAutofit/>
          </a:bodyPr>
          <a:lstStyle/>
          <a:p>
            <a:pPr marL="0" lvl="0" indent="0"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400" kern="1200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Communication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EBC463B7-E869-6577-0EDD-4AC5D0945862}"/>
              </a:ext>
            </a:extLst>
          </p:cNvPr>
          <p:cNvSpPr/>
          <p:nvPr/>
        </p:nvSpPr>
        <p:spPr>
          <a:xfrm flipH="1">
            <a:off x="4700777" y="1976508"/>
            <a:ext cx="6209" cy="3662291"/>
          </a:xfrm>
          <a:prstGeom prst="line">
            <a:avLst/>
          </a:prstGeom>
          <a:ln>
            <a:solidFill>
              <a:srgbClr val="0C2670"/>
            </a:solidFill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C51AA2BF-24A3-F357-A89D-0C99C9A5B020}"/>
              </a:ext>
            </a:extLst>
          </p:cNvPr>
          <p:cNvSpPr/>
          <p:nvPr/>
        </p:nvSpPr>
        <p:spPr>
          <a:xfrm>
            <a:off x="5273039" y="3557015"/>
            <a:ext cx="1731325" cy="1700784"/>
          </a:xfrm>
          <a:custGeom>
            <a:avLst/>
            <a:gdLst>
              <a:gd name="csX0" fmla="*/ 0 w 1731325"/>
              <a:gd name="csY0" fmla="*/ 0 h 1700784"/>
              <a:gd name="csX1" fmla="*/ 1731325 w 1731325"/>
              <a:gd name="csY1" fmla="*/ 0 h 1700784"/>
              <a:gd name="csX2" fmla="*/ 1731325 w 1731325"/>
              <a:gd name="csY2" fmla="*/ 1700784 h 1700784"/>
              <a:gd name="csX3" fmla="*/ 0 w 1731325"/>
              <a:gd name="csY3" fmla="*/ 1700784 h 1700784"/>
              <a:gd name="csX4" fmla="*/ 0 w 1731325"/>
              <a:gd name="csY4" fmla="*/ 0 h 17007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31325" h="1700784">
                <a:moveTo>
                  <a:pt x="0" y="0"/>
                </a:moveTo>
                <a:lnTo>
                  <a:pt x="1731325" y="0"/>
                </a:lnTo>
                <a:lnTo>
                  <a:pt x="1731325" y="1700784"/>
                </a:lnTo>
                <a:lnTo>
                  <a:pt x="0" y="17007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8260" tIns="48260" rIns="48260" bIns="48260" numCol="1" spcCol="1270" anchor="t" anchorCtr="0">
            <a:noAutofit/>
          </a:bodyPr>
          <a:lstStyle/>
          <a:p>
            <a:pPr marL="114300" lvl="1" indent="-114300" algn="l" defTabSz="6667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endParaRPr lang="en-US" sz="1500" kern="1200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64A70340-09E9-0019-1EA6-4931F74BED20}"/>
              </a:ext>
            </a:extLst>
          </p:cNvPr>
          <p:cNvSpPr/>
          <p:nvPr/>
        </p:nvSpPr>
        <p:spPr>
          <a:xfrm>
            <a:off x="4706986" y="1610749"/>
            <a:ext cx="2743207" cy="365760"/>
          </a:xfrm>
          <a:custGeom>
            <a:avLst/>
            <a:gdLst>
              <a:gd name="csX0" fmla="*/ 0 w 1828800"/>
              <a:gd name="csY0" fmla="*/ 0 h 365760"/>
              <a:gd name="csX1" fmla="*/ 1828800 w 1828800"/>
              <a:gd name="csY1" fmla="*/ 0 h 365760"/>
              <a:gd name="csX2" fmla="*/ 1828800 w 1828800"/>
              <a:gd name="csY2" fmla="*/ 365760 h 365760"/>
              <a:gd name="csX3" fmla="*/ 0 w 1828800"/>
              <a:gd name="csY3" fmla="*/ 365760 h 365760"/>
              <a:gd name="csX4" fmla="*/ 0 w 1828800"/>
              <a:gd name="csY4" fmla="*/ 0 h 3657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828800" h="365760">
                <a:moveTo>
                  <a:pt x="0" y="0"/>
                </a:moveTo>
                <a:lnTo>
                  <a:pt x="1828800" y="0"/>
                </a:lnTo>
                <a:lnTo>
                  <a:pt x="1828800" y="365760"/>
                </a:lnTo>
                <a:lnTo>
                  <a:pt x="0" y="365760"/>
                </a:lnTo>
                <a:lnTo>
                  <a:pt x="0" y="0"/>
                </a:lnTo>
                <a:close/>
              </a:path>
            </a:pathLst>
          </a:custGeom>
          <a:solidFill>
            <a:srgbClr val="0D236A"/>
          </a:solidFill>
          <a:ln>
            <a:solidFill>
              <a:srgbClr val="0C2670"/>
            </a:solidFill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3020" tIns="33020" rIns="33020" bIns="33020" numCol="1" spcCol="1270" anchor="ctr" anchorCtr="0">
            <a:noAutofit/>
          </a:bodyPr>
          <a:lstStyle/>
          <a:p>
            <a:pPr marL="0" lvl="0" indent="0"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400" kern="1200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Intellectual Rigor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87CCF368-292B-5A1B-7CD4-DA91DA6740D7}"/>
              </a:ext>
            </a:extLst>
          </p:cNvPr>
          <p:cNvSpPr/>
          <p:nvPr/>
        </p:nvSpPr>
        <p:spPr>
          <a:xfrm flipH="1">
            <a:off x="8839196" y="1976509"/>
            <a:ext cx="1" cy="3677328"/>
          </a:xfrm>
          <a:prstGeom prst="line">
            <a:avLst/>
          </a:prstGeom>
          <a:ln>
            <a:solidFill>
              <a:srgbClr val="0C2670"/>
            </a:solidFill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C88A23DB-1370-37C1-94DE-F0A55E3553B0}"/>
              </a:ext>
            </a:extLst>
          </p:cNvPr>
          <p:cNvSpPr/>
          <p:nvPr/>
        </p:nvSpPr>
        <p:spPr>
          <a:xfrm>
            <a:off x="9821594" y="3557015"/>
            <a:ext cx="1731325" cy="1700784"/>
          </a:xfrm>
          <a:custGeom>
            <a:avLst/>
            <a:gdLst>
              <a:gd name="csX0" fmla="*/ 0 w 1731325"/>
              <a:gd name="csY0" fmla="*/ 0 h 1700784"/>
              <a:gd name="csX1" fmla="*/ 1731325 w 1731325"/>
              <a:gd name="csY1" fmla="*/ 0 h 1700784"/>
              <a:gd name="csX2" fmla="*/ 1731325 w 1731325"/>
              <a:gd name="csY2" fmla="*/ 1700784 h 1700784"/>
              <a:gd name="csX3" fmla="*/ 0 w 1731325"/>
              <a:gd name="csY3" fmla="*/ 1700784 h 1700784"/>
              <a:gd name="csX4" fmla="*/ 0 w 1731325"/>
              <a:gd name="csY4" fmla="*/ 0 h 17007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31325" h="1700784">
                <a:moveTo>
                  <a:pt x="0" y="0"/>
                </a:moveTo>
                <a:lnTo>
                  <a:pt x="1731325" y="0"/>
                </a:lnTo>
                <a:lnTo>
                  <a:pt x="1731325" y="1700784"/>
                </a:lnTo>
                <a:lnTo>
                  <a:pt x="0" y="17007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8260" tIns="48260" rIns="48260" bIns="48260" numCol="1" spcCol="1270" anchor="t" anchorCtr="0">
            <a:noAutofit/>
          </a:bodyPr>
          <a:lstStyle/>
          <a:p>
            <a:pPr marL="114300" lvl="1" indent="-114300" algn="l" defTabSz="6667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endParaRPr lang="en-US" sz="1500" kern="1200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AB8C5C4C-560B-FFBB-873A-39240745AD85}"/>
              </a:ext>
            </a:extLst>
          </p:cNvPr>
          <p:cNvSpPr/>
          <p:nvPr/>
        </p:nvSpPr>
        <p:spPr>
          <a:xfrm>
            <a:off x="8839197" y="1610747"/>
            <a:ext cx="2743195" cy="355212"/>
          </a:xfrm>
          <a:custGeom>
            <a:avLst/>
            <a:gdLst>
              <a:gd name="csX0" fmla="*/ 0 w 1828800"/>
              <a:gd name="csY0" fmla="*/ 0 h 365760"/>
              <a:gd name="csX1" fmla="*/ 1828800 w 1828800"/>
              <a:gd name="csY1" fmla="*/ 0 h 365760"/>
              <a:gd name="csX2" fmla="*/ 1828800 w 1828800"/>
              <a:gd name="csY2" fmla="*/ 365760 h 365760"/>
              <a:gd name="csX3" fmla="*/ 0 w 1828800"/>
              <a:gd name="csY3" fmla="*/ 365760 h 365760"/>
              <a:gd name="csX4" fmla="*/ 0 w 1828800"/>
              <a:gd name="csY4" fmla="*/ 0 h 3657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828800" h="365760">
                <a:moveTo>
                  <a:pt x="0" y="0"/>
                </a:moveTo>
                <a:lnTo>
                  <a:pt x="1828800" y="0"/>
                </a:lnTo>
                <a:lnTo>
                  <a:pt x="1828800" y="365760"/>
                </a:lnTo>
                <a:lnTo>
                  <a:pt x="0" y="365760"/>
                </a:lnTo>
                <a:lnTo>
                  <a:pt x="0" y="0"/>
                </a:lnTo>
                <a:close/>
              </a:path>
            </a:pathLst>
          </a:custGeom>
          <a:solidFill>
            <a:srgbClr val="0D236A"/>
          </a:solidFill>
          <a:ln>
            <a:solidFill>
              <a:srgbClr val="0C2670"/>
            </a:solidFill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3020" tIns="33020" rIns="33020" bIns="33020" numCol="1" spcCol="1270" anchor="ctr" anchorCtr="0">
            <a:noAutofit/>
          </a:bodyPr>
          <a:lstStyle/>
          <a:p>
            <a:pPr marL="0" lvl="0" indent="0"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400" kern="1200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Drive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851E601-7522-AE7D-B383-F029AB659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Hamilton Trains the Untrainable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E48B3C-DEAA-55E9-9182-EE2CF8295E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250191-BDAE-F64A-A841-E235618397AC}" type="slidenum">
              <a:rPr lang="en-US" smtClean="0"/>
              <a:pPr/>
              <a:t>14</a:t>
            </a:fld>
            <a:endParaRPr lang="en-US" dirty="0">
              <a:latin typeface="Helvetica Neue Thin" panose="020B0403020202020204" pitchFamily="34" charset="0"/>
              <a:ea typeface="Helvetica Neue Thin" panose="020B0403020202020204" pitchFamily="34" charset="0"/>
            </a:endParaRPr>
          </a:p>
        </p:txBody>
      </p:sp>
      <p:pic>
        <p:nvPicPr>
          <p:cNvPr id="23" name="Graphic 22" descr="Marketing with solid fill">
            <a:extLst>
              <a:ext uri="{FF2B5EF4-FFF2-40B4-BE49-F238E27FC236}">
                <a16:creationId xmlns:a16="http://schemas.microsoft.com/office/drawing/2014/main" id="{D513ACEC-6602-D2B9-8A93-A788E1D78D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4222" t="14222" r="12550" b="12550"/>
          <a:stretch>
            <a:fillRect/>
          </a:stretch>
        </p:blipFill>
        <p:spPr>
          <a:xfrm>
            <a:off x="1137913" y="2357120"/>
            <a:ext cx="1757680" cy="1757680"/>
          </a:xfrm>
          <a:prstGeom prst="rect">
            <a:avLst/>
          </a:prstGeom>
        </p:spPr>
      </p:pic>
      <p:pic>
        <p:nvPicPr>
          <p:cNvPr id="25" name="Graphic 24" descr="Head with gears with solid fill">
            <a:extLst>
              <a:ext uri="{FF2B5EF4-FFF2-40B4-BE49-F238E27FC236}">
                <a16:creationId xmlns:a16="http://schemas.microsoft.com/office/drawing/2014/main" id="{701128AE-1B0E-9460-191E-3FE2ACF3EA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664" t="3664" r="9034" b="9034"/>
          <a:stretch>
            <a:fillRect/>
          </a:stretch>
        </p:blipFill>
        <p:spPr>
          <a:xfrm>
            <a:off x="5203046" y="2307275"/>
            <a:ext cx="1807525" cy="1807525"/>
          </a:xfrm>
          <a:prstGeom prst="rect">
            <a:avLst/>
          </a:prstGeom>
        </p:spPr>
      </p:pic>
      <p:pic>
        <p:nvPicPr>
          <p:cNvPr id="27" name="Graphic 26" descr="Rocket with solid fill">
            <a:extLst>
              <a:ext uri="{FF2B5EF4-FFF2-40B4-BE49-F238E27FC236}">
                <a16:creationId xmlns:a16="http://schemas.microsoft.com/office/drawing/2014/main" id="{D54D3ED3-B9B5-522B-3D40-E6BC91AC28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362" t="6362" r="5067" b="5067"/>
          <a:stretch>
            <a:fillRect/>
          </a:stretch>
        </p:blipFill>
        <p:spPr>
          <a:xfrm>
            <a:off x="9296412" y="2305841"/>
            <a:ext cx="1808959" cy="1808959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ACFD6815-D622-6A3E-22C8-9AB546232E53}"/>
              </a:ext>
            </a:extLst>
          </p:cNvPr>
          <p:cNvSpPr txBox="1"/>
          <p:nvPr/>
        </p:nvSpPr>
        <p:spPr>
          <a:xfrm>
            <a:off x="609600" y="6199982"/>
            <a:ext cx="109728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INTRODUCTION </a:t>
            </a:r>
            <a:r>
              <a:rPr lang="en-US" sz="700" b="0" i="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– </a:t>
            </a:r>
            <a:r>
              <a:rPr lang="en-US" sz="70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IS MANAGEMENT CONSULTING </a:t>
            </a:r>
            <a:r>
              <a:rPr lang="en-US" sz="700" b="0" i="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–</a:t>
            </a:r>
            <a:r>
              <a:rPr lang="en-US" sz="700" b="1" i="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WHO THRIVES &amp; WHY HAMILTON – </a:t>
            </a:r>
            <a:r>
              <a:rPr lang="en-US" sz="700" b="0" i="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HOW DO YOU BREAK IN – NEXT STEPS</a:t>
            </a:r>
            <a:endParaRPr lang="en-US" sz="400" b="1" i="0" spc="300" dirty="0">
              <a:solidFill>
                <a:schemeClr val="bg1"/>
              </a:solidFill>
              <a:latin typeface="HELVETICA NEUE THIN" panose="020B0403020202020204" pitchFamily="34" charset="0"/>
              <a:ea typeface="HELVETICA NEUE THIN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44060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A433559-0032-D5D1-BA63-58825CFBCC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5260433"/>
              </p:ext>
            </p:extLst>
          </p:nvPr>
        </p:nvGraphicFramePr>
        <p:xfrm>
          <a:off x="609600" y="1600200"/>
          <a:ext cx="10972800" cy="426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75E4C12C-1609-01DA-85F9-10DCC4AD0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Institutional Infrastructure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EB9236-4A1E-4443-9859-A74A1E176E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250191-BDAE-F64A-A841-E235618397AC}" type="slidenum">
              <a:rPr lang="en-US" smtClean="0"/>
              <a:pPr/>
              <a:t>15</a:t>
            </a:fld>
            <a:endParaRPr lang="en-US" dirty="0">
              <a:latin typeface="Helvetica Neue Thin" panose="020B0403020202020204" pitchFamily="34" charset="0"/>
              <a:ea typeface="Helvetica Neue Thin" panose="020B0403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2F5160-D4EE-1C30-CCFB-0052AD3EB5C8}"/>
              </a:ext>
            </a:extLst>
          </p:cNvPr>
          <p:cNvSpPr txBox="1"/>
          <p:nvPr/>
        </p:nvSpPr>
        <p:spPr>
          <a:xfrm>
            <a:off x="609600" y="6199982"/>
            <a:ext cx="109728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INTRODUCTION </a:t>
            </a:r>
            <a:r>
              <a:rPr lang="en-US" sz="700" b="0" i="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– </a:t>
            </a:r>
            <a:r>
              <a:rPr lang="en-US" sz="70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IS MANAGEMENT CONSULTING </a:t>
            </a:r>
            <a:r>
              <a:rPr lang="en-US" sz="700" b="0" i="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–</a:t>
            </a:r>
            <a:r>
              <a:rPr lang="en-US" sz="700" b="1" i="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WHO THRIVES &amp; WHY HAMILTON – </a:t>
            </a:r>
            <a:r>
              <a:rPr lang="en-US" sz="700" b="0" i="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HOW DO YOU BREAK IN – NEXT STEPS</a:t>
            </a:r>
            <a:endParaRPr lang="en-US" sz="400" b="1" i="0" spc="300" dirty="0">
              <a:solidFill>
                <a:schemeClr val="bg1"/>
              </a:solidFill>
              <a:latin typeface="HELVETICA NEUE THIN" panose="020B0403020202020204" pitchFamily="34" charset="0"/>
              <a:ea typeface="HELVETICA NEUE THIN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40305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8BDCB40-64E0-5611-8B1A-763F65596D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7886551"/>
              </p:ext>
            </p:extLst>
          </p:nvPr>
        </p:nvGraphicFramePr>
        <p:xfrm>
          <a:off x="609600" y="1600200"/>
          <a:ext cx="10972800" cy="426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29D323DE-D865-2AC9-3C72-2DCC30E04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Hamilton Consulting Group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3CE891-F02E-C399-CE6C-33F4AF518F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250191-BDAE-F64A-A841-E235618397AC}" type="slidenum">
              <a:rPr lang="en-US" smtClean="0"/>
              <a:pPr/>
              <a:t>16</a:t>
            </a:fld>
            <a:endParaRPr lang="en-US" dirty="0">
              <a:latin typeface="Helvetica Neue Thin" panose="020B0403020202020204" pitchFamily="34" charset="0"/>
              <a:ea typeface="Helvetica Neue Thin" panose="020B040302020202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BEA0A0-4782-B24A-58EC-E52F5303BAB1}"/>
              </a:ext>
            </a:extLst>
          </p:cNvPr>
          <p:cNvCxnSpPr>
            <a:cxnSpLocks/>
          </p:cNvCxnSpPr>
          <p:nvPr/>
        </p:nvCxnSpPr>
        <p:spPr>
          <a:xfrm>
            <a:off x="7924800" y="1600200"/>
            <a:ext cx="0" cy="4191000"/>
          </a:xfrm>
          <a:prstGeom prst="line">
            <a:avLst/>
          </a:prstGeom>
          <a:ln w="76200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E07CBB1-71D1-0A59-FE02-3F553EB10648}"/>
              </a:ext>
            </a:extLst>
          </p:cNvPr>
          <p:cNvSpPr txBox="1"/>
          <p:nvPr/>
        </p:nvSpPr>
        <p:spPr>
          <a:xfrm>
            <a:off x="9093804" y="1600200"/>
            <a:ext cx="13195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Applied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2D92E7-A8D5-4788-AE50-DC56D6E1C44E}"/>
              </a:ext>
            </a:extLst>
          </p:cNvPr>
          <p:cNvSpPr txBox="1"/>
          <p:nvPr/>
        </p:nvSpPr>
        <p:spPr>
          <a:xfrm>
            <a:off x="1778604" y="1600200"/>
            <a:ext cx="17700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Conceptual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147420-343C-F0EC-66FA-6D70BCCFE8BE}"/>
              </a:ext>
            </a:extLst>
          </p:cNvPr>
          <p:cNvSpPr txBox="1"/>
          <p:nvPr/>
        </p:nvSpPr>
        <p:spPr>
          <a:xfrm>
            <a:off x="8986627" y="2061865"/>
            <a:ext cx="1533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Limited spots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E305F6-3160-5405-7C02-796BBFF41965}"/>
              </a:ext>
            </a:extLst>
          </p:cNvPr>
          <p:cNvSpPr txBox="1"/>
          <p:nvPr/>
        </p:nvSpPr>
        <p:spPr>
          <a:xfrm>
            <a:off x="1699672" y="2061865"/>
            <a:ext cx="19279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Open to everyone</a:t>
            </a:r>
          </a:p>
        </p:txBody>
      </p:sp>
    </p:spTree>
    <p:extLst>
      <p:ext uri="{BB962C8B-B14F-4D97-AF65-F5344CB8AC3E}">
        <p14:creationId xmlns:p14="http://schemas.microsoft.com/office/powerpoint/2010/main" val="34239355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8FAA572-44C3-2418-F89A-179437E6D6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What access exists at Hamilton, recruiting timelines, experience, and the case interview.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A9F9910-4541-16AC-A26F-F6F4181A3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You Break In?</a:t>
            </a:r>
          </a:p>
        </p:txBody>
      </p:sp>
    </p:spTree>
    <p:extLst>
      <p:ext uri="{BB962C8B-B14F-4D97-AF65-F5344CB8AC3E}">
        <p14:creationId xmlns:p14="http://schemas.microsoft.com/office/powerpoint/2010/main" val="26550896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8E1495F-9B3A-7345-082F-EB4644B3C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Exists at Hamilton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DC8583-E9F4-DE82-A22C-7D9BE395E2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250191-BDAE-F64A-A841-E235618397AC}" type="slidenum">
              <a:rPr lang="en-US" smtClean="0"/>
              <a:pPr/>
              <a:t>18</a:t>
            </a:fld>
            <a:endParaRPr lang="en-US" dirty="0">
              <a:latin typeface="Helvetica Neue Thin" panose="020B0403020202020204" pitchFamily="34" charset="0"/>
              <a:ea typeface="Helvetica Neue Thin" panose="020B0403020202020204" pitchFamily="34" charset="0"/>
            </a:endParaRP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68A4B8FC-FF97-EB34-651C-E260EA1B12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694491"/>
              </p:ext>
            </p:extLst>
          </p:nvPr>
        </p:nvGraphicFramePr>
        <p:xfrm>
          <a:off x="609600" y="1600200"/>
          <a:ext cx="10972800" cy="365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4A5AB63-7CB3-158B-82E6-A6093EF69EC7}"/>
              </a:ext>
            </a:extLst>
          </p:cNvPr>
          <p:cNvSpPr txBox="1"/>
          <p:nvPr/>
        </p:nvSpPr>
        <p:spPr>
          <a:xfrm>
            <a:off x="2030303" y="5604512"/>
            <a:ext cx="8131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The learning, tools, and opportunities are here — their value depends on you.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754913-B18D-D0AB-EE98-8272CDA3A737}"/>
              </a:ext>
            </a:extLst>
          </p:cNvPr>
          <p:cNvSpPr txBox="1"/>
          <p:nvPr/>
        </p:nvSpPr>
        <p:spPr>
          <a:xfrm>
            <a:off x="609600" y="6199982"/>
            <a:ext cx="109728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INTRODUCTION </a:t>
            </a:r>
            <a:r>
              <a:rPr lang="en-US" sz="700" b="0" i="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– </a:t>
            </a:r>
            <a:r>
              <a:rPr lang="en-US" sz="70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IS MANAGEMENT CONSULTING</a:t>
            </a:r>
            <a:r>
              <a:rPr lang="en-US" sz="700" b="0" i="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–</a:t>
            </a:r>
            <a:r>
              <a:rPr lang="en-US" sz="700" b="1" i="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700" i="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WHO THRIVES &amp; WHY HAMILTON </a:t>
            </a:r>
            <a:r>
              <a:rPr lang="en-US" sz="700" b="1" i="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– HOW DO YOU BREAK IN </a:t>
            </a:r>
            <a:r>
              <a:rPr lang="en-US" sz="700" b="0" i="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– NEXT STEPS</a:t>
            </a:r>
            <a:endParaRPr lang="en-US" sz="400" b="1" i="0" spc="300" dirty="0">
              <a:solidFill>
                <a:schemeClr val="bg1"/>
              </a:solidFill>
              <a:latin typeface="HELVETICA NEUE THIN" panose="020B0403020202020204" pitchFamily="34" charset="0"/>
              <a:ea typeface="HELVETICA NEUE THIN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87297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5D57F0C-B133-BA9C-FDB4-DC48A50A5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Recruiting is Timeline-Driven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7D05AA-9199-F6D3-CEBC-CDA17E2B4A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250191-BDAE-F64A-A841-E235618397AC}" type="slidenum">
              <a:rPr lang="en-US" smtClean="0"/>
              <a:pPr/>
              <a:t>19</a:t>
            </a:fld>
            <a:endParaRPr lang="en-US" dirty="0">
              <a:latin typeface="Helvetica Neue Thin" panose="020B0403020202020204" pitchFamily="34" charset="0"/>
              <a:ea typeface="Helvetica Neue Thin" panose="020B0403020202020204" pitchFamily="34" charset="0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6C61AB7-AD78-7D7C-B097-41D95052FF98}"/>
              </a:ext>
            </a:extLst>
          </p:cNvPr>
          <p:cNvGrpSpPr/>
          <p:nvPr/>
        </p:nvGrpSpPr>
        <p:grpSpPr>
          <a:xfrm>
            <a:off x="609600" y="1295400"/>
            <a:ext cx="10972800" cy="4267200"/>
            <a:chOff x="1212362" y="1379684"/>
            <a:chExt cx="10370038" cy="4075186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84D7535-68E4-9136-D2D4-66FC1DC2743A}"/>
                </a:ext>
              </a:extLst>
            </p:cNvPr>
            <p:cNvGrpSpPr/>
            <p:nvPr/>
          </p:nvGrpSpPr>
          <p:grpSpPr>
            <a:xfrm>
              <a:off x="1535387" y="2205204"/>
              <a:ext cx="10035624" cy="2424145"/>
              <a:chOff x="1535387" y="2205204"/>
              <a:chExt cx="10035624" cy="2424145"/>
            </a:xfrm>
          </p:grpSpPr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047CABA4-AE16-F4FF-F110-E28C3981542D}"/>
                  </a:ext>
                </a:extLst>
              </p:cNvPr>
              <p:cNvSpPr/>
              <p:nvPr/>
            </p:nvSpPr>
            <p:spPr>
              <a:xfrm>
                <a:off x="3228794" y="2668046"/>
                <a:ext cx="359297" cy="91440"/>
              </a:xfrm>
              <a:custGeom>
                <a:avLst/>
                <a:gdLst>
                  <a:gd name="csX0" fmla="*/ 0 w 359297"/>
                  <a:gd name="csY0" fmla="*/ 45720 h 91440"/>
                  <a:gd name="csX1" fmla="*/ 359297 w 359297"/>
                  <a:gd name="csY1" fmla="*/ 45720 h 914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59297" h="91440">
                    <a:moveTo>
                      <a:pt x="0" y="45720"/>
                    </a:moveTo>
                    <a:lnTo>
                      <a:pt x="359297" y="45720"/>
                    </a:lnTo>
                  </a:path>
                </a:pathLst>
              </a:custGeom>
              <a:noFill/>
              <a:ln>
                <a:solidFill>
                  <a:srgbClr val="0D236A"/>
                </a:solidFill>
                <a:tailEnd type="arrow"/>
              </a:ln>
            </p:spPr>
            <p:style>
              <a:lnRef idx="1">
                <a:scrgbClr r="0" g="0" b="0"/>
              </a:lnRef>
              <a:fillRef idx="0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82602" tIns="43768" rIns="182601" bIns="43770" numCol="1" spcCol="1270" anchor="ctr" anchorCtr="0">
                <a:noAutofit/>
              </a:bodyPr>
              <a:lstStyle/>
              <a:p>
                <a:pPr marL="0" lvl="0" indent="0" algn="ctr" defTabSz="5334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US" sz="1200" b="0" i="0" kern="1200">
                  <a:latin typeface="Helvetica Neue Medium" panose="02000503000000020004" pitchFamily="2" charset="0"/>
                  <a:ea typeface="Helvetica Neue Medium" panose="02000503000000020004" pitchFamily="2" charset="0"/>
                  <a:cs typeface="Helvetica Neue Medium" panose="02000503000000020004" pitchFamily="2" charset="0"/>
                </a:endParaRPr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B18D9FE6-52FE-95D7-9DEC-B974EB805301}"/>
                  </a:ext>
                </a:extLst>
              </p:cNvPr>
              <p:cNvSpPr/>
              <p:nvPr/>
            </p:nvSpPr>
            <p:spPr>
              <a:xfrm>
                <a:off x="1535387" y="2205204"/>
                <a:ext cx="1695206" cy="1017124"/>
              </a:xfrm>
              <a:custGeom>
                <a:avLst/>
                <a:gdLst>
                  <a:gd name="csX0" fmla="*/ 0 w 1695206"/>
                  <a:gd name="csY0" fmla="*/ 0 h 1017124"/>
                  <a:gd name="csX1" fmla="*/ 1695206 w 1695206"/>
                  <a:gd name="csY1" fmla="*/ 0 h 1017124"/>
                  <a:gd name="csX2" fmla="*/ 1695206 w 1695206"/>
                  <a:gd name="csY2" fmla="*/ 1017124 h 1017124"/>
                  <a:gd name="csX3" fmla="*/ 0 w 1695206"/>
                  <a:gd name="csY3" fmla="*/ 1017124 h 1017124"/>
                  <a:gd name="csX4" fmla="*/ 0 w 1695206"/>
                  <a:gd name="csY4" fmla="*/ 0 h 10171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695206" h="1017124">
                    <a:moveTo>
                      <a:pt x="0" y="0"/>
                    </a:moveTo>
                    <a:lnTo>
                      <a:pt x="1695206" y="0"/>
                    </a:lnTo>
                    <a:lnTo>
                      <a:pt x="1695206" y="1017124"/>
                    </a:lnTo>
                    <a:lnTo>
                      <a:pt x="0" y="101712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D236A"/>
                </a:solidFill>
              </a:ln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99568" tIns="99568" rIns="99568" bIns="99568" numCol="1" spcCol="1270" anchor="t" anchorCtr="0">
                <a:noAutofit/>
              </a:bodyPr>
              <a:lstStyle/>
              <a:p>
                <a:pPr marL="0" lvl="0" indent="0" algn="l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1400" b="1" i="0" kern="1200" dirty="0">
                    <a:solidFill>
                      <a:srgbClr val="0D236A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Feb-April</a:t>
                </a:r>
              </a:p>
              <a:p>
                <a:pPr marL="114300" lvl="1" indent="-114300" algn="l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"/>
                </a:pPr>
                <a:r>
                  <a:rPr lang="en-US" sz="1400" b="0" i="0" kern="1200" dirty="0">
                    <a:solidFill>
                      <a:srgbClr val="0D236A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Explore &amp; Plan</a:t>
                </a:r>
              </a:p>
              <a:p>
                <a:pPr marL="114300" lvl="1" indent="-114300" algn="l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"/>
                </a:pPr>
                <a:r>
                  <a:rPr lang="en-US" sz="1400" dirty="0">
                    <a:solidFill>
                      <a:srgbClr val="0D236A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Start networking</a:t>
                </a:r>
                <a:endParaRPr lang="en-US" sz="1400" b="0" i="0" kern="1200" dirty="0">
                  <a:solidFill>
                    <a:srgbClr val="0D236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31DDC70F-3D5B-7CF5-4B93-3BE9D590486E}"/>
                  </a:ext>
                </a:extLst>
              </p:cNvPr>
              <p:cNvSpPr/>
              <p:nvPr/>
            </p:nvSpPr>
            <p:spPr>
              <a:xfrm>
                <a:off x="5313899" y="2668046"/>
                <a:ext cx="359297" cy="91440"/>
              </a:xfrm>
              <a:custGeom>
                <a:avLst/>
                <a:gdLst>
                  <a:gd name="csX0" fmla="*/ 0 w 359297"/>
                  <a:gd name="csY0" fmla="*/ 45720 h 91440"/>
                  <a:gd name="csX1" fmla="*/ 359297 w 359297"/>
                  <a:gd name="csY1" fmla="*/ 45720 h 914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59297" h="91440">
                    <a:moveTo>
                      <a:pt x="0" y="45720"/>
                    </a:moveTo>
                    <a:lnTo>
                      <a:pt x="359297" y="45720"/>
                    </a:lnTo>
                  </a:path>
                </a:pathLst>
              </a:custGeom>
              <a:noFill/>
              <a:ln>
                <a:solidFill>
                  <a:srgbClr val="0D236A"/>
                </a:solidFill>
                <a:tailEnd type="arrow"/>
              </a:ln>
            </p:spPr>
            <p:style>
              <a:lnRef idx="1">
                <a:scrgbClr r="0" g="0" b="0"/>
              </a:lnRef>
              <a:fillRef idx="0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82601" tIns="43768" rIns="182602" bIns="43770" numCol="1" spcCol="1270" anchor="ctr" anchorCtr="0">
                <a:noAutofit/>
              </a:bodyPr>
              <a:lstStyle/>
              <a:p>
                <a:pPr marL="0" lvl="0" indent="0" algn="ctr" defTabSz="5334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US" sz="1200" b="0" i="0" kern="1200">
                  <a:latin typeface="Helvetica Neue Medium" panose="02000503000000020004" pitchFamily="2" charset="0"/>
                  <a:ea typeface="Helvetica Neue Medium" panose="02000503000000020004" pitchFamily="2" charset="0"/>
                  <a:cs typeface="Helvetica Neue Medium" panose="02000503000000020004" pitchFamily="2" charset="0"/>
                </a:endParaRPr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EAD39EB1-BE69-46DC-57AE-87ADBF8E47F4}"/>
                  </a:ext>
                </a:extLst>
              </p:cNvPr>
              <p:cNvSpPr/>
              <p:nvPr/>
            </p:nvSpPr>
            <p:spPr>
              <a:xfrm>
                <a:off x="3620492" y="2205204"/>
                <a:ext cx="1695206" cy="1017124"/>
              </a:xfrm>
              <a:custGeom>
                <a:avLst/>
                <a:gdLst>
                  <a:gd name="csX0" fmla="*/ 0 w 1695206"/>
                  <a:gd name="csY0" fmla="*/ 0 h 1017124"/>
                  <a:gd name="csX1" fmla="*/ 1695206 w 1695206"/>
                  <a:gd name="csY1" fmla="*/ 0 h 1017124"/>
                  <a:gd name="csX2" fmla="*/ 1695206 w 1695206"/>
                  <a:gd name="csY2" fmla="*/ 1017124 h 1017124"/>
                  <a:gd name="csX3" fmla="*/ 0 w 1695206"/>
                  <a:gd name="csY3" fmla="*/ 1017124 h 1017124"/>
                  <a:gd name="csX4" fmla="*/ 0 w 1695206"/>
                  <a:gd name="csY4" fmla="*/ 0 h 10171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695206" h="1017124">
                    <a:moveTo>
                      <a:pt x="0" y="0"/>
                    </a:moveTo>
                    <a:lnTo>
                      <a:pt x="1695206" y="0"/>
                    </a:lnTo>
                    <a:lnTo>
                      <a:pt x="1695206" y="1017124"/>
                    </a:lnTo>
                    <a:lnTo>
                      <a:pt x="0" y="101712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D236A"/>
                </a:solidFill>
              </a:ln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99568" tIns="99568" rIns="99568" bIns="99568" numCol="1" spcCol="1270" anchor="t" anchorCtr="0">
                <a:noAutofit/>
              </a:bodyPr>
              <a:lstStyle/>
              <a:p>
                <a:pPr marL="0" lvl="0" indent="0" algn="l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1400" b="1" i="0" kern="1200" dirty="0">
                    <a:solidFill>
                      <a:srgbClr val="0D236A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May-June</a:t>
                </a:r>
              </a:p>
              <a:p>
                <a:pPr marL="114300" lvl="1" indent="-114300" algn="l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"/>
                </a:pPr>
                <a:r>
                  <a:rPr lang="en-US" sz="1400" b="0" i="0" kern="1200" dirty="0">
                    <a:solidFill>
                      <a:srgbClr val="0D236A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Network more &amp; Foundations</a:t>
                </a:r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63813A15-2D84-DB13-0DB8-CEB9BDB94F9D}"/>
                  </a:ext>
                </a:extLst>
              </p:cNvPr>
              <p:cNvSpPr/>
              <p:nvPr/>
            </p:nvSpPr>
            <p:spPr>
              <a:xfrm>
                <a:off x="7399003" y="2668046"/>
                <a:ext cx="359297" cy="91440"/>
              </a:xfrm>
              <a:custGeom>
                <a:avLst/>
                <a:gdLst>
                  <a:gd name="csX0" fmla="*/ 0 w 359297"/>
                  <a:gd name="csY0" fmla="*/ 45720 h 91440"/>
                  <a:gd name="csX1" fmla="*/ 359297 w 359297"/>
                  <a:gd name="csY1" fmla="*/ 45720 h 914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59297" h="91440">
                    <a:moveTo>
                      <a:pt x="0" y="45720"/>
                    </a:moveTo>
                    <a:lnTo>
                      <a:pt x="359297" y="45720"/>
                    </a:lnTo>
                  </a:path>
                </a:pathLst>
              </a:custGeom>
              <a:noFill/>
              <a:ln>
                <a:solidFill>
                  <a:srgbClr val="0D236A"/>
                </a:solidFill>
                <a:tailEnd type="arrow"/>
              </a:ln>
            </p:spPr>
            <p:style>
              <a:lnRef idx="1">
                <a:scrgbClr r="0" g="0" b="0"/>
              </a:lnRef>
              <a:fillRef idx="0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82601" tIns="43768" rIns="182602" bIns="43770" numCol="1" spcCol="1270" anchor="ctr" anchorCtr="0">
                <a:noAutofit/>
              </a:bodyPr>
              <a:lstStyle/>
              <a:p>
                <a:pPr marL="0" lvl="0" indent="0" algn="ctr" defTabSz="5334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US" sz="1200" b="0" i="0" kern="1200">
                  <a:latin typeface="Helvetica Neue Medium" panose="02000503000000020004" pitchFamily="2" charset="0"/>
                  <a:ea typeface="Helvetica Neue Medium" panose="02000503000000020004" pitchFamily="2" charset="0"/>
                  <a:cs typeface="Helvetica Neue Medium" panose="02000503000000020004" pitchFamily="2" charset="0"/>
                </a:endParaRPr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D53D9105-FE5D-FAD9-0CDC-1A276AAD0AAB}"/>
                  </a:ext>
                </a:extLst>
              </p:cNvPr>
              <p:cNvSpPr/>
              <p:nvPr/>
            </p:nvSpPr>
            <p:spPr>
              <a:xfrm>
                <a:off x="5705596" y="2205204"/>
                <a:ext cx="1695206" cy="1017124"/>
              </a:xfrm>
              <a:custGeom>
                <a:avLst/>
                <a:gdLst>
                  <a:gd name="csX0" fmla="*/ 0 w 1695206"/>
                  <a:gd name="csY0" fmla="*/ 0 h 1017124"/>
                  <a:gd name="csX1" fmla="*/ 1695206 w 1695206"/>
                  <a:gd name="csY1" fmla="*/ 0 h 1017124"/>
                  <a:gd name="csX2" fmla="*/ 1695206 w 1695206"/>
                  <a:gd name="csY2" fmla="*/ 1017124 h 1017124"/>
                  <a:gd name="csX3" fmla="*/ 0 w 1695206"/>
                  <a:gd name="csY3" fmla="*/ 1017124 h 1017124"/>
                  <a:gd name="csX4" fmla="*/ 0 w 1695206"/>
                  <a:gd name="csY4" fmla="*/ 0 h 10171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695206" h="1017124">
                    <a:moveTo>
                      <a:pt x="0" y="0"/>
                    </a:moveTo>
                    <a:lnTo>
                      <a:pt x="1695206" y="0"/>
                    </a:lnTo>
                    <a:lnTo>
                      <a:pt x="1695206" y="1017124"/>
                    </a:lnTo>
                    <a:lnTo>
                      <a:pt x="0" y="101712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D236A"/>
                </a:solidFill>
              </a:ln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99568" tIns="99568" rIns="99568" bIns="99568" numCol="1" spcCol="1270" anchor="t" anchorCtr="0">
                <a:noAutofit/>
              </a:bodyPr>
              <a:lstStyle/>
              <a:p>
                <a:pPr marL="0" lvl="0" indent="0" algn="l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1400" b="1" i="0" kern="1200" dirty="0">
                    <a:solidFill>
                      <a:srgbClr val="0D236A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July-August</a:t>
                </a:r>
              </a:p>
              <a:p>
                <a:pPr marL="114300" lvl="1" indent="-114300" algn="l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"/>
                </a:pPr>
                <a:r>
                  <a:rPr lang="en-US" sz="1400" b="0" i="0" kern="1200" dirty="0">
                    <a:solidFill>
                      <a:srgbClr val="0D236A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Engage &amp; Prepare</a:t>
                </a:r>
              </a:p>
              <a:p>
                <a:pPr marL="114300" lvl="1" indent="-114300" algn="l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"/>
                </a:pPr>
                <a:r>
                  <a:rPr lang="en-US" sz="1400" dirty="0">
                    <a:solidFill>
                      <a:srgbClr val="0D236A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Applications</a:t>
                </a:r>
                <a:endParaRPr lang="en-US" sz="1400" b="0" i="0" kern="1200" dirty="0">
                  <a:solidFill>
                    <a:srgbClr val="0D236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B0220950-3990-D277-52E2-23F428D55C6B}"/>
                  </a:ext>
                </a:extLst>
              </p:cNvPr>
              <p:cNvSpPr/>
              <p:nvPr/>
            </p:nvSpPr>
            <p:spPr>
              <a:xfrm>
                <a:off x="9484107" y="2668046"/>
                <a:ext cx="359297" cy="91440"/>
              </a:xfrm>
              <a:custGeom>
                <a:avLst/>
                <a:gdLst>
                  <a:gd name="csX0" fmla="*/ 0 w 359297"/>
                  <a:gd name="csY0" fmla="*/ 45720 h 91440"/>
                  <a:gd name="csX1" fmla="*/ 359297 w 359297"/>
                  <a:gd name="csY1" fmla="*/ 45720 h 914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59297" h="91440">
                    <a:moveTo>
                      <a:pt x="0" y="45720"/>
                    </a:moveTo>
                    <a:lnTo>
                      <a:pt x="359297" y="45720"/>
                    </a:lnTo>
                  </a:path>
                </a:pathLst>
              </a:custGeom>
              <a:noFill/>
              <a:ln>
                <a:solidFill>
                  <a:srgbClr val="0D236A"/>
                </a:solidFill>
                <a:tailEnd type="arrow"/>
              </a:ln>
            </p:spPr>
            <p:style>
              <a:lnRef idx="1">
                <a:scrgbClr r="0" g="0" b="0"/>
              </a:lnRef>
              <a:fillRef idx="0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82602" tIns="43768" rIns="182601" bIns="43770" numCol="1" spcCol="1270" anchor="ctr" anchorCtr="0">
                <a:noAutofit/>
              </a:bodyPr>
              <a:lstStyle/>
              <a:p>
                <a:pPr marL="0" lvl="0" indent="0" algn="ctr" defTabSz="5334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US" sz="1200" b="0" i="0" kern="1200">
                  <a:latin typeface="Helvetica Neue Medium" panose="02000503000000020004" pitchFamily="2" charset="0"/>
                  <a:ea typeface="Helvetica Neue Medium" panose="02000503000000020004" pitchFamily="2" charset="0"/>
                  <a:cs typeface="Helvetica Neue Medium" panose="02000503000000020004" pitchFamily="2" charset="0"/>
                </a:endParaRPr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98CC8307-7A97-ABB5-8F11-460B683ED590}"/>
                  </a:ext>
                </a:extLst>
              </p:cNvPr>
              <p:cNvSpPr/>
              <p:nvPr/>
            </p:nvSpPr>
            <p:spPr>
              <a:xfrm>
                <a:off x="7790700" y="2205204"/>
                <a:ext cx="1695206" cy="1017124"/>
              </a:xfrm>
              <a:custGeom>
                <a:avLst/>
                <a:gdLst>
                  <a:gd name="csX0" fmla="*/ 0 w 1695206"/>
                  <a:gd name="csY0" fmla="*/ 0 h 1017124"/>
                  <a:gd name="csX1" fmla="*/ 1695206 w 1695206"/>
                  <a:gd name="csY1" fmla="*/ 0 h 1017124"/>
                  <a:gd name="csX2" fmla="*/ 1695206 w 1695206"/>
                  <a:gd name="csY2" fmla="*/ 1017124 h 1017124"/>
                  <a:gd name="csX3" fmla="*/ 0 w 1695206"/>
                  <a:gd name="csY3" fmla="*/ 1017124 h 1017124"/>
                  <a:gd name="csX4" fmla="*/ 0 w 1695206"/>
                  <a:gd name="csY4" fmla="*/ 0 h 10171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695206" h="1017124">
                    <a:moveTo>
                      <a:pt x="0" y="0"/>
                    </a:moveTo>
                    <a:lnTo>
                      <a:pt x="1695206" y="0"/>
                    </a:lnTo>
                    <a:lnTo>
                      <a:pt x="1695206" y="1017124"/>
                    </a:lnTo>
                    <a:lnTo>
                      <a:pt x="0" y="101712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D236A"/>
                </a:solidFill>
              </a:ln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99568" tIns="99568" rIns="99568" bIns="99568" numCol="1" spcCol="1270" anchor="t" anchorCtr="0">
                <a:noAutofit/>
              </a:bodyPr>
              <a:lstStyle/>
              <a:p>
                <a:pPr marL="0" lvl="0" indent="0" algn="l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1400" b="1" i="0" kern="1200" dirty="0">
                    <a:solidFill>
                      <a:srgbClr val="0D236A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September-October</a:t>
                </a:r>
              </a:p>
              <a:p>
                <a:pPr marL="114300" lvl="1" indent="-114300" algn="l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"/>
                </a:pPr>
                <a:r>
                  <a:rPr lang="en-US" sz="1400" b="0" i="0" kern="1200" dirty="0">
                    <a:solidFill>
                      <a:srgbClr val="0D236A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Decisions</a:t>
                </a:r>
              </a:p>
              <a:p>
                <a:pPr marL="114300" lvl="1" indent="-114300" algn="l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"/>
                </a:pPr>
                <a:r>
                  <a:rPr lang="en-US" sz="1400" b="0" i="0" kern="1200" dirty="0">
                    <a:solidFill>
                      <a:srgbClr val="0D236A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Interview</a:t>
                </a:r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54B959C6-7203-ABC1-18AB-8C8A4B9A733E}"/>
                  </a:ext>
                </a:extLst>
              </p:cNvPr>
              <p:cNvSpPr/>
              <p:nvPr/>
            </p:nvSpPr>
            <p:spPr>
              <a:xfrm>
                <a:off x="2382991" y="3220528"/>
                <a:ext cx="8340417" cy="359297"/>
              </a:xfrm>
              <a:custGeom>
                <a:avLst/>
                <a:gdLst>
                  <a:gd name="csX0" fmla="*/ 8340417 w 8340417"/>
                  <a:gd name="csY0" fmla="*/ 0 h 359297"/>
                  <a:gd name="csX1" fmla="*/ 8340417 w 8340417"/>
                  <a:gd name="csY1" fmla="*/ 196748 h 359297"/>
                  <a:gd name="csX2" fmla="*/ 0 w 8340417"/>
                  <a:gd name="csY2" fmla="*/ 196748 h 359297"/>
                  <a:gd name="csX3" fmla="*/ 0 w 8340417"/>
                  <a:gd name="csY3" fmla="*/ 359297 h 3592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340417" h="359297">
                    <a:moveTo>
                      <a:pt x="8340417" y="0"/>
                    </a:moveTo>
                    <a:lnTo>
                      <a:pt x="8340417" y="196748"/>
                    </a:lnTo>
                    <a:lnTo>
                      <a:pt x="0" y="196748"/>
                    </a:lnTo>
                    <a:lnTo>
                      <a:pt x="0" y="359297"/>
                    </a:lnTo>
                  </a:path>
                </a:pathLst>
              </a:custGeom>
              <a:noFill/>
              <a:ln>
                <a:solidFill>
                  <a:srgbClr val="0D236A"/>
                </a:solidFill>
                <a:tailEnd type="arrow"/>
              </a:ln>
            </p:spPr>
            <p:style>
              <a:lnRef idx="1">
                <a:scrgbClr r="0" g="0" b="0"/>
              </a:lnRef>
              <a:fillRef idx="0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3974170" tIns="177697" rIns="3974171" bIns="177698" numCol="1" spcCol="1270" anchor="ctr" anchorCtr="0">
                <a:noAutofit/>
              </a:bodyPr>
              <a:lstStyle/>
              <a:p>
                <a:pPr marL="0" lvl="0" indent="0" algn="ctr" defTabSz="5334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US" sz="1200" b="0" i="0" kern="1200">
                  <a:latin typeface="Helvetica Neue Medium" panose="02000503000000020004" pitchFamily="2" charset="0"/>
                  <a:ea typeface="Helvetica Neue Medium" panose="02000503000000020004" pitchFamily="2" charset="0"/>
                  <a:cs typeface="Helvetica Neue Medium" panose="02000503000000020004" pitchFamily="2" charset="0"/>
                </a:endParaRPr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7F9AC91B-35EF-F961-91E2-4385B9E50A0E}"/>
                  </a:ext>
                </a:extLst>
              </p:cNvPr>
              <p:cNvSpPr/>
              <p:nvPr/>
            </p:nvSpPr>
            <p:spPr>
              <a:xfrm>
                <a:off x="9875805" y="2205204"/>
                <a:ext cx="1695206" cy="1017124"/>
              </a:xfrm>
              <a:custGeom>
                <a:avLst/>
                <a:gdLst>
                  <a:gd name="csX0" fmla="*/ 0 w 1695206"/>
                  <a:gd name="csY0" fmla="*/ 0 h 1017124"/>
                  <a:gd name="csX1" fmla="*/ 1695206 w 1695206"/>
                  <a:gd name="csY1" fmla="*/ 0 h 1017124"/>
                  <a:gd name="csX2" fmla="*/ 1695206 w 1695206"/>
                  <a:gd name="csY2" fmla="*/ 1017124 h 1017124"/>
                  <a:gd name="csX3" fmla="*/ 0 w 1695206"/>
                  <a:gd name="csY3" fmla="*/ 1017124 h 1017124"/>
                  <a:gd name="csX4" fmla="*/ 0 w 1695206"/>
                  <a:gd name="csY4" fmla="*/ 0 h 10171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695206" h="1017124">
                    <a:moveTo>
                      <a:pt x="0" y="0"/>
                    </a:moveTo>
                    <a:lnTo>
                      <a:pt x="1695206" y="0"/>
                    </a:lnTo>
                    <a:lnTo>
                      <a:pt x="1695206" y="1017124"/>
                    </a:lnTo>
                    <a:lnTo>
                      <a:pt x="0" y="101712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D236A"/>
                </a:solidFill>
              </a:ln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99568" tIns="99568" rIns="99568" bIns="99568" numCol="1" spcCol="1270" anchor="t" anchorCtr="0">
                <a:noAutofit/>
              </a:bodyPr>
              <a:lstStyle/>
              <a:p>
                <a:pPr marL="0" lvl="0" indent="0" algn="l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1400" b="1" i="0" kern="1200" dirty="0">
                    <a:solidFill>
                      <a:srgbClr val="0D236A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November-December</a:t>
                </a:r>
              </a:p>
              <a:p>
                <a:pPr marL="114300" lvl="1" indent="-114300" algn="l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"/>
                </a:pPr>
                <a:r>
                  <a:rPr lang="en-US" sz="1400" b="0" i="0" kern="1200" dirty="0">
                    <a:solidFill>
                      <a:srgbClr val="0D236A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Offer Decisions</a:t>
                </a:r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03EF8AA9-18EB-B8BF-8491-2DA06728DD4C}"/>
                  </a:ext>
                </a:extLst>
              </p:cNvPr>
              <p:cNvSpPr/>
              <p:nvPr/>
            </p:nvSpPr>
            <p:spPr>
              <a:xfrm>
                <a:off x="3228794" y="4075067"/>
                <a:ext cx="359297" cy="91440"/>
              </a:xfrm>
              <a:custGeom>
                <a:avLst/>
                <a:gdLst>
                  <a:gd name="csX0" fmla="*/ 0 w 359297"/>
                  <a:gd name="csY0" fmla="*/ 45720 h 91440"/>
                  <a:gd name="csX1" fmla="*/ 359297 w 359297"/>
                  <a:gd name="csY1" fmla="*/ 45720 h 914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59297" h="91440">
                    <a:moveTo>
                      <a:pt x="0" y="45720"/>
                    </a:moveTo>
                    <a:lnTo>
                      <a:pt x="359297" y="45720"/>
                    </a:lnTo>
                  </a:path>
                </a:pathLst>
              </a:custGeom>
              <a:noFill/>
              <a:ln>
                <a:solidFill>
                  <a:srgbClr val="0D236A"/>
                </a:solidFill>
                <a:tailEnd type="arrow"/>
              </a:ln>
            </p:spPr>
            <p:style>
              <a:lnRef idx="1">
                <a:scrgbClr r="0" g="0" b="0"/>
              </a:lnRef>
              <a:fillRef idx="0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82602" tIns="43769" rIns="182601" bIns="43769" numCol="1" spcCol="1270" anchor="ctr" anchorCtr="0">
                <a:noAutofit/>
              </a:bodyPr>
              <a:lstStyle/>
              <a:p>
                <a:pPr marL="0" lvl="0" indent="0" algn="ctr" defTabSz="5334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US" sz="1200" b="0" i="0" kern="1200">
                  <a:latin typeface="Helvetica Neue Medium" panose="02000503000000020004" pitchFamily="2" charset="0"/>
                  <a:ea typeface="Helvetica Neue Medium" panose="02000503000000020004" pitchFamily="2" charset="0"/>
                  <a:cs typeface="Helvetica Neue Medium" panose="02000503000000020004" pitchFamily="2" charset="0"/>
                </a:endParaRPr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CFD9BF1B-C57D-BB5E-9D21-1947A2F92B0D}"/>
                  </a:ext>
                </a:extLst>
              </p:cNvPr>
              <p:cNvSpPr/>
              <p:nvPr/>
            </p:nvSpPr>
            <p:spPr>
              <a:xfrm>
                <a:off x="1535387" y="3612225"/>
                <a:ext cx="1695206" cy="1017124"/>
              </a:xfrm>
              <a:custGeom>
                <a:avLst/>
                <a:gdLst>
                  <a:gd name="csX0" fmla="*/ 0 w 1695206"/>
                  <a:gd name="csY0" fmla="*/ 0 h 1017124"/>
                  <a:gd name="csX1" fmla="*/ 1695206 w 1695206"/>
                  <a:gd name="csY1" fmla="*/ 0 h 1017124"/>
                  <a:gd name="csX2" fmla="*/ 1695206 w 1695206"/>
                  <a:gd name="csY2" fmla="*/ 1017124 h 1017124"/>
                  <a:gd name="csX3" fmla="*/ 0 w 1695206"/>
                  <a:gd name="csY3" fmla="*/ 1017124 h 1017124"/>
                  <a:gd name="csX4" fmla="*/ 0 w 1695206"/>
                  <a:gd name="csY4" fmla="*/ 0 h 10171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695206" h="1017124">
                    <a:moveTo>
                      <a:pt x="0" y="0"/>
                    </a:moveTo>
                    <a:lnTo>
                      <a:pt x="1695206" y="0"/>
                    </a:lnTo>
                    <a:lnTo>
                      <a:pt x="1695206" y="1017124"/>
                    </a:lnTo>
                    <a:lnTo>
                      <a:pt x="0" y="101712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D236A"/>
              </a:solidFill>
              <a:ln>
                <a:noFill/>
              </a:ln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99568" tIns="99568" rIns="99568" bIns="99568" numCol="1" spcCol="1270" anchor="t" anchorCtr="0">
                <a:noAutofit/>
              </a:bodyPr>
              <a:lstStyle/>
              <a:p>
                <a:pPr marL="0" lvl="0" indent="0" algn="l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1400" b="1" i="0" kern="1200" dirty="0"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March-June</a:t>
                </a:r>
              </a:p>
              <a:p>
                <a:pPr marL="114300" lvl="1" indent="-114300" algn="l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"/>
                </a:pPr>
                <a:r>
                  <a:rPr lang="en-US" sz="1400" b="0" i="0" kern="1200" dirty="0"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Build Better</a:t>
                </a:r>
              </a:p>
              <a:p>
                <a:pPr marL="228600" lvl="2" indent="-114300" algn="l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"/>
                </a:pPr>
                <a:r>
                  <a:rPr lang="en-US" sz="1400" b="0" i="0" kern="1200" dirty="0"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Connections + skills</a:t>
                </a:r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4D8F777E-CA58-93FD-5DB7-8E0CB827882C}"/>
                  </a:ext>
                </a:extLst>
              </p:cNvPr>
              <p:cNvSpPr/>
              <p:nvPr/>
            </p:nvSpPr>
            <p:spPr>
              <a:xfrm>
                <a:off x="5313899" y="4075067"/>
                <a:ext cx="359297" cy="91440"/>
              </a:xfrm>
              <a:custGeom>
                <a:avLst/>
                <a:gdLst>
                  <a:gd name="csX0" fmla="*/ 0 w 359297"/>
                  <a:gd name="csY0" fmla="*/ 45720 h 91440"/>
                  <a:gd name="csX1" fmla="*/ 359297 w 359297"/>
                  <a:gd name="csY1" fmla="*/ 45720 h 914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59297" h="91440">
                    <a:moveTo>
                      <a:pt x="0" y="45720"/>
                    </a:moveTo>
                    <a:lnTo>
                      <a:pt x="359297" y="45720"/>
                    </a:lnTo>
                  </a:path>
                </a:pathLst>
              </a:custGeom>
              <a:noFill/>
              <a:ln>
                <a:solidFill>
                  <a:srgbClr val="0D236A"/>
                </a:solidFill>
                <a:tailEnd type="arrow"/>
              </a:ln>
            </p:spPr>
            <p:style>
              <a:lnRef idx="1">
                <a:scrgbClr r="0" g="0" b="0"/>
              </a:lnRef>
              <a:fillRef idx="0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82601" tIns="43769" rIns="182602" bIns="43769" numCol="1" spcCol="1270" anchor="ctr" anchorCtr="0">
                <a:noAutofit/>
              </a:bodyPr>
              <a:lstStyle/>
              <a:p>
                <a:pPr marL="0" lvl="0" indent="0" algn="ctr" defTabSz="5334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US" sz="1200" b="0" i="0" kern="1200">
                  <a:latin typeface="Helvetica Neue Medium" panose="02000503000000020004" pitchFamily="2" charset="0"/>
                  <a:ea typeface="Helvetica Neue Medium" panose="02000503000000020004" pitchFamily="2" charset="0"/>
                  <a:cs typeface="Helvetica Neue Medium" panose="02000503000000020004" pitchFamily="2" charset="0"/>
                </a:endParaRPr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51EAEA83-41C5-BD80-6448-8C8E99F1B113}"/>
                  </a:ext>
                </a:extLst>
              </p:cNvPr>
              <p:cNvSpPr/>
              <p:nvPr/>
            </p:nvSpPr>
            <p:spPr>
              <a:xfrm>
                <a:off x="3620492" y="3612225"/>
                <a:ext cx="1695206" cy="1017124"/>
              </a:xfrm>
              <a:custGeom>
                <a:avLst/>
                <a:gdLst>
                  <a:gd name="csX0" fmla="*/ 0 w 1695206"/>
                  <a:gd name="csY0" fmla="*/ 0 h 1017124"/>
                  <a:gd name="csX1" fmla="*/ 1695206 w 1695206"/>
                  <a:gd name="csY1" fmla="*/ 0 h 1017124"/>
                  <a:gd name="csX2" fmla="*/ 1695206 w 1695206"/>
                  <a:gd name="csY2" fmla="*/ 1017124 h 1017124"/>
                  <a:gd name="csX3" fmla="*/ 0 w 1695206"/>
                  <a:gd name="csY3" fmla="*/ 1017124 h 1017124"/>
                  <a:gd name="csX4" fmla="*/ 0 w 1695206"/>
                  <a:gd name="csY4" fmla="*/ 0 h 10171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695206" h="1017124">
                    <a:moveTo>
                      <a:pt x="0" y="0"/>
                    </a:moveTo>
                    <a:lnTo>
                      <a:pt x="1695206" y="0"/>
                    </a:lnTo>
                    <a:lnTo>
                      <a:pt x="1695206" y="1017124"/>
                    </a:lnTo>
                    <a:lnTo>
                      <a:pt x="0" y="101712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D236A"/>
              </a:solidFill>
              <a:ln>
                <a:noFill/>
              </a:ln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99568" tIns="99568" rIns="99568" bIns="99568" numCol="1" spcCol="1270" anchor="t" anchorCtr="0">
                <a:noAutofit/>
              </a:bodyPr>
              <a:lstStyle/>
              <a:p>
                <a:pPr marL="0" lvl="0" indent="0" algn="l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1400" b="1" i="0" kern="1200" dirty="0"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July-September</a:t>
                </a:r>
              </a:p>
              <a:p>
                <a:pPr marL="114300" lvl="1" indent="-114300" algn="l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"/>
                </a:pPr>
                <a:r>
                  <a:rPr lang="en-US" sz="1400" b="0" i="1" kern="1200" dirty="0"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Summer Internship</a:t>
                </a:r>
              </a:p>
              <a:p>
                <a:pPr marL="114300" lvl="1" indent="-114300" algn="l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"/>
                </a:pPr>
                <a:r>
                  <a:rPr lang="en-US" sz="1400" b="0" i="0" kern="1200" dirty="0"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Network &amp; Apply</a:t>
                </a:r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8984CDA4-5543-12B0-BCD4-46C70771B28E}"/>
                  </a:ext>
                </a:extLst>
              </p:cNvPr>
              <p:cNvSpPr/>
              <p:nvPr/>
            </p:nvSpPr>
            <p:spPr>
              <a:xfrm>
                <a:off x="7399003" y="4075067"/>
                <a:ext cx="359297" cy="91440"/>
              </a:xfrm>
              <a:custGeom>
                <a:avLst/>
                <a:gdLst>
                  <a:gd name="csX0" fmla="*/ 0 w 359297"/>
                  <a:gd name="csY0" fmla="*/ 45720 h 91440"/>
                  <a:gd name="csX1" fmla="*/ 359297 w 359297"/>
                  <a:gd name="csY1" fmla="*/ 45720 h 914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59297" h="91440">
                    <a:moveTo>
                      <a:pt x="0" y="45720"/>
                    </a:moveTo>
                    <a:lnTo>
                      <a:pt x="359297" y="45720"/>
                    </a:lnTo>
                  </a:path>
                </a:pathLst>
              </a:custGeom>
              <a:noFill/>
              <a:ln>
                <a:solidFill>
                  <a:srgbClr val="0D236A"/>
                </a:solidFill>
                <a:tailEnd type="arrow"/>
              </a:ln>
            </p:spPr>
            <p:style>
              <a:lnRef idx="1">
                <a:scrgbClr r="0" g="0" b="0"/>
              </a:lnRef>
              <a:fillRef idx="0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82601" tIns="43769" rIns="182602" bIns="43769" numCol="1" spcCol="1270" anchor="ctr" anchorCtr="0">
                <a:noAutofit/>
              </a:bodyPr>
              <a:lstStyle/>
              <a:p>
                <a:pPr marL="0" lvl="0" indent="0" algn="ctr" defTabSz="5334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US" sz="1200" b="0" i="0" kern="1200">
                  <a:latin typeface="Helvetica Neue Medium" panose="02000503000000020004" pitchFamily="2" charset="0"/>
                  <a:ea typeface="Helvetica Neue Medium" panose="02000503000000020004" pitchFamily="2" charset="0"/>
                  <a:cs typeface="Helvetica Neue Medium" panose="02000503000000020004" pitchFamily="2" charset="0"/>
                </a:endParaRPr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0CAE4D44-DCE3-8803-1FE3-AB9D3C4EFD2C}"/>
                  </a:ext>
                </a:extLst>
              </p:cNvPr>
              <p:cNvSpPr/>
              <p:nvPr/>
            </p:nvSpPr>
            <p:spPr>
              <a:xfrm>
                <a:off x="5705596" y="3612225"/>
                <a:ext cx="1695206" cy="1017124"/>
              </a:xfrm>
              <a:custGeom>
                <a:avLst/>
                <a:gdLst>
                  <a:gd name="csX0" fmla="*/ 0 w 1695206"/>
                  <a:gd name="csY0" fmla="*/ 0 h 1017124"/>
                  <a:gd name="csX1" fmla="*/ 1695206 w 1695206"/>
                  <a:gd name="csY1" fmla="*/ 0 h 1017124"/>
                  <a:gd name="csX2" fmla="*/ 1695206 w 1695206"/>
                  <a:gd name="csY2" fmla="*/ 1017124 h 1017124"/>
                  <a:gd name="csX3" fmla="*/ 0 w 1695206"/>
                  <a:gd name="csY3" fmla="*/ 1017124 h 1017124"/>
                  <a:gd name="csX4" fmla="*/ 0 w 1695206"/>
                  <a:gd name="csY4" fmla="*/ 0 h 10171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695206" h="1017124">
                    <a:moveTo>
                      <a:pt x="0" y="0"/>
                    </a:moveTo>
                    <a:lnTo>
                      <a:pt x="1695206" y="0"/>
                    </a:lnTo>
                    <a:lnTo>
                      <a:pt x="1695206" y="1017124"/>
                    </a:lnTo>
                    <a:lnTo>
                      <a:pt x="0" y="101712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D236A"/>
              </a:solidFill>
              <a:ln>
                <a:noFill/>
              </a:ln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99568" tIns="99568" rIns="99568" bIns="99568" numCol="1" spcCol="1270" anchor="t" anchorCtr="0">
                <a:noAutofit/>
              </a:bodyPr>
              <a:lstStyle/>
              <a:p>
                <a:pPr marL="0" lvl="0" indent="0" algn="l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1400" b="1" i="0" kern="1200" dirty="0"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September-October</a:t>
                </a:r>
              </a:p>
              <a:p>
                <a:pPr marL="114300" lvl="1" indent="-114300" algn="l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"/>
                </a:pPr>
                <a:r>
                  <a:rPr lang="en-US" sz="1400" b="0" i="0" kern="1200" dirty="0"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Interview</a:t>
                </a:r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3E01E0F2-6A5E-00F3-8738-6BC0FF8993A0}"/>
                  </a:ext>
                </a:extLst>
              </p:cNvPr>
              <p:cNvSpPr/>
              <p:nvPr/>
            </p:nvSpPr>
            <p:spPr>
              <a:xfrm>
                <a:off x="7790700" y="3612225"/>
                <a:ext cx="1695206" cy="1017124"/>
              </a:xfrm>
              <a:custGeom>
                <a:avLst/>
                <a:gdLst>
                  <a:gd name="csX0" fmla="*/ 0 w 1695206"/>
                  <a:gd name="csY0" fmla="*/ 0 h 1017124"/>
                  <a:gd name="csX1" fmla="*/ 1695206 w 1695206"/>
                  <a:gd name="csY1" fmla="*/ 0 h 1017124"/>
                  <a:gd name="csX2" fmla="*/ 1695206 w 1695206"/>
                  <a:gd name="csY2" fmla="*/ 1017124 h 1017124"/>
                  <a:gd name="csX3" fmla="*/ 0 w 1695206"/>
                  <a:gd name="csY3" fmla="*/ 1017124 h 1017124"/>
                  <a:gd name="csX4" fmla="*/ 0 w 1695206"/>
                  <a:gd name="csY4" fmla="*/ 0 h 10171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695206" h="1017124">
                    <a:moveTo>
                      <a:pt x="0" y="0"/>
                    </a:moveTo>
                    <a:lnTo>
                      <a:pt x="1695206" y="0"/>
                    </a:lnTo>
                    <a:lnTo>
                      <a:pt x="1695206" y="1017124"/>
                    </a:lnTo>
                    <a:lnTo>
                      <a:pt x="0" y="101712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D236A"/>
              </a:solidFill>
              <a:ln>
                <a:noFill/>
              </a:ln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99568" tIns="99568" rIns="99568" bIns="99568" numCol="1" spcCol="1270" anchor="t" anchorCtr="0">
                <a:noAutofit/>
              </a:bodyPr>
              <a:lstStyle/>
              <a:p>
                <a:pPr marL="0" lvl="0" indent="0" algn="l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1400" b="1" i="0" kern="1200" dirty="0"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November-December</a:t>
                </a:r>
              </a:p>
              <a:p>
                <a:pPr marL="114300" lvl="1" indent="-114300" algn="l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"/>
                </a:pPr>
                <a:r>
                  <a:rPr lang="en-US" sz="1400" b="0" i="0" kern="1200" dirty="0"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Decisions</a:t>
                </a:r>
              </a:p>
            </p:txBody>
          </p:sp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6834E66-A0D9-3CC0-B707-821FD260EE36}"/>
                </a:ext>
              </a:extLst>
            </p:cNvPr>
            <p:cNvSpPr/>
            <p:nvPr/>
          </p:nvSpPr>
          <p:spPr>
            <a:xfrm>
              <a:off x="1524001" y="1797270"/>
              <a:ext cx="3771900" cy="30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Sophomore spring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062FCA9-3C72-A362-1075-3E12B8E88597}"/>
                </a:ext>
              </a:extLst>
            </p:cNvPr>
            <p:cNvSpPr/>
            <p:nvPr/>
          </p:nvSpPr>
          <p:spPr>
            <a:xfrm>
              <a:off x="5720373" y="1818290"/>
              <a:ext cx="1665654" cy="30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Junior summer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A9CA593-53ED-8D74-DBD6-FDAB6898743E}"/>
                </a:ext>
              </a:extLst>
            </p:cNvPr>
            <p:cNvSpPr/>
            <p:nvPr/>
          </p:nvSpPr>
          <p:spPr>
            <a:xfrm>
              <a:off x="7821246" y="1797270"/>
              <a:ext cx="3761154" cy="30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Junior fall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8F3A717-7363-E647-F848-CFAA8594D48C}"/>
                </a:ext>
              </a:extLst>
            </p:cNvPr>
            <p:cNvSpPr/>
            <p:nvPr/>
          </p:nvSpPr>
          <p:spPr>
            <a:xfrm>
              <a:off x="1529374" y="4729453"/>
              <a:ext cx="1665654" cy="30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Junior Spring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B6B6E8D-278B-7AC2-ADCC-8DB9703057E5}"/>
                </a:ext>
              </a:extLst>
            </p:cNvPr>
            <p:cNvSpPr/>
            <p:nvPr/>
          </p:nvSpPr>
          <p:spPr>
            <a:xfrm>
              <a:off x="5720373" y="4711060"/>
              <a:ext cx="3761154" cy="30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Senior fall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8A6B8F0-C0D3-EBC9-780F-9A4EAF1CFD66}"/>
                </a:ext>
              </a:extLst>
            </p:cNvPr>
            <p:cNvSpPr/>
            <p:nvPr/>
          </p:nvSpPr>
          <p:spPr>
            <a:xfrm>
              <a:off x="3619500" y="4729453"/>
              <a:ext cx="1676401" cy="30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Senior summer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FB2E42F-A2CB-78FC-FEAF-09B3C9EE2EE2}"/>
                </a:ext>
              </a:extLst>
            </p:cNvPr>
            <p:cNvSpPr/>
            <p:nvPr/>
          </p:nvSpPr>
          <p:spPr>
            <a:xfrm>
              <a:off x="1518627" y="5150070"/>
              <a:ext cx="7962900" cy="30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Fulltime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3EE9F58-223E-94C9-CB46-808BA247E6AE}"/>
                </a:ext>
              </a:extLst>
            </p:cNvPr>
            <p:cNvSpPr/>
            <p:nvPr/>
          </p:nvSpPr>
          <p:spPr>
            <a:xfrm>
              <a:off x="1515999" y="1379684"/>
              <a:ext cx="10058400" cy="30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Internship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D6F0418-3A19-A63E-2C6B-4863C7FF5321}"/>
                </a:ext>
              </a:extLst>
            </p:cNvPr>
            <p:cNvSpPr/>
            <p:nvPr/>
          </p:nvSpPr>
          <p:spPr>
            <a:xfrm>
              <a:off x="1212362" y="1797269"/>
              <a:ext cx="235437" cy="323698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Now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2EFFA0D2-7674-5B42-B127-749330C185CC}"/>
              </a:ext>
            </a:extLst>
          </p:cNvPr>
          <p:cNvSpPr txBox="1"/>
          <p:nvPr/>
        </p:nvSpPr>
        <p:spPr>
          <a:xfrm>
            <a:off x="609600" y="6199982"/>
            <a:ext cx="109728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INTRODUCTION </a:t>
            </a:r>
            <a:r>
              <a:rPr lang="en-US" sz="700" b="0" i="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– </a:t>
            </a:r>
            <a:r>
              <a:rPr lang="en-US" sz="70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IS MANAGEMENT CONSULTING</a:t>
            </a:r>
            <a:r>
              <a:rPr lang="en-US" sz="700" b="0" i="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–</a:t>
            </a:r>
            <a:r>
              <a:rPr lang="en-US" sz="700" b="1" i="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700" i="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WHO THRIVES &amp; WHY HAMILTON </a:t>
            </a:r>
            <a:r>
              <a:rPr lang="en-US" sz="700" b="1" i="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– HOW DO YOU BREAK IN </a:t>
            </a:r>
            <a:r>
              <a:rPr lang="en-US" sz="700" b="0" i="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– NEXT STEPS</a:t>
            </a:r>
            <a:endParaRPr lang="en-US" sz="400" b="1" i="0" spc="300" dirty="0">
              <a:solidFill>
                <a:schemeClr val="bg1"/>
              </a:solidFill>
              <a:latin typeface="HELVETICA NEUE THIN" panose="020B0403020202020204" pitchFamily="34" charset="0"/>
              <a:ea typeface="HELVETICA NEUE THIN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20343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A06831F-BD17-64D3-32C9-E24033A2BE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1957" y="1371600"/>
            <a:ext cx="5245443" cy="469018"/>
          </a:xfrm>
        </p:spPr>
        <p:txBody>
          <a:bodyPr/>
          <a:lstStyle/>
          <a:p>
            <a:r>
              <a:rPr lang="en-US" sz="2400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Resume Signals (before)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8A5DDA5-8644-01E6-8B09-7C4F2A227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529131"/>
          </a:xfrm>
        </p:spPr>
        <p:txBody>
          <a:bodyPr/>
          <a:lstStyle/>
          <a:p>
            <a:r>
              <a:rPr lang="en-US" dirty="0"/>
              <a:t>Firms Select for Experience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9D56567-8C2B-55D4-EBBE-7D75010917D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1957" y="1840618"/>
            <a:ext cx="5245443" cy="40272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firms can see before meeting you.</a:t>
            </a:r>
          </a:p>
          <a:p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Measurable, quantifiable impact (revenue, growth, efficiency)</a:t>
            </a:r>
          </a:p>
          <a:p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Leadership scope</a:t>
            </a:r>
          </a:p>
          <a:p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Selectivity / rigor</a:t>
            </a:r>
          </a:p>
          <a:p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Sustained commitment</a:t>
            </a:r>
          </a:p>
          <a:p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Brand associations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614D43-0097-3913-4CC0-7B8F582F5635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6324599" y="1371600"/>
            <a:ext cx="5245443" cy="469018"/>
          </a:xfrm>
        </p:spPr>
        <p:txBody>
          <a:bodyPr/>
          <a:lstStyle/>
          <a:p>
            <a:r>
              <a:rPr lang="en-US" sz="2400" dirty="0"/>
              <a:t>Experience Narratives (during)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111AB69-3647-44FE-E098-9818A0A924C0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324600" y="1905000"/>
            <a:ext cx="5245443" cy="3962899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emerges once you speak in person</a:t>
            </a:r>
          </a:p>
          <a:p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Clear “why consulting” logic</a:t>
            </a:r>
          </a:p>
          <a:p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Consistent career arc</a:t>
            </a:r>
          </a:p>
          <a:p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Self-awareness</a:t>
            </a:r>
          </a:p>
          <a:p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Judgment under ambiguity</a:t>
            </a:r>
          </a:p>
          <a:p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Confidence without arrogance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08AD23-4CC6-2D56-2CEF-D86AEBC1894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8250191-BDAE-F64A-A841-E235618397AC}" type="slidenum">
              <a:rPr lang="en-US" smtClean="0"/>
              <a:pPr/>
              <a:t>20</a:t>
            </a:fld>
            <a:endParaRPr lang="en-US" dirty="0">
              <a:latin typeface="Helvetica Neue Thin" panose="020B0403020202020204" pitchFamily="34" charset="0"/>
              <a:ea typeface="Helvetica Neue Thin" panose="020B0403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50CF51-E1E6-B0E5-017A-E0599F71A679}"/>
              </a:ext>
            </a:extLst>
          </p:cNvPr>
          <p:cNvSpPr txBox="1"/>
          <p:nvPr/>
        </p:nvSpPr>
        <p:spPr>
          <a:xfrm>
            <a:off x="609600" y="6199982"/>
            <a:ext cx="109728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INTRODUCTION </a:t>
            </a:r>
            <a:r>
              <a:rPr lang="en-US" sz="700" b="0" i="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– </a:t>
            </a:r>
            <a:r>
              <a:rPr lang="en-US" sz="70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IS MANAGEMENT CONSULTING</a:t>
            </a:r>
            <a:r>
              <a:rPr lang="en-US" sz="700" b="0" i="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–</a:t>
            </a:r>
            <a:r>
              <a:rPr lang="en-US" sz="700" b="1" i="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700" i="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WHO THRIVES &amp; WHY HAMILTON </a:t>
            </a:r>
            <a:r>
              <a:rPr lang="en-US" sz="700" b="1" i="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– HOW DO YOU BREAK IN </a:t>
            </a:r>
            <a:r>
              <a:rPr lang="en-US" sz="700" b="0" i="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– NEXT STEPS</a:t>
            </a:r>
            <a:endParaRPr lang="en-US" sz="400" b="1" i="0" spc="300" dirty="0">
              <a:solidFill>
                <a:schemeClr val="bg1"/>
              </a:solidFill>
              <a:latin typeface="HELVETICA NEUE THIN" panose="020B0403020202020204" pitchFamily="34" charset="0"/>
              <a:ea typeface="HELVETICA NEUE THIN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85624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26E2B79-ACF7-52D2-70C5-5D082CFFCE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1616599"/>
              </p:ext>
            </p:extLst>
          </p:nvPr>
        </p:nvGraphicFramePr>
        <p:xfrm>
          <a:off x="609600" y="1371600"/>
          <a:ext cx="10972800" cy="4419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8B32332A-8D44-A23B-1959-A21C9A39D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Case Interview.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643BA9-1CE2-922C-CCCE-EBCBAAE915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250191-BDAE-F64A-A841-E235618397AC}" type="slidenum">
              <a:rPr lang="en-US" smtClean="0"/>
              <a:pPr/>
              <a:t>21</a:t>
            </a:fld>
            <a:endParaRPr lang="en-US" dirty="0">
              <a:latin typeface="Helvetica Neue Thin" panose="020B0403020202020204" pitchFamily="34" charset="0"/>
              <a:ea typeface="Helvetica Neue Thin" panose="020B0403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1C31C2-A539-5B15-A3AA-A7FC234CCC17}"/>
              </a:ext>
            </a:extLst>
          </p:cNvPr>
          <p:cNvSpPr txBox="1"/>
          <p:nvPr/>
        </p:nvSpPr>
        <p:spPr>
          <a:xfrm>
            <a:off x="609600" y="6199982"/>
            <a:ext cx="109728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INTRODUCTION </a:t>
            </a:r>
            <a:r>
              <a:rPr lang="en-US" sz="700" b="0" i="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– </a:t>
            </a:r>
            <a:r>
              <a:rPr lang="en-US" sz="70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IS MANAGEMENT CONSULTING</a:t>
            </a:r>
            <a:r>
              <a:rPr lang="en-US" sz="700" b="0" i="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–</a:t>
            </a:r>
            <a:r>
              <a:rPr lang="en-US" sz="700" b="1" i="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700" i="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WHO THRIVES &amp; WHY HAMILTON </a:t>
            </a:r>
            <a:r>
              <a:rPr lang="en-US" sz="700" b="1" i="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– HOW DO YOU BREAK IN </a:t>
            </a:r>
            <a:r>
              <a:rPr lang="en-US" sz="700" b="0" i="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– NEXT STEPS</a:t>
            </a:r>
            <a:endParaRPr lang="en-US" sz="400" b="1" i="0" spc="300" dirty="0">
              <a:solidFill>
                <a:schemeClr val="bg1"/>
              </a:solidFill>
              <a:latin typeface="HELVETICA NEUE THIN" panose="020B0403020202020204" pitchFamily="34" charset="0"/>
              <a:ea typeface="HELVETICA NEUE THIN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70497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B37525B-7C50-64D0-39B3-C028D164D5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1095155"/>
              </p:ext>
            </p:extLst>
          </p:nvPr>
        </p:nvGraphicFramePr>
        <p:xfrm>
          <a:off x="609600" y="1600200"/>
          <a:ext cx="10972800" cy="426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B2E2BE0A-276A-888B-CA33-05A7BA109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Succes is Trained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059113-F99E-2856-9F70-5CC5BBE188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250191-BDAE-F64A-A841-E235618397AC}" type="slidenum">
              <a:rPr lang="en-US" smtClean="0"/>
              <a:pPr/>
              <a:t>22</a:t>
            </a:fld>
            <a:endParaRPr lang="en-US" dirty="0">
              <a:latin typeface="Helvetica Neue Thin" panose="020B0403020202020204" pitchFamily="34" charset="0"/>
              <a:ea typeface="Helvetica Neue Thin" panose="020B0403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2B5E28-8FBA-2827-FCE6-B27A08BE5F2A}"/>
              </a:ext>
            </a:extLst>
          </p:cNvPr>
          <p:cNvSpPr txBox="1"/>
          <p:nvPr/>
        </p:nvSpPr>
        <p:spPr>
          <a:xfrm>
            <a:off x="609600" y="6199982"/>
            <a:ext cx="109728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INTRODUCTION </a:t>
            </a:r>
            <a:r>
              <a:rPr lang="en-US" sz="700" i="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– </a:t>
            </a:r>
            <a:r>
              <a:rPr lang="en-US" sz="70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IS MANAGEMENT CONSULTING</a:t>
            </a:r>
            <a:r>
              <a:rPr lang="en-US" sz="700" i="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– WHO THRIVES &amp; WHY HAMILTON – HOW DO YOU BREAK IN – </a:t>
            </a:r>
            <a:r>
              <a:rPr lang="en-US" sz="700" b="1" i="0" spc="3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NEXT STEPS</a:t>
            </a:r>
            <a:endParaRPr lang="en-US" sz="400" b="1" i="0" spc="300" dirty="0">
              <a:solidFill>
                <a:schemeClr val="bg1"/>
              </a:solidFill>
              <a:latin typeface="Helvetica Neue Thin" panose="020B0403020202020204" pitchFamily="34" charset="0"/>
              <a:ea typeface="Helvetica Neue Thin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3428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644758F-CE1D-6BD8-CA92-7DE3674C6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Q&amp;A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CF40E15-7509-8499-3A2B-A69AEDD9B3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4589463"/>
            <a:ext cx="10972800" cy="1500187"/>
          </a:xfrm>
        </p:spPr>
        <p:txBody>
          <a:bodyPr/>
          <a:lstStyle/>
          <a:p>
            <a:r>
              <a:rPr lang="en-US" i="1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Email: </a:t>
            </a:r>
            <a:r>
              <a:rPr lang="en-US" i="1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hconsult@hamilton.edu</a:t>
            </a:r>
            <a:br>
              <a:rPr lang="en-US" b="1" i="1" u="sng" dirty="0">
                <a:latin typeface="HELVETICA NEUE LIGHT" panose="02000403000000020004" pitchFamily="2" charset="0"/>
                <a:ea typeface="HELVETICA NEUE LIGHT" panose="02000403000000020004" pitchFamily="2" charset="0"/>
              </a:rPr>
            </a:br>
            <a:endParaRPr lang="en-US" b="1" i="1" u="sng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69447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HCG Template" id="{19BDA070-560B-EE40-96B1-70B07D97E8B4}" vid="{357F68F2-8320-AA44-869E-1785ABBA3B8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7FA15C2A657441814D6403A5C3DF90" ma:contentTypeVersion="9" ma:contentTypeDescription="Create a new document." ma:contentTypeScope="" ma:versionID="ca9e89f84df2b9db5e58d21fd4c655d4">
  <xsd:schema xmlns:xsd="http://www.w3.org/2001/XMLSchema" xmlns:xs="http://www.w3.org/2001/XMLSchema" xmlns:p="http://schemas.microsoft.com/office/2006/metadata/properties" xmlns:ns2="1efdc49f-16a7-4d6f-a70f-485156dc5f5f" targetNamespace="http://schemas.microsoft.com/office/2006/metadata/properties" ma:root="true" ma:fieldsID="c23bbc60cafc5b0c685b266ab6d0813f" ns2:_="">
    <xsd:import namespace="1efdc49f-16a7-4d6f-a70f-485156dc5f5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fdc49f-16a7-4d6f-a70f-485156dc5f5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5c216b5f-55ba-4db3-a086-7cef2d5602f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efdc49f-16a7-4d6f-a70f-485156dc5f5f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05F29DE-B3BD-4F11-99EC-91985641398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efdc49f-16a7-4d6f-a70f-485156dc5f5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39485E4-8510-434F-BB04-E35F3CD423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6087BD6-6BFC-4322-9408-302D9F42A97F}">
  <ds:schemaRefs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purl.org/dc/elements/1.1/"/>
    <ds:schemaRef ds:uri="1efdc49f-16a7-4d6f-a70f-485156dc5f5f"/>
    <ds:schemaRef ds:uri="http://www.w3.org/XML/1998/namespace"/>
    <ds:schemaRef ds:uri="http://schemas.microsoft.com/office/infopath/2007/PartnerControl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38027</TotalTime>
  <Words>1283</Words>
  <Application>Microsoft Macintosh PowerPoint</Application>
  <PresentationFormat>Widescreen</PresentationFormat>
  <Paragraphs>301</Paragraphs>
  <Slides>23</Slides>
  <Notes>2</Notes>
  <HiddenSlides>0</HiddenSlides>
  <MMClips>1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5" baseType="lpstr">
      <vt:lpstr>Aptos</vt:lpstr>
      <vt:lpstr>Arial</vt:lpstr>
      <vt:lpstr>Baskerville SemiBold</vt:lpstr>
      <vt:lpstr>Helvetica Neue</vt:lpstr>
      <vt:lpstr>HELVETICA NEUE CONDENSED</vt:lpstr>
      <vt:lpstr>Helvetica Neue Light</vt:lpstr>
      <vt:lpstr>Helvetica Neue Light</vt:lpstr>
      <vt:lpstr>Helvetica Neue Medium</vt:lpstr>
      <vt:lpstr>Helvetica Neue Thin</vt:lpstr>
      <vt:lpstr>Helvetica Neue Thin</vt:lpstr>
      <vt:lpstr>Helvetica Neue UltraLight</vt:lpstr>
      <vt:lpstr>Office Theme</vt:lpstr>
      <vt:lpstr>What is Management Consulting?</vt:lpstr>
      <vt:lpstr>PowerPoint Presentation</vt:lpstr>
      <vt:lpstr>Structured Advice without the Decision</vt:lpstr>
      <vt:lpstr>What is Management Consulting?</vt:lpstr>
      <vt:lpstr>Consulting Sells Clarity Under Uncertainty</vt:lpstr>
      <vt:lpstr>Engagements Vary by Scope</vt:lpstr>
      <vt:lpstr>Work: Structured, Fast, and Collaborative</vt:lpstr>
      <vt:lpstr>Careers in Consulting Accelerate Early</vt:lpstr>
      <vt:lpstr>Lifestyle and Benefits</vt:lpstr>
      <vt:lpstr>The Industry, Tiers and Designations</vt:lpstr>
      <vt:lpstr>Who Thrives &amp; Why Hamilton</vt:lpstr>
      <vt:lpstr>Selection is Structural</vt:lpstr>
      <vt:lpstr>Bob Sternfels on Liberal Arts' Edge vs AI</vt:lpstr>
      <vt:lpstr>Hamilton Trains the Untrainable</vt:lpstr>
      <vt:lpstr>Institutional Infrastructure</vt:lpstr>
      <vt:lpstr>Hamilton Consulting Group </vt:lpstr>
      <vt:lpstr>How do You Break In?</vt:lpstr>
      <vt:lpstr>Access Exists at Hamilton</vt:lpstr>
      <vt:lpstr>Recruiting is Timeline-Driven</vt:lpstr>
      <vt:lpstr>Firms Select for Experience</vt:lpstr>
      <vt:lpstr>The Case Interview.</vt:lpstr>
      <vt:lpstr>Succes is Trained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Hunter Howard</dc:creator>
  <cp:lastModifiedBy>Hunter Howard</cp:lastModifiedBy>
  <cp:revision>5</cp:revision>
  <cp:lastPrinted>2026-09-04T16:39:55Z</cp:lastPrinted>
  <dcterms:created xsi:type="dcterms:W3CDTF">2026-02-17T18:06:35Z</dcterms:created>
  <dcterms:modified xsi:type="dcterms:W3CDTF">2026-10-21T13:57:54Z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0x010100D77FA15C2A657441814D6403A5C3DF90</vt:lpwstr>
  </property>
  <property fmtid="{D5CDD505-2E9C-101B-9397-08002B2CF9AE}" pid="3" name="MediaServiceImageTags">
    <vt:lpwstr/>
  </property>
</Properties>
</file>